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charts/chart1.xml" ContentType="application/vnd.openxmlformats-officedocument.drawingml.chart+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354" r:id="rId5"/>
    <p:sldId id="353" r:id="rId6"/>
    <p:sldId id="352" r:id="rId7"/>
    <p:sldId id="356" r:id="rId8"/>
    <p:sldId id="361" r:id="rId9"/>
    <p:sldId id="363" r:id="rId10"/>
    <p:sldId id="360" r:id="rId11"/>
    <p:sldId id="364" r:id="rId12"/>
    <p:sldId id="355" r:id="rId13"/>
    <p:sldId id="366" r:id="rId14"/>
  </p:sldIdLst>
  <p:sldSz cx="12192000" cy="6858000"/>
  <p:notesSz cx="6858000" cy="9144000"/>
  <p:custDataLst>
    <p:tags r:id="rId16"/>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17" userDrawn="1">
          <p15:clr>
            <a:srgbClr val="A4A3A4"/>
          </p15:clr>
        </p15:guide>
        <p15:guide id="2" pos="4747" userDrawn="1">
          <p15:clr>
            <a:srgbClr val="A4A3A4"/>
          </p15:clr>
        </p15:guide>
        <p15:guide id="3" orient="horz" pos="2704" userDrawn="1">
          <p15:clr>
            <a:srgbClr val="A4A3A4"/>
          </p15:clr>
        </p15:guide>
        <p15:guide id="4" pos="50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DDDDDD"/>
    <a:srgbClr val="B3DCE0"/>
    <a:srgbClr val="294483"/>
    <a:srgbClr val="575757"/>
    <a:srgbClr val="5757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9" autoAdjust="0"/>
    <p:restoredTop sz="96601" autoAdjust="0"/>
  </p:normalViewPr>
  <p:slideViewPr>
    <p:cSldViewPr snapToGrid="0">
      <p:cViewPr>
        <p:scale>
          <a:sx n="50" d="100"/>
          <a:sy n="50" d="100"/>
        </p:scale>
        <p:origin x="710" y="960"/>
      </p:cViewPr>
      <p:guideLst>
        <p:guide orient="horz" pos="1117"/>
        <p:guide pos="4747"/>
        <p:guide orient="horz" pos="2704"/>
        <p:guide pos="50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524271844660194E-2"/>
          <c:y val="6.6186556927297663E-2"/>
          <c:w val="0.94951456310679616"/>
          <c:h val="0.86762688614540462"/>
        </c:manualLayout>
      </c:layout>
      <c:barChart>
        <c:barDir val="bar"/>
        <c:grouping val="stacked"/>
        <c:varyColors val="0"/>
        <c:ser>
          <c:idx val="0"/>
          <c:order val="0"/>
          <c:spPr>
            <a:solidFill>
              <a:schemeClr val="accent3"/>
            </a:solidFill>
            <a:ln>
              <a:noFill/>
            </a:ln>
          </c:spPr>
          <c:invertIfNegative val="0"/>
          <c:dLbls>
            <c:dLbl>
              <c:idx val="0"/>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4B3-46F3-9A4A-A8DCA6C30D23}"/>
                </c:ext>
              </c:extLst>
            </c:dLbl>
            <c:dLbl>
              <c:idx val="1"/>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4B3-46F3-9A4A-A8DCA6C30D23}"/>
                </c:ext>
              </c:extLst>
            </c:dLbl>
            <c:dLbl>
              <c:idx val="2"/>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4B3-46F3-9A4A-A8DCA6C30D2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12.9</c:v>
                </c:pt>
                <c:pt idx="1">
                  <c:v>21.8</c:v>
                </c:pt>
                <c:pt idx="2">
                  <c:v>35.1</c:v>
                </c:pt>
              </c:numCache>
            </c:numRef>
          </c:val>
          <c:extLst>
            <c:ext xmlns:c16="http://schemas.microsoft.com/office/drawing/2014/chart" uri="{C3380CC4-5D6E-409C-BE32-E72D297353CC}">
              <c16:uniqueId val="{00000003-E4B3-46F3-9A4A-A8DCA6C30D23}"/>
            </c:ext>
          </c:extLst>
        </c:ser>
        <c:ser>
          <c:idx val="1"/>
          <c:order val="1"/>
          <c:spPr>
            <a:solidFill>
              <a:schemeClr val="accent2"/>
            </a:solidFill>
            <a:ln>
              <a:noFill/>
            </a:ln>
          </c:spPr>
          <c:invertIfNegative val="0"/>
          <c:dLbls>
            <c:dLbl>
              <c:idx val="0"/>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4B3-46F3-9A4A-A8DCA6C30D23}"/>
                </c:ext>
              </c:extLst>
            </c:dLbl>
            <c:dLbl>
              <c:idx val="1"/>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4B3-46F3-9A4A-A8DCA6C30D23}"/>
                </c:ext>
              </c:extLst>
            </c:dLbl>
            <c:dLbl>
              <c:idx val="2"/>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E4B3-46F3-9A4A-A8DCA6C30D2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5.0999999999999996</c:v>
                </c:pt>
                <c:pt idx="1">
                  <c:v>3.8999999999999986</c:v>
                </c:pt>
                <c:pt idx="2">
                  <c:v>7.2000000000000028</c:v>
                </c:pt>
              </c:numCache>
            </c:numRef>
          </c:val>
          <c:extLst>
            <c:ext xmlns:c16="http://schemas.microsoft.com/office/drawing/2014/chart" uri="{C3380CC4-5D6E-409C-BE32-E72D297353CC}">
              <c16:uniqueId val="{00000007-E4B3-46F3-9A4A-A8DCA6C30D23}"/>
            </c:ext>
          </c:extLst>
        </c:ser>
        <c:ser>
          <c:idx val="2"/>
          <c:order val="2"/>
          <c:spPr>
            <a:solidFill>
              <a:schemeClr val="accent1"/>
            </a:solidFill>
            <a:ln>
              <a:noFill/>
            </a:ln>
          </c:spPr>
          <c:invertIfNegative val="0"/>
          <c:dLbls>
            <c:dLbl>
              <c:idx val="0"/>
              <c:layout>
                <c:manualLayout>
                  <c:x val="-4.8543689320388347E-4"/>
                  <c:y val="0"/>
                </c:manualLayout>
              </c:layout>
              <c:numFmt formatCode="#,##0;&quot;-&quot;#,##0" sourceLinked="0"/>
              <c:spPr>
                <a:noFill/>
                <a:ln>
                  <a:noFill/>
                </a:ln>
              </c:spPr>
              <c:txPr>
                <a:bodyPr wrap="none"/>
                <a:lstStyle/>
                <a:p>
                  <a:pPr>
                    <a:defRPr sz="1400" kern="1200">
                      <a:solidFill>
                        <a:schemeClr val="bg2"/>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E4B3-46F3-9A4A-A8DCA6C30D23}"/>
                </c:ext>
              </c:extLst>
            </c:dLbl>
            <c:dLbl>
              <c:idx val="1"/>
              <c:layout>
                <c:manualLayout>
                  <c:x val="0"/>
                  <c:y val="0"/>
                </c:manualLayout>
              </c:layout>
              <c:numFmt formatCode="#,##0;&quot;-&quot;#,##0" sourceLinked="0"/>
              <c:spPr>
                <a:noFill/>
                <a:ln>
                  <a:noFill/>
                </a:ln>
              </c:spPr>
              <c:txPr>
                <a:bodyPr wrap="none"/>
                <a:lstStyle/>
                <a:p>
                  <a:pPr>
                    <a:defRPr sz="1400" kern="1200">
                      <a:solidFill>
                        <a:schemeClr val="bg2"/>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E4B3-46F3-9A4A-A8DCA6C30D23}"/>
                </c:ext>
              </c:extLst>
            </c:dLbl>
            <c:dLbl>
              <c:idx val="2"/>
              <c:layout>
                <c:manualLayout>
                  <c:x val="-4.8543689320388347E-4"/>
                  <c:y val="0"/>
                </c:manualLayout>
              </c:layout>
              <c:numFmt formatCode="#,##0;&quot;-&quot;#,##0" sourceLinked="0"/>
              <c:spPr>
                <a:noFill/>
                <a:ln>
                  <a:noFill/>
                </a:ln>
              </c:spPr>
              <c:txPr>
                <a:bodyPr wrap="none"/>
                <a:lstStyle/>
                <a:p>
                  <a:pPr>
                    <a:defRPr sz="1400" kern="1200">
                      <a:solidFill>
                        <a:schemeClr val="bg2"/>
                      </a:solidFill>
                      <a:latin typeface="+mn-lt"/>
                      <a:ea typeface="+mn-ea"/>
                      <a:cs typeface="Calibri"/>
                    </a:defRPr>
                  </a:pPr>
                  <a:endParaRPr lang="de-DE"/>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E4B3-46F3-9A4A-A8DCA6C30D2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3.5</c:v>
                </c:pt>
                <c:pt idx="1">
                  <c:v>5.3000000000000007</c:v>
                </c:pt>
                <c:pt idx="2">
                  <c:v>4.1000000000000014</c:v>
                </c:pt>
              </c:numCache>
            </c:numRef>
          </c:val>
          <c:extLst>
            <c:ext xmlns:c16="http://schemas.microsoft.com/office/drawing/2014/chart" uri="{C3380CC4-5D6E-409C-BE32-E72D297353CC}">
              <c16:uniqueId val="{0000000B-E4B3-46F3-9A4A-A8DCA6C30D23}"/>
            </c:ext>
          </c:extLst>
        </c:ser>
        <c:dLbls>
          <c:showLegendKey val="0"/>
          <c:showVal val="0"/>
          <c:showCatName val="0"/>
          <c:showSerName val="0"/>
          <c:showPercent val="0"/>
          <c:showBubbleSize val="0"/>
        </c:dLbls>
        <c:gapWidth val="80"/>
        <c:overlap val="100"/>
        <c:axId val="1030294432"/>
        <c:axId val="1"/>
      </c:barChart>
      <c:catAx>
        <c:axId val="1030294432"/>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6.400000000000006"/>
          <c:min val="0"/>
        </c:scaling>
        <c:delete val="1"/>
        <c:axPos val="t"/>
        <c:numFmt formatCode="General" sourceLinked="1"/>
        <c:majorTickMark val="out"/>
        <c:minorTickMark val="none"/>
        <c:tickLblPos val="nextTo"/>
        <c:crossAx val="1030294432"/>
        <c:crosses val="min"/>
        <c:crossBetween val="between"/>
      </c:valAx>
    </c:plotArea>
    <c:plotVisOnly val="0"/>
    <c:dispBlanksAs val="gap"/>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73A6A6A0-D8FF-4191-A56F-AC74961DA582}" type="datetimeFigureOut">
              <a:rPr lang="de-DE" smtClean="0"/>
              <a:pPr/>
              <a:t>09.05.2024</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2BD2620D-940C-406D-BA1E-98E06C056AA3}" type="slidenum">
              <a:rPr lang="de-DE" smtClean="0"/>
              <a:pPr/>
              <a:t>‹Nr.›</a:t>
            </a:fld>
            <a:endParaRPr lang="de-DE" dirty="0"/>
          </a:p>
        </p:txBody>
      </p:sp>
    </p:spTree>
    <p:extLst>
      <p:ext uri="{BB962C8B-B14F-4D97-AF65-F5344CB8AC3E}">
        <p14:creationId xmlns:p14="http://schemas.microsoft.com/office/powerpoint/2010/main" val="633046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2BD2620D-940C-406D-BA1E-98E06C056AA3}" type="slidenum">
              <a:rPr lang="de-DE" smtClean="0"/>
              <a:pPr/>
              <a:t>2</a:t>
            </a:fld>
            <a:endParaRPr lang="de-DE" dirty="0"/>
          </a:p>
        </p:txBody>
      </p:sp>
    </p:spTree>
    <p:extLst>
      <p:ext uri="{BB962C8B-B14F-4D97-AF65-F5344CB8AC3E}">
        <p14:creationId xmlns:p14="http://schemas.microsoft.com/office/powerpoint/2010/main" val="18482374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4_Standardfolie">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89211E67-C8CA-43D6-8E51-412DCE2CE57B}"/>
              </a:ext>
            </a:extLst>
          </p:cNvPr>
          <p:cNvGraphicFramePr>
            <a:graphicFrameLocks noChangeAspect="1"/>
          </p:cNvGraphicFramePr>
          <p:nvPr userDrawn="1">
            <p:custDataLst>
              <p:tags r:id="rId1"/>
            </p:custDataLst>
            <p:extLst>
              <p:ext uri="{D42A27DB-BD31-4B8C-83A1-F6EECF244321}">
                <p14:modId xmlns:p14="http://schemas.microsoft.com/office/powerpoint/2010/main" val="7994015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592" imgH="591" progId="TCLayout.ActiveDocument.1">
                  <p:embed/>
                </p:oleObj>
              </mc:Choice>
              <mc:Fallback>
                <p:oleObj name="think-cell Folie" r:id="rId3" imgW="592" imgH="591" progId="TCLayout.ActiveDocument.1">
                  <p:embed/>
                  <p:pic>
                    <p:nvPicPr>
                      <p:cNvPr id="8" name="Objekt 7" hidden="1">
                        <a:extLst>
                          <a:ext uri="{FF2B5EF4-FFF2-40B4-BE49-F238E27FC236}">
                            <a16:creationId xmlns:a16="http://schemas.microsoft.com/office/drawing/2014/main" id="{89211E67-C8CA-43D6-8E51-412DCE2CE5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cxnSp>
        <p:nvCxnSpPr>
          <p:cNvPr id="20" name="Gerader Verbinder 19">
            <a:extLst>
              <a:ext uri="{FF2B5EF4-FFF2-40B4-BE49-F238E27FC236}">
                <a16:creationId xmlns:a16="http://schemas.microsoft.com/office/drawing/2014/main" id="{73996AD4-BE24-4404-9967-36297373905D}"/>
              </a:ext>
            </a:extLst>
          </p:cNvPr>
          <p:cNvCxnSpPr>
            <a:cxnSpLocks/>
          </p:cNvCxnSpPr>
          <p:nvPr userDrawn="1"/>
        </p:nvCxnSpPr>
        <p:spPr>
          <a:xfrm>
            <a:off x="337340" y="1341438"/>
            <a:ext cx="11519698" cy="0"/>
          </a:xfrm>
          <a:prstGeom prst="line">
            <a:avLst/>
          </a:prstGeom>
          <a:ln w="9525">
            <a:solidFill>
              <a:schemeClr val="bg2"/>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21" name="Gerader Verbinder 20">
            <a:extLst>
              <a:ext uri="{FF2B5EF4-FFF2-40B4-BE49-F238E27FC236}">
                <a16:creationId xmlns:a16="http://schemas.microsoft.com/office/drawing/2014/main" id="{72CA081A-413B-4227-B4D2-EAED5B20ECE5}"/>
              </a:ext>
            </a:extLst>
          </p:cNvPr>
          <p:cNvCxnSpPr>
            <a:cxnSpLocks/>
          </p:cNvCxnSpPr>
          <p:nvPr userDrawn="1"/>
        </p:nvCxnSpPr>
        <p:spPr>
          <a:xfrm>
            <a:off x="337340" y="6487954"/>
            <a:ext cx="11519698" cy="0"/>
          </a:xfrm>
          <a:prstGeom prst="line">
            <a:avLst/>
          </a:prstGeom>
          <a:ln w="9525">
            <a:solidFill>
              <a:schemeClr val="bg2"/>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
        <p:nvSpPr>
          <p:cNvPr id="25" name="Textplatzhalter 24">
            <a:extLst>
              <a:ext uri="{FF2B5EF4-FFF2-40B4-BE49-F238E27FC236}">
                <a16:creationId xmlns:a16="http://schemas.microsoft.com/office/drawing/2014/main" id="{363B93C0-D291-4C74-ADC3-2B9E0C0B67FB}"/>
              </a:ext>
            </a:extLst>
          </p:cNvPr>
          <p:cNvSpPr>
            <a:spLocks noGrp="1"/>
          </p:cNvSpPr>
          <p:nvPr>
            <p:ph type="body" sz="quarter" idx="10"/>
          </p:nvPr>
        </p:nvSpPr>
        <p:spPr>
          <a:xfrm>
            <a:off x="339195" y="70371"/>
            <a:ext cx="9360000" cy="324000"/>
          </a:xfrm>
        </p:spPr>
        <p:txBody>
          <a:bodyPr lIns="0" tIns="0" rIns="0" bIns="0" anchor="ctr">
            <a:normAutofit/>
          </a:bodyPr>
          <a:lstStyle>
            <a:lvl1pPr marL="228600" indent="-228600" rtl="0">
              <a:buFontTx/>
              <a:buNone/>
              <a:defRPr lang="de-DE" sz="1400" b="0" smtClean="0">
                <a:solidFill>
                  <a:schemeClr val="bg2"/>
                </a:solidFill>
                <a:cs typeface="Calibri" panose="020F0502020204030204" pitchFamily="34" charset="0"/>
              </a:defRPr>
            </a:lvl1pPr>
            <a:lvl2pPr>
              <a:defRPr lang="de-DE" sz="1800" smtClean="0">
                <a:cs typeface="Calibri" panose="020F0502020204030204" pitchFamily="34" charset="0"/>
              </a:defRPr>
            </a:lvl2pPr>
            <a:lvl3pPr>
              <a:defRPr lang="de-DE" sz="1700" smtClean="0">
                <a:cs typeface="Calibri" panose="020F0502020204030204" pitchFamily="34" charset="0"/>
              </a:defRPr>
            </a:lvl3pPr>
            <a:lvl4pPr>
              <a:defRPr lang="de-DE" sz="1600" smtClean="0">
                <a:cs typeface="Calibri" panose="020F0502020204030204" pitchFamily="34" charset="0"/>
              </a:defRPr>
            </a:lvl4pPr>
            <a:lvl5pPr>
              <a:defRPr lang="en-US" sz="1500">
                <a:cs typeface="Calibri" panose="020F0502020204030204" pitchFamily="34" charset="0"/>
              </a:defRPr>
            </a:lvl5pPr>
          </a:lstStyle>
          <a:p>
            <a:pPr marL="0" lvl="0" indent="0" defTabSz="914354">
              <a:lnSpc>
                <a:spcPct val="100000"/>
              </a:lnSpc>
              <a:spcBef>
                <a:spcPts val="0"/>
              </a:spcBef>
              <a:spcAft>
                <a:spcPts val="267"/>
              </a:spcAft>
              <a:buClr>
                <a:schemeClr val="tx2"/>
              </a:buClr>
              <a:buSzPct val="110000"/>
              <a:buFont typeface="Wingdings" panose="05000000000000000000" pitchFamily="2" charset="2"/>
              <a:buNone/>
            </a:pPr>
            <a:r>
              <a:rPr lang="de-DE"/>
              <a:t>Mastertextformat bearbeiten</a:t>
            </a:r>
          </a:p>
        </p:txBody>
      </p:sp>
      <p:sp>
        <p:nvSpPr>
          <p:cNvPr id="34" name="Titel 33">
            <a:extLst>
              <a:ext uri="{FF2B5EF4-FFF2-40B4-BE49-F238E27FC236}">
                <a16:creationId xmlns:a16="http://schemas.microsoft.com/office/drawing/2014/main" id="{028E542F-1365-4D03-87D2-C3452F1B830C}"/>
              </a:ext>
            </a:extLst>
          </p:cNvPr>
          <p:cNvSpPr>
            <a:spLocks noGrp="1"/>
          </p:cNvSpPr>
          <p:nvPr>
            <p:ph type="title" hasCustomPrompt="1"/>
          </p:nvPr>
        </p:nvSpPr>
        <p:spPr/>
        <p:txBody>
          <a:bodyPr vert="horz" lIns="0"/>
          <a:lstStyle>
            <a:lvl1pPr rtl="0">
              <a:defRPr>
                <a:solidFill>
                  <a:srgbClr val="003366"/>
                </a:solidFill>
              </a:defRPr>
            </a:lvl1pPr>
          </a:lstStyle>
          <a:p>
            <a:r>
              <a:rPr lang="de-DE" dirty="0"/>
              <a:t>Titel hinzufügen</a:t>
            </a:r>
          </a:p>
        </p:txBody>
      </p:sp>
      <p:sp>
        <p:nvSpPr>
          <p:cNvPr id="45" name="Textplatzhalter 44">
            <a:extLst>
              <a:ext uri="{FF2B5EF4-FFF2-40B4-BE49-F238E27FC236}">
                <a16:creationId xmlns:a16="http://schemas.microsoft.com/office/drawing/2014/main" id="{6C85DB0F-A1F2-4E01-AE08-0E1EDEE72978}"/>
              </a:ext>
            </a:extLst>
          </p:cNvPr>
          <p:cNvSpPr>
            <a:spLocks noGrp="1"/>
          </p:cNvSpPr>
          <p:nvPr>
            <p:ph type="body" sz="quarter" idx="14" hasCustomPrompt="1"/>
          </p:nvPr>
        </p:nvSpPr>
        <p:spPr>
          <a:xfrm>
            <a:off x="334962" y="6308727"/>
            <a:ext cx="11522076" cy="179228"/>
          </a:xfrm>
          <a:noFill/>
          <a:ln w="9525">
            <a:noFill/>
            <a:miter lim="800000"/>
            <a:headEnd/>
            <a:tailEnd/>
          </a:ln>
          <a:effectLst/>
        </p:spPr>
        <p:txBody>
          <a:bodyPr wrap="none" lIns="0" tIns="0" rIns="0" bIns="0" anchor="ctr">
            <a:prstTxWarp prst="textNoShape">
              <a:avLst/>
            </a:prstTxWarp>
            <a:noAutofit/>
          </a:bodyPr>
          <a:lstStyle>
            <a:lvl1pPr marL="0" indent="0" rtl="0">
              <a:buFontTx/>
              <a:buNone/>
              <a:defRPr lang="en-US" sz="800" dirty="0">
                <a:solidFill>
                  <a:schemeClr val="bg2"/>
                </a:solidFill>
                <a:cs typeface="Arial" pitchFamily="34" charset="0"/>
              </a:defRPr>
            </a:lvl1pPr>
          </a:lstStyle>
          <a:p>
            <a:pPr marL="0" lvl="0">
              <a:spcBef>
                <a:spcPct val="0"/>
              </a:spcBef>
            </a:pPr>
            <a:r>
              <a:rPr lang="de-DE" dirty="0"/>
              <a:t>Positionierung Fußnote und Quellenangabe</a:t>
            </a:r>
          </a:p>
        </p:txBody>
      </p:sp>
      <p:sp>
        <p:nvSpPr>
          <p:cNvPr id="17" name="Fußzeilenplatzhalter 8">
            <a:extLst>
              <a:ext uri="{FF2B5EF4-FFF2-40B4-BE49-F238E27FC236}">
                <a16:creationId xmlns:a16="http://schemas.microsoft.com/office/drawing/2014/main" id="{57459E43-C92D-4423-89E1-C0E046365664}"/>
              </a:ext>
            </a:extLst>
          </p:cNvPr>
          <p:cNvSpPr>
            <a:spLocks noGrp="1"/>
          </p:cNvSpPr>
          <p:nvPr>
            <p:ph type="ftr" sz="quarter" idx="17"/>
          </p:nvPr>
        </p:nvSpPr>
        <p:spPr>
          <a:xfrm>
            <a:off x="2749550" y="6524629"/>
            <a:ext cx="6692900" cy="216000"/>
          </a:xfrm>
        </p:spPr>
        <p:txBody>
          <a:bodyPr vert="horz" lIns="91440" tIns="45720" rIns="91440" bIns="45720" rtlCol="0" anchor="ctr"/>
          <a:lstStyle>
            <a:lvl1pPr rtl="0">
              <a:defRPr lang="en-US" sz="800" smtClean="0">
                <a:solidFill>
                  <a:schemeClr val="bg2"/>
                </a:solidFill>
              </a:defRPr>
            </a:lvl1pPr>
          </a:lstStyle>
          <a:p>
            <a:r>
              <a:rPr lang="de-DE"/>
              <a:t>Folienmaster 23 | CI &amp; Standards</a:t>
            </a:r>
            <a:endParaRPr lang="de-DE" dirty="0"/>
          </a:p>
        </p:txBody>
      </p:sp>
      <p:sp>
        <p:nvSpPr>
          <p:cNvPr id="3" name="Datumsplatzhalter 6">
            <a:extLst>
              <a:ext uri="{FF2B5EF4-FFF2-40B4-BE49-F238E27FC236}">
                <a16:creationId xmlns:a16="http://schemas.microsoft.com/office/drawing/2014/main" id="{7F22F64A-A568-5D3F-2BA7-C5F24F8176CC}"/>
              </a:ext>
            </a:extLst>
          </p:cNvPr>
          <p:cNvSpPr>
            <a:spLocks noGrp="1"/>
          </p:cNvSpPr>
          <p:nvPr>
            <p:ph type="dt" sz="half" idx="18"/>
          </p:nvPr>
        </p:nvSpPr>
        <p:spPr>
          <a:xfrm>
            <a:off x="336402" y="6524628"/>
            <a:ext cx="590698" cy="216000"/>
          </a:xfrm>
        </p:spPr>
        <p:txBody>
          <a:bodyPr vert="horz" lIns="36000" tIns="0" rIns="0" bIns="0" rtlCol="0" anchor="ctr"/>
          <a:lstStyle>
            <a:lvl1pPr algn="l" rtl="0">
              <a:defRPr lang="de-DE" sz="800" smtClean="0">
                <a:solidFill>
                  <a:schemeClr val="bg2"/>
                </a:solidFill>
              </a:defRPr>
            </a:lvl1pPr>
          </a:lstStyle>
          <a:p>
            <a:fld id="{724160BB-A5F6-4809-9B59-D5C11650D8CE}" type="datetime1">
              <a:rPr lang="de-DE" smtClean="0"/>
              <a:pPr/>
              <a:t>09.05.2024</a:t>
            </a:fld>
            <a:endParaRPr lang="de-DE" dirty="0"/>
          </a:p>
        </p:txBody>
      </p:sp>
      <p:sp>
        <p:nvSpPr>
          <p:cNvPr id="9" name="Foliennummernplatzhalter 12">
            <a:extLst>
              <a:ext uri="{FF2B5EF4-FFF2-40B4-BE49-F238E27FC236}">
                <a16:creationId xmlns:a16="http://schemas.microsoft.com/office/drawing/2014/main" id="{B4ED06C5-7C77-9C31-E241-6C80B43BE5FE}"/>
              </a:ext>
            </a:extLst>
          </p:cNvPr>
          <p:cNvSpPr>
            <a:spLocks noGrp="1"/>
          </p:cNvSpPr>
          <p:nvPr>
            <p:ph type="sldNum" sz="quarter" idx="16"/>
          </p:nvPr>
        </p:nvSpPr>
        <p:spPr>
          <a:xfrm>
            <a:off x="11266340" y="6524627"/>
            <a:ext cx="590698" cy="216000"/>
          </a:xfrm>
        </p:spPr>
        <p:txBody>
          <a:bodyPr vert="horz" lIns="0" tIns="0" rIns="0" bIns="0" rtlCol="0" anchor="ctr"/>
          <a:lstStyle>
            <a:lvl1pPr algn="r" rtl="0">
              <a:defRPr lang="en-US" sz="800" smtClean="0">
                <a:solidFill>
                  <a:schemeClr val="bg2"/>
                </a:solidFill>
              </a:defRPr>
            </a:lvl1pPr>
          </a:lstStyle>
          <a:p>
            <a:r>
              <a:rPr lang="de-DE"/>
              <a:t>Seite </a:t>
            </a:r>
            <a:fld id="{C6835691-1FF8-4808-8534-A277814C2C6D}" type="slidenum">
              <a:rPr lang="de-DE" smtClean="0"/>
              <a:pPr/>
              <a:t>‹Nr.›</a:t>
            </a:fld>
            <a:endParaRPr lang="de-DE" dirty="0"/>
          </a:p>
        </p:txBody>
      </p:sp>
      <p:pic>
        <p:nvPicPr>
          <p:cNvPr id="2" name="Picture 2" descr="Projektberichte, Studien und Videos von Metrics - Metrics">
            <a:extLst>
              <a:ext uri="{FF2B5EF4-FFF2-40B4-BE49-F238E27FC236}">
                <a16:creationId xmlns:a16="http://schemas.microsoft.com/office/drawing/2014/main" id="{8B6C2AE2-A18B-AFBD-2168-F3AE855DFA2B}"/>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l="31250" t="21896" r="33750" b="27519"/>
          <a:stretch/>
        </p:blipFill>
        <p:spPr bwMode="auto">
          <a:xfrm>
            <a:off x="11265763" y="563926"/>
            <a:ext cx="587012" cy="566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514179"/>
      </p:ext>
    </p:extLst>
  </p:cSld>
  <p:clrMapOvr>
    <a:masterClrMapping/>
  </p:clrMapOvr>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elfolie">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757C090D-41E1-458C-85B9-D302EB0E0CC9}"/>
              </a:ext>
            </a:extLst>
          </p:cNvPr>
          <p:cNvSpPr>
            <a:spLocks noGrp="1"/>
          </p:cNvSpPr>
          <p:nvPr>
            <p:ph type="body" sz="quarter" idx="11" hasCustomPrompt="1"/>
          </p:nvPr>
        </p:nvSpPr>
        <p:spPr>
          <a:xfrm>
            <a:off x="1008854" y="4365104"/>
            <a:ext cx="10258238" cy="936103"/>
          </a:xfrm>
          <a:prstGeom prst="rect">
            <a:avLst/>
          </a:prstGeom>
        </p:spPr>
        <p:txBody>
          <a:bodyPr lIns="0" tIns="0" rIns="0" bIns="0"/>
          <a:lstStyle>
            <a:lvl1pPr marL="0" marR="0" indent="0" algn="l" defTabSz="914400" rtl="0" eaLnBrk="1" fontAlgn="base" latinLnBrk="0" hangingPunct="1">
              <a:lnSpc>
                <a:spcPct val="100000"/>
              </a:lnSpc>
              <a:spcBef>
                <a:spcPct val="0"/>
              </a:spcBef>
              <a:spcAft>
                <a:spcPct val="0"/>
              </a:spcAft>
              <a:buClrTx/>
              <a:buSzTx/>
              <a:buFontTx/>
              <a:buNone/>
              <a:tabLst/>
              <a:defRPr sz="2600" b="0"/>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sz="2600" kern="0">
                <a:solidFill>
                  <a:schemeClr val="tx1"/>
                </a:solidFill>
              </a:rPr>
              <a:t>Thema durch Klicken bearbeiten</a:t>
            </a:r>
          </a:p>
        </p:txBody>
      </p:sp>
      <p:sp>
        <p:nvSpPr>
          <p:cNvPr id="15" name="Textplatzhalter 14">
            <a:extLst>
              <a:ext uri="{FF2B5EF4-FFF2-40B4-BE49-F238E27FC236}">
                <a16:creationId xmlns:a16="http://schemas.microsoft.com/office/drawing/2014/main" id="{8337D4D5-3A58-4707-8699-598E50B142B2}"/>
              </a:ext>
            </a:extLst>
          </p:cNvPr>
          <p:cNvSpPr>
            <a:spLocks noGrp="1"/>
          </p:cNvSpPr>
          <p:nvPr>
            <p:ph type="body" sz="quarter" idx="12" hasCustomPrompt="1"/>
          </p:nvPr>
        </p:nvSpPr>
        <p:spPr>
          <a:xfrm>
            <a:off x="1008854" y="5517232"/>
            <a:ext cx="9382060" cy="864096"/>
          </a:xfrm>
          <a:prstGeom prst="rect">
            <a:avLst/>
          </a:prstGeom>
        </p:spPr>
        <p:txBody>
          <a:bodyPr lIns="0" tIns="0" rIns="0" bIns="0" anchor="t" anchorCtr="0"/>
          <a:lstStyle>
            <a:lvl1pPr marL="0" indent="0">
              <a:buNone/>
              <a:defRPr sz="1800" b="0"/>
            </a:lvl1pPr>
            <a:lvl4pPr marL="1777956" indent="0" algn="l">
              <a:buFont typeface="Arial" panose="020B0604020202020204" pitchFamily="34" charset="0"/>
              <a:buNone/>
              <a:defRPr sz="1800"/>
            </a:lvl4pPr>
          </a:lstStyle>
          <a:p>
            <a:r>
              <a:rPr lang="de-DE" sz="1800" kern="0">
                <a:latin typeface="+mn-lt"/>
              </a:rPr>
              <a:t>Untertitel durch Klicken bearbeiten</a:t>
            </a:r>
          </a:p>
        </p:txBody>
      </p:sp>
    </p:spTree>
    <p:extLst>
      <p:ext uri="{BB962C8B-B14F-4D97-AF65-F5344CB8AC3E}">
        <p14:creationId xmlns:p14="http://schemas.microsoft.com/office/powerpoint/2010/main" val="3814682161"/>
      </p:ext>
    </p:extLst>
  </p:cSld>
  <p:clrMapOvr>
    <a:masterClrMapping/>
  </p:clrMapOvr>
  <p:transition spd="med"/>
  <p:extLst>
    <p:ext uri="{DCECCB84-F9BA-43D5-87BE-67443E8EF086}">
      <p15:sldGuideLst xmlns:p15="http://schemas.microsoft.com/office/powerpoint/2012/main">
        <p15:guide id="2" pos="710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2EAFBFA9-BEA6-4180-989A-99508BDC0913}"/>
              </a:ext>
            </a:extLst>
          </p:cNvPr>
          <p:cNvGraphicFramePr>
            <a:graphicFrameLocks noChangeAspect="1"/>
          </p:cNvGraphicFramePr>
          <p:nvPr userDrawn="1">
            <p:custDataLst>
              <p:tags r:id="rId4"/>
            </p:custDataLst>
            <p:extLst>
              <p:ext uri="{D42A27DB-BD31-4B8C-83A1-F6EECF244321}">
                <p14:modId xmlns:p14="http://schemas.microsoft.com/office/powerpoint/2010/main" val="34842073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592" imgH="591" progId="TCLayout.ActiveDocument.1">
                  <p:embed/>
                </p:oleObj>
              </mc:Choice>
              <mc:Fallback>
                <p:oleObj name="think-cell Folie" r:id="rId5" imgW="592" imgH="591" progId="TCLayout.ActiveDocument.1">
                  <p:embed/>
                  <p:pic>
                    <p:nvPicPr>
                      <p:cNvPr id="8" name="Objekt 7" hidden="1">
                        <a:extLst>
                          <a:ext uri="{FF2B5EF4-FFF2-40B4-BE49-F238E27FC236}">
                            <a16:creationId xmlns:a16="http://schemas.microsoft.com/office/drawing/2014/main" id="{2EAFBFA9-BEA6-4180-989A-99508BDC0913}"/>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elplatzhalter 1">
            <a:extLst>
              <a:ext uri="{FF2B5EF4-FFF2-40B4-BE49-F238E27FC236}">
                <a16:creationId xmlns:a16="http://schemas.microsoft.com/office/drawing/2014/main" id="{07A2B8B8-79AB-49E8-AE06-76CD2AB9057A}"/>
              </a:ext>
            </a:extLst>
          </p:cNvPr>
          <p:cNvSpPr>
            <a:spLocks noGrp="1"/>
          </p:cNvSpPr>
          <p:nvPr>
            <p:ph type="title"/>
          </p:nvPr>
        </p:nvSpPr>
        <p:spPr>
          <a:xfrm>
            <a:off x="339195" y="485433"/>
            <a:ext cx="11520000" cy="756000"/>
          </a:xfrm>
          <a:prstGeom prst="rect">
            <a:avLst/>
          </a:prstGeom>
        </p:spPr>
        <p:txBody>
          <a:bodyPr vert="horz"/>
          <a:lstStyle/>
          <a:p>
            <a:pPr marL="0" lvl="0"/>
            <a:r>
              <a:rPr lang="de-DE" dirty="0"/>
              <a:t>Mastertitelformat bearbeiten</a:t>
            </a:r>
          </a:p>
        </p:txBody>
      </p:sp>
      <p:sp>
        <p:nvSpPr>
          <p:cNvPr id="3" name="Textplatzhalter 2">
            <a:extLst>
              <a:ext uri="{FF2B5EF4-FFF2-40B4-BE49-F238E27FC236}">
                <a16:creationId xmlns:a16="http://schemas.microsoft.com/office/drawing/2014/main" id="{8AB32ABA-706E-40FA-8703-09EB697D722B}"/>
              </a:ext>
            </a:extLst>
          </p:cNvPr>
          <p:cNvSpPr>
            <a:spLocks noGrp="1"/>
          </p:cNvSpPr>
          <p:nvPr>
            <p:ph type="body" idx="1"/>
          </p:nvPr>
        </p:nvSpPr>
        <p:spPr>
          <a:xfrm>
            <a:off x="838200" y="1825625"/>
            <a:ext cx="10515600" cy="4351338"/>
          </a:xfrm>
          <a:prstGeom prst="rect">
            <a:avLst/>
          </a:prstGeom>
        </p:spPr>
        <p:txBody>
          <a:bodyPr vert="horz" lIns="72000" tIns="54000" rIns="72000" bIns="54000" rtlCol="0">
            <a:normAutofit/>
          </a:bodyPr>
          <a:lstStyle/>
          <a:p>
            <a:pPr marL="0" lvl="0" indent="0" defTabSz="914354">
              <a:lnSpc>
                <a:spcPct val="100000"/>
              </a:lnSpc>
              <a:spcBef>
                <a:spcPts val="0"/>
              </a:spcBef>
              <a:spcAft>
                <a:spcPts val="267"/>
              </a:spcAft>
              <a:buClr>
                <a:schemeClr val="tx2"/>
              </a:buClr>
              <a:buSzPct val="110000"/>
              <a:buFont typeface="Wingdings" panose="05000000000000000000" pitchFamily="2" charset="2"/>
              <a:buNone/>
            </a:pPr>
            <a:r>
              <a:rPr lang="de-DE" dirty="0"/>
              <a:t>Mastertextformat bearbeiten</a:t>
            </a:r>
          </a:p>
          <a:p>
            <a:pPr marL="270000" marR="0" lvl="2" indent="-270000" algn="l" defTabSz="914400" rtl="0" eaLnBrk="1" fontAlgn="auto" latinLnBrk="0" hangingPunct="1">
              <a:lnSpc>
                <a:spcPct val="100000"/>
              </a:lnSpc>
              <a:spcBef>
                <a:spcPts val="800"/>
              </a:spcBef>
              <a:spcAft>
                <a:spcPts val="0"/>
              </a:spcAft>
              <a:buClr>
                <a:srgbClr val="00A9EB"/>
              </a:buClr>
              <a:buSzPct val="85000"/>
              <a:buFont typeface="Century Gothic" panose="020B0502020202020204" pitchFamily="34" charset="0"/>
              <a:buChar char="►"/>
              <a:tabLst/>
              <a:defRPr/>
            </a:pPr>
            <a:r>
              <a:rPr lang="de-DE" dirty="0"/>
              <a:t>Zweite Ebene</a:t>
            </a:r>
          </a:p>
          <a:p>
            <a:pPr marL="540000" marR="0" lvl="3" indent="-270000" algn="l" defTabSz="914400" rtl="0" eaLnBrk="1" fontAlgn="auto" latinLnBrk="0" hangingPunct="1">
              <a:lnSpc>
                <a:spcPct val="100000"/>
              </a:lnSpc>
              <a:spcBef>
                <a:spcPts val="400"/>
              </a:spcBef>
              <a:spcAft>
                <a:spcPts val="0"/>
              </a:spcAft>
              <a:buClr>
                <a:srgbClr val="575757"/>
              </a:buClr>
              <a:buSzTx/>
              <a:buFont typeface="Symbol" panose="05050102010706020507" pitchFamily="18" charset="2"/>
              <a:buChar char="-"/>
              <a:tabLst/>
              <a:defRPr/>
            </a:pPr>
            <a:r>
              <a:rPr lang="de-DE" dirty="0"/>
              <a:t>Dritte Ebene</a:t>
            </a:r>
          </a:p>
          <a:p>
            <a:pPr marL="809625" marR="0" lvl="4" indent="-270000" algn="l" defTabSz="914400" rtl="0" eaLnBrk="1" fontAlgn="auto" latinLnBrk="0" hangingPunct="1">
              <a:lnSpc>
                <a:spcPct val="100000"/>
              </a:lnSpc>
              <a:spcBef>
                <a:spcPts val="400"/>
              </a:spcBef>
              <a:spcAft>
                <a:spcPts val="0"/>
              </a:spcAft>
              <a:buClr>
                <a:srgbClr val="575757"/>
              </a:buClr>
              <a:buSzTx/>
              <a:buFont typeface="Symbol" panose="05050102010706020507" pitchFamily="18" charset="2"/>
              <a:buChar char="-"/>
              <a:tabLst/>
              <a:defRPr/>
            </a:pPr>
            <a:r>
              <a:rPr lang="de-DE" dirty="0"/>
              <a:t>Vierte Ebene</a:t>
            </a:r>
          </a:p>
          <a:p>
            <a:pPr marL="270000" marR="0" lvl="2" indent="-270000" algn="l" defTabSz="914400" rtl="0" eaLnBrk="1" fontAlgn="auto" latinLnBrk="0" hangingPunct="1">
              <a:lnSpc>
                <a:spcPct val="100000"/>
              </a:lnSpc>
              <a:spcBef>
                <a:spcPts val="800"/>
              </a:spcBef>
              <a:spcAft>
                <a:spcPts val="0"/>
              </a:spcAft>
              <a:buClr>
                <a:srgbClr val="00A9EB"/>
              </a:buClr>
              <a:buSzPct val="85000"/>
              <a:buFont typeface="Century Gothic" panose="020B0502020202020204" pitchFamily="34" charset="0"/>
              <a:buChar char="►"/>
              <a:tabLst/>
              <a:defRPr/>
            </a:pPr>
            <a:endParaRPr lang="de-DE" dirty="0"/>
          </a:p>
        </p:txBody>
      </p:sp>
      <p:sp>
        <p:nvSpPr>
          <p:cNvPr id="23" name="Foliennummernplatzhalter 22">
            <a:extLst>
              <a:ext uri="{FF2B5EF4-FFF2-40B4-BE49-F238E27FC236}">
                <a16:creationId xmlns:a16="http://schemas.microsoft.com/office/drawing/2014/main" id="{2B73C8F0-6476-48C9-8931-8078A6854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rtl="0">
              <a:defRPr sz="1200">
                <a:solidFill>
                  <a:schemeClr val="tx1">
                    <a:tint val="75000"/>
                  </a:schemeClr>
                </a:solidFill>
              </a:defRPr>
            </a:lvl1pPr>
          </a:lstStyle>
          <a:p>
            <a:fld id="{C6835691-1FF8-4808-8534-A277814C2C6D}" type="slidenum">
              <a:rPr lang="de-DE" smtClean="0"/>
              <a:pPr/>
              <a:t>‹Nr.›</a:t>
            </a:fld>
            <a:endParaRPr lang="de-DE" dirty="0"/>
          </a:p>
        </p:txBody>
      </p:sp>
      <p:sp>
        <p:nvSpPr>
          <p:cNvPr id="24" name="Datumsplatzhalter 23">
            <a:extLst>
              <a:ext uri="{FF2B5EF4-FFF2-40B4-BE49-F238E27FC236}">
                <a16:creationId xmlns:a16="http://schemas.microsoft.com/office/drawing/2014/main" id="{327321D5-B36B-4D0E-8D91-C25637C9CE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rtl="0">
              <a:defRPr sz="1200">
                <a:solidFill>
                  <a:schemeClr val="tx1">
                    <a:tint val="75000"/>
                  </a:schemeClr>
                </a:solidFill>
              </a:defRPr>
            </a:lvl1pPr>
          </a:lstStyle>
          <a:p>
            <a:fld id="{3B723537-5042-423F-B50A-73A339B999E8}" type="datetime1">
              <a:rPr lang="de-DE" smtClean="0"/>
              <a:pPr/>
              <a:t>09.05.2024</a:t>
            </a:fld>
            <a:endParaRPr lang="de-DE" dirty="0"/>
          </a:p>
        </p:txBody>
      </p:sp>
      <p:sp>
        <p:nvSpPr>
          <p:cNvPr id="25" name="Fußzeilenplatzhalter 24">
            <a:extLst>
              <a:ext uri="{FF2B5EF4-FFF2-40B4-BE49-F238E27FC236}">
                <a16:creationId xmlns:a16="http://schemas.microsoft.com/office/drawing/2014/main" id="{7AB2B3D0-B1D1-42FA-9030-8072C1C1A1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rtl="0">
              <a:defRPr sz="1200">
                <a:solidFill>
                  <a:schemeClr val="tx1">
                    <a:tint val="75000"/>
                  </a:schemeClr>
                </a:solidFill>
              </a:defRPr>
            </a:lvl1pPr>
          </a:lstStyle>
          <a:p>
            <a:r>
              <a:rPr lang="de-DE"/>
              <a:t>Folienmaster 23 | CI &amp; Standards</a:t>
            </a:r>
            <a:endParaRPr lang="de-DE" dirty="0"/>
          </a:p>
        </p:txBody>
      </p:sp>
    </p:spTree>
    <p:extLst>
      <p:ext uri="{BB962C8B-B14F-4D97-AF65-F5344CB8AC3E}">
        <p14:creationId xmlns:p14="http://schemas.microsoft.com/office/powerpoint/2010/main" val="2433610376"/>
      </p:ext>
    </p:extLst>
  </p:cSld>
  <p:clrMap bg1="dk1" tx1="lt1" bg2="dk2" tx2="lt2" accent1="accent1" accent2="accent2" accent3="accent3" accent4="accent4" accent5="accent5" accent6="accent6" hlink="hlink" folHlink="folHlink"/>
  <p:sldLayoutIdLst>
    <p:sldLayoutId id="2147483650" r:id="rId1"/>
    <p:sldLayoutId id="2147483651" r:id="rId2"/>
  </p:sldLayoutIdLst>
  <p:hf hdr="0"/>
  <p:txStyles>
    <p:titleStyle>
      <a:lvl1pPr algn="l" defTabSz="914400" rtl="0" eaLnBrk="1" latinLnBrk="0" hangingPunct="1">
        <a:lnSpc>
          <a:spcPct val="90000"/>
        </a:lnSpc>
        <a:spcBef>
          <a:spcPct val="0"/>
        </a:spcBef>
        <a:buNone/>
        <a:defRPr lang="en-US" sz="2400" b="1" kern="1200">
          <a:solidFill>
            <a:schemeClr val="accent3"/>
          </a:solidFill>
          <a:latin typeface="+mj-lt"/>
          <a:ea typeface="+mj-ea"/>
          <a:cs typeface="+mj-cs"/>
        </a:defRPr>
      </a:lvl1pPr>
    </p:titleStyle>
    <p:body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userDrawn="1">
          <p15:clr>
            <a:srgbClr val="F26B43"/>
          </p15:clr>
        </p15:guide>
        <p15:guide id="2" pos="7469" userDrawn="1">
          <p15:clr>
            <a:srgbClr val="F26B43"/>
          </p15:clr>
        </p15:guide>
        <p15:guide id="3" orient="horz" pos="3974" userDrawn="1">
          <p15:clr>
            <a:srgbClr val="F26B43"/>
          </p15:clr>
        </p15:guide>
        <p15:guide id="4" orient="horz" pos="935" userDrawn="1">
          <p15:clr>
            <a:srgbClr val="F26B43"/>
          </p15:clr>
        </p15:guide>
        <p15:guide id="5" orient="horz" pos="4088" userDrawn="1">
          <p15:clr>
            <a:srgbClr val="F26B43"/>
          </p15:clr>
        </p15:guide>
        <p15:guide id="6" orient="horz" pos="2160"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3.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5.jpe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3.jpeg"/><Relationship Id="rId3" Type="http://schemas.openxmlformats.org/officeDocument/2006/relationships/oleObject" Target="../embeddings/oleObject5.bin"/><Relationship Id="rId7" Type="http://schemas.openxmlformats.org/officeDocument/2006/relationships/image" Target="../media/image8.png"/><Relationship Id="rId12" Type="http://schemas.openxmlformats.org/officeDocument/2006/relationships/image" Target="../media/image12.jpe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7.png"/><Relationship Id="rId11" Type="http://schemas.openxmlformats.org/officeDocument/2006/relationships/image" Target="../media/image11.jpeg"/><Relationship Id="rId5" Type="http://schemas.openxmlformats.org/officeDocument/2006/relationships/image" Target="../media/image6.png"/><Relationship Id="rId15" Type="http://schemas.openxmlformats.org/officeDocument/2006/relationships/image" Target="../media/image15.png"/><Relationship Id="rId10" Type="http://schemas.openxmlformats.org/officeDocument/2006/relationships/image" Target="../media/image10.jpeg"/><Relationship Id="rId4" Type="http://schemas.openxmlformats.org/officeDocument/2006/relationships/image" Target="../media/image4.emf"/><Relationship Id="rId9" Type="http://schemas.openxmlformats.org/officeDocument/2006/relationships/image" Target="../media/image9.jpeg"/><Relationship Id="rId1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6.png"/><Relationship Id="rId5" Type="http://schemas.openxmlformats.org/officeDocument/2006/relationships/image" Target="../media/image4.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slideLayout" Target="../slideLayouts/slideLayout1.xml"/><Relationship Id="rId3" Type="http://schemas.openxmlformats.org/officeDocument/2006/relationships/tags" Target="../tags/tag11.xml"/><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chart" Target="../charts/chart1.xml"/><Relationship Id="rId2" Type="http://schemas.openxmlformats.org/officeDocument/2006/relationships/tags" Target="../tags/tag10.xml"/><Relationship Id="rId16" Type="http://schemas.openxmlformats.org/officeDocument/2006/relationships/image" Target="../media/image16.png"/><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5" Type="http://schemas.openxmlformats.org/officeDocument/2006/relationships/tags" Target="../tags/tag13.xml"/><Relationship Id="rId15" Type="http://schemas.openxmlformats.org/officeDocument/2006/relationships/image" Target="../media/image4.emf"/><Relationship Id="rId10" Type="http://schemas.openxmlformats.org/officeDocument/2006/relationships/tags" Target="../tags/tag18.xml"/><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7.png"/><Relationship Id="rId5" Type="http://schemas.openxmlformats.org/officeDocument/2006/relationships/image" Target="../media/image4.emf"/><Relationship Id="rId4"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xml"/><Relationship Id="rId1" Type="http://schemas.openxmlformats.org/officeDocument/2006/relationships/tags" Target="../tags/tag23.xml"/><Relationship Id="rId5" Type="http://schemas.openxmlformats.org/officeDocument/2006/relationships/image" Target="../media/image17.png"/><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tags" Target="../tags/tag26.xml"/><Relationship Id="rId7" Type="http://schemas.openxmlformats.org/officeDocument/2006/relationships/image" Target="../media/image4.emf"/><Relationship Id="rId12" Type="http://schemas.openxmlformats.org/officeDocument/2006/relationships/image" Target="../media/image22.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oleObject" Target="../embeddings/oleObject10.bin"/><Relationship Id="rId11" Type="http://schemas.openxmlformats.org/officeDocument/2006/relationships/image" Target="../media/image21.svg"/><Relationship Id="rId5" Type="http://schemas.openxmlformats.org/officeDocument/2006/relationships/slideLayout" Target="../slideLayouts/slideLayout1.xml"/><Relationship Id="rId15" Type="http://schemas.openxmlformats.org/officeDocument/2006/relationships/image" Target="../media/image25.svg"/><Relationship Id="rId10" Type="http://schemas.openxmlformats.org/officeDocument/2006/relationships/image" Target="../media/image20.png"/><Relationship Id="rId4" Type="http://schemas.openxmlformats.org/officeDocument/2006/relationships/tags" Target="../tags/tag27.xml"/><Relationship Id="rId9" Type="http://schemas.openxmlformats.org/officeDocument/2006/relationships/image" Target="../media/image19.svg"/><Relationship Id="rId1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31EBDFE5-AB91-7F85-5728-F82281178265}"/>
              </a:ext>
            </a:extLst>
          </p:cNvPr>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t="20800" b="20800"/>
          <a:stretch/>
        </p:blipFill>
        <p:spPr>
          <a:xfrm>
            <a:off x="0" y="0"/>
            <a:ext cx="12192000" cy="4005064"/>
          </a:xfrm>
          <a:prstGeom prst="rect">
            <a:avLst/>
          </a:prstGeom>
        </p:spPr>
      </p:pic>
      <p:sp>
        <p:nvSpPr>
          <p:cNvPr id="3" name="Textplatzhalter 2">
            <a:extLst>
              <a:ext uri="{FF2B5EF4-FFF2-40B4-BE49-F238E27FC236}">
                <a16:creationId xmlns:a16="http://schemas.microsoft.com/office/drawing/2014/main" id="{2221DB6B-FFE2-8D04-9059-9198A88886ED}"/>
              </a:ext>
            </a:extLst>
          </p:cNvPr>
          <p:cNvSpPr>
            <a:spLocks noGrp="1"/>
          </p:cNvSpPr>
          <p:nvPr>
            <p:ph type="body" sz="quarter" idx="11"/>
          </p:nvPr>
        </p:nvSpPr>
        <p:spPr>
          <a:xfrm>
            <a:off x="350269" y="4637249"/>
            <a:ext cx="10258238" cy="936103"/>
          </a:xfrm>
        </p:spPr>
        <p:txBody>
          <a:bodyPr/>
          <a:lstStyle/>
          <a:p>
            <a:r>
              <a:rPr lang="de-DE" b="1" dirty="0">
                <a:solidFill>
                  <a:srgbClr val="003366"/>
                </a:solidFill>
              </a:rPr>
              <a:t>SHOWCASE: AKTIVES VS. PASSIVES INVESTIEREN</a:t>
            </a:r>
          </a:p>
        </p:txBody>
      </p:sp>
      <p:sp>
        <p:nvSpPr>
          <p:cNvPr id="4" name="Textplatzhalter 3">
            <a:extLst>
              <a:ext uri="{FF2B5EF4-FFF2-40B4-BE49-F238E27FC236}">
                <a16:creationId xmlns:a16="http://schemas.microsoft.com/office/drawing/2014/main" id="{B33E1278-7B63-ABB6-5D77-80C0A188FF9B}"/>
              </a:ext>
            </a:extLst>
          </p:cNvPr>
          <p:cNvSpPr>
            <a:spLocks noGrp="1"/>
          </p:cNvSpPr>
          <p:nvPr>
            <p:ph type="body" sz="quarter" idx="12"/>
          </p:nvPr>
        </p:nvSpPr>
        <p:spPr>
          <a:xfrm>
            <a:off x="350269" y="5517232"/>
            <a:ext cx="9382060" cy="864096"/>
          </a:xfrm>
        </p:spPr>
        <p:txBody>
          <a:bodyPr/>
          <a:lstStyle/>
          <a:p>
            <a:r>
              <a:rPr lang="de-DE" dirty="0">
                <a:solidFill>
                  <a:srgbClr val="003366"/>
                </a:solidFill>
              </a:rPr>
              <a:t>Benjamin Zimmermann, 13.05.2024</a:t>
            </a:r>
          </a:p>
        </p:txBody>
      </p:sp>
      <p:sp>
        <p:nvSpPr>
          <p:cNvPr id="7" name="Fußzeilenplatzhalter 3">
            <a:extLst>
              <a:ext uri="{FF2B5EF4-FFF2-40B4-BE49-F238E27FC236}">
                <a16:creationId xmlns:a16="http://schemas.microsoft.com/office/drawing/2014/main" id="{0A11A44E-8EEC-B4BE-0286-21AB6A076CDD}"/>
              </a:ext>
            </a:extLst>
          </p:cNvPr>
          <p:cNvSpPr txBox="1">
            <a:spLocks/>
          </p:cNvSpPr>
          <p:nvPr/>
        </p:nvSpPr>
        <p:spPr>
          <a:xfrm>
            <a:off x="11365485" y="3716115"/>
            <a:ext cx="756000" cy="21600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1000" dirty="0">
                <a:solidFill>
                  <a:schemeClr val="bg1"/>
                </a:solidFill>
              </a:rPr>
              <a:t>© Metzler</a:t>
            </a:r>
          </a:p>
        </p:txBody>
      </p:sp>
      <p:pic>
        <p:nvPicPr>
          <p:cNvPr id="8" name="Picture 2" descr="Projektberichte, Studien und Videos von Metrics - Metrics">
            <a:extLst>
              <a:ext uri="{FF2B5EF4-FFF2-40B4-BE49-F238E27FC236}">
                <a16:creationId xmlns:a16="http://schemas.microsoft.com/office/drawing/2014/main" id="{BD619E01-BC98-1D1B-6BA7-55A9A03B5E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250" t="21896" r="33750" b="27519"/>
          <a:stretch/>
        </p:blipFill>
        <p:spPr bwMode="auto">
          <a:xfrm>
            <a:off x="10516396" y="4615476"/>
            <a:ext cx="1333499" cy="128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2398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8AF090F7-EDD9-DFD4-C725-E6A4E4994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592" imgH="591" progId="TCLayout.ActiveDocument.1">
                  <p:embed/>
                </p:oleObj>
              </mc:Choice>
              <mc:Fallback>
                <p:oleObj name="think-cell Folie" r:id="rId4" imgW="592" imgH="591" progId="TCLayout.ActiveDocument.1">
                  <p:embed/>
                  <p:pic>
                    <p:nvPicPr>
                      <p:cNvPr id="8" name="Objekt 7" hidden="1">
                        <a:extLst>
                          <a:ext uri="{FF2B5EF4-FFF2-40B4-BE49-F238E27FC236}">
                            <a16:creationId xmlns:a16="http://schemas.microsoft.com/office/drawing/2014/main" id="{8AF090F7-EDD9-DFD4-C725-E6A4E499420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platzhalter 2">
            <a:extLst>
              <a:ext uri="{FF2B5EF4-FFF2-40B4-BE49-F238E27FC236}">
                <a16:creationId xmlns:a16="http://schemas.microsoft.com/office/drawing/2014/main" id="{8FEE1EDB-89F6-5C28-179F-69A4B06BA7F3}"/>
              </a:ext>
            </a:extLst>
          </p:cNvPr>
          <p:cNvSpPr>
            <a:spLocks noGrp="1"/>
          </p:cNvSpPr>
          <p:nvPr>
            <p:ph type="body" sz="quarter" idx="10"/>
          </p:nvPr>
        </p:nvSpPr>
        <p:spPr/>
        <p:txBody>
          <a:bodyPr/>
          <a:lstStyle/>
          <a:p>
            <a:r>
              <a:rPr lang="de-DE" dirty="0"/>
              <a:t>Inhaltsverzeichnis</a:t>
            </a:r>
          </a:p>
        </p:txBody>
      </p:sp>
      <p:sp>
        <p:nvSpPr>
          <p:cNvPr id="2" name="Titel 1">
            <a:extLst>
              <a:ext uri="{FF2B5EF4-FFF2-40B4-BE49-F238E27FC236}">
                <a16:creationId xmlns:a16="http://schemas.microsoft.com/office/drawing/2014/main" id="{B4784A47-06E9-68A1-3268-FA1FD9A0737C}"/>
              </a:ext>
            </a:extLst>
          </p:cNvPr>
          <p:cNvSpPr>
            <a:spLocks noGrp="1"/>
          </p:cNvSpPr>
          <p:nvPr>
            <p:ph type="title"/>
          </p:nvPr>
        </p:nvSpPr>
        <p:spPr/>
        <p:txBody>
          <a:bodyPr vert="horz"/>
          <a:lstStyle/>
          <a:p>
            <a:r>
              <a:rPr lang="de-DE" dirty="0"/>
              <a:t>AGENDA</a:t>
            </a:r>
          </a:p>
        </p:txBody>
      </p:sp>
      <p:sp>
        <p:nvSpPr>
          <p:cNvPr id="9" name="Textplatzhalter 8">
            <a:extLst>
              <a:ext uri="{FF2B5EF4-FFF2-40B4-BE49-F238E27FC236}">
                <a16:creationId xmlns:a16="http://schemas.microsoft.com/office/drawing/2014/main" id="{1087FDC0-3ED9-3D44-7C14-46EB334824B7}"/>
              </a:ext>
            </a:extLst>
          </p:cNvPr>
          <p:cNvSpPr>
            <a:spLocks noGrp="1"/>
          </p:cNvSpPr>
          <p:nvPr>
            <p:ph type="body" sz="quarter" idx="14"/>
          </p:nvPr>
        </p:nvSpPr>
        <p:spPr/>
        <p:txBody>
          <a:bodyPr/>
          <a:lstStyle/>
          <a:p>
            <a:endParaRPr lang="de-DE"/>
          </a:p>
        </p:txBody>
      </p:sp>
      <p:sp>
        <p:nvSpPr>
          <p:cNvPr id="4" name="Fußzeilenplatzhalter 3">
            <a:extLst>
              <a:ext uri="{FF2B5EF4-FFF2-40B4-BE49-F238E27FC236}">
                <a16:creationId xmlns:a16="http://schemas.microsoft.com/office/drawing/2014/main" id="{7C5D5967-9D19-DECD-8C86-307721739147}"/>
              </a:ext>
            </a:extLst>
          </p:cNvPr>
          <p:cNvSpPr>
            <a:spLocks noGrp="1"/>
          </p:cNvSpPr>
          <p:nvPr>
            <p:ph type="ftr" sz="quarter" idx="17"/>
          </p:nvPr>
        </p:nvSpPr>
        <p:spPr/>
        <p:txBody>
          <a:bodyPr/>
          <a:lstStyle/>
          <a:p>
            <a:r>
              <a:rPr lang="de-DE" dirty="0"/>
              <a:t>Folienmaster 23 | CI &amp; Standards</a:t>
            </a:r>
          </a:p>
        </p:txBody>
      </p:sp>
      <p:sp>
        <p:nvSpPr>
          <p:cNvPr id="5" name="Datumsplatzhalter 4">
            <a:extLst>
              <a:ext uri="{FF2B5EF4-FFF2-40B4-BE49-F238E27FC236}">
                <a16:creationId xmlns:a16="http://schemas.microsoft.com/office/drawing/2014/main" id="{339D3259-7D53-21FF-E691-2AFE1D9936CE}"/>
              </a:ext>
            </a:extLst>
          </p:cNvPr>
          <p:cNvSpPr>
            <a:spLocks noGrp="1"/>
          </p:cNvSpPr>
          <p:nvPr>
            <p:ph type="dt" sz="half" idx="18"/>
          </p:nvPr>
        </p:nvSpPr>
        <p:spPr/>
        <p:txBody>
          <a:bodyPr/>
          <a:lstStyle/>
          <a:p>
            <a:fld id="{724160BB-A5F6-4809-9B59-D5C11650D8CE}" type="datetime1">
              <a:rPr lang="de-DE" smtClean="0"/>
              <a:pPr/>
              <a:t>09.05.2024</a:t>
            </a:fld>
            <a:endParaRPr lang="de-DE" dirty="0"/>
          </a:p>
        </p:txBody>
      </p:sp>
      <p:sp>
        <p:nvSpPr>
          <p:cNvPr id="6" name="Foliennummernplatzhalter 5">
            <a:extLst>
              <a:ext uri="{FF2B5EF4-FFF2-40B4-BE49-F238E27FC236}">
                <a16:creationId xmlns:a16="http://schemas.microsoft.com/office/drawing/2014/main" id="{F6780340-B2FA-2883-A953-4DF67AD75728}"/>
              </a:ext>
            </a:extLst>
          </p:cNvPr>
          <p:cNvSpPr>
            <a:spLocks noGrp="1"/>
          </p:cNvSpPr>
          <p:nvPr>
            <p:ph type="sldNum" sz="quarter" idx="16"/>
          </p:nvPr>
        </p:nvSpPr>
        <p:spPr/>
        <p:txBody>
          <a:bodyPr/>
          <a:lstStyle/>
          <a:p>
            <a:pPr algn="l"/>
            <a:r>
              <a:rPr lang="de-DE" dirty="0"/>
              <a:t>Seite </a:t>
            </a:r>
            <a:fld id="{C6835691-1FF8-4808-8534-A277814C2C6D}" type="slidenum">
              <a:rPr lang="de-DE" smtClean="0"/>
              <a:pPr algn="l"/>
              <a:t>2</a:t>
            </a:fld>
            <a:endParaRPr lang="de-DE" dirty="0"/>
          </a:p>
        </p:txBody>
      </p:sp>
      <p:sp>
        <p:nvSpPr>
          <p:cNvPr id="7" name="object 11">
            <a:extLst>
              <a:ext uri="{FF2B5EF4-FFF2-40B4-BE49-F238E27FC236}">
                <a16:creationId xmlns:a16="http://schemas.microsoft.com/office/drawing/2014/main" id="{4A2C8F3D-9BB4-6E0F-C123-E35D2732166E}"/>
              </a:ext>
            </a:extLst>
          </p:cNvPr>
          <p:cNvSpPr txBox="1"/>
          <p:nvPr/>
        </p:nvSpPr>
        <p:spPr>
          <a:xfrm>
            <a:off x="350058" y="1496478"/>
            <a:ext cx="8451042" cy="1244571"/>
          </a:xfrm>
          <a:prstGeom prst="rect">
            <a:avLst/>
          </a:prstGeom>
        </p:spPr>
        <p:txBody>
          <a:bodyPr vert="horz" wrap="square" lIns="0" tIns="13335" rIns="0" bIns="0" rtlCol="0">
            <a:spAutoFit/>
          </a:bodyPr>
          <a:lstStyle/>
          <a:p>
            <a:pPr>
              <a:lnSpc>
                <a:spcPct val="100000"/>
              </a:lnSpc>
              <a:spcBef>
                <a:spcPts val="3080"/>
              </a:spcBef>
            </a:pPr>
            <a:endParaRPr sz="2000" dirty="0">
              <a:solidFill>
                <a:srgbClr val="003366"/>
              </a:solidFill>
              <a:cs typeface="Calibri"/>
            </a:endParaRPr>
          </a:p>
          <a:p>
            <a:pPr marL="498475" indent="-485775">
              <a:lnSpc>
                <a:spcPct val="100000"/>
              </a:lnSpc>
              <a:buAutoNum type="arabicPeriod"/>
              <a:tabLst>
                <a:tab pos="498475" algn="l"/>
              </a:tabLst>
            </a:pPr>
            <a:r>
              <a:rPr lang="de-DE" sz="2000" spc="245" dirty="0">
                <a:solidFill>
                  <a:srgbClr val="003366"/>
                </a:solidFill>
                <a:cs typeface="Calibri"/>
              </a:rPr>
              <a:t>Begriffsbestimmung</a:t>
            </a:r>
          </a:p>
          <a:p>
            <a:pPr marL="498475" indent="-485775">
              <a:lnSpc>
                <a:spcPct val="100000"/>
              </a:lnSpc>
              <a:buAutoNum type="arabicPeriod"/>
              <a:tabLst>
                <a:tab pos="498475" algn="l"/>
              </a:tabLst>
            </a:pPr>
            <a:r>
              <a:rPr lang="de-DE" sz="2000" spc="245" dirty="0">
                <a:solidFill>
                  <a:srgbClr val="003366"/>
                </a:solidFill>
                <a:cs typeface="Calibri"/>
              </a:rPr>
              <a:t>Vorstellung von aktiven und passiven Investitionen</a:t>
            </a:r>
          </a:p>
          <a:p>
            <a:pPr marL="498475" indent="-485775">
              <a:lnSpc>
                <a:spcPct val="100000"/>
              </a:lnSpc>
              <a:buAutoNum type="arabicPeriod"/>
              <a:tabLst>
                <a:tab pos="498475" algn="l"/>
              </a:tabLst>
            </a:pPr>
            <a:r>
              <a:rPr lang="de-DE" sz="2000" spc="245" dirty="0">
                <a:solidFill>
                  <a:srgbClr val="003366"/>
                </a:solidFill>
                <a:cs typeface="Calibri"/>
              </a:rPr>
              <a:t>Ergänzende Analysen zu Informationszwecken</a:t>
            </a:r>
          </a:p>
        </p:txBody>
      </p:sp>
    </p:spTree>
    <p:extLst>
      <p:ext uri="{BB962C8B-B14F-4D97-AF65-F5344CB8AC3E}">
        <p14:creationId xmlns:p14="http://schemas.microsoft.com/office/powerpoint/2010/main" val="58193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14650775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84" imgH="486" progId="TCLayout.ActiveDocument.1">
                  <p:embed/>
                </p:oleObj>
              </mc:Choice>
              <mc:Fallback>
                <p:oleObj name="think-cell Folie" r:id="rId3"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1. Begriffsbestimmung</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BEI AKTIVEN FONDS TRIFFT DAS FONDSMANAGEMENT DIE TITELAUSWAHL, WÄHREND PASSIVE FONDS INDIZES NACHBILDEN</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a:p>
        </p:txBody>
      </p:sp>
      <p:pic>
        <p:nvPicPr>
          <p:cNvPr id="1026" name="Picture 2" descr="Bankhaus Metzler Foto &amp; Bild | deutschland, europe, hessen Bilder auf ...">
            <a:extLst>
              <a:ext uri="{FF2B5EF4-FFF2-40B4-BE49-F238E27FC236}">
                <a16:creationId xmlns:a16="http://schemas.microsoft.com/office/drawing/2014/main" id="{4136804D-050A-6104-B040-2190BD191D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963" y="1484313"/>
            <a:ext cx="4824412" cy="4824412"/>
          </a:xfrm>
          <a:prstGeom prst="rect">
            <a:avLst/>
          </a:prstGeom>
          <a:noFill/>
          <a:extLst>
            <a:ext uri="{909E8E84-426E-40DD-AFC4-6F175D3DCCD1}">
              <a14:hiddenFill xmlns:a14="http://schemas.microsoft.com/office/drawing/2010/main">
                <a:solidFill>
                  <a:srgbClr val="FFFFFF"/>
                </a:solidFill>
              </a14:hiddenFill>
            </a:ext>
          </a:extLst>
        </p:spPr>
      </p:pic>
      <p:sp>
        <p:nvSpPr>
          <p:cNvPr id="4" name="Rechteck 3">
            <a:extLst>
              <a:ext uri="{FF2B5EF4-FFF2-40B4-BE49-F238E27FC236}">
                <a16:creationId xmlns:a16="http://schemas.microsoft.com/office/drawing/2014/main" id="{B64FA00D-6AF9-D095-0D60-73D7F31FEE46}"/>
              </a:ext>
            </a:extLst>
          </p:cNvPr>
          <p:cNvSpPr/>
          <p:nvPr/>
        </p:nvSpPr>
        <p:spPr>
          <a:xfrm>
            <a:off x="5159375" y="3825097"/>
            <a:ext cx="6697663" cy="2483629"/>
          </a:xfrm>
          <a:prstGeom prst="rect">
            <a:avLst/>
          </a:prstGeom>
          <a:solidFill>
            <a:schemeClr val="tx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grpSp>
        <p:nvGrpSpPr>
          <p:cNvPr id="9" name="Gruppieren 8">
            <a:extLst>
              <a:ext uri="{FF2B5EF4-FFF2-40B4-BE49-F238E27FC236}">
                <a16:creationId xmlns:a16="http://schemas.microsoft.com/office/drawing/2014/main" id="{06B1EC1F-A277-EEFA-28C1-B92D23B48598}"/>
              </a:ext>
            </a:extLst>
          </p:cNvPr>
          <p:cNvGrpSpPr/>
          <p:nvPr/>
        </p:nvGrpSpPr>
        <p:grpSpPr>
          <a:xfrm>
            <a:off x="5585149" y="1484313"/>
            <a:ext cx="333633" cy="2086887"/>
            <a:chOff x="5589949" y="1546551"/>
            <a:chExt cx="333633" cy="2086887"/>
          </a:xfrm>
        </p:grpSpPr>
        <p:cxnSp>
          <p:nvCxnSpPr>
            <p:cNvPr id="8" name="Gerader Verbinder 7">
              <a:extLst>
                <a:ext uri="{FF2B5EF4-FFF2-40B4-BE49-F238E27FC236}">
                  <a16:creationId xmlns:a16="http://schemas.microsoft.com/office/drawing/2014/main" id="{B127F414-0606-F7AF-6590-64719F3F7669}"/>
                </a:ext>
              </a:extLst>
            </p:cNvPr>
            <p:cNvCxnSpPr>
              <a:cxnSpLocks/>
            </p:cNvCxnSpPr>
            <p:nvPr/>
          </p:nvCxnSpPr>
          <p:spPr>
            <a:xfrm flipH="1">
              <a:off x="5807165" y="1546551"/>
              <a:ext cx="1" cy="2086887"/>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sp>
          <p:nvSpPr>
            <p:cNvPr id="6" name="Rechteck 5">
              <a:extLst>
                <a:ext uri="{FF2B5EF4-FFF2-40B4-BE49-F238E27FC236}">
                  <a16:creationId xmlns:a16="http://schemas.microsoft.com/office/drawing/2014/main" id="{FE1CF4C4-56C1-032E-007C-B661482CD899}"/>
                </a:ext>
              </a:extLst>
            </p:cNvPr>
            <p:cNvSpPr/>
            <p:nvPr/>
          </p:nvSpPr>
          <p:spPr>
            <a:xfrm>
              <a:off x="5589949" y="1632951"/>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1</a:t>
              </a:r>
            </a:p>
          </p:txBody>
        </p:sp>
      </p:grpSp>
      <p:grpSp>
        <p:nvGrpSpPr>
          <p:cNvPr id="10" name="Gruppieren 9">
            <a:extLst>
              <a:ext uri="{FF2B5EF4-FFF2-40B4-BE49-F238E27FC236}">
                <a16:creationId xmlns:a16="http://schemas.microsoft.com/office/drawing/2014/main" id="{CAD94BB3-8FDF-8950-62F0-03979F0BFDD6}"/>
              </a:ext>
            </a:extLst>
          </p:cNvPr>
          <p:cNvGrpSpPr/>
          <p:nvPr/>
        </p:nvGrpSpPr>
        <p:grpSpPr>
          <a:xfrm>
            <a:off x="5585149" y="4023467"/>
            <a:ext cx="333633" cy="2086887"/>
            <a:chOff x="5589949" y="1546551"/>
            <a:chExt cx="333633" cy="2086887"/>
          </a:xfrm>
        </p:grpSpPr>
        <p:cxnSp>
          <p:nvCxnSpPr>
            <p:cNvPr id="11" name="Gerader Verbinder 10">
              <a:extLst>
                <a:ext uri="{FF2B5EF4-FFF2-40B4-BE49-F238E27FC236}">
                  <a16:creationId xmlns:a16="http://schemas.microsoft.com/office/drawing/2014/main" id="{E1555B47-36CD-279D-4214-0BD1EF84A2CA}"/>
                </a:ext>
              </a:extLst>
            </p:cNvPr>
            <p:cNvCxnSpPr>
              <a:cxnSpLocks/>
            </p:cNvCxnSpPr>
            <p:nvPr/>
          </p:nvCxnSpPr>
          <p:spPr>
            <a:xfrm flipH="1">
              <a:off x="5807165" y="1546551"/>
              <a:ext cx="1" cy="2086887"/>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sp>
          <p:nvSpPr>
            <p:cNvPr id="12" name="Rechteck 11">
              <a:extLst>
                <a:ext uri="{FF2B5EF4-FFF2-40B4-BE49-F238E27FC236}">
                  <a16:creationId xmlns:a16="http://schemas.microsoft.com/office/drawing/2014/main" id="{1A43A447-0399-745B-EFAC-C4521B394892}"/>
                </a:ext>
              </a:extLst>
            </p:cNvPr>
            <p:cNvSpPr/>
            <p:nvPr/>
          </p:nvSpPr>
          <p:spPr>
            <a:xfrm>
              <a:off x="5589949" y="1632951"/>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2</a:t>
              </a:r>
            </a:p>
          </p:txBody>
        </p:sp>
      </p:grpSp>
      <p:sp>
        <p:nvSpPr>
          <p:cNvPr id="21" name="Textfeld 20">
            <a:extLst>
              <a:ext uri="{FF2B5EF4-FFF2-40B4-BE49-F238E27FC236}">
                <a16:creationId xmlns:a16="http://schemas.microsoft.com/office/drawing/2014/main" id="{5B891EF8-4CC6-15D6-30B5-E00DEDBC45AE}"/>
              </a:ext>
            </a:extLst>
          </p:cNvPr>
          <p:cNvSpPr txBox="1"/>
          <p:nvPr/>
        </p:nvSpPr>
        <p:spPr>
          <a:xfrm>
            <a:off x="6096000" y="1759157"/>
            <a:ext cx="5761035" cy="1938992"/>
          </a:xfrm>
          <a:prstGeom prst="rect">
            <a:avLst/>
          </a:prstGeom>
          <a:noFill/>
        </p:spPr>
        <p:txBody>
          <a:bodyPr wrap="square">
            <a:spAutoFit/>
          </a:bodyPr>
          <a:lstStyle/>
          <a:p>
            <a:pPr marL="171450" indent="-171450">
              <a:buFont typeface="Wingdings" panose="05000000000000000000" pitchFamily="2" charset="2"/>
              <a:buChar char="§"/>
            </a:pPr>
            <a:r>
              <a:rPr lang="de-DE" sz="1200" b="1" dirty="0"/>
              <a:t>Aktives Investieren </a:t>
            </a:r>
            <a:r>
              <a:rPr lang="de-DE" sz="1200" dirty="0"/>
              <a:t>beinhaltet das </a:t>
            </a:r>
            <a:r>
              <a:rPr lang="de-DE" sz="1200" b="1" dirty="0"/>
              <a:t>strategische</a:t>
            </a:r>
            <a:r>
              <a:rPr lang="de-DE" sz="1200" dirty="0"/>
              <a:t> </a:t>
            </a:r>
            <a:r>
              <a:rPr lang="de-DE" sz="1200" b="1" dirty="0"/>
              <a:t>Navigieren</a:t>
            </a:r>
            <a:r>
              <a:rPr lang="de-DE" sz="1200" dirty="0"/>
              <a:t> auf dem </a:t>
            </a:r>
            <a:r>
              <a:rPr lang="de-DE" sz="1200" b="1" dirty="0"/>
              <a:t>Markt</a:t>
            </a:r>
            <a:r>
              <a:rPr lang="de-DE" sz="1200" dirty="0"/>
              <a:t> durch </a:t>
            </a:r>
            <a:r>
              <a:rPr lang="de-DE" sz="1200" b="1" dirty="0"/>
              <a:t>regelmäßiges</a:t>
            </a:r>
            <a:r>
              <a:rPr lang="de-DE" sz="1200" dirty="0"/>
              <a:t> </a:t>
            </a:r>
            <a:r>
              <a:rPr lang="de-DE" sz="1200" b="1" dirty="0"/>
              <a:t>Kaufen</a:t>
            </a:r>
            <a:r>
              <a:rPr lang="de-DE" sz="1200" dirty="0"/>
              <a:t> und </a:t>
            </a:r>
            <a:r>
              <a:rPr lang="de-DE" sz="1200" b="1" dirty="0"/>
              <a:t>Verkaufen</a:t>
            </a:r>
            <a:r>
              <a:rPr lang="de-DE" sz="1200" dirty="0"/>
              <a:t> von Wertpapieren, wobei </a:t>
            </a:r>
            <a:r>
              <a:rPr lang="de-DE" sz="1200" b="1" dirty="0"/>
              <a:t>Bewertungen</a:t>
            </a:r>
            <a:r>
              <a:rPr lang="de-DE" sz="1200" dirty="0"/>
              <a:t> der </a:t>
            </a:r>
            <a:r>
              <a:rPr lang="de-DE" sz="1200" b="1" dirty="0"/>
              <a:t>Marktdynamik</a:t>
            </a:r>
            <a:r>
              <a:rPr lang="de-DE" sz="1200" dirty="0"/>
              <a:t>, Unternehmensleistung und anderer </a:t>
            </a:r>
            <a:r>
              <a:rPr lang="de-DE" sz="1200" b="1" dirty="0"/>
              <a:t>relevanter</a:t>
            </a:r>
            <a:r>
              <a:rPr lang="de-DE" sz="1200" dirty="0"/>
              <a:t> </a:t>
            </a:r>
            <a:r>
              <a:rPr lang="de-DE" sz="1200" b="1" dirty="0"/>
              <a:t>Faktoren</a:t>
            </a:r>
            <a:r>
              <a:rPr lang="de-DE" sz="1200" dirty="0"/>
              <a:t> eine Rolle spielen</a:t>
            </a:r>
          </a:p>
          <a:p>
            <a:pPr marL="171450" indent="-171450">
              <a:buFont typeface="Wingdings" panose="05000000000000000000" pitchFamily="2" charset="2"/>
              <a:buChar char="§"/>
            </a:pPr>
            <a:r>
              <a:rPr lang="de-DE" sz="1200" dirty="0"/>
              <a:t>Aktive Investoren widmen sich </a:t>
            </a:r>
            <a:r>
              <a:rPr lang="de-DE" sz="1200" b="1" dirty="0"/>
              <a:t>umfassenden</a:t>
            </a:r>
            <a:r>
              <a:rPr lang="de-DE" sz="1200" dirty="0"/>
              <a:t> </a:t>
            </a:r>
            <a:r>
              <a:rPr lang="de-DE" sz="1200" b="1" dirty="0"/>
              <a:t>Recherchen</a:t>
            </a:r>
            <a:r>
              <a:rPr lang="de-DE" sz="1200" dirty="0"/>
              <a:t>, analysieren akribisch Finanzberichte, führen gründliche </a:t>
            </a:r>
            <a:r>
              <a:rPr lang="de-DE" sz="1200" b="1" dirty="0"/>
              <a:t>Fundamentalanalysen</a:t>
            </a:r>
            <a:r>
              <a:rPr lang="de-DE" sz="1200" dirty="0"/>
              <a:t> durch mithilfe </a:t>
            </a:r>
            <a:r>
              <a:rPr lang="de-DE" sz="1200" b="1" dirty="0"/>
              <a:t>technischer</a:t>
            </a:r>
            <a:r>
              <a:rPr lang="de-DE" sz="1200" dirty="0"/>
              <a:t> </a:t>
            </a:r>
            <a:r>
              <a:rPr lang="de-DE" sz="1200" b="1" dirty="0"/>
              <a:t>Analysewerkzeuge</a:t>
            </a:r>
            <a:r>
              <a:rPr lang="de-DE" sz="1200" dirty="0"/>
              <a:t>, um </a:t>
            </a:r>
            <a:r>
              <a:rPr lang="de-DE" sz="1200" b="1" dirty="0"/>
              <a:t>Potenzial</a:t>
            </a:r>
            <a:r>
              <a:rPr lang="de-DE" sz="1200" dirty="0"/>
              <a:t> zu erkennen</a:t>
            </a:r>
          </a:p>
          <a:p>
            <a:pPr marL="171450" indent="-171450">
              <a:buFont typeface="Wingdings" panose="05000000000000000000" pitchFamily="2" charset="2"/>
              <a:buChar char="§"/>
            </a:pPr>
            <a:r>
              <a:rPr lang="de-DE" sz="1200" b="1" dirty="0"/>
              <a:t>Das ultimative Ziel? </a:t>
            </a:r>
            <a:r>
              <a:rPr lang="de-DE" sz="1200" dirty="0"/>
              <a:t>Die </a:t>
            </a:r>
            <a:r>
              <a:rPr lang="de-DE" sz="1200" b="1" dirty="0"/>
              <a:t>Überrendite</a:t>
            </a:r>
            <a:r>
              <a:rPr lang="de-DE" sz="1200" dirty="0"/>
              <a:t> gegenüber dem breiten Markt oder einem relevanten Benchmark-Index durch geschickte Auswahl von Wertpapieren </a:t>
            </a:r>
            <a:r>
              <a:rPr lang="de-DE" sz="1200" b="1" dirty="0"/>
              <a:t>zu erzielen</a:t>
            </a:r>
          </a:p>
        </p:txBody>
      </p:sp>
      <p:sp>
        <p:nvSpPr>
          <p:cNvPr id="23" name="Textfeld 22">
            <a:extLst>
              <a:ext uri="{FF2B5EF4-FFF2-40B4-BE49-F238E27FC236}">
                <a16:creationId xmlns:a16="http://schemas.microsoft.com/office/drawing/2014/main" id="{D3386A7B-8CF9-3FD7-07AA-6D384A5BBFB8}"/>
              </a:ext>
            </a:extLst>
          </p:cNvPr>
          <p:cNvSpPr txBox="1"/>
          <p:nvPr/>
        </p:nvSpPr>
        <p:spPr>
          <a:xfrm>
            <a:off x="6096000" y="1492651"/>
            <a:ext cx="2484000" cy="307777"/>
          </a:xfrm>
          <a:prstGeom prst="rect">
            <a:avLst/>
          </a:prstGeom>
          <a:noFill/>
        </p:spPr>
        <p:txBody>
          <a:bodyPr wrap="square">
            <a:spAutoFit/>
          </a:bodyPr>
          <a:lstStyle/>
          <a:p>
            <a:r>
              <a:rPr lang="de-DE" sz="1400" b="1" spc="245" dirty="0">
                <a:solidFill>
                  <a:srgbClr val="003366"/>
                </a:solidFill>
                <a:cs typeface="Calibri"/>
              </a:rPr>
              <a:t>Aktives Investieren</a:t>
            </a:r>
            <a:endParaRPr lang="de-DE" sz="1400" b="1" dirty="0"/>
          </a:p>
        </p:txBody>
      </p:sp>
      <p:sp>
        <p:nvSpPr>
          <p:cNvPr id="24" name="Textfeld 23">
            <a:extLst>
              <a:ext uri="{FF2B5EF4-FFF2-40B4-BE49-F238E27FC236}">
                <a16:creationId xmlns:a16="http://schemas.microsoft.com/office/drawing/2014/main" id="{4608F2C5-CEAF-B4F2-A85A-0AE1B3CE2BF4}"/>
              </a:ext>
            </a:extLst>
          </p:cNvPr>
          <p:cNvSpPr txBox="1"/>
          <p:nvPr/>
        </p:nvSpPr>
        <p:spPr>
          <a:xfrm>
            <a:off x="6095999" y="4109867"/>
            <a:ext cx="2699651" cy="307777"/>
          </a:xfrm>
          <a:prstGeom prst="rect">
            <a:avLst/>
          </a:prstGeom>
          <a:noFill/>
        </p:spPr>
        <p:txBody>
          <a:bodyPr wrap="square">
            <a:spAutoFit/>
          </a:bodyPr>
          <a:lstStyle/>
          <a:p>
            <a:r>
              <a:rPr lang="de-DE" sz="1400" b="1" spc="245" dirty="0">
                <a:solidFill>
                  <a:srgbClr val="003366"/>
                </a:solidFill>
                <a:cs typeface="Calibri"/>
              </a:rPr>
              <a:t>Passives Investieren</a:t>
            </a:r>
            <a:endParaRPr lang="de-DE" sz="1400" b="1" dirty="0"/>
          </a:p>
        </p:txBody>
      </p:sp>
      <p:sp>
        <p:nvSpPr>
          <p:cNvPr id="25" name="Textfeld 24">
            <a:extLst>
              <a:ext uri="{FF2B5EF4-FFF2-40B4-BE49-F238E27FC236}">
                <a16:creationId xmlns:a16="http://schemas.microsoft.com/office/drawing/2014/main" id="{EA15593A-B031-0296-17C1-3896207D0C5E}"/>
              </a:ext>
            </a:extLst>
          </p:cNvPr>
          <p:cNvSpPr txBox="1"/>
          <p:nvPr/>
        </p:nvSpPr>
        <p:spPr>
          <a:xfrm>
            <a:off x="6096000" y="4397036"/>
            <a:ext cx="5761035" cy="1938992"/>
          </a:xfrm>
          <a:prstGeom prst="rect">
            <a:avLst/>
          </a:prstGeom>
          <a:noFill/>
        </p:spPr>
        <p:txBody>
          <a:bodyPr wrap="square">
            <a:spAutoFit/>
          </a:bodyPr>
          <a:lstStyle/>
          <a:p>
            <a:pPr marL="171450" indent="-171450">
              <a:buFont typeface="Wingdings" panose="05000000000000000000" pitchFamily="2" charset="2"/>
              <a:buChar char="§"/>
            </a:pPr>
            <a:r>
              <a:rPr lang="de-DE" sz="1200" b="1" dirty="0"/>
              <a:t>Passives Investieren </a:t>
            </a:r>
            <a:r>
              <a:rPr lang="de-DE" sz="1200" dirty="0"/>
              <a:t>ermöglicht es, das Kapital in Werten eines </a:t>
            </a:r>
            <a:r>
              <a:rPr lang="de-DE" sz="1200" b="1" dirty="0"/>
              <a:t>Index</a:t>
            </a:r>
            <a:r>
              <a:rPr lang="de-DE" sz="1200" dirty="0"/>
              <a:t> anzulegen und die </a:t>
            </a:r>
            <a:r>
              <a:rPr lang="de-DE" sz="1200" b="1" dirty="0"/>
              <a:t>Marktentwicklung</a:t>
            </a:r>
            <a:r>
              <a:rPr lang="de-DE" sz="1200" dirty="0"/>
              <a:t> abzuwarten</a:t>
            </a:r>
          </a:p>
          <a:p>
            <a:pPr marL="171450" indent="-171450">
              <a:buFont typeface="Wingdings" panose="05000000000000000000" pitchFamily="2" charset="2"/>
              <a:buChar char="§"/>
            </a:pPr>
            <a:r>
              <a:rPr lang="de-DE" sz="1200" dirty="0"/>
              <a:t>Diese </a:t>
            </a:r>
            <a:r>
              <a:rPr lang="de-DE" sz="1200" b="1" dirty="0"/>
              <a:t>Fonds</a:t>
            </a:r>
            <a:r>
              <a:rPr lang="de-DE" sz="1200" dirty="0"/>
              <a:t> sind eng mit dem zugrunde liegenden </a:t>
            </a:r>
            <a:r>
              <a:rPr lang="de-DE" sz="1200" b="1" dirty="0"/>
              <a:t>Index</a:t>
            </a:r>
            <a:r>
              <a:rPr lang="de-DE" sz="1200" dirty="0"/>
              <a:t> </a:t>
            </a:r>
            <a:r>
              <a:rPr lang="de-DE" sz="1200" b="1" dirty="0"/>
              <a:t>verbunden</a:t>
            </a:r>
            <a:r>
              <a:rPr lang="de-DE" sz="1200" dirty="0"/>
              <a:t> und weichen in ihren Ergebnissen nur geringfügig nach oben oder unten ab</a:t>
            </a:r>
          </a:p>
          <a:p>
            <a:pPr marL="171450" indent="-171450">
              <a:buFont typeface="Wingdings" panose="05000000000000000000" pitchFamily="2" charset="2"/>
              <a:buChar char="§"/>
            </a:pPr>
            <a:r>
              <a:rPr lang="de-DE" sz="1200" dirty="0"/>
              <a:t>Die </a:t>
            </a:r>
            <a:r>
              <a:rPr lang="de-DE" sz="1200" b="1" dirty="0"/>
              <a:t>Stärke</a:t>
            </a:r>
            <a:r>
              <a:rPr lang="de-DE" sz="1200" dirty="0"/>
              <a:t> des </a:t>
            </a:r>
            <a:r>
              <a:rPr lang="de-DE" sz="1200" b="1" dirty="0"/>
              <a:t>passiven</a:t>
            </a:r>
            <a:r>
              <a:rPr lang="de-DE" sz="1200" dirty="0"/>
              <a:t> </a:t>
            </a:r>
            <a:r>
              <a:rPr lang="de-DE" sz="1200" b="1" dirty="0"/>
              <a:t>Investierens</a:t>
            </a:r>
            <a:r>
              <a:rPr lang="de-DE" sz="1200" dirty="0"/>
              <a:t> (Bsp. ETFs) liegt in ihrer </a:t>
            </a:r>
            <a:r>
              <a:rPr lang="de-DE" sz="1200" b="1" dirty="0"/>
              <a:t>kostengünstigen</a:t>
            </a:r>
            <a:r>
              <a:rPr lang="de-DE" sz="1200" dirty="0"/>
              <a:t> </a:t>
            </a:r>
            <a:r>
              <a:rPr lang="de-DE" sz="1200" b="1" dirty="0"/>
              <a:t>Struktur</a:t>
            </a:r>
            <a:r>
              <a:rPr lang="de-DE" sz="1200" dirty="0"/>
              <a:t>. Allerdings wird aufgrund der begrenzten Streuung des Indexfonds oft vor einer zu </a:t>
            </a:r>
            <a:r>
              <a:rPr lang="de-DE" sz="1200" b="1" dirty="0"/>
              <a:t>geringen</a:t>
            </a:r>
            <a:r>
              <a:rPr lang="de-DE" sz="1200" dirty="0"/>
              <a:t> </a:t>
            </a:r>
            <a:r>
              <a:rPr lang="de-DE" sz="1200" b="1" dirty="0"/>
              <a:t>Diversifikation</a:t>
            </a:r>
            <a:r>
              <a:rPr lang="de-DE" sz="1200" dirty="0"/>
              <a:t> gewarnt</a:t>
            </a:r>
          </a:p>
          <a:p>
            <a:pPr marL="171450" indent="-171450">
              <a:buFont typeface="Wingdings" panose="05000000000000000000" pitchFamily="2" charset="2"/>
              <a:buChar char="§"/>
            </a:pPr>
            <a:r>
              <a:rPr lang="de-DE" sz="1200" dirty="0"/>
              <a:t>Daher setzen Anleger entweder auf weltweit diversifizierte Indexfonds oder kombinieren verschiedene Aktienfonds, um ein ausreichend diversifiziertes Portfolio zu erhalten</a:t>
            </a:r>
          </a:p>
        </p:txBody>
      </p:sp>
    </p:spTree>
    <p:extLst>
      <p:ext uri="{BB962C8B-B14F-4D97-AF65-F5344CB8AC3E}">
        <p14:creationId xmlns:p14="http://schemas.microsoft.com/office/powerpoint/2010/main" val="1737125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50641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84" imgH="486" progId="TCLayout.ActiveDocument.1">
                  <p:embed/>
                </p:oleObj>
              </mc:Choice>
              <mc:Fallback>
                <p:oleObj name="think-cell Folie" r:id="rId3"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61" name="Rechteck 1060">
            <a:extLst>
              <a:ext uri="{FF2B5EF4-FFF2-40B4-BE49-F238E27FC236}">
                <a16:creationId xmlns:a16="http://schemas.microsoft.com/office/drawing/2014/main" id="{DAC1C967-5B0B-4EFD-BFD1-44982AC0F76E}"/>
              </a:ext>
            </a:extLst>
          </p:cNvPr>
          <p:cNvSpPr/>
          <p:nvPr/>
        </p:nvSpPr>
        <p:spPr>
          <a:xfrm>
            <a:off x="6059345" y="1484725"/>
            <a:ext cx="5797693" cy="4824000"/>
          </a:xfrm>
          <a:prstGeom prst="rect">
            <a:avLst/>
          </a:prstGeom>
          <a:solidFill>
            <a:schemeClr val="tx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4" name="Rechteck 13">
            <a:extLst>
              <a:ext uri="{FF2B5EF4-FFF2-40B4-BE49-F238E27FC236}">
                <a16:creationId xmlns:a16="http://schemas.microsoft.com/office/drawing/2014/main" id="{B9CED505-A823-CFE7-4BE5-C5180079BC53}"/>
              </a:ext>
            </a:extLst>
          </p:cNvPr>
          <p:cNvSpPr/>
          <p:nvPr/>
        </p:nvSpPr>
        <p:spPr>
          <a:xfrm>
            <a:off x="334962" y="1484313"/>
            <a:ext cx="5761037" cy="4824412"/>
          </a:xfrm>
          <a:prstGeom prst="rect">
            <a:avLst/>
          </a:prstGeom>
          <a:solidFill>
            <a:srgbClr val="003366"/>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2. </a:t>
            </a:r>
            <a:r>
              <a:rPr lang="de-DE" sz="1400" spc="245" dirty="0">
                <a:solidFill>
                  <a:srgbClr val="003366"/>
                </a:solidFill>
                <a:cs typeface="Calibri"/>
              </a:rPr>
              <a:t>Vorstellung von aktiven und passiven Investitionen</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PRODUKTVERGLEICH</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a:p>
        </p:txBody>
      </p:sp>
      <p:grpSp>
        <p:nvGrpSpPr>
          <p:cNvPr id="53" name="Gruppieren 52">
            <a:extLst>
              <a:ext uri="{FF2B5EF4-FFF2-40B4-BE49-F238E27FC236}">
                <a16:creationId xmlns:a16="http://schemas.microsoft.com/office/drawing/2014/main" id="{FEAB3CF1-1187-483D-A16A-9CC88FABD3F6}"/>
              </a:ext>
            </a:extLst>
          </p:cNvPr>
          <p:cNvGrpSpPr/>
          <p:nvPr/>
        </p:nvGrpSpPr>
        <p:grpSpPr>
          <a:xfrm>
            <a:off x="394804" y="1620385"/>
            <a:ext cx="2949131" cy="648000"/>
            <a:chOff x="394804" y="1620385"/>
            <a:chExt cx="2949131" cy="648000"/>
          </a:xfrm>
        </p:grpSpPr>
        <p:grpSp>
          <p:nvGrpSpPr>
            <p:cNvPr id="3" name="Gruppieren 2">
              <a:extLst>
                <a:ext uri="{FF2B5EF4-FFF2-40B4-BE49-F238E27FC236}">
                  <a16:creationId xmlns:a16="http://schemas.microsoft.com/office/drawing/2014/main" id="{160B7176-30CC-28E5-8F2C-FA61190A8FA7}"/>
                </a:ext>
              </a:extLst>
            </p:cNvPr>
            <p:cNvGrpSpPr/>
            <p:nvPr/>
          </p:nvGrpSpPr>
          <p:grpSpPr>
            <a:xfrm>
              <a:off x="394804" y="1620385"/>
              <a:ext cx="333633" cy="648000"/>
              <a:chOff x="5589949" y="1546550"/>
              <a:chExt cx="333633" cy="648000"/>
            </a:xfrm>
          </p:grpSpPr>
          <p:cxnSp>
            <p:nvCxnSpPr>
              <p:cNvPr id="5" name="Gerader Verbinder 4">
                <a:extLst>
                  <a:ext uri="{FF2B5EF4-FFF2-40B4-BE49-F238E27FC236}">
                    <a16:creationId xmlns:a16="http://schemas.microsoft.com/office/drawing/2014/main" id="{13A54F4E-C959-6261-2E99-04301AD26785}"/>
                  </a:ext>
                </a:extLst>
              </p:cNvPr>
              <p:cNvCxnSpPr>
                <a:cxnSpLocks/>
              </p:cNvCxnSpPr>
              <p:nvPr/>
            </p:nvCxnSpPr>
            <p:spPr>
              <a:xfrm flipH="1">
                <a:off x="5807165" y="1546550"/>
                <a:ext cx="1" cy="64800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Rechteck 6">
                <a:extLst>
                  <a:ext uri="{FF2B5EF4-FFF2-40B4-BE49-F238E27FC236}">
                    <a16:creationId xmlns:a16="http://schemas.microsoft.com/office/drawing/2014/main" id="{71C39EC1-809E-383D-A2BD-362AC151DEAD}"/>
                  </a:ext>
                </a:extLst>
              </p:cNvPr>
              <p:cNvSpPr/>
              <p:nvPr/>
            </p:nvSpPr>
            <p:spPr>
              <a:xfrm>
                <a:off x="5589949" y="1632951"/>
                <a:ext cx="333633" cy="338023"/>
              </a:xfrm>
              <a:prstGeom prst="rect">
                <a:avLst/>
              </a:prstGeom>
              <a:solidFill>
                <a:srgbClr val="003366"/>
              </a:solidFill>
              <a:ln w="28575">
                <a:solidFill>
                  <a:schemeClr val="bg1"/>
                </a:solidFill>
              </a:ln>
            </p:spPr>
            <p:txBody>
              <a:bodyPr rtlCol="0" anchor="ctr">
                <a:noAutofit/>
              </a:bodyPr>
              <a:lstStyle/>
              <a:p>
                <a:pPr algn="ctr">
                  <a:lnSpc>
                    <a:spcPct val="90000"/>
                  </a:lnSpc>
                  <a:spcBef>
                    <a:spcPts val="1000"/>
                  </a:spcBef>
                  <a:buClr>
                    <a:schemeClr val="accent3"/>
                  </a:buClr>
                  <a:buSzPct val="85000"/>
                </a:pPr>
                <a:r>
                  <a:rPr lang="de-DE" sz="1200" b="1" dirty="0">
                    <a:solidFill>
                      <a:schemeClr val="bg1"/>
                    </a:solidFill>
                    <a:latin typeface="Century Gothic"/>
                  </a:rPr>
                  <a:t>1</a:t>
                </a:r>
              </a:p>
            </p:txBody>
          </p:sp>
        </p:grpSp>
        <p:sp>
          <p:nvSpPr>
            <p:cNvPr id="13" name="Textfeld 12">
              <a:extLst>
                <a:ext uri="{FF2B5EF4-FFF2-40B4-BE49-F238E27FC236}">
                  <a16:creationId xmlns:a16="http://schemas.microsoft.com/office/drawing/2014/main" id="{F21F1261-1948-53AC-1D63-7903272DE00F}"/>
                </a:ext>
              </a:extLst>
            </p:cNvPr>
            <p:cNvSpPr txBox="1"/>
            <p:nvPr/>
          </p:nvSpPr>
          <p:spPr>
            <a:xfrm>
              <a:off x="859935" y="1628724"/>
              <a:ext cx="2484000" cy="307777"/>
            </a:xfrm>
            <a:prstGeom prst="rect">
              <a:avLst/>
            </a:prstGeom>
            <a:noFill/>
          </p:spPr>
          <p:txBody>
            <a:bodyPr wrap="square">
              <a:spAutoFit/>
            </a:bodyPr>
            <a:lstStyle/>
            <a:p>
              <a:r>
                <a:rPr lang="de-DE" sz="1400" b="1" spc="245" dirty="0">
                  <a:solidFill>
                    <a:schemeClr val="bg1"/>
                  </a:solidFill>
                  <a:cs typeface="Calibri"/>
                </a:rPr>
                <a:t>Aktives Investieren</a:t>
              </a:r>
              <a:endParaRPr lang="de-DE" sz="1400" b="1" dirty="0">
                <a:solidFill>
                  <a:schemeClr val="bg1"/>
                </a:solidFill>
              </a:endParaRPr>
            </a:p>
          </p:txBody>
        </p:sp>
      </p:grpSp>
      <p:grpSp>
        <p:nvGrpSpPr>
          <p:cNvPr id="1044" name="Gruppieren 1043">
            <a:extLst>
              <a:ext uri="{FF2B5EF4-FFF2-40B4-BE49-F238E27FC236}">
                <a16:creationId xmlns:a16="http://schemas.microsoft.com/office/drawing/2014/main" id="{6EF9FC22-0C4A-0368-8007-1AA303424676}"/>
              </a:ext>
            </a:extLst>
          </p:cNvPr>
          <p:cNvGrpSpPr/>
          <p:nvPr/>
        </p:nvGrpSpPr>
        <p:grpSpPr>
          <a:xfrm>
            <a:off x="441007" y="2519603"/>
            <a:ext cx="6075536" cy="3677884"/>
            <a:chOff x="441007" y="2519603"/>
            <a:chExt cx="6075536" cy="3677884"/>
          </a:xfrm>
        </p:grpSpPr>
        <p:grpSp>
          <p:nvGrpSpPr>
            <p:cNvPr id="56" name="Gruppieren 55">
              <a:extLst>
                <a:ext uri="{FF2B5EF4-FFF2-40B4-BE49-F238E27FC236}">
                  <a16:creationId xmlns:a16="http://schemas.microsoft.com/office/drawing/2014/main" id="{AB50B972-1AD6-2B0E-86BA-8DC15A522319}"/>
                </a:ext>
              </a:extLst>
            </p:cNvPr>
            <p:cNvGrpSpPr/>
            <p:nvPr/>
          </p:nvGrpSpPr>
          <p:grpSpPr>
            <a:xfrm>
              <a:off x="441007" y="2519603"/>
              <a:ext cx="3458215" cy="540000"/>
              <a:chOff x="441007" y="2519603"/>
              <a:chExt cx="3458215" cy="540000"/>
            </a:xfrm>
          </p:grpSpPr>
          <p:sp>
            <p:nvSpPr>
              <p:cNvPr id="31" name="Ellipse 30">
                <a:extLst>
                  <a:ext uri="{FF2B5EF4-FFF2-40B4-BE49-F238E27FC236}">
                    <a16:creationId xmlns:a16="http://schemas.microsoft.com/office/drawing/2014/main" id="{1B524681-28B5-8DE0-ECE4-99F90DD264FC}"/>
                  </a:ext>
                </a:extLst>
              </p:cNvPr>
              <p:cNvSpPr/>
              <p:nvPr/>
            </p:nvSpPr>
            <p:spPr>
              <a:xfrm>
                <a:off x="441007" y="2519603"/>
                <a:ext cx="540000" cy="540000"/>
              </a:xfrm>
              <a:prstGeom prst="ellipse">
                <a:avLst/>
              </a:prstGeom>
              <a:blipFill dpi="0" rotWithShape="1">
                <a:blip r:embed="rId5">
                  <a:duotone>
                    <a:prstClr val="black"/>
                    <a:schemeClr val="tx2">
                      <a:tint val="45000"/>
                      <a:satMod val="400000"/>
                    </a:schemeClr>
                  </a:duotone>
                  <a:extLst>
                    <a:ext uri="{28A0092B-C50C-407E-A947-70E740481C1C}">
                      <a14:useLocalDpi xmlns:a14="http://schemas.microsoft.com/office/drawing/2010/main" val="0"/>
                    </a:ext>
                  </a:extLst>
                </a:blip>
                <a:srcRect/>
                <a:stretch>
                  <a:fillRect l="-43093" t="-79125" r="-65928" b="-29896"/>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44" name="Textfeld 43">
                <a:extLst>
                  <a:ext uri="{FF2B5EF4-FFF2-40B4-BE49-F238E27FC236}">
                    <a16:creationId xmlns:a16="http://schemas.microsoft.com/office/drawing/2014/main" id="{9C02BB2F-2A5D-A6B6-25C8-9BB6950015D7}"/>
                  </a:ext>
                </a:extLst>
              </p:cNvPr>
              <p:cNvSpPr txBox="1"/>
              <p:nvPr/>
            </p:nvSpPr>
            <p:spPr>
              <a:xfrm>
                <a:off x="1055222" y="2558771"/>
                <a:ext cx="2844000" cy="461665"/>
              </a:xfrm>
              <a:prstGeom prst="rect">
                <a:avLst/>
              </a:prstGeom>
              <a:noFill/>
            </p:spPr>
            <p:txBody>
              <a:bodyPr wrap="square">
                <a:spAutoFit/>
              </a:bodyPr>
              <a:lstStyle/>
              <a:p>
                <a:r>
                  <a:rPr lang="de-DE" sz="1200" b="1" dirty="0">
                    <a:solidFill>
                      <a:schemeClr val="bg1"/>
                    </a:solidFill>
                  </a:rPr>
                  <a:t>Aktienfonds</a:t>
                </a:r>
                <a:br>
                  <a:rPr lang="de-DE" sz="1200" b="1" dirty="0">
                    <a:solidFill>
                      <a:schemeClr val="bg1"/>
                    </a:solidFill>
                  </a:rPr>
                </a:br>
                <a:r>
                  <a:rPr lang="de-DE" sz="1200" dirty="0">
                    <a:solidFill>
                      <a:schemeClr val="bg1"/>
                    </a:solidFill>
                  </a:rPr>
                  <a:t>Bestehend ausschließlich aus Aktien</a:t>
                </a:r>
              </a:p>
            </p:txBody>
          </p:sp>
        </p:grpSp>
        <p:grpSp>
          <p:nvGrpSpPr>
            <p:cNvPr id="57" name="Gruppieren 56">
              <a:extLst>
                <a:ext uri="{FF2B5EF4-FFF2-40B4-BE49-F238E27FC236}">
                  <a16:creationId xmlns:a16="http://schemas.microsoft.com/office/drawing/2014/main" id="{B195B6B5-99E9-2FCE-DC01-65E788B29C59}"/>
                </a:ext>
              </a:extLst>
            </p:cNvPr>
            <p:cNvGrpSpPr/>
            <p:nvPr/>
          </p:nvGrpSpPr>
          <p:grpSpPr>
            <a:xfrm>
              <a:off x="441007" y="3178159"/>
              <a:ext cx="6075536" cy="830997"/>
              <a:chOff x="441007" y="3159703"/>
              <a:chExt cx="6075536" cy="830997"/>
            </a:xfrm>
          </p:grpSpPr>
          <p:sp>
            <p:nvSpPr>
              <p:cNvPr id="32" name="Ellipse 31">
                <a:extLst>
                  <a:ext uri="{FF2B5EF4-FFF2-40B4-BE49-F238E27FC236}">
                    <a16:creationId xmlns:a16="http://schemas.microsoft.com/office/drawing/2014/main" id="{4C88B8A4-C524-9583-8099-AC6F74B72582}"/>
                  </a:ext>
                </a:extLst>
              </p:cNvPr>
              <p:cNvSpPr/>
              <p:nvPr/>
            </p:nvSpPr>
            <p:spPr>
              <a:xfrm>
                <a:off x="441007" y="3305201"/>
                <a:ext cx="540000" cy="540000"/>
              </a:xfrm>
              <a:prstGeom prst="ellipse">
                <a:avLst/>
              </a:prstGeom>
              <a:blipFill dpi="0" rotWithShape="1">
                <a:blip r:embed="rId6">
                  <a:duotone>
                    <a:prstClr val="black"/>
                    <a:schemeClr val="tx2">
                      <a:tint val="45000"/>
                      <a:satMod val="400000"/>
                    </a:schemeClr>
                  </a:duotone>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45" name="Textfeld 44">
                <a:extLst>
                  <a:ext uri="{FF2B5EF4-FFF2-40B4-BE49-F238E27FC236}">
                    <a16:creationId xmlns:a16="http://schemas.microsoft.com/office/drawing/2014/main" id="{610FC4AB-FF8F-CEA4-6AD8-FE44D744912C}"/>
                  </a:ext>
                </a:extLst>
              </p:cNvPr>
              <p:cNvSpPr txBox="1"/>
              <p:nvPr/>
            </p:nvSpPr>
            <p:spPr>
              <a:xfrm>
                <a:off x="1055222" y="3159703"/>
                <a:ext cx="5461321" cy="830997"/>
              </a:xfrm>
              <a:prstGeom prst="rect">
                <a:avLst/>
              </a:prstGeom>
              <a:noFill/>
            </p:spPr>
            <p:txBody>
              <a:bodyPr wrap="square">
                <a:spAutoFit/>
              </a:bodyPr>
              <a:lstStyle/>
              <a:p>
                <a:r>
                  <a:rPr lang="de-DE" sz="1200" b="1" dirty="0">
                    <a:solidFill>
                      <a:schemeClr val="bg1"/>
                    </a:solidFill>
                  </a:rPr>
                  <a:t>Anleihefonds</a:t>
                </a:r>
                <a:br>
                  <a:rPr lang="de-DE" sz="1200" b="1" dirty="0">
                    <a:solidFill>
                      <a:schemeClr val="bg1"/>
                    </a:solidFill>
                  </a:rPr>
                </a:br>
                <a:r>
                  <a:rPr lang="de-DE" sz="1200" dirty="0">
                    <a:solidFill>
                      <a:schemeClr val="bg1"/>
                    </a:solidFill>
                  </a:rPr>
                  <a:t>Bestehend aus Anleihen, speziell Staats- oder </a:t>
                </a:r>
                <a:r>
                  <a:rPr lang="de-DE" sz="1200" dirty="0" err="1">
                    <a:solidFill>
                      <a:schemeClr val="bg1"/>
                    </a:solidFill>
                  </a:rPr>
                  <a:t>Unternhenehmensanleihen</a:t>
                </a:r>
                <a:r>
                  <a:rPr lang="de-DE" sz="1200" dirty="0">
                    <a:solidFill>
                      <a:schemeClr val="bg1"/>
                    </a:solidFill>
                  </a:rPr>
                  <a:t>. Man nennt Anleihefonds aus Renten-</a:t>
                </a:r>
                <a:br>
                  <a:rPr lang="de-DE" sz="1200" dirty="0">
                    <a:solidFill>
                      <a:schemeClr val="bg1"/>
                    </a:solidFill>
                  </a:rPr>
                </a:br>
                <a:r>
                  <a:rPr lang="de-DE" sz="1200" dirty="0" err="1">
                    <a:solidFill>
                      <a:schemeClr val="bg1"/>
                    </a:solidFill>
                  </a:rPr>
                  <a:t>fonds</a:t>
                </a:r>
                <a:r>
                  <a:rPr lang="de-DE" sz="1200" dirty="0">
                    <a:solidFill>
                      <a:schemeClr val="bg1"/>
                    </a:solidFill>
                  </a:rPr>
                  <a:t>. Rente bezeichnet in dem Fall die regelmäßigen Einkünfte. </a:t>
                </a:r>
              </a:p>
            </p:txBody>
          </p:sp>
        </p:grpSp>
        <p:grpSp>
          <p:nvGrpSpPr>
            <p:cNvPr id="58" name="Gruppieren 57">
              <a:extLst>
                <a:ext uri="{FF2B5EF4-FFF2-40B4-BE49-F238E27FC236}">
                  <a16:creationId xmlns:a16="http://schemas.microsoft.com/office/drawing/2014/main" id="{CC581111-96CD-63D0-3EC7-A574FCCA2418}"/>
                </a:ext>
              </a:extLst>
            </p:cNvPr>
            <p:cNvGrpSpPr/>
            <p:nvPr/>
          </p:nvGrpSpPr>
          <p:grpSpPr>
            <a:xfrm>
              <a:off x="441007" y="4127712"/>
              <a:ext cx="5618338" cy="646331"/>
              <a:chOff x="441007" y="4037922"/>
              <a:chExt cx="5618338" cy="646331"/>
            </a:xfrm>
          </p:grpSpPr>
          <p:sp>
            <p:nvSpPr>
              <p:cNvPr id="41" name="Ellipse 40">
                <a:extLst>
                  <a:ext uri="{FF2B5EF4-FFF2-40B4-BE49-F238E27FC236}">
                    <a16:creationId xmlns:a16="http://schemas.microsoft.com/office/drawing/2014/main" id="{DD4B93B0-AC96-84E2-F91D-02462BDC77D5}"/>
                  </a:ext>
                </a:extLst>
              </p:cNvPr>
              <p:cNvSpPr/>
              <p:nvPr/>
            </p:nvSpPr>
            <p:spPr>
              <a:xfrm>
                <a:off x="441007" y="4091087"/>
                <a:ext cx="540000" cy="540000"/>
              </a:xfrm>
              <a:prstGeom prst="ellipse">
                <a:avLst/>
              </a:prstGeom>
              <a:blipFill dpi="0" rotWithShape="1">
                <a:blip r:embed="rId7">
                  <a:duotone>
                    <a:prstClr val="black"/>
                    <a:schemeClr val="tx2">
                      <a:tint val="45000"/>
                      <a:satMod val="400000"/>
                    </a:schemeClr>
                  </a:duotone>
                  <a:extLst>
                    <a:ext uri="{BEBA8EAE-BF5A-486C-A8C5-ECC9F3942E4B}">
                      <a14:imgProps xmlns:a14="http://schemas.microsoft.com/office/drawing/2010/main">
                        <a14:imgLayer r:embed="rId8">
                          <a14:imgEffect>
                            <a14:saturation sat="33000"/>
                          </a14:imgEffect>
                        </a14:imgLayer>
                      </a14:imgProps>
                    </a:ex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46" name="Textfeld 45">
                <a:extLst>
                  <a:ext uri="{FF2B5EF4-FFF2-40B4-BE49-F238E27FC236}">
                    <a16:creationId xmlns:a16="http://schemas.microsoft.com/office/drawing/2014/main" id="{548EC468-B419-0278-B365-A8EB043CFA36}"/>
                  </a:ext>
                </a:extLst>
              </p:cNvPr>
              <p:cNvSpPr txBox="1"/>
              <p:nvPr/>
            </p:nvSpPr>
            <p:spPr>
              <a:xfrm>
                <a:off x="1055222" y="4037922"/>
                <a:ext cx="5004123" cy="646331"/>
              </a:xfrm>
              <a:prstGeom prst="rect">
                <a:avLst/>
              </a:prstGeom>
              <a:noFill/>
            </p:spPr>
            <p:txBody>
              <a:bodyPr wrap="square">
                <a:spAutoFit/>
              </a:bodyPr>
              <a:lstStyle/>
              <a:p>
                <a:r>
                  <a:rPr lang="de-DE" sz="1200" b="1" dirty="0">
                    <a:solidFill>
                      <a:schemeClr val="bg1"/>
                    </a:solidFill>
                  </a:rPr>
                  <a:t>Mischfonds</a:t>
                </a:r>
                <a:br>
                  <a:rPr lang="de-DE" sz="1200" b="1" dirty="0">
                    <a:solidFill>
                      <a:schemeClr val="bg1"/>
                    </a:solidFill>
                  </a:rPr>
                </a:br>
                <a:r>
                  <a:rPr lang="de-DE" sz="1200" dirty="0">
                    <a:solidFill>
                      <a:schemeClr val="bg1"/>
                    </a:solidFill>
                  </a:rPr>
                  <a:t>Bestehend aus unterschiedlichen Vermögenswerten, meist in Aktien und Anleihen</a:t>
                </a:r>
              </a:p>
            </p:txBody>
          </p:sp>
        </p:grpSp>
        <p:grpSp>
          <p:nvGrpSpPr>
            <p:cNvPr id="59" name="Gruppieren 58">
              <a:extLst>
                <a:ext uri="{FF2B5EF4-FFF2-40B4-BE49-F238E27FC236}">
                  <a16:creationId xmlns:a16="http://schemas.microsoft.com/office/drawing/2014/main" id="{F285F8B0-49DA-2FBB-2469-C8868C9D4652}"/>
                </a:ext>
              </a:extLst>
            </p:cNvPr>
            <p:cNvGrpSpPr/>
            <p:nvPr/>
          </p:nvGrpSpPr>
          <p:grpSpPr>
            <a:xfrm>
              <a:off x="441007" y="4892599"/>
              <a:ext cx="5618338" cy="540000"/>
              <a:chOff x="441007" y="4808537"/>
              <a:chExt cx="5618338" cy="540000"/>
            </a:xfrm>
          </p:grpSpPr>
          <p:sp>
            <p:nvSpPr>
              <p:cNvPr id="42" name="Ellipse 41">
                <a:extLst>
                  <a:ext uri="{FF2B5EF4-FFF2-40B4-BE49-F238E27FC236}">
                    <a16:creationId xmlns:a16="http://schemas.microsoft.com/office/drawing/2014/main" id="{38BF95CA-733C-CB75-DA47-95DBAF897C12}"/>
                  </a:ext>
                </a:extLst>
              </p:cNvPr>
              <p:cNvSpPr/>
              <p:nvPr/>
            </p:nvSpPr>
            <p:spPr>
              <a:xfrm>
                <a:off x="441007" y="4808537"/>
                <a:ext cx="540000" cy="540000"/>
              </a:xfrm>
              <a:prstGeom prst="ellipse">
                <a:avLst/>
              </a:prstGeom>
              <a:blipFill dpi="0" rotWithShape="1">
                <a:blip r:embed="rId9">
                  <a:duotone>
                    <a:prstClr val="black"/>
                    <a:schemeClr val="tx2">
                      <a:tint val="45000"/>
                      <a:satMod val="400000"/>
                    </a:schemeClr>
                  </a:duotone>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47" name="Textfeld 46">
                <a:extLst>
                  <a:ext uri="{FF2B5EF4-FFF2-40B4-BE49-F238E27FC236}">
                    <a16:creationId xmlns:a16="http://schemas.microsoft.com/office/drawing/2014/main" id="{D44F7E74-FE79-67C2-61A5-A5A3C46D691D}"/>
                  </a:ext>
                </a:extLst>
              </p:cNvPr>
              <p:cNvSpPr txBox="1"/>
              <p:nvPr/>
            </p:nvSpPr>
            <p:spPr>
              <a:xfrm>
                <a:off x="1055222" y="4847705"/>
                <a:ext cx="5004123" cy="461665"/>
              </a:xfrm>
              <a:prstGeom prst="rect">
                <a:avLst/>
              </a:prstGeom>
              <a:noFill/>
            </p:spPr>
            <p:txBody>
              <a:bodyPr wrap="square">
                <a:spAutoFit/>
              </a:bodyPr>
              <a:lstStyle/>
              <a:p>
                <a:r>
                  <a:rPr lang="de-DE" sz="1200" b="1" dirty="0">
                    <a:solidFill>
                      <a:schemeClr val="bg1"/>
                    </a:solidFill>
                  </a:rPr>
                  <a:t>Immobilienfonds</a:t>
                </a:r>
                <a:br>
                  <a:rPr lang="de-DE" sz="1200" b="1" dirty="0">
                    <a:solidFill>
                      <a:schemeClr val="bg1"/>
                    </a:solidFill>
                  </a:rPr>
                </a:br>
                <a:r>
                  <a:rPr lang="de-DE" sz="1200" dirty="0">
                    <a:solidFill>
                      <a:schemeClr val="bg1"/>
                    </a:solidFill>
                  </a:rPr>
                  <a:t>Bestehend aus Aktien von Immobiliengesellschaften</a:t>
                </a:r>
              </a:p>
            </p:txBody>
          </p:sp>
        </p:grpSp>
        <p:grpSp>
          <p:nvGrpSpPr>
            <p:cNvPr id="60" name="Gruppieren 59">
              <a:extLst>
                <a:ext uri="{FF2B5EF4-FFF2-40B4-BE49-F238E27FC236}">
                  <a16:creationId xmlns:a16="http://schemas.microsoft.com/office/drawing/2014/main" id="{04608810-1D5D-6AE4-3BA7-6B158951EE53}"/>
                </a:ext>
              </a:extLst>
            </p:cNvPr>
            <p:cNvGrpSpPr/>
            <p:nvPr/>
          </p:nvGrpSpPr>
          <p:grpSpPr>
            <a:xfrm>
              <a:off x="441007" y="5551156"/>
              <a:ext cx="5618338" cy="646331"/>
              <a:chOff x="441007" y="5551156"/>
              <a:chExt cx="5618338" cy="646331"/>
            </a:xfrm>
          </p:grpSpPr>
          <p:sp>
            <p:nvSpPr>
              <p:cNvPr id="43" name="Ellipse 42">
                <a:extLst>
                  <a:ext uri="{FF2B5EF4-FFF2-40B4-BE49-F238E27FC236}">
                    <a16:creationId xmlns:a16="http://schemas.microsoft.com/office/drawing/2014/main" id="{38F0DED9-4873-7E81-E73C-A5F67688D3C6}"/>
                  </a:ext>
                </a:extLst>
              </p:cNvPr>
              <p:cNvSpPr/>
              <p:nvPr/>
            </p:nvSpPr>
            <p:spPr>
              <a:xfrm>
                <a:off x="441007" y="5604321"/>
                <a:ext cx="540000" cy="540000"/>
              </a:xfrm>
              <a:prstGeom prst="ellipse">
                <a:avLst/>
              </a:prstGeom>
              <a:blipFill dpi="0" rotWithShape="1">
                <a:blip r:embed="rId10">
                  <a:duotone>
                    <a:prstClr val="black"/>
                    <a:schemeClr val="tx2">
                      <a:tint val="45000"/>
                      <a:satMod val="400000"/>
                    </a:schemeClr>
                  </a:duotone>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48" name="Textfeld 47">
                <a:extLst>
                  <a:ext uri="{FF2B5EF4-FFF2-40B4-BE49-F238E27FC236}">
                    <a16:creationId xmlns:a16="http://schemas.microsoft.com/office/drawing/2014/main" id="{0B841E0C-C6C1-3E8F-DE54-EF209998B8AA}"/>
                  </a:ext>
                </a:extLst>
              </p:cNvPr>
              <p:cNvSpPr txBox="1"/>
              <p:nvPr/>
            </p:nvSpPr>
            <p:spPr>
              <a:xfrm>
                <a:off x="1055222" y="5551156"/>
                <a:ext cx="5004123" cy="646331"/>
              </a:xfrm>
              <a:prstGeom prst="rect">
                <a:avLst/>
              </a:prstGeom>
              <a:noFill/>
            </p:spPr>
            <p:txBody>
              <a:bodyPr wrap="square">
                <a:spAutoFit/>
              </a:bodyPr>
              <a:lstStyle/>
              <a:p>
                <a:r>
                  <a:rPr lang="de-DE" sz="1200" b="1" dirty="0">
                    <a:solidFill>
                      <a:schemeClr val="bg1"/>
                    </a:solidFill>
                  </a:rPr>
                  <a:t>Dachfonds</a:t>
                </a:r>
                <a:br>
                  <a:rPr lang="de-DE" sz="1200" b="1" dirty="0">
                    <a:solidFill>
                      <a:schemeClr val="bg1"/>
                    </a:solidFill>
                  </a:rPr>
                </a:br>
                <a:r>
                  <a:rPr lang="de-DE" sz="1200" dirty="0" err="1">
                    <a:solidFill>
                      <a:schemeClr val="bg1"/>
                    </a:solidFill>
                  </a:rPr>
                  <a:t>Dachfonds</a:t>
                </a:r>
                <a:r>
                  <a:rPr lang="de-DE" sz="1200" dirty="0">
                    <a:solidFill>
                      <a:schemeClr val="bg1"/>
                    </a:solidFill>
                  </a:rPr>
                  <a:t> investieren in mehrere andere Investmentfonds und erheben dafür gesonderte Gebühren</a:t>
                </a:r>
              </a:p>
            </p:txBody>
          </p:sp>
        </p:grpSp>
      </p:grpSp>
      <p:grpSp>
        <p:nvGrpSpPr>
          <p:cNvPr id="54" name="Gruppieren 53">
            <a:extLst>
              <a:ext uri="{FF2B5EF4-FFF2-40B4-BE49-F238E27FC236}">
                <a16:creationId xmlns:a16="http://schemas.microsoft.com/office/drawing/2014/main" id="{163B630B-547A-7486-B075-7B8F9FC16D85}"/>
              </a:ext>
            </a:extLst>
          </p:cNvPr>
          <p:cNvGrpSpPr/>
          <p:nvPr/>
        </p:nvGrpSpPr>
        <p:grpSpPr>
          <a:xfrm>
            <a:off x="6378076" y="1620385"/>
            <a:ext cx="3373591" cy="648000"/>
            <a:chOff x="6378076" y="1640897"/>
            <a:chExt cx="3373591" cy="648000"/>
          </a:xfrm>
        </p:grpSpPr>
        <p:grpSp>
          <p:nvGrpSpPr>
            <p:cNvPr id="49" name="Gruppieren 48">
              <a:extLst>
                <a:ext uri="{FF2B5EF4-FFF2-40B4-BE49-F238E27FC236}">
                  <a16:creationId xmlns:a16="http://schemas.microsoft.com/office/drawing/2014/main" id="{E3BC2A9F-4FAD-BB04-2C83-2E0B8D02EFBC}"/>
                </a:ext>
              </a:extLst>
            </p:cNvPr>
            <p:cNvGrpSpPr/>
            <p:nvPr/>
          </p:nvGrpSpPr>
          <p:grpSpPr>
            <a:xfrm>
              <a:off x="6378076" y="1640897"/>
              <a:ext cx="333633" cy="648000"/>
              <a:chOff x="5589949" y="1546550"/>
              <a:chExt cx="333633" cy="648000"/>
            </a:xfrm>
          </p:grpSpPr>
          <p:cxnSp>
            <p:nvCxnSpPr>
              <p:cNvPr id="50" name="Gerader Verbinder 49">
                <a:extLst>
                  <a:ext uri="{FF2B5EF4-FFF2-40B4-BE49-F238E27FC236}">
                    <a16:creationId xmlns:a16="http://schemas.microsoft.com/office/drawing/2014/main" id="{1FC6B994-5021-B561-62C9-C94251CEACC8}"/>
                  </a:ext>
                </a:extLst>
              </p:cNvPr>
              <p:cNvCxnSpPr>
                <a:cxnSpLocks/>
              </p:cNvCxnSpPr>
              <p:nvPr/>
            </p:nvCxnSpPr>
            <p:spPr>
              <a:xfrm flipH="1">
                <a:off x="5807165" y="1546550"/>
                <a:ext cx="1" cy="648000"/>
              </a:xfrm>
              <a:prstGeom prst="line">
                <a:avLst/>
              </a:prstGeom>
              <a:ln w="38100">
                <a:solidFill>
                  <a:srgbClr val="003366"/>
                </a:solidFill>
              </a:ln>
            </p:spPr>
            <p:style>
              <a:lnRef idx="1">
                <a:schemeClr val="accent1"/>
              </a:lnRef>
              <a:fillRef idx="0">
                <a:schemeClr val="accent1"/>
              </a:fillRef>
              <a:effectRef idx="0">
                <a:schemeClr val="accent1"/>
              </a:effectRef>
              <a:fontRef idx="minor">
                <a:schemeClr val="tx1"/>
              </a:fontRef>
            </p:style>
          </p:cxnSp>
          <p:sp>
            <p:nvSpPr>
              <p:cNvPr id="51" name="Rechteck 50">
                <a:extLst>
                  <a:ext uri="{FF2B5EF4-FFF2-40B4-BE49-F238E27FC236}">
                    <a16:creationId xmlns:a16="http://schemas.microsoft.com/office/drawing/2014/main" id="{01856DBE-543C-3769-C8B9-6484FEC4123B}"/>
                  </a:ext>
                </a:extLst>
              </p:cNvPr>
              <p:cNvSpPr/>
              <p:nvPr/>
            </p:nvSpPr>
            <p:spPr>
              <a:xfrm>
                <a:off x="5589949" y="1632951"/>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2</a:t>
                </a:r>
              </a:p>
            </p:txBody>
          </p:sp>
        </p:grpSp>
        <p:sp>
          <p:nvSpPr>
            <p:cNvPr id="52" name="Textfeld 51">
              <a:extLst>
                <a:ext uri="{FF2B5EF4-FFF2-40B4-BE49-F238E27FC236}">
                  <a16:creationId xmlns:a16="http://schemas.microsoft.com/office/drawing/2014/main" id="{24D79195-E01A-A4F9-42C3-3C43EC2FC0BD}"/>
                </a:ext>
              </a:extLst>
            </p:cNvPr>
            <p:cNvSpPr txBox="1"/>
            <p:nvPr/>
          </p:nvSpPr>
          <p:spPr>
            <a:xfrm>
              <a:off x="6843206" y="1649236"/>
              <a:ext cx="2908461" cy="307777"/>
            </a:xfrm>
            <a:prstGeom prst="rect">
              <a:avLst/>
            </a:prstGeom>
            <a:noFill/>
          </p:spPr>
          <p:txBody>
            <a:bodyPr wrap="square">
              <a:spAutoFit/>
            </a:bodyPr>
            <a:lstStyle/>
            <a:p>
              <a:r>
                <a:rPr lang="de-DE" sz="1400" b="1" spc="245" dirty="0">
                  <a:solidFill>
                    <a:srgbClr val="003366"/>
                  </a:solidFill>
                  <a:cs typeface="Calibri"/>
                </a:rPr>
                <a:t>Passives Investieren</a:t>
              </a:r>
              <a:endParaRPr lang="de-DE" sz="1400" b="1" dirty="0">
                <a:solidFill>
                  <a:srgbClr val="003366"/>
                </a:solidFill>
              </a:endParaRPr>
            </a:p>
          </p:txBody>
        </p:sp>
      </p:grpSp>
      <p:sp>
        <p:nvSpPr>
          <p:cNvPr id="1051" name="Ellipse 1050">
            <a:extLst>
              <a:ext uri="{FF2B5EF4-FFF2-40B4-BE49-F238E27FC236}">
                <a16:creationId xmlns:a16="http://schemas.microsoft.com/office/drawing/2014/main" id="{C8B1BD0E-7D77-FDFF-BE53-40049214E288}"/>
              </a:ext>
            </a:extLst>
          </p:cNvPr>
          <p:cNvSpPr/>
          <p:nvPr/>
        </p:nvSpPr>
        <p:spPr>
          <a:xfrm>
            <a:off x="6300226" y="2519603"/>
            <a:ext cx="540000" cy="540000"/>
          </a:xfrm>
          <a:prstGeom prst="ellipse">
            <a:avLst/>
          </a:prstGeom>
          <a:blipFill dpi="0" rotWithShape="1">
            <a:blip r:embed="rId11">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060" name="Textfeld 1059">
            <a:extLst>
              <a:ext uri="{FF2B5EF4-FFF2-40B4-BE49-F238E27FC236}">
                <a16:creationId xmlns:a16="http://schemas.microsoft.com/office/drawing/2014/main" id="{CEE5DA2E-F94A-FF2E-E3FF-F010A3F19BA6}"/>
              </a:ext>
            </a:extLst>
          </p:cNvPr>
          <p:cNvSpPr txBox="1"/>
          <p:nvPr/>
        </p:nvSpPr>
        <p:spPr>
          <a:xfrm>
            <a:off x="6914441" y="2558771"/>
            <a:ext cx="2844000" cy="461665"/>
          </a:xfrm>
          <a:prstGeom prst="rect">
            <a:avLst/>
          </a:prstGeom>
          <a:noFill/>
        </p:spPr>
        <p:txBody>
          <a:bodyPr wrap="square">
            <a:spAutoFit/>
          </a:bodyPr>
          <a:lstStyle/>
          <a:p>
            <a:r>
              <a:rPr lang="de-DE" sz="1200" b="1" dirty="0">
                <a:solidFill>
                  <a:srgbClr val="003366"/>
                </a:solidFill>
              </a:rPr>
              <a:t>MSCI WORLD (ETF)</a:t>
            </a:r>
            <a:br>
              <a:rPr lang="de-DE" sz="1200" b="1" dirty="0">
                <a:solidFill>
                  <a:srgbClr val="003366"/>
                </a:solidFill>
              </a:rPr>
            </a:br>
            <a:r>
              <a:rPr lang="de-DE" sz="1200" dirty="0">
                <a:solidFill>
                  <a:srgbClr val="003366"/>
                </a:solidFill>
              </a:rPr>
              <a:t>TEXT</a:t>
            </a:r>
          </a:p>
        </p:txBody>
      </p:sp>
      <p:sp>
        <p:nvSpPr>
          <p:cNvPr id="1057" name="Ellipse 1056">
            <a:extLst>
              <a:ext uri="{FF2B5EF4-FFF2-40B4-BE49-F238E27FC236}">
                <a16:creationId xmlns:a16="http://schemas.microsoft.com/office/drawing/2014/main" id="{9B9D1974-1749-8E73-E94A-98BF9A720E9C}"/>
              </a:ext>
            </a:extLst>
          </p:cNvPr>
          <p:cNvSpPr/>
          <p:nvPr/>
        </p:nvSpPr>
        <p:spPr>
          <a:xfrm>
            <a:off x="6300226" y="3323657"/>
            <a:ext cx="540000" cy="540000"/>
          </a:xfrm>
          <a:prstGeom prst="ellipse">
            <a:avLst/>
          </a:prstGeom>
          <a:blipFill dpi="0" rotWithShape="1">
            <a:blip r:embed="rId12">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058" name="Textfeld 1057">
            <a:extLst>
              <a:ext uri="{FF2B5EF4-FFF2-40B4-BE49-F238E27FC236}">
                <a16:creationId xmlns:a16="http://schemas.microsoft.com/office/drawing/2014/main" id="{0EFC7FC9-4218-E4C5-0EC7-8E50B25BEE63}"/>
              </a:ext>
            </a:extLst>
          </p:cNvPr>
          <p:cNvSpPr txBox="1"/>
          <p:nvPr/>
        </p:nvSpPr>
        <p:spPr>
          <a:xfrm>
            <a:off x="6914442" y="3178159"/>
            <a:ext cx="4836552" cy="461665"/>
          </a:xfrm>
          <a:prstGeom prst="rect">
            <a:avLst/>
          </a:prstGeom>
          <a:noFill/>
        </p:spPr>
        <p:txBody>
          <a:bodyPr wrap="square">
            <a:spAutoFit/>
          </a:bodyPr>
          <a:lstStyle/>
          <a:p>
            <a:r>
              <a:rPr lang="de-DE" sz="1200" b="1" dirty="0">
                <a:solidFill>
                  <a:srgbClr val="003366"/>
                </a:solidFill>
              </a:rPr>
              <a:t>S&amp;P 500 (ETF)</a:t>
            </a:r>
            <a:br>
              <a:rPr lang="de-DE" sz="1200" b="1" dirty="0">
                <a:solidFill>
                  <a:srgbClr val="003366"/>
                </a:solidFill>
              </a:rPr>
            </a:br>
            <a:r>
              <a:rPr lang="de-DE" sz="1200" dirty="0">
                <a:solidFill>
                  <a:srgbClr val="003366"/>
                </a:solidFill>
              </a:rPr>
              <a:t>TEXT</a:t>
            </a:r>
          </a:p>
        </p:txBody>
      </p:sp>
      <p:sp>
        <p:nvSpPr>
          <p:cNvPr id="1053" name="Ellipse 1052">
            <a:extLst>
              <a:ext uri="{FF2B5EF4-FFF2-40B4-BE49-F238E27FC236}">
                <a16:creationId xmlns:a16="http://schemas.microsoft.com/office/drawing/2014/main" id="{4B289CBA-372F-5FB2-4331-6A16B47BD542}"/>
              </a:ext>
            </a:extLst>
          </p:cNvPr>
          <p:cNvSpPr/>
          <p:nvPr/>
        </p:nvSpPr>
        <p:spPr>
          <a:xfrm>
            <a:off x="6300226" y="4180877"/>
            <a:ext cx="540000" cy="540000"/>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056" name="Textfeld 1055">
            <a:extLst>
              <a:ext uri="{FF2B5EF4-FFF2-40B4-BE49-F238E27FC236}">
                <a16:creationId xmlns:a16="http://schemas.microsoft.com/office/drawing/2014/main" id="{F6F4157A-E270-12F9-FB32-DC6536F8FC40}"/>
              </a:ext>
            </a:extLst>
          </p:cNvPr>
          <p:cNvSpPr txBox="1"/>
          <p:nvPr/>
        </p:nvSpPr>
        <p:spPr>
          <a:xfrm>
            <a:off x="6914441" y="4127712"/>
            <a:ext cx="5004123" cy="461665"/>
          </a:xfrm>
          <a:prstGeom prst="rect">
            <a:avLst/>
          </a:prstGeom>
          <a:noFill/>
        </p:spPr>
        <p:txBody>
          <a:bodyPr wrap="square">
            <a:spAutoFit/>
          </a:bodyPr>
          <a:lstStyle/>
          <a:p>
            <a:r>
              <a:rPr lang="de-DE" sz="1200" b="1" dirty="0">
                <a:solidFill>
                  <a:srgbClr val="003366"/>
                </a:solidFill>
              </a:rPr>
              <a:t>Dax (ETF)</a:t>
            </a:r>
            <a:br>
              <a:rPr lang="de-DE" sz="1200" b="1" dirty="0">
                <a:solidFill>
                  <a:srgbClr val="003366"/>
                </a:solidFill>
              </a:rPr>
            </a:br>
            <a:r>
              <a:rPr lang="de-DE" sz="1200" dirty="0">
                <a:solidFill>
                  <a:srgbClr val="003366"/>
                </a:solidFill>
              </a:rPr>
              <a:t>TEXT</a:t>
            </a:r>
          </a:p>
        </p:txBody>
      </p:sp>
      <p:sp>
        <p:nvSpPr>
          <p:cNvPr id="1055" name="Ellipse 1054">
            <a:extLst>
              <a:ext uri="{FF2B5EF4-FFF2-40B4-BE49-F238E27FC236}">
                <a16:creationId xmlns:a16="http://schemas.microsoft.com/office/drawing/2014/main" id="{519C7BE9-3F92-6E6C-DFDA-F2003B8647C1}"/>
              </a:ext>
            </a:extLst>
          </p:cNvPr>
          <p:cNvSpPr/>
          <p:nvPr/>
        </p:nvSpPr>
        <p:spPr>
          <a:xfrm>
            <a:off x="6300226" y="4892599"/>
            <a:ext cx="540000" cy="540000"/>
          </a:xfrm>
          <a:prstGeom prst="ellipse">
            <a:avLst/>
          </a:prstGeom>
          <a:blipFill dpi="0" rotWithShape="1">
            <a:blip r:embed="rId14">
              <a:extLst>
                <a:ext uri="{28A0092B-C50C-407E-A947-70E740481C1C}">
                  <a14:useLocalDpi xmlns:a14="http://schemas.microsoft.com/office/drawing/2010/main" val="0"/>
                </a:ext>
              </a:extLst>
            </a:blip>
            <a:srcRect/>
            <a:stretch>
              <a:fillRect/>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054" name="Textfeld 1053">
            <a:extLst>
              <a:ext uri="{FF2B5EF4-FFF2-40B4-BE49-F238E27FC236}">
                <a16:creationId xmlns:a16="http://schemas.microsoft.com/office/drawing/2014/main" id="{BF678E4F-4A38-B6FD-DCB4-D65CED477D4B}"/>
              </a:ext>
            </a:extLst>
          </p:cNvPr>
          <p:cNvSpPr txBox="1"/>
          <p:nvPr/>
        </p:nvSpPr>
        <p:spPr>
          <a:xfrm>
            <a:off x="6914441" y="4931767"/>
            <a:ext cx="5004123" cy="461665"/>
          </a:xfrm>
          <a:prstGeom prst="rect">
            <a:avLst/>
          </a:prstGeom>
          <a:noFill/>
        </p:spPr>
        <p:txBody>
          <a:bodyPr wrap="square">
            <a:spAutoFit/>
          </a:bodyPr>
          <a:lstStyle/>
          <a:p>
            <a:r>
              <a:rPr lang="de-DE" sz="1200" b="1" dirty="0" err="1">
                <a:solidFill>
                  <a:srgbClr val="003366"/>
                </a:solidFill>
              </a:rPr>
              <a:t>TexDax</a:t>
            </a:r>
            <a:r>
              <a:rPr lang="de-DE" sz="1200" b="1" dirty="0">
                <a:solidFill>
                  <a:srgbClr val="003366"/>
                </a:solidFill>
              </a:rPr>
              <a:t> (ETF)</a:t>
            </a:r>
            <a:br>
              <a:rPr lang="de-DE" sz="1200" b="1" dirty="0">
                <a:solidFill>
                  <a:srgbClr val="003366"/>
                </a:solidFill>
              </a:rPr>
            </a:br>
            <a:r>
              <a:rPr lang="de-DE" sz="1200" dirty="0">
                <a:solidFill>
                  <a:srgbClr val="003366"/>
                </a:solidFill>
              </a:rPr>
              <a:t>TEXT</a:t>
            </a:r>
          </a:p>
        </p:txBody>
      </p:sp>
      <p:sp>
        <p:nvSpPr>
          <p:cNvPr id="1059" name="Ellipse 1058">
            <a:extLst>
              <a:ext uri="{FF2B5EF4-FFF2-40B4-BE49-F238E27FC236}">
                <a16:creationId xmlns:a16="http://schemas.microsoft.com/office/drawing/2014/main" id="{326F35F8-86B6-50EE-38D1-EFFDFBD8E1A7}"/>
              </a:ext>
            </a:extLst>
          </p:cNvPr>
          <p:cNvSpPr/>
          <p:nvPr/>
        </p:nvSpPr>
        <p:spPr>
          <a:xfrm>
            <a:off x="6300226" y="5604321"/>
            <a:ext cx="540000" cy="540000"/>
          </a:xfrm>
          <a:prstGeom prst="ellipse">
            <a:avLst/>
          </a:prstGeom>
          <a:blipFill dpi="0" rotWithShape="1">
            <a:blip r:embed="rId15">
              <a:extLst>
                <a:ext uri="{28A0092B-C50C-407E-A947-70E740481C1C}">
                  <a14:useLocalDpi xmlns:a14="http://schemas.microsoft.com/office/drawing/2010/main" val="0"/>
                </a:ext>
              </a:extLst>
            </a:blip>
            <a:srcRect/>
            <a:stretch>
              <a:fillRect l="-42997" t="-36366" r="-24147" b="-30778"/>
            </a:stretch>
          </a:blip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052" name="Textfeld 1051">
            <a:extLst>
              <a:ext uri="{FF2B5EF4-FFF2-40B4-BE49-F238E27FC236}">
                <a16:creationId xmlns:a16="http://schemas.microsoft.com/office/drawing/2014/main" id="{EBBA151F-DF4F-CD50-DF6D-2B56407A5380}"/>
              </a:ext>
            </a:extLst>
          </p:cNvPr>
          <p:cNvSpPr txBox="1"/>
          <p:nvPr/>
        </p:nvSpPr>
        <p:spPr>
          <a:xfrm>
            <a:off x="6914441" y="5551156"/>
            <a:ext cx="5004123" cy="461665"/>
          </a:xfrm>
          <a:prstGeom prst="rect">
            <a:avLst/>
          </a:prstGeom>
          <a:noFill/>
        </p:spPr>
        <p:txBody>
          <a:bodyPr wrap="square">
            <a:spAutoFit/>
          </a:bodyPr>
          <a:lstStyle/>
          <a:p>
            <a:r>
              <a:rPr lang="de-DE" sz="1200" b="1" dirty="0">
                <a:solidFill>
                  <a:srgbClr val="003366"/>
                </a:solidFill>
              </a:rPr>
              <a:t>Themenbezogene </a:t>
            </a:r>
            <a:r>
              <a:rPr lang="de-DE" sz="1200" b="1" dirty="0" err="1">
                <a:solidFill>
                  <a:srgbClr val="003366"/>
                </a:solidFill>
              </a:rPr>
              <a:t>ETF‘s</a:t>
            </a:r>
            <a:r>
              <a:rPr lang="de-DE" sz="1200" b="1" dirty="0">
                <a:solidFill>
                  <a:srgbClr val="003366"/>
                </a:solidFill>
              </a:rPr>
              <a:t> (Region, Sektor, etc.)</a:t>
            </a:r>
            <a:br>
              <a:rPr lang="de-DE" sz="1200" b="1" dirty="0">
                <a:solidFill>
                  <a:srgbClr val="003366"/>
                </a:solidFill>
              </a:rPr>
            </a:br>
            <a:r>
              <a:rPr lang="de-DE" sz="1200" dirty="0">
                <a:solidFill>
                  <a:srgbClr val="003366"/>
                </a:solidFill>
              </a:rPr>
              <a:t>TEXT</a:t>
            </a:r>
          </a:p>
        </p:txBody>
      </p:sp>
    </p:spTree>
    <p:extLst>
      <p:ext uri="{BB962C8B-B14F-4D97-AF65-F5344CB8AC3E}">
        <p14:creationId xmlns:p14="http://schemas.microsoft.com/office/powerpoint/2010/main" val="1437462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1300483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84" imgH="486" progId="TCLayout.ActiveDocument.1">
                  <p:embed/>
                </p:oleObj>
              </mc:Choice>
              <mc:Fallback>
                <p:oleObj name="think-cell Folie" r:id="rId4"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 name="Rechteck 30">
            <a:extLst>
              <a:ext uri="{FF2B5EF4-FFF2-40B4-BE49-F238E27FC236}">
                <a16:creationId xmlns:a16="http://schemas.microsoft.com/office/drawing/2014/main" id="{B341CBBA-3A35-AD58-4834-B771BF5BFDDD}"/>
              </a:ext>
            </a:extLst>
          </p:cNvPr>
          <p:cNvSpPr/>
          <p:nvPr/>
        </p:nvSpPr>
        <p:spPr>
          <a:xfrm>
            <a:off x="334963" y="1484313"/>
            <a:ext cx="3413550" cy="4824412"/>
          </a:xfrm>
          <a:prstGeom prst="rect">
            <a:avLst/>
          </a:prstGeom>
          <a:solidFill>
            <a:schemeClr val="bg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2. </a:t>
            </a:r>
            <a:r>
              <a:rPr lang="de-DE" sz="1400" spc="245" dirty="0">
                <a:solidFill>
                  <a:srgbClr val="003366"/>
                </a:solidFill>
                <a:cs typeface="Calibri"/>
              </a:rPr>
              <a:t>Vorstellung von aktiven und passiven Investitionen</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BEURTEILUNG DES AKTIVEN INVESTIERENS</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dirty="0"/>
          </a:p>
        </p:txBody>
      </p:sp>
      <p:sp>
        <p:nvSpPr>
          <p:cNvPr id="2" name="object 25">
            <a:extLst>
              <a:ext uri="{FF2B5EF4-FFF2-40B4-BE49-F238E27FC236}">
                <a16:creationId xmlns:a16="http://schemas.microsoft.com/office/drawing/2014/main" id="{82499237-A288-49F0-ACBF-9F1D3D81B5E2}"/>
              </a:ext>
            </a:extLst>
          </p:cNvPr>
          <p:cNvSpPr/>
          <p:nvPr/>
        </p:nvSpPr>
        <p:spPr>
          <a:xfrm>
            <a:off x="4087908" y="1506686"/>
            <a:ext cx="7762875" cy="0"/>
          </a:xfrm>
          <a:custGeom>
            <a:avLst/>
            <a:gdLst/>
            <a:ahLst/>
            <a:cxnLst/>
            <a:rect l="l" t="t" r="r" b="b"/>
            <a:pathLst>
              <a:path w="7762875">
                <a:moveTo>
                  <a:pt x="0" y="0"/>
                </a:moveTo>
                <a:lnTo>
                  <a:pt x="7762875" y="0"/>
                </a:lnTo>
              </a:path>
            </a:pathLst>
          </a:custGeom>
          <a:ln w="25400">
            <a:solidFill>
              <a:schemeClr val="bg2"/>
            </a:solidFill>
          </a:ln>
        </p:spPr>
        <p:txBody>
          <a:bodyPr wrap="square" lIns="0" tIns="0" rIns="0" bIns="0" rtlCol="0"/>
          <a:lstStyle/>
          <a:p>
            <a:endParaRPr/>
          </a:p>
        </p:txBody>
      </p:sp>
      <p:pic>
        <p:nvPicPr>
          <p:cNvPr id="11" name="Grafik 10" descr="Ein Bild, das Text, Screenshot, Diagramm, Schrift enthält.&#10;&#10;Automatisch generierte Beschreibung">
            <a:extLst>
              <a:ext uri="{FF2B5EF4-FFF2-40B4-BE49-F238E27FC236}">
                <a16:creationId xmlns:a16="http://schemas.microsoft.com/office/drawing/2014/main" id="{2B808A9A-21B1-9779-0BD9-734F5E53F5E6}"/>
              </a:ext>
            </a:extLst>
          </p:cNvPr>
          <p:cNvPicPr>
            <a:picLocks noChangeAspect="1"/>
          </p:cNvPicPr>
          <p:nvPr/>
        </p:nvPicPr>
        <p:blipFill rotWithShape="1">
          <a:blip r:embed="rId6">
            <a:extLst>
              <a:ext uri="{28A0092B-C50C-407E-A947-70E740481C1C}">
                <a14:useLocalDpi xmlns:a14="http://schemas.microsoft.com/office/drawing/2010/main" val="0"/>
              </a:ext>
            </a:extLst>
          </a:blip>
          <a:srcRect l="1765" t="25857" r="25058" b="19028"/>
          <a:stretch/>
        </p:blipFill>
        <p:spPr>
          <a:xfrm>
            <a:off x="4071397" y="2010121"/>
            <a:ext cx="8029576" cy="3779836"/>
          </a:xfrm>
          <a:prstGeom prst="rect">
            <a:avLst/>
          </a:prstGeom>
        </p:spPr>
      </p:pic>
      <p:grpSp>
        <p:nvGrpSpPr>
          <p:cNvPr id="24" name="Gruppieren 23">
            <a:extLst>
              <a:ext uri="{FF2B5EF4-FFF2-40B4-BE49-F238E27FC236}">
                <a16:creationId xmlns:a16="http://schemas.microsoft.com/office/drawing/2014/main" id="{06478F00-6F9A-3D9F-C139-4F3F90AF691B}"/>
              </a:ext>
            </a:extLst>
          </p:cNvPr>
          <p:cNvGrpSpPr/>
          <p:nvPr/>
        </p:nvGrpSpPr>
        <p:grpSpPr>
          <a:xfrm>
            <a:off x="394804" y="1575159"/>
            <a:ext cx="2949131" cy="338023"/>
            <a:chOff x="394804" y="1667755"/>
            <a:chExt cx="2949131" cy="338023"/>
          </a:xfrm>
        </p:grpSpPr>
        <p:sp>
          <p:nvSpPr>
            <p:cNvPr id="28" name="Rechteck 27">
              <a:extLst>
                <a:ext uri="{FF2B5EF4-FFF2-40B4-BE49-F238E27FC236}">
                  <a16:creationId xmlns:a16="http://schemas.microsoft.com/office/drawing/2014/main" id="{DE378F55-529E-DD3C-8D24-FADCDEFE8907}"/>
                </a:ext>
              </a:extLst>
            </p:cNvPr>
            <p:cNvSpPr/>
            <p:nvPr/>
          </p:nvSpPr>
          <p:spPr>
            <a:xfrm>
              <a:off x="394804" y="1667755"/>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1</a:t>
              </a:r>
            </a:p>
          </p:txBody>
        </p:sp>
        <p:sp>
          <p:nvSpPr>
            <p:cNvPr id="26" name="Textfeld 25">
              <a:extLst>
                <a:ext uri="{FF2B5EF4-FFF2-40B4-BE49-F238E27FC236}">
                  <a16:creationId xmlns:a16="http://schemas.microsoft.com/office/drawing/2014/main" id="{ACAB0E88-4FFF-AED6-7803-C465F5400B61}"/>
                </a:ext>
              </a:extLst>
            </p:cNvPr>
            <p:cNvSpPr txBox="1"/>
            <p:nvPr/>
          </p:nvSpPr>
          <p:spPr>
            <a:xfrm>
              <a:off x="859935" y="1682878"/>
              <a:ext cx="2484000" cy="307777"/>
            </a:xfrm>
            <a:prstGeom prst="rect">
              <a:avLst/>
            </a:prstGeom>
            <a:noFill/>
          </p:spPr>
          <p:txBody>
            <a:bodyPr wrap="square">
              <a:spAutoFit/>
            </a:bodyPr>
            <a:lstStyle/>
            <a:p>
              <a:r>
                <a:rPr lang="de-DE" sz="1400" b="1" spc="245" dirty="0">
                  <a:solidFill>
                    <a:srgbClr val="003366"/>
                  </a:solidFill>
                  <a:cs typeface="Calibri"/>
                </a:rPr>
                <a:t>Aktives Investieren</a:t>
              </a:r>
              <a:endParaRPr lang="de-DE" sz="1400" b="1" dirty="0">
                <a:solidFill>
                  <a:srgbClr val="003366"/>
                </a:solidFill>
              </a:endParaRPr>
            </a:p>
          </p:txBody>
        </p:sp>
      </p:grpSp>
      <p:sp>
        <p:nvSpPr>
          <p:cNvPr id="29" name="object 21">
            <a:extLst>
              <a:ext uri="{FF2B5EF4-FFF2-40B4-BE49-F238E27FC236}">
                <a16:creationId xmlns:a16="http://schemas.microsoft.com/office/drawing/2014/main" id="{5F4DE589-6B01-A246-A593-2ECBF467F592}"/>
              </a:ext>
            </a:extLst>
          </p:cNvPr>
          <p:cNvSpPr/>
          <p:nvPr/>
        </p:nvSpPr>
        <p:spPr>
          <a:xfrm>
            <a:off x="494379" y="2171629"/>
            <a:ext cx="340851" cy="289432"/>
          </a:xfrm>
          <a:custGeom>
            <a:avLst/>
            <a:gdLst/>
            <a:ahLst/>
            <a:cxnLst/>
            <a:rect l="l" t="t" r="r" b="b"/>
            <a:pathLst>
              <a:path w="408305" h="346710">
                <a:moveTo>
                  <a:pt x="21460" y="6176"/>
                </a:moveTo>
                <a:lnTo>
                  <a:pt x="0" y="6176"/>
                </a:lnTo>
                <a:lnTo>
                  <a:pt x="0" y="346143"/>
                </a:lnTo>
                <a:lnTo>
                  <a:pt x="407735" y="346143"/>
                </a:lnTo>
                <a:lnTo>
                  <a:pt x="407735" y="324787"/>
                </a:lnTo>
                <a:lnTo>
                  <a:pt x="21460" y="324787"/>
                </a:lnTo>
                <a:lnTo>
                  <a:pt x="21460" y="6176"/>
                </a:lnTo>
                <a:close/>
              </a:path>
              <a:path w="408305" h="346710">
                <a:moveTo>
                  <a:pt x="118030" y="234566"/>
                </a:moveTo>
                <a:lnTo>
                  <a:pt x="53650" y="274015"/>
                </a:lnTo>
                <a:lnTo>
                  <a:pt x="53650" y="324787"/>
                </a:lnTo>
                <a:lnTo>
                  <a:pt x="75105" y="324787"/>
                </a:lnTo>
                <a:lnTo>
                  <a:pt x="75105" y="283112"/>
                </a:lnTo>
                <a:lnTo>
                  <a:pt x="96565" y="269954"/>
                </a:lnTo>
                <a:lnTo>
                  <a:pt x="118030" y="269954"/>
                </a:lnTo>
                <a:lnTo>
                  <a:pt x="118030" y="234566"/>
                </a:lnTo>
                <a:close/>
              </a:path>
              <a:path w="408305" h="346710">
                <a:moveTo>
                  <a:pt x="118030" y="269954"/>
                </a:moveTo>
                <a:lnTo>
                  <a:pt x="96565" y="269954"/>
                </a:lnTo>
                <a:lnTo>
                  <a:pt x="96565" y="324787"/>
                </a:lnTo>
                <a:lnTo>
                  <a:pt x="118030" y="324787"/>
                </a:lnTo>
                <a:lnTo>
                  <a:pt x="118030" y="269954"/>
                </a:lnTo>
                <a:close/>
              </a:path>
              <a:path w="408305" h="346710">
                <a:moveTo>
                  <a:pt x="214595" y="175335"/>
                </a:moveTo>
                <a:lnTo>
                  <a:pt x="150220" y="214824"/>
                </a:lnTo>
                <a:lnTo>
                  <a:pt x="150220" y="324787"/>
                </a:lnTo>
                <a:lnTo>
                  <a:pt x="214595" y="324787"/>
                </a:lnTo>
                <a:lnTo>
                  <a:pt x="171680" y="324782"/>
                </a:lnTo>
                <a:lnTo>
                  <a:pt x="171680" y="223881"/>
                </a:lnTo>
                <a:lnTo>
                  <a:pt x="193135" y="210718"/>
                </a:lnTo>
                <a:lnTo>
                  <a:pt x="214595" y="210718"/>
                </a:lnTo>
                <a:lnTo>
                  <a:pt x="214595" y="175335"/>
                </a:lnTo>
                <a:close/>
              </a:path>
              <a:path w="408305" h="346710">
                <a:moveTo>
                  <a:pt x="311352" y="115989"/>
                </a:moveTo>
                <a:lnTo>
                  <a:pt x="246790" y="155588"/>
                </a:lnTo>
                <a:lnTo>
                  <a:pt x="246790" y="324787"/>
                </a:lnTo>
                <a:lnTo>
                  <a:pt x="268245" y="324787"/>
                </a:lnTo>
                <a:lnTo>
                  <a:pt x="268245" y="164655"/>
                </a:lnTo>
                <a:lnTo>
                  <a:pt x="289705" y="151623"/>
                </a:lnTo>
                <a:lnTo>
                  <a:pt x="311321" y="151623"/>
                </a:lnTo>
                <a:lnTo>
                  <a:pt x="311352" y="115989"/>
                </a:lnTo>
                <a:close/>
              </a:path>
              <a:path w="408305" h="346710">
                <a:moveTo>
                  <a:pt x="311321" y="151623"/>
                </a:moveTo>
                <a:lnTo>
                  <a:pt x="289705" y="151623"/>
                </a:lnTo>
                <a:lnTo>
                  <a:pt x="289705" y="324787"/>
                </a:lnTo>
                <a:lnTo>
                  <a:pt x="311170" y="324787"/>
                </a:lnTo>
                <a:lnTo>
                  <a:pt x="311321" y="151623"/>
                </a:lnTo>
                <a:close/>
              </a:path>
              <a:path w="408305" h="346710">
                <a:moveTo>
                  <a:pt x="214595" y="210718"/>
                </a:moveTo>
                <a:lnTo>
                  <a:pt x="193135" y="210718"/>
                </a:lnTo>
                <a:lnTo>
                  <a:pt x="193135" y="324782"/>
                </a:lnTo>
                <a:lnTo>
                  <a:pt x="214595" y="324782"/>
                </a:lnTo>
                <a:lnTo>
                  <a:pt x="214595" y="210718"/>
                </a:lnTo>
                <a:close/>
              </a:path>
              <a:path w="408305" h="346710">
                <a:moveTo>
                  <a:pt x="294976" y="0"/>
                </a:moveTo>
                <a:lnTo>
                  <a:pt x="272315" y="13992"/>
                </a:lnTo>
                <a:lnTo>
                  <a:pt x="307610" y="31914"/>
                </a:lnTo>
                <a:lnTo>
                  <a:pt x="171685" y="115908"/>
                </a:lnTo>
                <a:lnTo>
                  <a:pt x="171685" y="141164"/>
                </a:lnTo>
                <a:lnTo>
                  <a:pt x="319052" y="50194"/>
                </a:lnTo>
                <a:lnTo>
                  <a:pt x="342674" y="50194"/>
                </a:lnTo>
                <a:lnTo>
                  <a:pt x="343360" y="22440"/>
                </a:lnTo>
                <a:lnTo>
                  <a:pt x="294976" y="0"/>
                </a:lnTo>
                <a:close/>
              </a:path>
              <a:path w="408305" h="346710">
                <a:moveTo>
                  <a:pt x="342674" y="50194"/>
                </a:moveTo>
                <a:lnTo>
                  <a:pt x="319052" y="50194"/>
                </a:lnTo>
                <a:lnTo>
                  <a:pt x="319385" y="89532"/>
                </a:lnTo>
                <a:lnTo>
                  <a:pt x="342047" y="75545"/>
                </a:lnTo>
                <a:lnTo>
                  <a:pt x="342674" y="50194"/>
                </a:lnTo>
                <a:close/>
              </a:path>
            </a:pathLst>
          </a:custGeom>
          <a:solidFill>
            <a:srgbClr val="003366"/>
          </a:solidFill>
        </p:spPr>
        <p:txBody>
          <a:bodyPr wrap="square" lIns="0" tIns="0" rIns="0" bIns="0" rtlCol="0"/>
          <a:lstStyle/>
          <a:p>
            <a:endParaRPr/>
          </a:p>
        </p:txBody>
      </p:sp>
      <p:sp>
        <p:nvSpPr>
          <p:cNvPr id="33" name="Textfeld 32">
            <a:extLst>
              <a:ext uri="{FF2B5EF4-FFF2-40B4-BE49-F238E27FC236}">
                <a16:creationId xmlns:a16="http://schemas.microsoft.com/office/drawing/2014/main" id="{9EA8D675-C5B7-BE08-92DD-AFBEE75D7473}"/>
              </a:ext>
            </a:extLst>
          </p:cNvPr>
          <p:cNvSpPr txBox="1"/>
          <p:nvPr/>
        </p:nvSpPr>
        <p:spPr>
          <a:xfrm>
            <a:off x="934804" y="2177846"/>
            <a:ext cx="823892" cy="276999"/>
          </a:xfrm>
          <a:prstGeom prst="rect">
            <a:avLst/>
          </a:prstGeom>
          <a:noFill/>
        </p:spPr>
        <p:txBody>
          <a:bodyPr wrap="square">
            <a:spAutoFit/>
          </a:bodyPr>
          <a:lstStyle/>
          <a:p>
            <a:r>
              <a:rPr lang="de-DE" sz="1200" b="1" dirty="0">
                <a:solidFill>
                  <a:srgbClr val="003366"/>
                </a:solidFill>
              </a:rPr>
              <a:t>Vorteile</a:t>
            </a:r>
            <a:endParaRPr lang="de-DE" sz="1200" dirty="0">
              <a:solidFill>
                <a:srgbClr val="003366"/>
              </a:solidFill>
            </a:endParaRPr>
          </a:p>
        </p:txBody>
      </p:sp>
      <p:sp>
        <p:nvSpPr>
          <p:cNvPr id="36" name="Textfeld 35">
            <a:extLst>
              <a:ext uri="{FF2B5EF4-FFF2-40B4-BE49-F238E27FC236}">
                <a16:creationId xmlns:a16="http://schemas.microsoft.com/office/drawing/2014/main" id="{2E3E89E8-7402-DD1D-8323-C94D7FC95F96}"/>
              </a:ext>
            </a:extLst>
          </p:cNvPr>
          <p:cNvSpPr txBox="1"/>
          <p:nvPr/>
        </p:nvSpPr>
        <p:spPr>
          <a:xfrm>
            <a:off x="934803" y="4558825"/>
            <a:ext cx="1524311" cy="461665"/>
          </a:xfrm>
          <a:prstGeom prst="rect">
            <a:avLst/>
          </a:prstGeom>
          <a:noFill/>
        </p:spPr>
        <p:txBody>
          <a:bodyPr wrap="square">
            <a:spAutoFit/>
          </a:bodyPr>
          <a:lstStyle/>
          <a:p>
            <a:r>
              <a:rPr lang="de-DE" sz="1200" b="1" dirty="0">
                <a:solidFill>
                  <a:srgbClr val="003366"/>
                </a:solidFill>
              </a:rPr>
              <a:t>Unsicherheiten und Risiken</a:t>
            </a:r>
            <a:endParaRPr lang="de-DE" sz="1200" dirty="0">
              <a:solidFill>
                <a:srgbClr val="003366"/>
              </a:solidFill>
            </a:endParaRPr>
          </a:p>
        </p:txBody>
      </p:sp>
      <p:grpSp>
        <p:nvGrpSpPr>
          <p:cNvPr id="40" name="Group 3">
            <a:extLst>
              <a:ext uri="{FF2B5EF4-FFF2-40B4-BE49-F238E27FC236}">
                <a16:creationId xmlns:a16="http://schemas.microsoft.com/office/drawing/2014/main" id="{C765F73D-91EB-7354-111C-562900AC14A0}"/>
              </a:ext>
            </a:extLst>
          </p:cNvPr>
          <p:cNvGrpSpPr>
            <a:grpSpLocks noChangeAspect="1"/>
          </p:cNvGrpSpPr>
          <p:nvPr/>
        </p:nvGrpSpPr>
        <p:grpSpPr>
          <a:xfrm>
            <a:off x="484804" y="4597225"/>
            <a:ext cx="360000" cy="360000"/>
            <a:chOff x="4032009" y="2888999"/>
            <a:chExt cx="1080000" cy="1080000"/>
          </a:xfrm>
          <a:solidFill>
            <a:srgbClr val="003366"/>
          </a:solidFill>
        </p:grpSpPr>
        <p:sp>
          <p:nvSpPr>
            <p:cNvPr id="41" name="Frame 1">
              <a:extLst>
                <a:ext uri="{FF2B5EF4-FFF2-40B4-BE49-F238E27FC236}">
                  <a16:creationId xmlns:a16="http://schemas.microsoft.com/office/drawing/2014/main" id="{DADCB1C8-89C8-33EC-5DD1-BF44E8C20DF7}"/>
                </a:ext>
              </a:extLst>
            </p:cNvPr>
            <p:cNvSpPr>
              <a:spLocks noChangeAspect="1"/>
            </p:cNvSpPr>
            <p:nvPr/>
          </p:nvSpPr>
          <p:spPr>
            <a:xfrm>
              <a:off x="4032009" y="2888999"/>
              <a:ext cx="1080000" cy="1080000"/>
            </a:xfrm>
            <a:prstGeom prst="frame">
              <a:avLst>
                <a:gd name="adj1" fmla="val 0"/>
              </a:avLst>
            </a:prstGeom>
            <a:grp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2" name="Graphic 1">
              <a:extLst>
                <a:ext uri="{FF2B5EF4-FFF2-40B4-BE49-F238E27FC236}">
                  <a16:creationId xmlns:a16="http://schemas.microsoft.com/office/drawing/2014/main" id="{32B19EC5-6AD8-B2F0-91D5-07EBBBA0EC64}"/>
                </a:ext>
              </a:extLst>
            </p:cNvPr>
            <p:cNvSpPr>
              <a:spLocks noChangeAspect="1"/>
            </p:cNvSpPr>
            <p:nvPr/>
          </p:nvSpPr>
          <p:spPr>
            <a:xfrm>
              <a:off x="4063636" y="2957710"/>
              <a:ext cx="1016746" cy="942578"/>
            </a:xfrm>
            <a:custGeom>
              <a:avLst/>
              <a:gdLst>
                <a:gd name="connsiteX0" fmla="*/ 1010132 w 1016746"/>
                <a:gd name="connsiteY0" fmla="*/ 865362 h 942578"/>
                <a:gd name="connsiteX1" fmla="*/ 990185 w 1016746"/>
                <a:gd name="connsiteY1" fmla="*/ 935974 h 942578"/>
                <a:gd name="connsiteX2" fmla="*/ 964853 w 1016746"/>
                <a:gd name="connsiteY2" fmla="*/ 942578 h 942578"/>
                <a:gd name="connsiteX3" fmla="*/ 878933 w 1016746"/>
                <a:gd name="connsiteY3" fmla="*/ 942578 h 942578"/>
                <a:gd name="connsiteX4" fmla="*/ 878933 w 1016746"/>
                <a:gd name="connsiteY4" fmla="*/ 922258 h 942578"/>
                <a:gd name="connsiteX5" fmla="*/ 964853 w 1016746"/>
                <a:gd name="connsiteY5" fmla="*/ 922258 h 942578"/>
                <a:gd name="connsiteX6" fmla="*/ 996403 w 1016746"/>
                <a:gd name="connsiteY6" fmla="*/ 890681 h 942578"/>
                <a:gd name="connsiteX7" fmla="*/ 992386 w 1016746"/>
                <a:gd name="connsiteY7" fmla="*/ 875285 h 942578"/>
                <a:gd name="connsiteX8" fmla="*/ 522791 w 1016746"/>
                <a:gd name="connsiteY8" fmla="*/ 36476 h 942578"/>
                <a:gd name="connsiteX9" fmla="*/ 479889 w 1016746"/>
                <a:gd name="connsiteY9" fmla="*/ 24321 h 942578"/>
                <a:gd name="connsiteX10" fmla="*/ 467385 w 1016746"/>
                <a:gd name="connsiteY10" fmla="*/ 37119 h 942578"/>
                <a:gd name="connsiteX11" fmla="*/ 24070 w 1016746"/>
                <a:gd name="connsiteY11" fmla="*/ 875963 h 942578"/>
                <a:gd name="connsiteX12" fmla="*/ 37253 w 1016746"/>
                <a:gd name="connsiteY12" fmla="*/ 918611 h 942578"/>
                <a:gd name="connsiteX13" fmla="*/ 51977 w 1016746"/>
                <a:gd name="connsiteY13" fmla="*/ 922258 h 942578"/>
                <a:gd name="connsiteX14" fmla="*/ 769137 w 1016746"/>
                <a:gd name="connsiteY14" fmla="*/ 922258 h 942578"/>
                <a:gd name="connsiteX15" fmla="*/ 769137 w 1016746"/>
                <a:gd name="connsiteY15" fmla="*/ 942578 h 942578"/>
                <a:gd name="connsiteX16" fmla="*/ 51875 w 1016746"/>
                <a:gd name="connsiteY16" fmla="*/ 942578 h 942578"/>
                <a:gd name="connsiteX17" fmla="*/ 0 w 1016746"/>
                <a:gd name="connsiteY17" fmla="*/ 890752 h 942578"/>
                <a:gd name="connsiteX18" fmla="*/ 6020 w 1016746"/>
                <a:gd name="connsiteY18" fmla="*/ 866480 h 942578"/>
                <a:gd name="connsiteX19" fmla="*/ 449402 w 1016746"/>
                <a:gd name="connsiteY19" fmla="*/ 27636 h 942578"/>
                <a:gd name="connsiteX20" fmla="*/ 494817 w 1016746"/>
                <a:gd name="connsiteY20" fmla="*/ 1 h 942578"/>
                <a:gd name="connsiteX21" fmla="*/ 495461 w 1016746"/>
                <a:gd name="connsiteY21" fmla="*/ 1 h 942578"/>
                <a:gd name="connsiteX22" fmla="*/ 540707 w 1016746"/>
                <a:gd name="connsiteY22" fmla="*/ 26519 h 942578"/>
                <a:gd name="connsiteX23" fmla="*/ 459765 w 1016746"/>
                <a:gd name="connsiteY23" fmla="*/ 626365 h 942578"/>
                <a:gd name="connsiteX24" fmla="*/ 444356 w 1016746"/>
                <a:gd name="connsiteY24" fmla="*/ 300195 h 942578"/>
                <a:gd name="connsiteX25" fmla="*/ 447167 w 1016746"/>
                <a:gd name="connsiteY25" fmla="*/ 292711 h 942578"/>
                <a:gd name="connsiteX26" fmla="*/ 454516 w 1016746"/>
                <a:gd name="connsiteY26" fmla="*/ 289561 h 942578"/>
                <a:gd name="connsiteX27" fmla="*/ 559503 w 1016746"/>
                <a:gd name="connsiteY27" fmla="*/ 289561 h 942578"/>
                <a:gd name="connsiteX28" fmla="*/ 566852 w 1016746"/>
                <a:gd name="connsiteY28" fmla="*/ 292711 h 942578"/>
                <a:gd name="connsiteX29" fmla="*/ 569663 w 1016746"/>
                <a:gd name="connsiteY29" fmla="*/ 300195 h 942578"/>
                <a:gd name="connsiteX30" fmla="*/ 554253 w 1016746"/>
                <a:gd name="connsiteY30" fmla="*/ 626365 h 942578"/>
                <a:gd name="connsiteX31" fmla="*/ 544093 w 1016746"/>
                <a:gd name="connsiteY31" fmla="*/ 636051 h 942578"/>
                <a:gd name="connsiteX32" fmla="*/ 469925 w 1016746"/>
                <a:gd name="connsiteY32" fmla="*/ 636051 h 942578"/>
                <a:gd name="connsiteX33" fmla="*/ 459765 w 1016746"/>
                <a:gd name="connsiteY33" fmla="*/ 626365 h 942578"/>
                <a:gd name="connsiteX34" fmla="*/ 465150 w 1016746"/>
                <a:gd name="connsiteY34" fmla="*/ 309881 h 942578"/>
                <a:gd name="connsiteX35" fmla="*/ 479577 w 1016746"/>
                <a:gd name="connsiteY35" fmla="*/ 615731 h 942578"/>
                <a:gd name="connsiteX36" fmla="*/ 534373 w 1016746"/>
                <a:gd name="connsiteY36" fmla="*/ 615731 h 942578"/>
                <a:gd name="connsiteX37" fmla="*/ 548801 w 1016746"/>
                <a:gd name="connsiteY37" fmla="*/ 309881 h 942578"/>
                <a:gd name="connsiteX38" fmla="*/ 444356 w 1016746"/>
                <a:gd name="connsiteY38" fmla="*/ 759834 h 942578"/>
                <a:gd name="connsiteX39" fmla="*/ 508364 w 1016746"/>
                <a:gd name="connsiteY39" fmla="*/ 695826 h 942578"/>
                <a:gd name="connsiteX40" fmla="*/ 572372 w 1016746"/>
                <a:gd name="connsiteY40" fmla="*/ 759834 h 942578"/>
                <a:gd name="connsiteX41" fmla="*/ 508364 w 1016746"/>
                <a:gd name="connsiteY41" fmla="*/ 823842 h 942578"/>
                <a:gd name="connsiteX42" fmla="*/ 444356 w 1016746"/>
                <a:gd name="connsiteY42" fmla="*/ 759834 h 942578"/>
                <a:gd name="connsiteX43" fmla="*/ 464676 w 1016746"/>
                <a:gd name="connsiteY43" fmla="*/ 759834 h 942578"/>
                <a:gd name="connsiteX44" fmla="*/ 508364 w 1016746"/>
                <a:gd name="connsiteY44" fmla="*/ 803522 h 942578"/>
                <a:gd name="connsiteX45" fmla="*/ 552052 w 1016746"/>
                <a:gd name="connsiteY45" fmla="*/ 759834 h 942578"/>
                <a:gd name="connsiteX46" fmla="*/ 508364 w 1016746"/>
                <a:gd name="connsiteY46" fmla="*/ 716146 h 942578"/>
                <a:gd name="connsiteX47" fmla="*/ 464676 w 1016746"/>
                <a:gd name="connsiteY47" fmla="*/ 759834 h 94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16746" h="942578">
                  <a:moveTo>
                    <a:pt x="1010132" y="865362"/>
                  </a:moveTo>
                  <a:cubicBezTo>
                    <a:pt x="1024123" y="890369"/>
                    <a:pt x="1015192" y="921984"/>
                    <a:pt x="990185" y="935974"/>
                  </a:cubicBezTo>
                  <a:cubicBezTo>
                    <a:pt x="982443" y="940306"/>
                    <a:pt x="973722" y="942578"/>
                    <a:pt x="964853" y="942578"/>
                  </a:cubicBezTo>
                  <a:lnTo>
                    <a:pt x="878933" y="942578"/>
                  </a:lnTo>
                  <a:lnTo>
                    <a:pt x="878933" y="922258"/>
                  </a:lnTo>
                  <a:lnTo>
                    <a:pt x="964853" y="922258"/>
                  </a:lnTo>
                  <a:cubicBezTo>
                    <a:pt x="982284" y="922252"/>
                    <a:pt x="996410" y="908112"/>
                    <a:pt x="996403" y="890681"/>
                  </a:cubicBezTo>
                  <a:cubicBezTo>
                    <a:pt x="996399" y="885289"/>
                    <a:pt x="995018" y="879989"/>
                    <a:pt x="992386" y="875285"/>
                  </a:cubicBezTo>
                  <a:lnTo>
                    <a:pt x="522791" y="36476"/>
                  </a:lnTo>
                  <a:cubicBezTo>
                    <a:pt x="514301" y="21272"/>
                    <a:pt x="495091" y="15830"/>
                    <a:pt x="479889" y="24321"/>
                  </a:cubicBezTo>
                  <a:cubicBezTo>
                    <a:pt x="474572" y="27290"/>
                    <a:pt x="470230" y="31735"/>
                    <a:pt x="467385" y="37119"/>
                  </a:cubicBezTo>
                  <a:lnTo>
                    <a:pt x="24070" y="875963"/>
                  </a:lnTo>
                  <a:cubicBezTo>
                    <a:pt x="15934" y="891379"/>
                    <a:pt x="21836" y="910473"/>
                    <a:pt x="37253" y="918611"/>
                  </a:cubicBezTo>
                  <a:cubicBezTo>
                    <a:pt x="41792" y="921005"/>
                    <a:pt x="46845" y="922258"/>
                    <a:pt x="51977" y="922258"/>
                  </a:cubicBezTo>
                  <a:lnTo>
                    <a:pt x="769137" y="922258"/>
                  </a:lnTo>
                  <a:lnTo>
                    <a:pt x="769137" y="942578"/>
                  </a:lnTo>
                  <a:lnTo>
                    <a:pt x="51875" y="942578"/>
                  </a:lnTo>
                  <a:cubicBezTo>
                    <a:pt x="23239" y="942592"/>
                    <a:pt x="14" y="919390"/>
                    <a:pt x="0" y="890752"/>
                  </a:cubicBezTo>
                  <a:cubicBezTo>
                    <a:pt x="-4" y="882292"/>
                    <a:pt x="2063" y="873958"/>
                    <a:pt x="6020" y="866480"/>
                  </a:cubicBezTo>
                  <a:lnTo>
                    <a:pt x="449402" y="27636"/>
                  </a:lnTo>
                  <a:cubicBezTo>
                    <a:pt x="458204" y="10678"/>
                    <a:pt x="475710" y="25"/>
                    <a:pt x="494817" y="1"/>
                  </a:cubicBezTo>
                  <a:lnTo>
                    <a:pt x="495461" y="1"/>
                  </a:lnTo>
                  <a:cubicBezTo>
                    <a:pt x="514267" y="-132"/>
                    <a:pt x="531634" y="10046"/>
                    <a:pt x="540707" y="26519"/>
                  </a:cubicBezTo>
                  <a:close/>
                  <a:moveTo>
                    <a:pt x="459765" y="626365"/>
                  </a:moveTo>
                  <a:lnTo>
                    <a:pt x="444356" y="300195"/>
                  </a:lnTo>
                  <a:cubicBezTo>
                    <a:pt x="444231" y="297421"/>
                    <a:pt x="445247" y="294717"/>
                    <a:pt x="447167" y="292711"/>
                  </a:cubicBezTo>
                  <a:cubicBezTo>
                    <a:pt x="449084" y="290701"/>
                    <a:pt x="451739" y="289563"/>
                    <a:pt x="454516" y="289561"/>
                  </a:cubicBezTo>
                  <a:lnTo>
                    <a:pt x="559503" y="289561"/>
                  </a:lnTo>
                  <a:cubicBezTo>
                    <a:pt x="562280" y="289563"/>
                    <a:pt x="564935" y="290701"/>
                    <a:pt x="566852" y="292711"/>
                  </a:cubicBezTo>
                  <a:cubicBezTo>
                    <a:pt x="568772" y="294717"/>
                    <a:pt x="569788" y="297421"/>
                    <a:pt x="569663" y="300195"/>
                  </a:cubicBezTo>
                  <a:lnTo>
                    <a:pt x="554253" y="626365"/>
                  </a:lnTo>
                  <a:cubicBezTo>
                    <a:pt x="553999" y="631791"/>
                    <a:pt x="549525" y="636058"/>
                    <a:pt x="544093" y="636051"/>
                  </a:cubicBezTo>
                  <a:lnTo>
                    <a:pt x="469925" y="636051"/>
                  </a:lnTo>
                  <a:cubicBezTo>
                    <a:pt x="464493" y="636058"/>
                    <a:pt x="460019" y="631791"/>
                    <a:pt x="459765" y="626365"/>
                  </a:cubicBezTo>
                  <a:close/>
                  <a:moveTo>
                    <a:pt x="465150" y="309881"/>
                  </a:moveTo>
                  <a:lnTo>
                    <a:pt x="479577" y="615731"/>
                  </a:lnTo>
                  <a:lnTo>
                    <a:pt x="534373" y="615731"/>
                  </a:lnTo>
                  <a:lnTo>
                    <a:pt x="548801" y="309881"/>
                  </a:lnTo>
                  <a:close/>
                  <a:moveTo>
                    <a:pt x="444356" y="759834"/>
                  </a:moveTo>
                  <a:cubicBezTo>
                    <a:pt x="444356" y="724484"/>
                    <a:pt x="473014" y="695826"/>
                    <a:pt x="508364" y="695826"/>
                  </a:cubicBezTo>
                  <a:cubicBezTo>
                    <a:pt x="543714" y="695826"/>
                    <a:pt x="572372" y="724484"/>
                    <a:pt x="572372" y="759834"/>
                  </a:cubicBezTo>
                  <a:cubicBezTo>
                    <a:pt x="572372" y="795184"/>
                    <a:pt x="543714" y="823842"/>
                    <a:pt x="508364" y="823842"/>
                  </a:cubicBezTo>
                  <a:cubicBezTo>
                    <a:pt x="473027" y="823805"/>
                    <a:pt x="444393" y="795170"/>
                    <a:pt x="444356" y="759834"/>
                  </a:cubicBezTo>
                  <a:close/>
                  <a:moveTo>
                    <a:pt x="464676" y="759834"/>
                  </a:moveTo>
                  <a:cubicBezTo>
                    <a:pt x="464676" y="783960"/>
                    <a:pt x="484237" y="803522"/>
                    <a:pt x="508364" y="803522"/>
                  </a:cubicBezTo>
                  <a:cubicBezTo>
                    <a:pt x="532490" y="803522"/>
                    <a:pt x="552052" y="783960"/>
                    <a:pt x="552052" y="759834"/>
                  </a:cubicBezTo>
                  <a:cubicBezTo>
                    <a:pt x="552052" y="735707"/>
                    <a:pt x="532490" y="716146"/>
                    <a:pt x="508364" y="716146"/>
                  </a:cubicBezTo>
                  <a:cubicBezTo>
                    <a:pt x="484251" y="716183"/>
                    <a:pt x="464713" y="735721"/>
                    <a:pt x="464676" y="759834"/>
                  </a:cubicBezTo>
                  <a:close/>
                </a:path>
              </a:pathLst>
            </a:custGeom>
            <a:grpFill/>
            <a:ln w="3365" cap="flat">
              <a:noFill/>
              <a:prstDash val="solid"/>
              <a:miter/>
            </a:ln>
          </p:spPr>
          <p:txBody>
            <a:bodyPr rtlCol="0" anchor="ctr"/>
            <a:lstStyle/>
            <a:p>
              <a:endParaRPr lang="de-DE" dirty="0"/>
            </a:p>
          </p:txBody>
        </p:sp>
      </p:grpSp>
      <p:sp>
        <p:nvSpPr>
          <p:cNvPr id="44" name="Textfeld 43">
            <a:extLst>
              <a:ext uri="{FF2B5EF4-FFF2-40B4-BE49-F238E27FC236}">
                <a16:creationId xmlns:a16="http://schemas.microsoft.com/office/drawing/2014/main" id="{9DECC6C2-F2C7-1C4C-109A-0FC7A254FB67}"/>
              </a:ext>
            </a:extLst>
          </p:cNvPr>
          <p:cNvSpPr txBox="1"/>
          <p:nvPr/>
        </p:nvSpPr>
        <p:spPr>
          <a:xfrm>
            <a:off x="394804" y="2521468"/>
            <a:ext cx="3116314" cy="1631216"/>
          </a:xfrm>
          <a:prstGeom prst="rect">
            <a:avLst/>
          </a:prstGeom>
          <a:noFill/>
        </p:spPr>
        <p:txBody>
          <a:bodyPr wrap="square">
            <a:spAutoFit/>
          </a:bodyPr>
          <a:lstStyle/>
          <a:p>
            <a:r>
              <a:rPr lang="de-DE" sz="1000" b="1" i="0" dirty="0">
                <a:solidFill>
                  <a:srgbClr val="003366"/>
                </a:solidFill>
                <a:effectLst/>
              </a:rPr>
              <a:t>Wertentwicklung:</a:t>
            </a:r>
            <a:r>
              <a:rPr lang="de-DE" sz="1000" b="0" i="0" dirty="0">
                <a:solidFill>
                  <a:srgbClr val="003366"/>
                </a:solidFill>
                <a:effectLst/>
              </a:rPr>
              <a:t> Aktiv verwaltete Fonds haben die Chance, sich besser als der allgemeine Aktienmarkt zu entwickeln. Das Dilemma liegt darin, dass man in der Regel erst im Nachhinein weiß, welcher Fonds den Markt übertroffen hat.</a:t>
            </a:r>
          </a:p>
          <a:p>
            <a:endParaRPr lang="de-DE" sz="1000" b="0" i="0" dirty="0">
              <a:solidFill>
                <a:srgbClr val="003366"/>
              </a:solidFill>
              <a:effectLst/>
            </a:endParaRPr>
          </a:p>
          <a:p>
            <a:r>
              <a:rPr lang="de-DE" sz="1000" b="1" i="0" dirty="0">
                <a:solidFill>
                  <a:srgbClr val="003366"/>
                </a:solidFill>
                <a:effectLst/>
              </a:rPr>
              <a:t>Risikomanagement:</a:t>
            </a:r>
            <a:r>
              <a:rPr lang="de-DE" sz="1000" b="0" i="0" dirty="0">
                <a:solidFill>
                  <a:srgbClr val="003366"/>
                </a:solidFill>
                <a:effectLst/>
              </a:rPr>
              <a:t> Aktive Fonds haben grundsätzlich die Möglichkeit, in bestimmten Marktphasen Verluste zu begrenzen, indem sie gezielt bestimmte Aktien verkaufen</a:t>
            </a:r>
            <a:endParaRPr lang="de-DE" sz="1000" dirty="0">
              <a:solidFill>
                <a:srgbClr val="003366"/>
              </a:solidFill>
            </a:endParaRPr>
          </a:p>
        </p:txBody>
      </p:sp>
      <p:sp>
        <p:nvSpPr>
          <p:cNvPr id="46" name="Textfeld 45">
            <a:extLst>
              <a:ext uri="{FF2B5EF4-FFF2-40B4-BE49-F238E27FC236}">
                <a16:creationId xmlns:a16="http://schemas.microsoft.com/office/drawing/2014/main" id="{4E97D07A-70B5-E9F8-6A15-0026BF1AE14E}"/>
              </a:ext>
            </a:extLst>
          </p:cNvPr>
          <p:cNvSpPr txBox="1"/>
          <p:nvPr/>
        </p:nvSpPr>
        <p:spPr>
          <a:xfrm>
            <a:off x="394804" y="5018289"/>
            <a:ext cx="3353708" cy="1169551"/>
          </a:xfrm>
          <a:prstGeom prst="rect">
            <a:avLst/>
          </a:prstGeom>
          <a:noFill/>
        </p:spPr>
        <p:txBody>
          <a:bodyPr wrap="square">
            <a:spAutoFit/>
          </a:bodyPr>
          <a:lstStyle/>
          <a:p>
            <a:r>
              <a:rPr lang="de-DE" sz="1000" b="1" dirty="0">
                <a:solidFill>
                  <a:srgbClr val="003366"/>
                </a:solidFill>
              </a:rPr>
              <a:t>Kosten: </a:t>
            </a:r>
            <a:r>
              <a:rPr lang="de-DE" sz="1000" dirty="0">
                <a:solidFill>
                  <a:srgbClr val="003366"/>
                </a:solidFill>
              </a:rPr>
              <a:t>Fonds verlangen deutlich höhere Gebühren als ETFs. </a:t>
            </a:r>
          </a:p>
          <a:p>
            <a:r>
              <a:rPr lang="de-DE" sz="1000" b="1" dirty="0">
                <a:solidFill>
                  <a:srgbClr val="003366"/>
                </a:solidFill>
              </a:rPr>
              <a:t>Transparenz: </a:t>
            </a:r>
            <a:r>
              <a:rPr lang="de-DE" sz="1000" dirty="0">
                <a:solidFill>
                  <a:srgbClr val="003366"/>
                </a:solidFill>
              </a:rPr>
              <a:t>Die kompletten Aktienbestände können bei Fonds mit aktivem Management nur in den Jahres- und Halbjahresberichten einsehen. </a:t>
            </a:r>
          </a:p>
          <a:p>
            <a:r>
              <a:rPr lang="de-DE" sz="1000" b="1" dirty="0">
                <a:solidFill>
                  <a:srgbClr val="003366"/>
                </a:solidFill>
              </a:rPr>
              <a:t>Liquidität</a:t>
            </a:r>
            <a:r>
              <a:rPr lang="de-DE" sz="1000" dirty="0">
                <a:solidFill>
                  <a:srgbClr val="003366"/>
                </a:solidFill>
              </a:rPr>
              <a:t>: Fonds können nur einmal am Tag verkaufen. </a:t>
            </a:r>
          </a:p>
        </p:txBody>
      </p:sp>
      <p:sp>
        <p:nvSpPr>
          <p:cNvPr id="3" name="Textfeld 2">
            <a:extLst>
              <a:ext uri="{FF2B5EF4-FFF2-40B4-BE49-F238E27FC236}">
                <a16:creationId xmlns:a16="http://schemas.microsoft.com/office/drawing/2014/main" id="{55FF3DAC-DFE3-0B27-E9A6-485AE3DE4F94}"/>
              </a:ext>
            </a:extLst>
          </p:cNvPr>
          <p:cNvSpPr txBox="1"/>
          <p:nvPr/>
        </p:nvSpPr>
        <p:spPr>
          <a:xfrm>
            <a:off x="4011555" y="2171629"/>
            <a:ext cx="2591801" cy="276999"/>
          </a:xfrm>
          <a:prstGeom prst="rect">
            <a:avLst/>
          </a:prstGeom>
          <a:solidFill>
            <a:schemeClr val="bg1"/>
          </a:solidFill>
        </p:spPr>
        <p:txBody>
          <a:bodyPr wrap="square">
            <a:spAutoFit/>
          </a:bodyPr>
          <a:lstStyle/>
          <a:p>
            <a:r>
              <a:rPr lang="de-DE" sz="1200" b="1" dirty="0">
                <a:solidFill>
                  <a:srgbClr val="003366"/>
                </a:solidFill>
              </a:rPr>
              <a:t>Prozentuale Wertentwicklung</a:t>
            </a:r>
            <a:endParaRPr lang="de-DE" sz="1200" dirty="0">
              <a:solidFill>
                <a:srgbClr val="003366"/>
              </a:solidFill>
            </a:endParaRPr>
          </a:p>
        </p:txBody>
      </p:sp>
      <p:sp>
        <p:nvSpPr>
          <p:cNvPr id="4" name="Textfeld 3">
            <a:extLst>
              <a:ext uri="{FF2B5EF4-FFF2-40B4-BE49-F238E27FC236}">
                <a16:creationId xmlns:a16="http://schemas.microsoft.com/office/drawing/2014/main" id="{6A418079-E5D9-7768-DE5B-D9348A27E93B}"/>
              </a:ext>
            </a:extLst>
          </p:cNvPr>
          <p:cNvSpPr txBox="1"/>
          <p:nvPr/>
        </p:nvSpPr>
        <p:spPr>
          <a:xfrm>
            <a:off x="9447798" y="2184062"/>
            <a:ext cx="2591801" cy="276999"/>
          </a:xfrm>
          <a:prstGeom prst="rect">
            <a:avLst/>
          </a:prstGeom>
          <a:solidFill>
            <a:schemeClr val="bg1"/>
          </a:solidFill>
        </p:spPr>
        <p:txBody>
          <a:bodyPr wrap="square">
            <a:spAutoFit/>
          </a:bodyPr>
          <a:lstStyle/>
          <a:p>
            <a:endParaRPr lang="de-DE" sz="1200" dirty="0">
              <a:solidFill>
                <a:srgbClr val="003366"/>
              </a:solidFill>
            </a:endParaRPr>
          </a:p>
        </p:txBody>
      </p:sp>
      <p:sp>
        <p:nvSpPr>
          <p:cNvPr id="5" name="Textfeld 4">
            <a:extLst>
              <a:ext uri="{FF2B5EF4-FFF2-40B4-BE49-F238E27FC236}">
                <a16:creationId xmlns:a16="http://schemas.microsoft.com/office/drawing/2014/main" id="{B7EF792D-A2FD-A8D4-ED84-1A6530BC02E5}"/>
              </a:ext>
            </a:extLst>
          </p:cNvPr>
          <p:cNvSpPr txBox="1"/>
          <p:nvPr/>
        </p:nvSpPr>
        <p:spPr>
          <a:xfrm>
            <a:off x="4011555" y="1568031"/>
            <a:ext cx="4343398" cy="276999"/>
          </a:xfrm>
          <a:prstGeom prst="rect">
            <a:avLst/>
          </a:prstGeom>
          <a:solidFill>
            <a:schemeClr val="bg1"/>
          </a:solidFill>
        </p:spPr>
        <p:txBody>
          <a:bodyPr wrap="square">
            <a:spAutoFit/>
          </a:bodyPr>
          <a:lstStyle/>
          <a:p>
            <a:r>
              <a:rPr lang="de-DE" sz="1200" b="1" dirty="0">
                <a:solidFill>
                  <a:schemeClr val="bg2"/>
                </a:solidFill>
              </a:rPr>
              <a:t>Metzler European </a:t>
            </a:r>
            <a:r>
              <a:rPr lang="de-DE" sz="1200" b="1" dirty="0" err="1">
                <a:solidFill>
                  <a:schemeClr val="bg2"/>
                </a:solidFill>
              </a:rPr>
              <a:t>Smaller</a:t>
            </a:r>
            <a:r>
              <a:rPr lang="de-DE" sz="1200" b="1" dirty="0">
                <a:solidFill>
                  <a:schemeClr val="bg2"/>
                </a:solidFill>
              </a:rPr>
              <a:t> Companies </a:t>
            </a:r>
            <a:r>
              <a:rPr lang="de-DE" sz="1200" b="1" dirty="0" err="1">
                <a:solidFill>
                  <a:schemeClr val="bg2"/>
                </a:solidFill>
              </a:rPr>
              <a:t>Sustainability</a:t>
            </a:r>
            <a:endParaRPr lang="de-DE" sz="1200" dirty="0">
              <a:solidFill>
                <a:schemeClr val="bg2"/>
              </a:solidFill>
            </a:endParaRPr>
          </a:p>
        </p:txBody>
      </p:sp>
      <p:grpSp>
        <p:nvGrpSpPr>
          <p:cNvPr id="25" name="Group 28">
            <a:extLst>
              <a:ext uri="{FF2B5EF4-FFF2-40B4-BE49-F238E27FC236}">
                <a16:creationId xmlns:a16="http://schemas.microsoft.com/office/drawing/2014/main" id="{C62082B1-B55E-9ECD-339C-36E029E7A209}"/>
              </a:ext>
            </a:extLst>
          </p:cNvPr>
          <p:cNvGrpSpPr/>
          <p:nvPr>
            <p:custDataLst>
              <p:tags r:id="rId2"/>
            </p:custDataLst>
          </p:nvPr>
        </p:nvGrpSpPr>
        <p:grpSpPr>
          <a:xfrm>
            <a:off x="8993976" y="6216041"/>
            <a:ext cx="3120550" cy="264642"/>
            <a:chOff x="5241837" y="6021631"/>
            <a:chExt cx="3120550" cy="264642"/>
          </a:xfrm>
        </p:grpSpPr>
        <p:sp>
          <p:nvSpPr>
            <p:cNvPr id="27" name="TextBox 23">
              <a:extLst>
                <a:ext uri="{FF2B5EF4-FFF2-40B4-BE49-F238E27FC236}">
                  <a16:creationId xmlns:a16="http://schemas.microsoft.com/office/drawing/2014/main" id="{A04DB5E7-77A0-4AB6-C65A-0A663ECD2662}"/>
                </a:ext>
              </a:extLst>
            </p:cNvPr>
            <p:cNvSpPr txBox="1"/>
            <p:nvPr/>
          </p:nvSpPr>
          <p:spPr>
            <a:xfrm>
              <a:off x="5357571" y="6028904"/>
              <a:ext cx="3004816" cy="257369"/>
            </a:xfrm>
            <a:prstGeom prst="rect">
              <a:avLst/>
            </a:prstGeom>
            <a:noFill/>
          </p:spPr>
          <p:txBody>
            <a:bodyPr wrap="square" lIns="36000" tIns="36000" rIns="36000" bIns="36000" rtlCol="0">
              <a:spAutoFit/>
            </a:bodyPr>
            <a:lstStyle/>
            <a:p>
              <a:pPr algn="ctr"/>
              <a:r>
                <a:rPr lang="de-DE" sz="1200" dirty="0">
                  <a:solidFill>
                    <a:schemeClr val="accent2"/>
                  </a:solidFill>
                  <a:latin typeface="Segoe Print" panose="02000600000000000000" pitchFamily="2" charset="0"/>
                </a:rPr>
                <a:t>Deep </a:t>
              </a:r>
              <a:r>
                <a:rPr lang="de-DE" sz="1200" dirty="0" err="1">
                  <a:solidFill>
                    <a:schemeClr val="accent2"/>
                  </a:solidFill>
                  <a:latin typeface="Segoe Print" panose="02000600000000000000" pitchFamily="2" charset="0"/>
                </a:rPr>
                <a:t>dive</a:t>
              </a:r>
              <a:r>
                <a:rPr lang="de-DE" sz="1200" dirty="0">
                  <a:solidFill>
                    <a:schemeClr val="accent2"/>
                  </a:solidFill>
                  <a:latin typeface="Segoe Print" panose="02000600000000000000" pitchFamily="2" charset="0"/>
                </a:rPr>
                <a:t> auf der folgenden Folie</a:t>
              </a:r>
            </a:p>
          </p:txBody>
        </p:sp>
        <p:sp>
          <p:nvSpPr>
            <p:cNvPr id="30" name="RedArrow2">
              <a:extLst>
                <a:ext uri="{FF2B5EF4-FFF2-40B4-BE49-F238E27FC236}">
                  <a16:creationId xmlns:a16="http://schemas.microsoft.com/office/drawing/2014/main" id="{2D23450E-DBD3-E1A6-BE5E-F55489150CA4}"/>
                </a:ext>
              </a:extLst>
            </p:cNvPr>
            <p:cNvSpPr>
              <a:spLocks noEditPoints="1"/>
            </p:cNvSpPr>
            <p:nvPr/>
          </p:nvSpPr>
          <p:spPr bwMode="auto">
            <a:xfrm>
              <a:off x="5241837" y="6021631"/>
              <a:ext cx="276247" cy="206055"/>
            </a:xfrm>
            <a:custGeom>
              <a:avLst/>
              <a:gdLst>
                <a:gd name="T0" fmla="*/ 1689 w 1696"/>
                <a:gd name="T1" fmla="*/ 1347 h 1856"/>
                <a:gd name="T2" fmla="*/ 1548 w 1696"/>
                <a:gd name="T3" fmla="*/ 1246 h 1856"/>
                <a:gd name="T4" fmla="*/ 1306 w 1696"/>
                <a:gd name="T5" fmla="*/ 1081 h 1856"/>
                <a:gd name="T6" fmla="*/ 1337 w 1696"/>
                <a:gd name="T7" fmla="*/ 1113 h 1856"/>
                <a:gd name="T8" fmla="*/ 1399 w 1696"/>
                <a:gd name="T9" fmla="*/ 1183 h 1856"/>
                <a:gd name="T10" fmla="*/ 1431 w 1696"/>
                <a:gd name="T11" fmla="*/ 1253 h 1856"/>
                <a:gd name="T12" fmla="*/ 1509 w 1696"/>
                <a:gd name="T13" fmla="*/ 1441 h 1856"/>
                <a:gd name="T14" fmla="*/ 1399 w 1696"/>
                <a:gd name="T15" fmla="*/ 1645 h 1856"/>
                <a:gd name="T16" fmla="*/ 1399 w 1696"/>
                <a:gd name="T17" fmla="*/ 1731 h 1856"/>
                <a:gd name="T18" fmla="*/ 1485 w 1696"/>
                <a:gd name="T19" fmla="*/ 1622 h 1856"/>
                <a:gd name="T20" fmla="*/ 1626 w 1696"/>
                <a:gd name="T21" fmla="*/ 1410 h 1856"/>
                <a:gd name="T22" fmla="*/ 1665 w 1696"/>
                <a:gd name="T23" fmla="*/ 1394 h 1856"/>
                <a:gd name="T24" fmla="*/ 1407 w 1696"/>
                <a:gd name="T25" fmla="*/ 1731 h 1856"/>
                <a:gd name="T26" fmla="*/ 1665 w 1696"/>
                <a:gd name="T27" fmla="*/ 1340 h 1856"/>
                <a:gd name="T28" fmla="*/ 1642 w 1696"/>
                <a:gd name="T29" fmla="*/ 1324 h 1856"/>
                <a:gd name="T30" fmla="*/ 1626 w 1696"/>
                <a:gd name="T31" fmla="*/ 1347 h 1856"/>
                <a:gd name="T32" fmla="*/ 1681 w 1696"/>
                <a:gd name="T33" fmla="*/ 1347 h 1856"/>
                <a:gd name="T34" fmla="*/ 1579 w 1696"/>
                <a:gd name="T35" fmla="*/ 1488 h 1856"/>
                <a:gd name="T36" fmla="*/ 1603 w 1696"/>
                <a:gd name="T37" fmla="*/ 1473 h 1856"/>
                <a:gd name="T38" fmla="*/ 1282 w 1696"/>
                <a:gd name="T39" fmla="*/ 1050 h 1856"/>
                <a:gd name="T40" fmla="*/ 1329 w 1696"/>
                <a:gd name="T41" fmla="*/ 1066 h 1856"/>
                <a:gd name="T42" fmla="*/ 1345 w 1696"/>
                <a:gd name="T43" fmla="*/ 1081 h 1856"/>
                <a:gd name="T44" fmla="*/ 1392 w 1696"/>
                <a:gd name="T45" fmla="*/ 1128 h 1856"/>
                <a:gd name="T46" fmla="*/ 1462 w 1696"/>
                <a:gd name="T47" fmla="*/ 1520 h 1856"/>
                <a:gd name="T48" fmla="*/ 1454 w 1696"/>
                <a:gd name="T49" fmla="*/ 1535 h 1856"/>
                <a:gd name="T50" fmla="*/ 1446 w 1696"/>
                <a:gd name="T51" fmla="*/ 1551 h 1856"/>
                <a:gd name="T52" fmla="*/ 1360 w 1696"/>
                <a:gd name="T53" fmla="*/ 1833 h 1856"/>
                <a:gd name="T54" fmla="*/ 1556 w 1696"/>
                <a:gd name="T55" fmla="*/ 1512 h 1856"/>
                <a:gd name="T56" fmla="*/ 1321 w 1696"/>
                <a:gd name="T57" fmla="*/ 1113 h 1856"/>
                <a:gd name="T58" fmla="*/ 1337 w 1696"/>
                <a:gd name="T59" fmla="*/ 1159 h 1856"/>
                <a:gd name="T60" fmla="*/ 1493 w 1696"/>
                <a:gd name="T61" fmla="*/ 1457 h 1856"/>
                <a:gd name="T62" fmla="*/ 540 w 1696"/>
                <a:gd name="T63" fmla="*/ 1332 h 1856"/>
                <a:gd name="T64" fmla="*/ 751 w 1696"/>
                <a:gd name="T65" fmla="*/ 1394 h 1856"/>
                <a:gd name="T66" fmla="*/ 188 w 1696"/>
                <a:gd name="T67" fmla="*/ 1026 h 1856"/>
                <a:gd name="T68" fmla="*/ 548 w 1696"/>
                <a:gd name="T69" fmla="*/ 1347 h 1856"/>
                <a:gd name="T70" fmla="*/ 774 w 1696"/>
                <a:gd name="T71" fmla="*/ 1379 h 1856"/>
                <a:gd name="T72" fmla="*/ 71 w 1696"/>
                <a:gd name="T73" fmla="*/ 94 h 1856"/>
                <a:gd name="T74" fmla="*/ 673 w 1696"/>
                <a:gd name="T75" fmla="*/ 1465 h 1856"/>
                <a:gd name="T76" fmla="*/ 71 w 1696"/>
                <a:gd name="T77" fmla="*/ 235 h 1856"/>
                <a:gd name="T78" fmla="*/ 383 w 1696"/>
                <a:gd name="T79" fmla="*/ 1293 h 1856"/>
                <a:gd name="T80" fmla="*/ 1423 w 1696"/>
                <a:gd name="T81" fmla="*/ 1379 h 1856"/>
                <a:gd name="T82" fmla="*/ 1063 w 1696"/>
                <a:gd name="T83" fmla="*/ 1402 h 1856"/>
                <a:gd name="T84" fmla="*/ 594 w 1696"/>
                <a:gd name="T85" fmla="*/ 1379 h 1856"/>
                <a:gd name="T86" fmla="*/ 485 w 1696"/>
                <a:gd name="T87" fmla="*/ 1324 h 1856"/>
                <a:gd name="T88" fmla="*/ 188 w 1696"/>
                <a:gd name="T89" fmla="*/ 1042 h 1856"/>
                <a:gd name="T90" fmla="*/ 94 w 1696"/>
                <a:gd name="T91" fmla="*/ 502 h 1856"/>
                <a:gd name="T92" fmla="*/ 55 w 1696"/>
                <a:gd name="T93" fmla="*/ 79 h 1856"/>
                <a:gd name="T94" fmla="*/ 40 w 1696"/>
                <a:gd name="T95" fmla="*/ 87 h 1856"/>
                <a:gd name="T96" fmla="*/ 24 w 1696"/>
                <a:gd name="T97" fmla="*/ 141 h 1856"/>
                <a:gd name="T98" fmla="*/ 16 w 1696"/>
                <a:gd name="T99" fmla="*/ 431 h 1856"/>
                <a:gd name="T100" fmla="*/ 47 w 1696"/>
                <a:gd name="T101" fmla="*/ 901 h 1856"/>
                <a:gd name="T102" fmla="*/ 446 w 1696"/>
                <a:gd name="T103" fmla="*/ 1410 h 1856"/>
                <a:gd name="T104" fmla="*/ 1032 w 1696"/>
                <a:gd name="T105" fmla="*/ 1465 h 1856"/>
                <a:gd name="T106" fmla="*/ 16 w 1696"/>
                <a:gd name="T107" fmla="*/ 650 h 1856"/>
                <a:gd name="T108" fmla="*/ 157 w 1696"/>
                <a:gd name="T109" fmla="*/ 1120 h 1856"/>
                <a:gd name="T110" fmla="*/ 321 w 1696"/>
                <a:gd name="T111" fmla="*/ 1246 h 1856"/>
                <a:gd name="T112" fmla="*/ 1009 w 1696"/>
                <a:gd name="T113" fmla="*/ 1465 h 1856"/>
                <a:gd name="T114" fmla="*/ 360 w 1696"/>
                <a:gd name="T115" fmla="*/ 1277 h 1856"/>
                <a:gd name="T116" fmla="*/ 1024 w 1696"/>
                <a:gd name="T117" fmla="*/ 1394 h 1856"/>
                <a:gd name="T118" fmla="*/ 24 w 1696"/>
                <a:gd name="T119" fmla="*/ 87 h 1856"/>
                <a:gd name="T120" fmla="*/ 610 w 1696"/>
                <a:gd name="T121" fmla="*/ 1457 h 1856"/>
                <a:gd name="T122" fmla="*/ 110 w 1696"/>
                <a:gd name="T123" fmla="*/ 1097 h 1856"/>
                <a:gd name="T124" fmla="*/ 40 w 1696"/>
                <a:gd name="T125" fmla="*/ 901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6" h="1856">
                  <a:moveTo>
                    <a:pt x="1493" y="1645"/>
                  </a:moveTo>
                  <a:cubicBezTo>
                    <a:pt x="1485" y="1645"/>
                    <a:pt x="1485" y="1645"/>
                    <a:pt x="1485" y="1645"/>
                  </a:cubicBezTo>
                  <a:cubicBezTo>
                    <a:pt x="1485" y="1645"/>
                    <a:pt x="1485" y="1645"/>
                    <a:pt x="1493" y="1653"/>
                  </a:cubicBezTo>
                  <a:cubicBezTo>
                    <a:pt x="1493" y="1645"/>
                    <a:pt x="1493" y="1645"/>
                    <a:pt x="1493" y="1645"/>
                  </a:cubicBezTo>
                  <a:close/>
                  <a:moveTo>
                    <a:pt x="1493" y="1653"/>
                  </a:moveTo>
                  <a:cubicBezTo>
                    <a:pt x="1501" y="1653"/>
                    <a:pt x="1501" y="1653"/>
                    <a:pt x="1501" y="1653"/>
                  </a:cubicBezTo>
                  <a:cubicBezTo>
                    <a:pt x="1501" y="1653"/>
                    <a:pt x="1501" y="1653"/>
                    <a:pt x="1493" y="1653"/>
                  </a:cubicBezTo>
                  <a:close/>
                  <a:moveTo>
                    <a:pt x="1462" y="1144"/>
                  </a:moveTo>
                  <a:cubicBezTo>
                    <a:pt x="1462" y="1144"/>
                    <a:pt x="1462" y="1144"/>
                    <a:pt x="1454" y="1136"/>
                  </a:cubicBezTo>
                  <a:cubicBezTo>
                    <a:pt x="1454" y="1136"/>
                    <a:pt x="1454" y="1136"/>
                    <a:pt x="1454" y="1136"/>
                  </a:cubicBezTo>
                  <a:cubicBezTo>
                    <a:pt x="1454" y="1136"/>
                    <a:pt x="1454" y="1136"/>
                    <a:pt x="1462" y="1144"/>
                  </a:cubicBezTo>
                  <a:cubicBezTo>
                    <a:pt x="1462" y="1144"/>
                    <a:pt x="1462" y="1144"/>
                    <a:pt x="1462" y="1144"/>
                  </a:cubicBezTo>
                  <a:close/>
                  <a:moveTo>
                    <a:pt x="1446" y="1128"/>
                  </a:moveTo>
                  <a:cubicBezTo>
                    <a:pt x="1439" y="1128"/>
                    <a:pt x="1439" y="1128"/>
                    <a:pt x="1439" y="1128"/>
                  </a:cubicBezTo>
                  <a:cubicBezTo>
                    <a:pt x="1439" y="1128"/>
                    <a:pt x="1446" y="1136"/>
                    <a:pt x="1454" y="1136"/>
                  </a:cubicBezTo>
                  <a:cubicBezTo>
                    <a:pt x="1446" y="1136"/>
                    <a:pt x="1446" y="1128"/>
                    <a:pt x="1446" y="1128"/>
                  </a:cubicBezTo>
                  <a:close/>
                  <a:moveTo>
                    <a:pt x="1525" y="1575"/>
                  </a:moveTo>
                  <a:cubicBezTo>
                    <a:pt x="1525" y="1575"/>
                    <a:pt x="1525" y="1575"/>
                    <a:pt x="1525" y="1575"/>
                  </a:cubicBezTo>
                  <a:cubicBezTo>
                    <a:pt x="1525" y="1575"/>
                    <a:pt x="1525" y="1575"/>
                    <a:pt x="1525" y="1575"/>
                  </a:cubicBezTo>
                  <a:cubicBezTo>
                    <a:pt x="1525" y="1575"/>
                    <a:pt x="1525" y="1575"/>
                    <a:pt x="1525" y="1575"/>
                  </a:cubicBezTo>
                  <a:close/>
                  <a:moveTo>
                    <a:pt x="1517" y="1582"/>
                  </a:moveTo>
                  <a:cubicBezTo>
                    <a:pt x="1525" y="1575"/>
                    <a:pt x="1525" y="1575"/>
                    <a:pt x="1525" y="1575"/>
                  </a:cubicBezTo>
                  <a:cubicBezTo>
                    <a:pt x="1525" y="1575"/>
                    <a:pt x="1517" y="1582"/>
                    <a:pt x="1517" y="1582"/>
                  </a:cubicBezTo>
                  <a:cubicBezTo>
                    <a:pt x="1517" y="1582"/>
                    <a:pt x="1517" y="1582"/>
                    <a:pt x="1517" y="1582"/>
                  </a:cubicBezTo>
                  <a:close/>
                  <a:moveTo>
                    <a:pt x="1548" y="1528"/>
                  </a:moveTo>
                  <a:cubicBezTo>
                    <a:pt x="1548" y="1528"/>
                    <a:pt x="1548" y="1528"/>
                    <a:pt x="1548" y="1528"/>
                  </a:cubicBezTo>
                  <a:cubicBezTo>
                    <a:pt x="1548" y="1535"/>
                    <a:pt x="1548" y="1543"/>
                    <a:pt x="1540" y="1543"/>
                  </a:cubicBezTo>
                  <a:cubicBezTo>
                    <a:pt x="1548" y="1543"/>
                    <a:pt x="1540" y="1543"/>
                    <a:pt x="1548" y="1543"/>
                  </a:cubicBezTo>
                  <a:cubicBezTo>
                    <a:pt x="1540" y="1543"/>
                    <a:pt x="1540" y="1551"/>
                    <a:pt x="1532" y="1559"/>
                  </a:cubicBezTo>
                  <a:cubicBezTo>
                    <a:pt x="1532" y="1559"/>
                    <a:pt x="1532" y="1559"/>
                    <a:pt x="1532" y="1551"/>
                  </a:cubicBezTo>
                  <a:cubicBezTo>
                    <a:pt x="1532" y="1551"/>
                    <a:pt x="1532" y="1559"/>
                    <a:pt x="1532" y="1559"/>
                  </a:cubicBezTo>
                  <a:cubicBezTo>
                    <a:pt x="1532" y="1559"/>
                    <a:pt x="1532" y="1559"/>
                    <a:pt x="1532" y="1559"/>
                  </a:cubicBezTo>
                  <a:cubicBezTo>
                    <a:pt x="1532" y="1559"/>
                    <a:pt x="1532" y="1559"/>
                    <a:pt x="1525" y="1567"/>
                  </a:cubicBezTo>
                  <a:cubicBezTo>
                    <a:pt x="1525" y="1567"/>
                    <a:pt x="1525" y="1567"/>
                    <a:pt x="1532" y="1567"/>
                  </a:cubicBezTo>
                  <a:cubicBezTo>
                    <a:pt x="1532" y="1567"/>
                    <a:pt x="1525" y="1567"/>
                    <a:pt x="1525" y="1575"/>
                  </a:cubicBezTo>
                  <a:cubicBezTo>
                    <a:pt x="1532" y="1567"/>
                    <a:pt x="1532" y="1575"/>
                    <a:pt x="1532" y="1575"/>
                  </a:cubicBezTo>
                  <a:cubicBezTo>
                    <a:pt x="1532" y="1575"/>
                    <a:pt x="1532" y="1575"/>
                    <a:pt x="1532" y="1559"/>
                  </a:cubicBezTo>
                  <a:cubicBezTo>
                    <a:pt x="1540" y="1559"/>
                    <a:pt x="1540" y="1559"/>
                    <a:pt x="1540" y="1559"/>
                  </a:cubicBezTo>
                  <a:cubicBezTo>
                    <a:pt x="1540" y="1559"/>
                    <a:pt x="1540" y="1559"/>
                    <a:pt x="1540" y="1559"/>
                  </a:cubicBezTo>
                  <a:cubicBezTo>
                    <a:pt x="1540" y="1551"/>
                    <a:pt x="1540" y="1551"/>
                    <a:pt x="1540" y="1551"/>
                  </a:cubicBezTo>
                  <a:cubicBezTo>
                    <a:pt x="1548" y="1543"/>
                    <a:pt x="1548" y="1535"/>
                    <a:pt x="1556" y="1528"/>
                  </a:cubicBezTo>
                  <a:cubicBezTo>
                    <a:pt x="1556" y="1528"/>
                    <a:pt x="1548" y="1528"/>
                    <a:pt x="1548" y="1528"/>
                  </a:cubicBezTo>
                  <a:close/>
                  <a:moveTo>
                    <a:pt x="1532" y="1551"/>
                  </a:moveTo>
                  <a:cubicBezTo>
                    <a:pt x="1532" y="1551"/>
                    <a:pt x="1532" y="1551"/>
                    <a:pt x="1532" y="1551"/>
                  </a:cubicBezTo>
                  <a:cubicBezTo>
                    <a:pt x="1540" y="1551"/>
                    <a:pt x="1540" y="1551"/>
                    <a:pt x="1540" y="1543"/>
                  </a:cubicBezTo>
                  <a:cubicBezTo>
                    <a:pt x="1532" y="1551"/>
                    <a:pt x="1532" y="1551"/>
                    <a:pt x="1532" y="1551"/>
                  </a:cubicBezTo>
                  <a:close/>
                  <a:moveTo>
                    <a:pt x="1517" y="1598"/>
                  </a:moveTo>
                  <a:cubicBezTo>
                    <a:pt x="1517" y="1590"/>
                    <a:pt x="1517" y="1590"/>
                    <a:pt x="1517" y="1590"/>
                  </a:cubicBezTo>
                  <a:cubicBezTo>
                    <a:pt x="1517" y="1582"/>
                    <a:pt x="1517" y="1582"/>
                    <a:pt x="1517" y="1582"/>
                  </a:cubicBezTo>
                  <a:cubicBezTo>
                    <a:pt x="1517" y="1582"/>
                    <a:pt x="1517" y="1582"/>
                    <a:pt x="1509" y="1590"/>
                  </a:cubicBezTo>
                  <a:cubicBezTo>
                    <a:pt x="1517" y="1590"/>
                    <a:pt x="1517" y="1590"/>
                    <a:pt x="1517" y="1598"/>
                  </a:cubicBezTo>
                  <a:close/>
                  <a:moveTo>
                    <a:pt x="1642" y="1316"/>
                  </a:moveTo>
                  <a:cubicBezTo>
                    <a:pt x="1642" y="1316"/>
                    <a:pt x="1650" y="1316"/>
                    <a:pt x="1650" y="1316"/>
                  </a:cubicBezTo>
                  <a:cubicBezTo>
                    <a:pt x="1650" y="1316"/>
                    <a:pt x="1650" y="1316"/>
                    <a:pt x="1650" y="1316"/>
                  </a:cubicBezTo>
                  <a:cubicBezTo>
                    <a:pt x="1642" y="1316"/>
                    <a:pt x="1642" y="1316"/>
                    <a:pt x="1642" y="1316"/>
                  </a:cubicBezTo>
                  <a:close/>
                  <a:moveTo>
                    <a:pt x="1689" y="1347"/>
                  </a:moveTo>
                  <a:cubicBezTo>
                    <a:pt x="1689" y="1340"/>
                    <a:pt x="1689" y="1340"/>
                    <a:pt x="1681" y="1332"/>
                  </a:cubicBezTo>
                  <a:cubicBezTo>
                    <a:pt x="1681" y="1332"/>
                    <a:pt x="1689" y="1332"/>
                    <a:pt x="1689" y="1332"/>
                  </a:cubicBezTo>
                  <a:cubicBezTo>
                    <a:pt x="1689" y="1332"/>
                    <a:pt x="1689" y="1332"/>
                    <a:pt x="1681" y="1332"/>
                  </a:cubicBezTo>
                  <a:cubicBezTo>
                    <a:pt x="1681" y="1332"/>
                    <a:pt x="1681" y="1332"/>
                    <a:pt x="1673" y="1324"/>
                  </a:cubicBezTo>
                  <a:cubicBezTo>
                    <a:pt x="1673" y="1324"/>
                    <a:pt x="1673" y="1324"/>
                    <a:pt x="1673" y="1324"/>
                  </a:cubicBezTo>
                  <a:cubicBezTo>
                    <a:pt x="1665" y="1324"/>
                    <a:pt x="1665" y="1324"/>
                    <a:pt x="1665" y="1316"/>
                  </a:cubicBezTo>
                  <a:cubicBezTo>
                    <a:pt x="1657" y="1316"/>
                    <a:pt x="1665" y="1316"/>
                    <a:pt x="1657" y="1308"/>
                  </a:cubicBezTo>
                  <a:cubicBezTo>
                    <a:pt x="1657" y="1316"/>
                    <a:pt x="1657" y="1316"/>
                    <a:pt x="1657" y="1316"/>
                  </a:cubicBezTo>
                  <a:cubicBezTo>
                    <a:pt x="1657" y="1316"/>
                    <a:pt x="1657" y="1316"/>
                    <a:pt x="1650" y="1308"/>
                  </a:cubicBezTo>
                  <a:cubicBezTo>
                    <a:pt x="1650" y="1308"/>
                    <a:pt x="1650" y="1308"/>
                    <a:pt x="1650" y="1308"/>
                  </a:cubicBezTo>
                  <a:cubicBezTo>
                    <a:pt x="1650" y="1308"/>
                    <a:pt x="1650" y="1308"/>
                    <a:pt x="1642" y="1308"/>
                  </a:cubicBezTo>
                  <a:cubicBezTo>
                    <a:pt x="1650" y="1308"/>
                    <a:pt x="1650" y="1308"/>
                    <a:pt x="1650" y="1308"/>
                  </a:cubicBezTo>
                  <a:cubicBezTo>
                    <a:pt x="1650" y="1308"/>
                    <a:pt x="1650" y="1308"/>
                    <a:pt x="1650" y="1316"/>
                  </a:cubicBezTo>
                  <a:cubicBezTo>
                    <a:pt x="1650" y="1308"/>
                    <a:pt x="1650" y="1308"/>
                    <a:pt x="1657" y="1316"/>
                  </a:cubicBezTo>
                  <a:cubicBezTo>
                    <a:pt x="1665" y="1324"/>
                    <a:pt x="1650" y="1316"/>
                    <a:pt x="1665" y="1324"/>
                  </a:cubicBezTo>
                  <a:cubicBezTo>
                    <a:pt x="1657" y="1324"/>
                    <a:pt x="1657" y="1324"/>
                    <a:pt x="1657" y="1324"/>
                  </a:cubicBezTo>
                  <a:cubicBezTo>
                    <a:pt x="1657" y="1316"/>
                    <a:pt x="1657" y="1324"/>
                    <a:pt x="1650" y="1316"/>
                  </a:cubicBezTo>
                  <a:cubicBezTo>
                    <a:pt x="1650" y="1316"/>
                    <a:pt x="1650" y="1316"/>
                    <a:pt x="1650" y="1316"/>
                  </a:cubicBezTo>
                  <a:cubicBezTo>
                    <a:pt x="1650" y="1316"/>
                    <a:pt x="1650" y="1316"/>
                    <a:pt x="1650" y="1316"/>
                  </a:cubicBezTo>
                  <a:cubicBezTo>
                    <a:pt x="1650" y="1316"/>
                    <a:pt x="1650" y="1316"/>
                    <a:pt x="1650" y="1316"/>
                  </a:cubicBezTo>
                  <a:cubicBezTo>
                    <a:pt x="1650" y="1324"/>
                    <a:pt x="1650" y="1324"/>
                    <a:pt x="1650" y="1324"/>
                  </a:cubicBezTo>
                  <a:cubicBezTo>
                    <a:pt x="1650" y="1324"/>
                    <a:pt x="1650" y="1324"/>
                    <a:pt x="1650" y="1324"/>
                  </a:cubicBezTo>
                  <a:cubicBezTo>
                    <a:pt x="1650" y="1324"/>
                    <a:pt x="1642" y="1324"/>
                    <a:pt x="1642" y="1324"/>
                  </a:cubicBezTo>
                  <a:cubicBezTo>
                    <a:pt x="1642" y="1316"/>
                    <a:pt x="1642" y="1316"/>
                    <a:pt x="1642" y="1316"/>
                  </a:cubicBezTo>
                  <a:cubicBezTo>
                    <a:pt x="1642" y="1316"/>
                    <a:pt x="1642" y="1316"/>
                    <a:pt x="1642" y="1316"/>
                  </a:cubicBezTo>
                  <a:cubicBezTo>
                    <a:pt x="1650" y="1316"/>
                    <a:pt x="1642" y="1316"/>
                    <a:pt x="1642" y="1308"/>
                  </a:cubicBezTo>
                  <a:cubicBezTo>
                    <a:pt x="1634" y="1308"/>
                    <a:pt x="1634" y="1308"/>
                    <a:pt x="1634" y="1300"/>
                  </a:cubicBezTo>
                  <a:cubicBezTo>
                    <a:pt x="1634" y="1300"/>
                    <a:pt x="1634" y="1300"/>
                    <a:pt x="1634" y="1300"/>
                  </a:cubicBezTo>
                  <a:cubicBezTo>
                    <a:pt x="1634" y="1300"/>
                    <a:pt x="1634" y="1300"/>
                    <a:pt x="1634" y="1300"/>
                  </a:cubicBezTo>
                  <a:cubicBezTo>
                    <a:pt x="1634" y="1300"/>
                    <a:pt x="1634" y="1300"/>
                    <a:pt x="1634" y="1300"/>
                  </a:cubicBezTo>
                  <a:cubicBezTo>
                    <a:pt x="1634" y="1300"/>
                    <a:pt x="1634" y="1300"/>
                    <a:pt x="1634" y="1300"/>
                  </a:cubicBezTo>
                  <a:cubicBezTo>
                    <a:pt x="1634" y="1293"/>
                    <a:pt x="1634" y="1293"/>
                    <a:pt x="1634" y="1293"/>
                  </a:cubicBezTo>
                  <a:cubicBezTo>
                    <a:pt x="1634" y="1293"/>
                    <a:pt x="1634" y="1293"/>
                    <a:pt x="1634" y="1293"/>
                  </a:cubicBezTo>
                  <a:cubicBezTo>
                    <a:pt x="1634" y="1293"/>
                    <a:pt x="1634" y="1293"/>
                    <a:pt x="1634" y="1300"/>
                  </a:cubicBezTo>
                  <a:cubicBezTo>
                    <a:pt x="1634" y="1300"/>
                    <a:pt x="1634" y="1300"/>
                    <a:pt x="1634" y="1300"/>
                  </a:cubicBezTo>
                  <a:cubicBezTo>
                    <a:pt x="1626" y="1293"/>
                    <a:pt x="1626" y="1293"/>
                    <a:pt x="1626" y="1293"/>
                  </a:cubicBezTo>
                  <a:cubicBezTo>
                    <a:pt x="1626" y="1293"/>
                    <a:pt x="1634" y="1293"/>
                    <a:pt x="1634" y="1300"/>
                  </a:cubicBezTo>
                  <a:cubicBezTo>
                    <a:pt x="1634" y="1300"/>
                    <a:pt x="1634" y="1300"/>
                    <a:pt x="1634" y="1300"/>
                  </a:cubicBezTo>
                  <a:cubicBezTo>
                    <a:pt x="1618" y="1293"/>
                    <a:pt x="1610" y="1285"/>
                    <a:pt x="1603" y="1277"/>
                  </a:cubicBezTo>
                  <a:cubicBezTo>
                    <a:pt x="1603" y="1277"/>
                    <a:pt x="1603" y="1277"/>
                    <a:pt x="1595" y="1269"/>
                  </a:cubicBezTo>
                  <a:cubicBezTo>
                    <a:pt x="1595" y="1269"/>
                    <a:pt x="1595" y="1269"/>
                    <a:pt x="1587" y="1261"/>
                  </a:cubicBezTo>
                  <a:cubicBezTo>
                    <a:pt x="1587" y="1261"/>
                    <a:pt x="1587" y="1261"/>
                    <a:pt x="1579" y="1261"/>
                  </a:cubicBezTo>
                  <a:cubicBezTo>
                    <a:pt x="1579" y="1261"/>
                    <a:pt x="1579" y="1261"/>
                    <a:pt x="1579" y="1253"/>
                  </a:cubicBezTo>
                  <a:cubicBezTo>
                    <a:pt x="1579" y="1253"/>
                    <a:pt x="1579" y="1253"/>
                    <a:pt x="1571" y="1246"/>
                  </a:cubicBezTo>
                  <a:cubicBezTo>
                    <a:pt x="1564" y="1246"/>
                    <a:pt x="1564" y="1238"/>
                    <a:pt x="1564" y="1238"/>
                  </a:cubicBezTo>
                  <a:cubicBezTo>
                    <a:pt x="1556" y="1230"/>
                    <a:pt x="1548" y="1230"/>
                    <a:pt x="1532" y="1214"/>
                  </a:cubicBezTo>
                  <a:cubicBezTo>
                    <a:pt x="1540" y="1222"/>
                    <a:pt x="1556" y="1230"/>
                    <a:pt x="1564" y="1246"/>
                  </a:cubicBezTo>
                  <a:cubicBezTo>
                    <a:pt x="1564" y="1246"/>
                    <a:pt x="1564" y="1246"/>
                    <a:pt x="1564" y="1246"/>
                  </a:cubicBezTo>
                  <a:cubicBezTo>
                    <a:pt x="1564" y="1246"/>
                    <a:pt x="1564" y="1246"/>
                    <a:pt x="1564" y="1246"/>
                  </a:cubicBezTo>
                  <a:cubicBezTo>
                    <a:pt x="1564" y="1246"/>
                    <a:pt x="1571" y="1253"/>
                    <a:pt x="1571" y="1253"/>
                  </a:cubicBezTo>
                  <a:cubicBezTo>
                    <a:pt x="1564" y="1246"/>
                    <a:pt x="1564" y="1246"/>
                    <a:pt x="1564" y="1246"/>
                  </a:cubicBezTo>
                  <a:cubicBezTo>
                    <a:pt x="1564" y="1246"/>
                    <a:pt x="1564" y="1246"/>
                    <a:pt x="1564" y="1246"/>
                  </a:cubicBezTo>
                  <a:cubicBezTo>
                    <a:pt x="1564" y="1246"/>
                    <a:pt x="1564" y="1246"/>
                    <a:pt x="1564" y="1246"/>
                  </a:cubicBezTo>
                  <a:cubicBezTo>
                    <a:pt x="1564" y="1246"/>
                    <a:pt x="1564" y="1246"/>
                    <a:pt x="1564" y="1253"/>
                  </a:cubicBezTo>
                  <a:cubicBezTo>
                    <a:pt x="1564" y="1253"/>
                    <a:pt x="1564" y="1253"/>
                    <a:pt x="1564" y="1253"/>
                  </a:cubicBezTo>
                  <a:cubicBezTo>
                    <a:pt x="1564" y="1246"/>
                    <a:pt x="1556" y="1246"/>
                    <a:pt x="1548" y="1246"/>
                  </a:cubicBezTo>
                  <a:cubicBezTo>
                    <a:pt x="1548" y="1246"/>
                    <a:pt x="1548" y="1246"/>
                    <a:pt x="1548" y="1238"/>
                  </a:cubicBezTo>
                  <a:cubicBezTo>
                    <a:pt x="1548" y="1238"/>
                    <a:pt x="1556" y="1246"/>
                    <a:pt x="1556" y="1246"/>
                  </a:cubicBezTo>
                  <a:cubicBezTo>
                    <a:pt x="1548" y="1238"/>
                    <a:pt x="1548" y="1238"/>
                    <a:pt x="1548" y="1238"/>
                  </a:cubicBezTo>
                  <a:cubicBezTo>
                    <a:pt x="1548" y="1238"/>
                    <a:pt x="1548" y="1238"/>
                    <a:pt x="1548" y="1230"/>
                  </a:cubicBezTo>
                  <a:cubicBezTo>
                    <a:pt x="1540" y="1230"/>
                    <a:pt x="1532" y="1222"/>
                    <a:pt x="1525" y="1214"/>
                  </a:cubicBezTo>
                  <a:cubicBezTo>
                    <a:pt x="1517" y="1214"/>
                    <a:pt x="1470" y="1167"/>
                    <a:pt x="1454" y="1152"/>
                  </a:cubicBezTo>
                  <a:cubicBezTo>
                    <a:pt x="1462" y="1159"/>
                    <a:pt x="1462" y="1159"/>
                    <a:pt x="1470" y="1167"/>
                  </a:cubicBezTo>
                  <a:cubicBezTo>
                    <a:pt x="1470" y="1167"/>
                    <a:pt x="1470" y="1167"/>
                    <a:pt x="1478" y="1167"/>
                  </a:cubicBezTo>
                  <a:cubicBezTo>
                    <a:pt x="1470" y="1167"/>
                    <a:pt x="1462" y="1167"/>
                    <a:pt x="1462" y="1167"/>
                  </a:cubicBezTo>
                  <a:cubicBezTo>
                    <a:pt x="1470" y="1167"/>
                    <a:pt x="1470" y="1167"/>
                    <a:pt x="1478" y="1175"/>
                  </a:cubicBezTo>
                  <a:cubicBezTo>
                    <a:pt x="1485" y="1191"/>
                    <a:pt x="1501" y="1206"/>
                    <a:pt x="1509" y="1206"/>
                  </a:cubicBezTo>
                  <a:cubicBezTo>
                    <a:pt x="1509" y="1214"/>
                    <a:pt x="1509" y="1214"/>
                    <a:pt x="1517" y="1214"/>
                  </a:cubicBezTo>
                  <a:cubicBezTo>
                    <a:pt x="1532" y="1230"/>
                    <a:pt x="1587" y="1277"/>
                    <a:pt x="1618" y="1300"/>
                  </a:cubicBezTo>
                  <a:cubicBezTo>
                    <a:pt x="1618" y="1300"/>
                    <a:pt x="1618" y="1300"/>
                    <a:pt x="1618" y="1300"/>
                  </a:cubicBezTo>
                  <a:cubicBezTo>
                    <a:pt x="1618" y="1300"/>
                    <a:pt x="1618" y="1300"/>
                    <a:pt x="1618" y="1308"/>
                  </a:cubicBezTo>
                  <a:cubicBezTo>
                    <a:pt x="1610" y="1300"/>
                    <a:pt x="1595" y="1285"/>
                    <a:pt x="1587" y="1277"/>
                  </a:cubicBezTo>
                  <a:cubicBezTo>
                    <a:pt x="1587" y="1277"/>
                    <a:pt x="1579" y="1277"/>
                    <a:pt x="1579" y="1277"/>
                  </a:cubicBezTo>
                  <a:cubicBezTo>
                    <a:pt x="1579" y="1269"/>
                    <a:pt x="1579" y="1269"/>
                    <a:pt x="1571" y="1269"/>
                  </a:cubicBezTo>
                  <a:cubicBezTo>
                    <a:pt x="1571" y="1269"/>
                    <a:pt x="1564" y="1261"/>
                    <a:pt x="1564" y="1261"/>
                  </a:cubicBezTo>
                  <a:cubicBezTo>
                    <a:pt x="1564" y="1261"/>
                    <a:pt x="1564" y="1261"/>
                    <a:pt x="1564" y="1261"/>
                  </a:cubicBezTo>
                  <a:cubicBezTo>
                    <a:pt x="1564" y="1261"/>
                    <a:pt x="1564" y="1261"/>
                    <a:pt x="1564" y="1261"/>
                  </a:cubicBezTo>
                  <a:cubicBezTo>
                    <a:pt x="1548" y="1246"/>
                    <a:pt x="1532" y="1238"/>
                    <a:pt x="1525" y="1230"/>
                  </a:cubicBezTo>
                  <a:cubicBezTo>
                    <a:pt x="1525" y="1230"/>
                    <a:pt x="1525" y="1230"/>
                    <a:pt x="1525" y="1230"/>
                  </a:cubicBezTo>
                  <a:cubicBezTo>
                    <a:pt x="1525" y="1230"/>
                    <a:pt x="1525" y="1230"/>
                    <a:pt x="1517" y="1222"/>
                  </a:cubicBezTo>
                  <a:cubicBezTo>
                    <a:pt x="1517" y="1222"/>
                    <a:pt x="1517" y="1222"/>
                    <a:pt x="1517" y="1222"/>
                  </a:cubicBezTo>
                  <a:cubicBezTo>
                    <a:pt x="1517" y="1214"/>
                    <a:pt x="1509" y="1214"/>
                    <a:pt x="1501" y="1206"/>
                  </a:cubicBezTo>
                  <a:cubicBezTo>
                    <a:pt x="1501" y="1206"/>
                    <a:pt x="1501" y="1206"/>
                    <a:pt x="1501" y="1214"/>
                  </a:cubicBezTo>
                  <a:cubicBezTo>
                    <a:pt x="1501" y="1206"/>
                    <a:pt x="1501" y="1206"/>
                    <a:pt x="1501" y="1206"/>
                  </a:cubicBezTo>
                  <a:cubicBezTo>
                    <a:pt x="1501" y="1199"/>
                    <a:pt x="1501" y="1199"/>
                    <a:pt x="1501" y="1199"/>
                  </a:cubicBezTo>
                  <a:cubicBezTo>
                    <a:pt x="1501" y="1199"/>
                    <a:pt x="1501" y="1199"/>
                    <a:pt x="1493" y="1199"/>
                  </a:cubicBezTo>
                  <a:cubicBezTo>
                    <a:pt x="1493" y="1199"/>
                    <a:pt x="1493" y="1199"/>
                    <a:pt x="1493" y="1199"/>
                  </a:cubicBezTo>
                  <a:cubicBezTo>
                    <a:pt x="1485" y="1191"/>
                    <a:pt x="1478" y="1183"/>
                    <a:pt x="1470" y="1175"/>
                  </a:cubicBezTo>
                  <a:cubicBezTo>
                    <a:pt x="1470" y="1175"/>
                    <a:pt x="1470" y="1175"/>
                    <a:pt x="1470" y="1175"/>
                  </a:cubicBezTo>
                  <a:cubicBezTo>
                    <a:pt x="1470" y="1175"/>
                    <a:pt x="1470" y="1175"/>
                    <a:pt x="1470" y="1175"/>
                  </a:cubicBezTo>
                  <a:cubicBezTo>
                    <a:pt x="1462" y="1167"/>
                    <a:pt x="1454" y="1159"/>
                    <a:pt x="1446" y="1159"/>
                  </a:cubicBezTo>
                  <a:cubicBezTo>
                    <a:pt x="1446" y="1159"/>
                    <a:pt x="1446" y="1159"/>
                    <a:pt x="1439" y="1144"/>
                  </a:cubicBezTo>
                  <a:cubicBezTo>
                    <a:pt x="1439" y="1144"/>
                    <a:pt x="1439" y="1144"/>
                    <a:pt x="1431" y="1144"/>
                  </a:cubicBezTo>
                  <a:cubicBezTo>
                    <a:pt x="1423" y="1136"/>
                    <a:pt x="1384" y="1105"/>
                    <a:pt x="1384" y="1105"/>
                  </a:cubicBezTo>
                  <a:cubicBezTo>
                    <a:pt x="1376" y="1097"/>
                    <a:pt x="1376" y="1097"/>
                    <a:pt x="1376" y="1097"/>
                  </a:cubicBezTo>
                  <a:cubicBezTo>
                    <a:pt x="1368" y="1089"/>
                    <a:pt x="1360" y="1089"/>
                    <a:pt x="1345" y="1081"/>
                  </a:cubicBezTo>
                  <a:cubicBezTo>
                    <a:pt x="1345" y="1081"/>
                    <a:pt x="1345" y="1081"/>
                    <a:pt x="1353" y="1081"/>
                  </a:cubicBezTo>
                  <a:cubicBezTo>
                    <a:pt x="1345" y="1081"/>
                    <a:pt x="1345" y="1081"/>
                    <a:pt x="1345" y="1081"/>
                  </a:cubicBezTo>
                  <a:cubicBezTo>
                    <a:pt x="1345" y="1081"/>
                    <a:pt x="1345" y="1081"/>
                    <a:pt x="1345" y="1081"/>
                  </a:cubicBezTo>
                  <a:cubicBezTo>
                    <a:pt x="1337" y="1081"/>
                    <a:pt x="1329" y="1073"/>
                    <a:pt x="1329" y="1073"/>
                  </a:cubicBezTo>
                  <a:cubicBezTo>
                    <a:pt x="1329" y="1073"/>
                    <a:pt x="1329" y="1073"/>
                    <a:pt x="1321" y="1073"/>
                  </a:cubicBezTo>
                  <a:cubicBezTo>
                    <a:pt x="1321" y="1073"/>
                    <a:pt x="1321" y="1073"/>
                    <a:pt x="1306" y="1066"/>
                  </a:cubicBezTo>
                  <a:cubicBezTo>
                    <a:pt x="1306" y="1066"/>
                    <a:pt x="1306" y="1066"/>
                    <a:pt x="1314" y="1066"/>
                  </a:cubicBezTo>
                  <a:cubicBezTo>
                    <a:pt x="1314" y="1066"/>
                    <a:pt x="1314" y="1066"/>
                    <a:pt x="1298" y="1066"/>
                  </a:cubicBezTo>
                  <a:cubicBezTo>
                    <a:pt x="1298" y="1066"/>
                    <a:pt x="1298" y="1066"/>
                    <a:pt x="1290" y="1066"/>
                  </a:cubicBezTo>
                  <a:cubicBezTo>
                    <a:pt x="1290" y="1066"/>
                    <a:pt x="1290" y="1066"/>
                    <a:pt x="1282" y="1066"/>
                  </a:cubicBezTo>
                  <a:cubicBezTo>
                    <a:pt x="1274" y="1058"/>
                    <a:pt x="1282" y="1066"/>
                    <a:pt x="1282" y="1058"/>
                  </a:cubicBezTo>
                  <a:cubicBezTo>
                    <a:pt x="1282" y="1058"/>
                    <a:pt x="1282" y="1058"/>
                    <a:pt x="1274" y="1066"/>
                  </a:cubicBezTo>
                  <a:cubicBezTo>
                    <a:pt x="1274" y="1066"/>
                    <a:pt x="1282" y="1066"/>
                    <a:pt x="1282" y="1066"/>
                  </a:cubicBezTo>
                  <a:cubicBezTo>
                    <a:pt x="1282" y="1066"/>
                    <a:pt x="1290" y="1066"/>
                    <a:pt x="1298" y="1066"/>
                  </a:cubicBezTo>
                  <a:cubicBezTo>
                    <a:pt x="1298" y="1073"/>
                    <a:pt x="1298" y="1073"/>
                    <a:pt x="1290" y="1073"/>
                  </a:cubicBezTo>
                  <a:cubicBezTo>
                    <a:pt x="1290" y="1073"/>
                    <a:pt x="1290" y="1073"/>
                    <a:pt x="1306" y="1081"/>
                  </a:cubicBezTo>
                  <a:cubicBezTo>
                    <a:pt x="1306" y="1081"/>
                    <a:pt x="1306" y="1081"/>
                    <a:pt x="1314" y="1081"/>
                  </a:cubicBezTo>
                  <a:cubicBezTo>
                    <a:pt x="1321" y="1081"/>
                    <a:pt x="1314" y="1081"/>
                    <a:pt x="1329" y="1089"/>
                  </a:cubicBezTo>
                  <a:cubicBezTo>
                    <a:pt x="1329" y="1089"/>
                    <a:pt x="1329" y="1089"/>
                    <a:pt x="1329" y="1097"/>
                  </a:cubicBezTo>
                  <a:cubicBezTo>
                    <a:pt x="1329" y="1097"/>
                    <a:pt x="1329" y="1089"/>
                    <a:pt x="1321" y="1089"/>
                  </a:cubicBezTo>
                  <a:cubicBezTo>
                    <a:pt x="1329" y="1097"/>
                    <a:pt x="1329" y="1097"/>
                    <a:pt x="1329" y="1097"/>
                  </a:cubicBezTo>
                  <a:cubicBezTo>
                    <a:pt x="1329" y="1097"/>
                    <a:pt x="1329" y="1097"/>
                    <a:pt x="1329" y="1097"/>
                  </a:cubicBezTo>
                  <a:cubicBezTo>
                    <a:pt x="1329" y="1097"/>
                    <a:pt x="1329" y="1097"/>
                    <a:pt x="1329" y="1097"/>
                  </a:cubicBezTo>
                  <a:cubicBezTo>
                    <a:pt x="1337" y="1097"/>
                    <a:pt x="1345" y="1097"/>
                    <a:pt x="1345" y="1105"/>
                  </a:cubicBezTo>
                  <a:cubicBezTo>
                    <a:pt x="1345" y="1105"/>
                    <a:pt x="1337" y="1097"/>
                    <a:pt x="1329" y="1097"/>
                  </a:cubicBezTo>
                  <a:cubicBezTo>
                    <a:pt x="1329" y="1097"/>
                    <a:pt x="1329" y="1097"/>
                    <a:pt x="1329" y="1097"/>
                  </a:cubicBezTo>
                  <a:cubicBezTo>
                    <a:pt x="1329" y="1097"/>
                    <a:pt x="1329" y="1097"/>
                    <a:pt x="1321" y="1097"/>
                  </a:cubicBezTo>
                  <a:cubicBezTo>
                    <a:pt x="1329" y="1105"/>
                    <a:pt x="1353" y="1113"/>
                    <a:pt x="1368" y="1128"/>
                  </a:cubicBezTo>
                  <a:cubicBezTo>
                    <a:pt x="1368" y="1128"/>
                    <a:pt x="1376" y="1128"/>
                    <a:pt x="1376" y="1128"/>
                  </a:cubicBezTo>
                  <a:cubicBezTo>
                    <a:pt x="1376" y="1128"/>
                    <a:pt x="1376" y="1128"/>
                    <a:pt x="1376" y="1128"/>
                  </a:cubicBezTo>
                  <a:cubicBezTo>
                    <a:pt x="1384" y="1128"/>
                    <a:pt x="1384" y="1128"/>
                    <a:pt x="1384" y="1128"/>
                  </a:cubicBezTo>
                  <a:cubicBezTo>
                    <a:pt x="1384" y="1128"/>
                    <a:pt x="1384" y="1128"/>
                    <a:pt x="1392" y="1136"/>
                  </a:cubicBezTo>
                  <a:cubicBezTo>
                    <a:pt x="1384" y="1136"/>
                    <a:pt x="1384" y="1136"/>
                    <a:pt x="1384" y="1136"/>
                  </a:cubicBezTo>
                  <a:cubicBezTo>
                    <a:pt x="1399" y="1144"/>
                    <a:pt x="1446" y="1191"/>
                    <a:pt x="1462" y="1199"/>
                  </a:cubicBezTo>
                  <a:cubicBezTo>
                    <a:pt x="1470" y="1222"/>
                    <a:pt x="1540" y="1277"/>
                    <a:pt x="1595" y="1316"/>
                  </a:cubicBezTo>
                  <a:cubicBezTo>
                    <a:pt x="1595" y="1316"/>
                    <a:pt x="1595" y="1316"/>
                    <a:pt x="1595" y="1316"/>
                  </a:cubicBezTo>
                  <a:cubicBezTo>
                    <a:pt x="1579" y="1308"/>
                    <a:pt x="1564" y="1300"/>
                    <a:pt x="1548" y="1293"/>
                  </a:cubicBezTo>
                  <a:cubicBezTo>
                    <a:pt x="1548" y="1293"/>
                    <a:pt x="1548" y="1293"/>
                    <a:pt x="1532" y="1277"/>
                  </a:cubicBezTo>
                  <a:cubicBezTo>
                    <a:pt x="1509" y="1253"/>
                    <a:pt x="1470" y="1214"/>
                    <a:pt x="1446" y="1191"/>
                  </a:cubicBezTo>
                  <a:cubicBezTo>
                    <a:pt x="1431" y="1175"/>
                    <a:pt x="1415" y="1159"/>
                    <a:pt x="1399" y="1152"/>
                  </a:cubicBezTo>
                  <a:cubicBezTo>
                    <a:pt x="1399" y="1144"/>
                    <a:pt x="1345" y="1113"/>
                    <a:pt x="1337" y="1113"/>
                  </a:cubicBezTo>
                  <a:cubicBezTo>
                    <a:pt x="1329" y="1105"/>
                    <a:pt x="1337" y="1105"/>
                    <a:pt x="1329" y="1105"/>
                  </a:cubicBezTo>
                  <a:cubicBezTo>
                    <a:pt x="1329" y="1105"/>
                    <a:pt x="1329" y="1105"/>
                    <a:pt x="1329" y="1105"/>
                  </a:cubicBezTo>
                  <a:cubicBezTo>
                    <a:pt x="1321" y="1097"/>
                    <a:pt x="1321" y="1097"/>
                    <a:pt x="1321" y="1097"/>
                  </a:cubicBezTo>
                  <a:cubicBezTo>
                    <a:pt x="1321" y="1097"/>
                    <a:pt x="1321" y="1097"/>
                    <a:pt x="1314" y="1097"/>
                  </a:cubicBezTo>
                  <a:cubicBezTo>
                    <a:pt x="1314" y="1097"/>
                    <a:pt x="1314" y="1097"/>
                    <a:pt x="1306" y="1097"/>
                  </a:cubicBezTo>
                  <a:cubicBezTo>
                    <a:pt x="1306" y="1097"/>
                    <a:pt x="1306" y="1097"/>
                    <a:pt x="1298" y="1089"/>
                  </a:cubicBezTo>
                  <a:cubicBezTo>
                    <a:pt x="1298" y="1089"/>
                    <a:pt x="1298" y="1089"/>
                    <a:pt x="1298" y="1089"/>
                  </a:cubicBezTo>
                  <a:cubicBezTo>
                    <a:pt x="1290" y="1089"/>
                    <a:pt x="1298" y="1097"/>
                    <a:pt x="1298" y="1097"/>
                  </a:cubicBezTo>
                  <a:cubicBezTo>
                    <a:pt x="1298" y="1097"/>
                    <a:pt x="1298" y="1097"/>
                    <a:pt x="1298" y="1097"/>
                  </a:cubicBezTo>
                  <a:cubicBezTo>
                    <a:pt x="1298" y="1097"/>
                    <a:pt x="1298" y="1097"/>
                    <a:pt x="1306" y="1097"/>
                  </a:cubicBezTo>
                  <a:cubicBezTo>
                    <a:pt x="1306" y="1097"/>
                    <a:pt x="1306" y="1097"/>
                    <a:pt x="1306" y="1097"/>
                  </a:cubicBezTo>
                  <a:cubicBezTo>
                    <a:pt x="1306" y="1097"/>
                    <a:pt x="1306" y="1097"/>
                    <a:pt x="1298" y="1097"/>
                  </a:cubicBezTo>
                  <a:cubicBezTo>
                    <a:pt x="1298" y="1097"/>
                    <a:pt x="1298" y="1097"/>
                    <a:pt x="1298" y="1097"/>
                  </a:cubicBezTo>
                  <a:cubicBezTo>
                    <a:pt x="1298" y="1097"/>
                    <a:pt x="1298" y="1097"/>
                    <a:pt x="1314" y="1105"/>
                  </a:cubicBezTo>
                  <a:cubicBezTo>
                    <a:pt x="1314" y="1105"/>
                    <a:pt x="1314" y="1105"/>
                    <a:pt x="1314" y="1113"/>
                  </a:cubicBezTo>
                  <a:cubicBezTo>
                    <a:pt x="1321" y="1113"/>
                    <a:pt x="1321" y="1113"/>
                    <a:pt x="1321" y="1113"/>
                  </a:cubicBezTo>
                  <a:cubicBezTo>
                    <a:pt x="1321" y="1113"/>
                    <a:pt x="1321" y="1113"/>
                    <a:pt x="1321" y="1113"/>
                  </a:cubicBezTo>
                  <a:cubicBezTo>
                    <a:pt x="1321" y="1113"/>
                    <a:pt x="1321" y="1113"/>
                    <a:pt x="1329" y="1113"/>
                  </a:cubicBezTo>
                  <a:cubicBezTo>
                    <a:pt x="1321" y="1105"/>
                    <a:pt x="1321" y="1105"/>
                    <a:pt x="1314" y="1105"/>
                  </a:cubicBezTo>
                  <a:cubicBezTo>
                    <a:pt x="1321" y="1105"/>
                    <a:pt x="1321" y="1105"/>
                    <a:pt x="1321" y="1105"/>
                  </a:cubicBezTo>
                  <a:cubicBezTo>
                    <a:pt x="1329" y="1105"/>
                    <a:pt x="1329" y="1105"/>
                    <a:pt x="1329" y="1105"/>
                  </a:cubicBezTo>
                  <a:cubicBezTo>
                    <a:pt x="1329" y="1113"/>
                    <a:pt x="1329" y="1105"/>
                    <a:pt x="1321" y="1105"/>
                  </a:cubicBezTo>
                  <a:cubicBezTo>
                    <a:pt x="1329" y="1113"/>
                    <a:pt x="1321" y="1105"/>
                    <a:pt x="1329" y="1113"/>
                  </a:cubicBezTo>
                  <a:cubicBezTo>
                    <a:pt x="1329" y="1113"/>
                    <a:pt x="1329" y="1113"/>
                    <a:pt x="1329" y="1113"/>
                  </a:cubicBezTo>
                  <a:cubicBezTo>
                    <a:pt x="1329" y="1113"/>
                    <a:pt x="1329" y="1113"/>
                    <a:pt x="1329" y="1113"/>
                  </a:cubicBezTo>
                  <a:cubicBezTo>
                    <a:pt x="1329" y="1113"/>
                    <a:pt x="1329" y="1113"/>
                    <a:pt x="1329" y="1113"/>
                  </a:cubicBezTo>
                  <a:cubicBezTo>
                    <a:pt x="1329" y="1113"/>
                    <a:pt x="1329" y="1113"/>
                    <a:pt x="1329" y="1113"/>
                  </a:cubicBezTo>
                  <a:cubicBezTo>
                    <a:pt x="1329" y="1113"/>
                    <a:pt x="1337" y="1120"/>
                    <a:pt x="1337" y="1120"/>
                  </a:cubicBezTo>
                  <a:cubicBezTo>
                    <a:pt x="1337" y="1113"/>
                    <a:pt x="1337" y="1120"/>
                    <a:pt x="1329" y="1113"/>
                  </a:cubicBezTo>
                  <a:cubicBezTo>
                    <a:pt x="1329" y="1113"/>
                    <a:pt x="1337" y="1113"/>
                    <a:pt x="1337" y="1113"/>
                  </a:cubicBezTo>
                  <a:cubicBezTo>
                    <a:pt x="1337" y="1113"/>
                    <a:pt x="1337" y="1113"/>
                    <a:pt x="1337" y="1113"/>
                  </a:cubicBezTo>
                  <a:cubicBezTo>
                    <a:pt x="1337" y="1113"/>
                    <a:pt x="1337" y="1113"/>
                    <a:pt x="1345" y="1120"/>
                  </a:cubicBezTo>
                  <a:cubicBezTo>
                    <a:pt x="1345" y="1120"/>
                    <a:pt x="1345" y="1120"/>
                    <a:pt x="1360" y="1128"/>
                  </a:cubicBezTo>
                  <a:cubicBezTo>
                    <a:pt x="1368" y="1136"/>
                    <a:pt x="1376" y="1144"/>
                    <a:pt x="1376" y="1144"/>
                  </a:cubicBezTo>
                  <a:cubicBezTo>
                    <a:pt x="1376" y="1144"/>
                    <a:pt x="1376" y="1144"/>
                    <a:pt x="1384" y="1144"/>
                  </a:cubicBezTo>
                  <a:cubicBezTo>
                    <a:pt x="1376" y="1144"/>
                    <a:pt x="1392" y="1159"/>
                    <a:pt x="1399" y="1167"/>
                  </a:cubicBezTo>
                  <a:cubicBezTo>
                    <a:pt x="1399" y="1167"/>
                    <a:pt x="1399" y="1167"/>
                    <a:pt x="1392" y="1167"/>
                  </a:cubicBezTo>
                  <a:cubicBezTo>
                    <a:pt x="1384" y="1159"/>
                    <a:pt x="1384" y="1159"/>
                    <a:pt x="1376" y="1152"/>
                  </a:cubicBezTo>
                  <a:cubicBezTo>
                    <a:pt x="1376" y="1152"/>
                    <a:pt x="1376" y="1152"/>
                    <a:pt x="1384" y="1152"/>
                  </a:cubicBezTo>
                  <a:cubicBezTo>
                    <a:pt x="1384" y="1152"/>
                    <a:pt x="1384" y="1152"/>
                    <a:pt x="1376" y="1144"/>
                  </a:cubicBezTo>
                  <a:cubicBezTo>
                    <a:pt x="1376" y="1144"/>
                    <a:pt x="1376" y="1144"/>
                    <a:pt x="1376" y="1144"/>
                  </a:cubicBezTo>
                  <a:cubicBezTo>
                    <a:pt x="1368" y="1144"/>
                    <a:pt x="1368" y="1144"/>
                    <a:pt x="1360" y="1136"/>
                  </a:cubicBezTo>
                  <a:cubicBezTo>
                    <a:pt x="1368" y="1136"/>
                    <a:pt x="1368" y="1144"/>
                    <a:pt x="1368" y="1144"/>
                  </a:cubicBezTo>
                  <a:cubicBezTo>
                    <a:pt x="1368" y="1144"/>
                    <a:pt x="1360" y="1136"/>
                    <a:pt x="1360" y="1136"/>
                  </a:cubicBezTo>
                  <a:cubicBezTo>
                    <a:pt x="1353" y="1136"/>
                    <a:pt x="1353" y="1136"/>
                    <a:pt x="1353" y="1136"/>
                  </a:cubicBezTo>
                  <a:cubicBezTo>
                    <a:pt x="1353" y="1136"/>
                    <a:pt x="1353" y="1136"/>
                    <a:pt x="1360" y="1144"/>
                  </a:cubicBezTo>
                  <a:cubicBezTo>
                    <a:pt x="1360" y="1144"/>
                    <a:pt x="1360" y="1144"/>
                    <a:pt x="1368" y="1144"/>
                  </a:cubicBezTo>
                  <a:cubicBezTo>
                    <a:pt x="1360" y="1144"/>
                    <a:pt x="1353" y="1136"/>
                    <a:pt x="1345" y="1136"/>
                  </a:cubicBezTo>
                  <a:cubicBezTo>
                    <a:pt x="1345" y="1136"/>
                    <a:pt x="1345" y="1136"/>
                    <a:pt x="1345" y="1136"/>
                  </a:cubicBezTo>
                  <a:cubicBezTo>
                    <a:pt x="1345" y="1136"/>
                    <a:pt x="1345" y="1136"/>
                    <a:pt x="1337" y="1128"/>
                  </a:cubicBezTo>
                  <a:cubicBezTo>
                    <a:pt x="1337" y="1128"/>
                    <a:pt x="1337" y="1128"/>
                    <a:pt x="1337" y="1128"/>
                  </a:cubicBezTo>
                  <a:cubicBezTo>
                    <a:pt x="1337" y="1128"/>
                    <a:pt x="1337" y="1128"/>
                    <a:pt x="1337" y="1128"/>
                  </a:cubicBezTo>
                  <a:cubicBezTo>
                    <a:pt x="1337" y="1128"/>
                    <a:pt x="1337" y="1128"/>
                    <a:pt x="1337" y="1128"/>
                  </a:cubicBezTo>
                  <a:cubicBezTo>
                    <a:pt x="1329" y="1128"/>
                    <a:pt x="1329" y="1128"/>
                    <a:pt x="1329" y="1128"/>
                  </a:cubicBezTo>
                  <a:cubicBezTo>
                    <a:pt x="1329" y="1120"/>
                    <a:pt x="1329" y="1120"/>
                    <a:pt x="1329" y="1120"/>
                  </a:cubicBezTo>
                  <a:cubicBezTo>
                    <a:pt x="1329" y="1120"/>
                    <a:pt x="1329" y="1120"/>
                    <a:pt x="1329" y="1120"/>
                  </a:cubicBezTo>
                  <a:cubicBezTo>
                    <a:pt x="1314" y="1120"/>
                    <a:pt x="1321" y="1120"/>
                    <a:pt x="1298" y="1113"/>
                  </a:cubicBezTo>
                  <a:cubicBezTo>
                    <a:pt x="1298" y="1113"/>
                    <a:pt x="1298" y="1113"/>
                    <a:pt x="1306" y="1120"/>
                  </a:cubicBezTo>
                  <a:cubicBezTo>
                    <a:pt x="1306" y="1120"/>
                    <a:pt x="1306" y="1120"/>
                    <a:pt x="1298" y="1120"/>
                  </a:cubicBezTo>
                  <a:cubicBezTo>
                    <a:pt x="1306" y="1120"/>
                    <a:pt x="1306" y="1120"/>
                    <a:pt x="1306" y="1120"/>
                  </a:cubicBezTo>
                  <a:cubicBezTo>
                    <a:pt x="1314" y="1128"/>
                    <a:pt x="1321" y="1128"/>
                    <a:pt x="1321" y="1128"/>
                  </a:cubicBezTo>
                  <a:cubicBezTo>
                    <a:pt x="1321" y="1128"/>
                    <a:pt x="1321" y="1128"/>
                    <a:pt x="1329" y="1128"/>
                  </a:cubicBezTo>
                  <a:cubicBezTo>
                    <a:pt x="1321" y="1128"/>
                    <a:pt x="1321" y="1128"/>
                    <a:pt x="1321" y="1128"/>
                  </a:cubicBezTo>
                  <a:cubicBezTo>
                    <a:pt x="1321" y="1128"/>
                    <a:pt x="1321" y="1128"/>
                    <a:pt x="1329" y="1128"/>
                  </a:cubicBezTo>
                  <a:cubicBezTo>
                    <a:pt x="1329" y="1128"/>
                    <a:pt x="1329" y="1128"/>
                    <a:pt x="1329" y="1128"/>
                  </a:cubicBezTo>
                  <a:cubicBezTo>
                    <a:pt x="1329" y="1128"/>
                    <a:pt x="1329" y="1136"/>
                    <a:pt x="1337" y="1136"/>
                  </a:cubicBezTo>
                  <a:cubicBezTo>
                    <a:pt x="1337" y="1136"/>
                    <a:pt x="1337" y="1136"/>
                    <a:pt x="1337" y="1136"/>
                  </a:cubicBezTo>
                  <a:cubicBezTo>
                    <a:pt x="1337" y="1136"/>
                    <a:pt x="1337" y="1136"/>
                    <a:pt x="1337" y="1136"/>
                  </a:cubicBezTo>
                  <a:cubicBezTo>
                    <a:pt x="1337" y="1136"/>
                    <a:pt x="1337" y="1136"/>
                    <a:pt x="1337" y="1136"/>
                  </a:cubicBezTo>
                  <a:cubicBezTo>
                    <a:pt x="1337" y="1136"/>
                    <a:pt x="1337" y="1136"/>
                    <a:pt x="1337" y="1136"/>
                  </a:cubicBezTo>
                  <a:cubicBezTo>
                    <a:pt x="1345" y="1136"/>
                    <a:pt x="1345" y="1136"/>
                    <a:pt x="1345" y="1136"/>
                  </a:cubicBezTo>
                  <a:cubicBezTo>
                    <a:pt x="1345" y="1144"/>
                    <a:pt x="1345" y="1144"/>
                    <a:pt x="1353" y="1144"/>
                  </a:cubicBezTo>
                  <a:cubicBezTo>
                    <a:pt x="1353" y="1144"/>
                    <a:pt x="1353" y="1144"/>
                    <a:pt x="1353" y="1144"/>
                  </a:cubicBezTo>
                  <a:cubicBezTo>
                    <a:pt x="1353" y="1144"/>
                    <a:pt x="1353" y="1144"/>
                    <a:pt x="1353" y="1144"/>
                  </a:cubicBezTo>
                  <a:cubicBezTo>
                    <a:pt x="1353" y="1144"/>
                    <a:pt x="1353" y="1144"/>
                    <a:pt x="1353" y="1144"/>
                  </a:cubicBezTo>
                  <a:cubicBezTo>
                    <a:pt x="1353" y="1144"/>
                    <a:pt x="1353" y="1144"/>
                    <a:pt x="1353" y="1144"/>
                  </a:cubicBezTo>
                  <a:cubicBezTo>
                    <a:pt x="1353" y="1144"/>
                    <a:pt x="1353" y="1144"/>
                    <a:pt x="1353" y="1144"/>
                  </a:cubicBezTo>
                  <a:cubicBezTo>
                    <a:pt x="1376" y="1159"/>
                    <a:pt x="1407" y="1191"/>
                    <a:pt x="1423" y="1199"/>
                  </a:cubicBezTo>
                  <a:cubicBezTo>
                    <a:pt x="1423" y="1199"/>
                    <a:pt x="1423" y="1206"/>
                    <a:pt x="1423" y="1206"/>
                  </a:cubicBezTo>
                  <a:cubicBezTo>
                    <a:pt x="1431" y="1214"/>
                    <a:pt x="1446" y="1222"/>
                    <a:pt x="1446" y="1230"/>
                  </a:cubicBezTo>
                  <a:cubicBezTo>
                    <a:pt x="1446" y="1230"/>
                    <a:pt x="1446" y="1230"/>
                    <a:pt x="1446" y="1230"/>
                  </a:cubicBezTo>
                  <a:cubicBezTo>
                    <a:pt x="1439" y="1222"/>
                    <a:pt x="1439" y="1222"/>
                    <a:pt x="1431" y="1214"/>
                  </a:cubicBezTo>
                  <a:cubicBezTo>
                    <a:pt x="1431" y="1214"/>
                    <a:pt x="1423" y="1206"/>
                    <a:pt x="1415" y="1199"/>
                  </a:cubicBezTo>
                  <a:cubicBezTo>
                    <a:pt x="1415" y="1199"/>
                    <a:pt x="1415" y="1199"/>
                    <a:pt x="1415" y="1199"/>
                  </a:cubicBezTo>
                  <a:cubicBezTo>
                    <a:pt x="1407" y="1191"/>
                    <a:pt x="1407" y="1191"/>
                    <a:pt x="1407" y="1191"/>
                  </a:cubicBezTo>
                  <a:cubicBezTo>
                    <a:pt x="1407" y="1191"/>
                    <a:pt x="1399" y="1191"/>
                    <a:pt x="1399" y="1191"/>
                  </a:cubicBezTo>
                  <a:cubicBezTo>
                    <a:pt x="1399" y="1183"/>
                    <a:pt x="1399" y="1183"/>
                    <a:pt x="1399" y="1183"/>
                  </a:cubicBezTo>
                  <a:cubicBezTo>
                    <a:pt x="1392" y="1183"/>
                    <a:pt x="1392" y="1183"/>
                    <a:pt x="1392" y="1183"/>
                  </a:cubicBezTo>
                  <a:cubicBezTo>
                    <a:pt x="1392" y="1183"/>
                    <a:pt x="1392" y="1183"/>
                    <a:pt x="1392" y="1183"/>
                  </a:cubicBezTo>
                  <a:cubicBezTo>
                    <a:pt x="1384" y="1175"/>
                    <a:pt x="1376" y="1167"/>
                    <a:pt x="1376" y="1167"/>
                  </a:cubicBezTo>
                  <a:cubicBezTo>
                    <a:pt x="1368" y="1159"/>
                    <a:pt x="1368" y="1159"/>
                    <a:pt x="1360" y="1159"/>
                  </a:cubicBezTo>
                  <a:cubicBezTo>
                    <a:pt x="1360" y="1159"/>
                    <a:pt x="1360" y="1159"/>
                    <a:pt x="1360" y="1152"/>
                  </a:cubicBezTo>
                  <a:cubicBezTo>
                    <a:pt x="1345" y="1144"/>
                    <a:pt x="1337" y="1144"/>
                    <a:pt x="1329" y="1136"/>
                  </a:cubicBezTo>
                  <a:cubicBezTo>
                    <a:pt x="1329" y="1136"/>
                    <a:pt x="1329" y="1136"/>
                    <a:pt x="1321" y="1136"/>
                  </a:cubicBezTo>
                  <a:cubicBezTo>
                    <a:pt x="1321" y="1128"/>
                    <a:pt x="1321" y="1128"/>
                    <a:pt x="1321" y="1128"/>
                  </a:cubicBezTo>
                  <a:cubicBezTo>
                    <a:pt x="1321" y="1128"/>
                    <a:pt x="1321" y="1128"/>
                    <a:pt x="1321" y="1128"/>
                  </a:cubicBezTo>
                  <a:cubicBezTo>
                    <a:pt x="1321" y="1128"/>
                    <a:pt x="1321" y="1128"/>
                    <a:pt x="1321" y="1128"/>
                  </a:cubicBezTo>
                  <a:cubicBezTo>
                    <a:pt x="1321" y="1128"/>
                    <a:pt x="1321" y="1128"/>
                    <a:pt x="1314" y="1128"/>
                  </a:cubicBezTo>
                  <a:cubicBezTo>
                    <a:pt x="1314" y="1128"/>
                    <a:pt x="1314" y="1128"/>
                    <a:pt x="1314" y="1136"/>
                  </a:cubicBezTo>
                  <a:cubicBezTo>
                    <a:pt x="1314" y="1136"/>
                    <a:pt x="1314" y="1136"/>
                    <a:pt x="1314" y="1136"/>
                  </a:cubicBezTo>
                  <a:cubicBezTo>
                    <a:pt x="1314" y="1136"/>
                    <a:pt x="1314" y="1136"/>
                    <a:pt x="1314" y="1136"/>
                  </a:cubicBezTo>
                  <a:cubicBezTo>
                    <a:pt x="1314" y="1136"/>
                    <a:pt x="1314" y="1136"/>
                    <a:pt x="1314" y="1136"/>
                  </a:cubicBezTo>
                  <a:cubicBezTo>
                    <a:pt x="1314" y="1136"/>
                    <a:pt x="1314" y="1136"/>
                    <a:pt x="1314" y="1136"/>
                  </a:cubicBezTo>
                  <a:cubicBezTo>
                    <a:pt x="1314" y="1136"/>
                    <a:pt x="1314" y="1136"/>
                    <a:pt x="1306" y="1128"/>
                  </a:cubicBezTo>
                  <a:cubicBezTo>
                    <a:pt x="1306" y="1128"/>
                    <a:pt x="1306" y="1128"/>
                    <a:pt x="1306" y="1128"/>
                  </a:cubicBezTo>
                  <a:cubicBezTo>
                    <a:pt x="1306" y="1128"/>
                    <a:pt x="1306" y="1128"/>
                    <a:pt x="1306" y="1128"/>
                  </a:cubicBezTo>
                  <a:cubicBezTo>
                    <a:pt x="1306" y="1128"/>
                    <a:pt x="1298" y="1128"/>
                    <a:pt x="1298" y="1128"/>
                  </a:cubicBezTo>
                  <a:cubicBezTo>
                    <a:pt x="1298" y="1136"/>
                    <a:pt x="1306" y="1136"/>
                    <a:pt x="1306" y="1136"/>
                  </a:cubicBezTo>
                  <a:cubicBezTo>
                    <a:pt x="1306" y="1136"/>
                    <a:pt x="1306" y="1136"/>
                    <a:pt x="1306" y="1136"/>
                  </a:cubicBezTo>
                  <a:cubicBezTo>
                    <a:pt x="1314" y="1144"/>
                    <a:pt x="1314" y="1144"/>
                    <a:pt x="1306" y="1144"/>
                  </a:cubicBezTo>
                  <a:cubicBezTo>
                    <a:pt x="1306" y="1144"/>
                    <a:pt x="1306" y="1144"/>
                    <a:pt x="1314" y="1144"/>
                  </a:cubicBezTo>
                  <a:cubicBezTo>
                    <a:pt x="1314" y="1144"/>
                    <a:pt x="1321" y="1144"/>
                    <a:pt x="1321" y="1144"/>
                  </a:cubicBezTo>
                  <a:cubicBezTo>
                    <a:pt x="1321" y="1144"/>
                    <a:pt x="1321" y="1144"/>
                    <a:pt x="1321" y="1144"/>
                  </a:cubicBezTo>
                  <a:cubicBezTo>
                    <a:pt x="1321" y="1144"/>
                    <a:pt x="1321" y="1144"/>
                    <a:pt x="1321" y="1144"/>
                  </a:cubicBezTo>
                  <a:cubicBezTo>
                    <a:pt x="1321" y="1144"/>
                    <a:pt x="1321" y="1144"/>
                    <a:pt x="1329" y="1144"/>
                  </a:cubicBezTo>
                  <a:cubicBezTo>
                    <a:pt x="1329" y="1152"/>
                    <a:pt x="1329" y="1152"/>
                    <a:pt x="1329" y="1152"/>
                  </a:cubicBezTo>
                  <a:cubicBezTo>
                    <a:pt x="1329" y="1152"/>
                    <a:pt x="1353" y="1159"/>
                    <a:pt x="1360" y="1159"/>
                  </a:cubicBezTo>
                  <a:cubicBezTo>
                    <a:pt x="1368" y="1167"/>
                    <a:pt x="1368" y="1167"/>
                    <a:pt x="1360" y="1167"/>
                  </a:cubicBezTo>
                  <a:cubicBezTo>
                    <a:pt x="1360" y="1167"/>
                    <a:pt x="1360" y="1167"/>
                    <a:pt x="1368" y="1167"/>
                  </a:cubicBezTo>
                  <a:cubicBezTo>
                    <a:pt x="1376" y="1183"/>
                    <a:pt x="1368" y="1183"/>
                    <a:pt x="1384" y="1199"/>
                  </a:cubicBezTo>
                  <a:cubicBezTo>
                    <a:pt x="1384" y="1191"/>
                    <a:pt x="1376" y="1191"/>
                    <a:pt x="1368" y="1183"/>
                  </a:cubicBezTo>
                  <a:cubicBezTo>
                    <a:pt x="1376" y="1191"/>
                    <a:pt x="1376" y="1191"/>
                    <a:pt x="1384" y="1199"/>
                  </a:cubicBezTo>
                  <a:cubicBezTo>
                    <a:pt x="1384" y="1199"/>
                    <a:pt x="1384" y="1199"/>
                    <a:pt x="1384" y="1199"/>
                  </a:cubicBezTo>
                  <a:cubicBezTo>
                    <a:pt x="1392" y="1199"/>
                    <a:pt x="1392" y="1199"/>
                    <a:pt x="1392" y="1199"/>
                  </a:cubicBezTo>
                  <a:cubicBezTo>
                    <a:pt x="1392" y="1206"/>
                    <a:pt x="1392" y="1206"/>
                    <a:pt x="1392" y="1206"/>
                  </a:cubicBezTo>
                  <a:cubicBezTo>
                    <a:pt x="1392" y="1206"/>
                    <a:pt x="1392" y="1206"/>
                    <a:pt x="1392" y="1206"/>
                  </a:cubicBezTo>
                  <a:cubicBezTo>
                    <a:pt x="1392" y="1206"/>
                    <a:pt x="1399" y="1214"/>
                    <a:pt x="1399" y="1214"/>
                  </a:cubicBezTo>
                  <a:cubicBezTo>
                    <a:pt x="1392" y="1206"/>
                    <a:pt x="1399" y="1214"/>
                    <a:pt x="1392" y="1206"/>
                  </a:cubicBezTo>
                  <a:cubicBezTo>
                    <a:pt x="1392" y="1206"/>
                    <a:pt x="1392" y="1206"/>
                    <a:pt x="1399" y="1214"/>
                  </a:cubicBezTo>
                  <a:cubicBezTo>
                    <a:pt x="1399" y="1214"/>
                    <a:pt x="1399" y="1214"/>
                    <a:pt x="1399" y="1214"/>
                  </a:cubicBezTo>
                  <a:cubicBezTo>
                    <a:pt x="1399" y="1214"/>
                    <a:pt x="1399" y="1214"/>
                    <a:pt x="1399" y="1214"/>
                  </a:cubicBezTo>
                  <a:cubicBezTo>
                    <a:pt x="1399" y="1214"/>
                    <a:pt x="1399" y="1214"/>
                    <a:pt x="1399" y="1206"/>
                  </a:cubicBezTo>
                  <a:cubicBezTo>
                    <a:pt x="1399" y="1214"/>
                    <a:pt x="1399" y="1214"/>
                    <a:pt x="1399" y="1214"/>
                  </a:cubicBezTo>
                  <a:cubicBezTo>
                    <a:pt x="1407" y="1222"/>
                    <a:pt x="1415" y="1222"/>
                    <a:pt x="1415" y="1222"/>
                  </a:cubicBezTo>
                  <a:cubicBezTo>
                    <a:pt x="1415" y="1222"/>
                    <a:pt x="1415" y="1222"/>
                    <a:pt x="1415" y="1230"/>
                  </a:cubicBezTo>
                  <a:cubicBezTo>
                    <a:pt x="1415" y="1230"/>
                    <a:pt x="1415" y="1230"/>
                    <a:pt x="1415" y="1230"/>
                  </a:cubicBezTo>
                  <a:cubicBezTo>
                    <a:pt x="1415" y="1230"/>
                    <a:pt x="1415" y="1230"/>
                    <a:pt x="1415" y="1230"/>
                  </a:cubicBezTo>
                  <a:cubicBezTo>
                    <a:pt x="1415" y="1230"/>
                    <a:pt x="1415" y="1230"/>
                    <a:pt x="1407" y="1230"/>
                  </a:cubicBezTo>
                  <a:cubicBezTo>
                    <a:pt x="1415" y="1230"/>
                    <a:pt x="1423" y="1238"/>
                    <a:pt x="1431" y="1246"/>
                  </a:cubicBezTo>
                  <a:cubicBezTo>
                    <a:pt x="1431" y="1246"/>
                    <a:pt x="1431" y="1246"/>
                    <a:pt x="1431" y="1246"/>
                  </a:cubicBezTo>
                  <a:cubicBezTo>
                    <a:pt x="1431" y="1246"/>
                    <a:pt x="1431" y="1246"/>
                    <a:pt x="1431" y="1246"/>
                  </a:cubicBezTo>
                  <a:cubicBezTo>
                    <a:pt x="1439" y="1253"/>
                    <a:pt x="1439" y="1253"/>
                    <a:pt x="1439" y="1253"/>
                  </a:cubicBezTo>
                  <a:cubicBezTo>
                    <a:pt x="1439" y="1253"/>
                    <a:pt x="1439" y="1253"/>
                    <a:pt x="1431" y="1253"/>
                  </a:cubicBezTo>
                  <a:cubicBezTo>
                    <a:pt x="1439" y="1253"/>
                    <a:pt x="1439" y="1253"/>
                    <a:pt x="1446" y="1261"/>
                  </a:cubicBezTo>
                  <a:cubicBezTo>
                    <a:pt x="1446" y="1261"/>
                    <a:pt x="1446" y="1261"/>
                    <a:pt x="1439" y="1261"/>
                  </a:cubicBezTo>
                  <a:cubicBezTo>
                    <a:pt x="1439" y="1261"/>
                    <a:pt x="1439" y="1261"/>
                    <a:pt x="1446" y="1261"/>
                  </a:cubicBezTo>
                  <a:cubicBezTo>
                    <a:pt x="1446" y="1261"/>
                    <a:pt x="1446" y="1261"/>
                    <a:pt x="1446" y="1261"/>
                  </a:cubicBezTo>
                  <a:cubicBezTo>
                    <a:pt x="1446" y="1261"/>
                    <a:pt x="1446" y="1261"/>
                    <a:pt x="1446" y="1261"/>
                  </a:cubicBezTo>
                  <a:cubicBezTo>
                    <a:pt x="1446" y="1261"/>
                    <a:pt x="1446" y="1269"/>
                    <a:pt x="1454" y="1269"/>
                  </a:cubicBezTo>
                  <a:cubicBezTo>
                    <a:pt x="1454" y="1269"/>
                    <a:pt x="1454" y="1269"/>
                    <a:pt x="1446" y="1261"/>
                  </a:cubicBezTo>
                  <a:cubicBezTo>
                    <a:pt x="1454" y="1269"/>
                    <a:pt x="1454" y="1269"/>
                    <a:pt x="1454" y="1269"/>
                  </a:cubicBezTo>
                  <a:cubicBezTo>
                    <a:pt x="1454" y="1261"/>
                    <a:pt x="1454" y="1261"/>
                    <a:pt x="1454" y="1261"/>
                  </a:cubicBezTo>
                  <a:cubicBezTo>
                    <a:pt x="1454" y="1261"/>
                    <a:pt x="1454" y="1261"/>
                    <a:pt x="1439" y="1246"/>
                  </a:cubicBezTo>
                  <a:cubicBezTo>
                    <a:pt x="1446" y="1253"/>
                    <a:pt x="1454" y="1253"/>
                    <a:pt x="1462" y="1261"/>
                  </a:cubicBezTo>
                  <a:cubicBezTo>
                    <a:pt x="1462" y="1261"/>
                    <a:pt x="1462" y="1261"/>
                    <a:pt x="1462" y="1261"/>
                  </a:cubicBezTo>
                  <a:cubicBezTo>
                    <a:pt x="1462" y="1261"/>
                    <a:pt x="1462" y="1261"/>
                    <a:pt x="1462" y="1269"/>
                  </a:cubicBezTo>
                  <a:cubicBezTo>
                    <a:pt x="1462" y="1269"/>
                    <a:pt x="1454" y="1261"/>
                    <a:pt x="1462" y="1277"/>
                  </a:cubicBezTo>
                  <a:cubicBezTo>
                    <a:pt x="1462" y="1277"/>
                    <a:pt x="1462" y="1277"/>
                    <a:pt x="1462" y="1277"/>
                  </a:cubicBezTo>
                  <a:cubicBezTo>
                    <a:pt x="1462" y="1277"/>
                    <a:pt x="1462" y="1277"/>
                    <a:pt x="1462" y="1277"/>
                  </a:cubicBezTo>
                  <a:cubicBezTo>
                    <a:pt x="1470" y="1285"/>
                    <a:pt x="1462" y="1277"/>
                    <a:pt x="1470" y="1285"/>
                  </a:cubicBezTo>
                  <a:cubicBezTo>
                    <a:pt x="1470" y="1285"/>
                    <a:pt x="1470" y="1285"/>
                    <a:pt x="1478" y="1293"/>
                  </a:cubicBezTo>
                  <a:cubicBezTo>
                    <a:pt x="1478" y="1293"/>
                    <a:pt x="1478" y="1293"/>
                    <a:pt x="1478" y="1293"/>
                  </a:cubicBezTo>
                  <a:cubicBezTo>
                    <a:pt x="1485" y="1300"/>
                    <a:pt x="1485" y="1293"/>
                    <a:pt x="1485" y="1300"/>
                  </a:cubicBezTo>
                  <a:cubicBezTo>
                    <a:pt x="1485" y="1300"/>
                    <a:pt x="1485" y="1300"/>
                    <a:pt x="1493" y="1308"/>
                  </a:cubicBezTo>
                  <a:cubicBezTo>
                    <a:pt x="1493" y="1308"/>
                    <a:pt x="1493" y="1308"/>
                    <a:pt x="1493" y="1308"/>
                  </a:cubicBezTo>
                  <a:cubicBezTo>
                    <a:pt x="1501" y="1316"/>
                    <a:pt x="1517" y="1332"/>
                    <a:pt x="1532" y="1340"/>
                  </a:cubicBezTo>
                  <a:cubicBezTo>
                    <a:pt x="1525" y="1340"/>
                    <a:pt x="1517" y="1332"/>
                    <a:pt x="1517" y="1332"/>
                  </a:cubicBezTo>
                  <a:cubicBezTo>
                    <a:pt x="1517" y="1332"/>
                    <a:pt x="1517" y="1332"/>
                    <a:pt x="1517" y="1332"/>
                  </a:cubicBezTo>
                  <a:cubicBezTo>
                    <a:pt x="1517" y="1332"/>
                    <a:pt x="1517" y="1332"/>
                    <a:pt x="1517" y="1332"/>
                  </a:cubicBezTo>
                  <a:cubicBezTo>
                    <a:pt x="1525" y="1340"/>
                    <a:pt x="1525" y="1340"/>
                    <a:pt x="1525" y="1340"/>
                  </a:cubicBezTo>
                  <a:cubicBezTo>
                    <a:pt x="1525" y="1347"/>
                    <a:pt x="1525" y="1340"/>
                    <a:pt x="1532" y="1347"/>
                  </a:cubicBezTo>
                  <a:cubicBezTo>
                    <a:pt x="1532" y="1347"/>
                    <a:pt x="1548" y="1355"/>
                    <a:pt x="1540" y="1347"/>
                  </a:cubicBezTo>
                  <a:cubicBezTo>
                    <a:pt x="1540" y="1347"/>
                    <a:pt x="1540" y="1347"/>
                    <a:pt x="1540" y="1347"/>
                  </a:cubicBezTo>
                  <a:cubicBezTo>
                    <a:pt x="1540" y="1347"/>
                    <a:pt x="1540" y="1347"/>
                    <a:pt x="1540" y="1347"/>
                  </a:cubicBezTo>
                  <a:cubicBezTo>
                    <a:pt x="1532" y="1347"/>
                    <a:pt x="1532" y="1347"/>
                    <a:pt x="1532" y="1347"/>
                  </a:cubicBezTo>
                  <a:cubicBezTo>
                    <a:pt x="1532" y="1347"/>
                    <a:pt x="1532" y="1347"/>
                    <a:pt x="1532" y="1347"/>
                  </a:cubicBezTo>
                  <a:cubicBezTo>
                    <a:pt x="1532" y="1347"/>
                    <a:pt x="1532" y="1347"/>
                    <a:pt x="1532" y="1347"/>
                  </a:cubicBezTo>
                  <a:cubicBezTo>
                    <a:pt x="1532" y="1347"/>
                    <a:pt x="1532" y="1347"/>
                    <a:pt x="1532" y="1340"/>
                  </a:cubicBezTo>
                  <a:cubicBezTo>
                    <a:pt x="1532" y="1347"/>
                    <a:pt x="1540" y="1347"/>
                    <a:pt x="1548" y="1347"/>
                  </a:cubicBezTo>
                  <a:cubicBezTo>
                    <a:pt x="1548" y="1347"/>
                    <a:pt x="1548" y="1347"/>
                    <a:pt x="1564" y="1363"/>
                  </a:cubicBezTo>
                  <a:cubicBezTo>
                    <a:pt x="1564" y="1363"/>
                    <a:pt x="1564" y="1363"/>
                    <a:pt x="1564" y="1371"/>
                  </a:cubicBezTo>
                  <a:cubicBezTo>
                    <a:pt x="1564" y="1363"/>
                    <a:pt x="1564" y="1363"/>
                    <a:pt x="1564" y="1363"/>
                  </a:cubicBezTo>
                  <a:cubicBezTo>
                    <a:pt x="1556" y="1363"/>
                    <a:pt x="1564" y="1363"/>
                    <a:pt x="1556" y="1363"/>
                  </a:cubicBezTo>
                  <a:cubicBezTo>
                    <a:pt x="1556" y="1363"/>
                    <a:pt x="1556" y="1363"/>
                    <a:pt x="1556" y="1363"/>
                  </a:cubicBezTo>
                  <a:cubicBezTo>
                    <a:pt x="1556" y="1363"/>
                    <a:pt x="1564" y="1363"/>
                    <a:pt x="1564" y="1371"/>
                  </a:cubicBezTo>
                  <a:cubicBezTo>
                    <a:pt x="1556" y="1371"/>
                    <a:pt x="1556" y="1379"/>
                    <a:pt x="1548" y="1379"/>
                  </a:cubicBezTo>
                  <a:cubicBezTo>
                    <a:pt x="1548" y="1379"/>
                    <a:pt x="1548" y="1379"/>
                    <a:pt x="1548" y="1387"/>
                  </a:cubicBezTo>
                  <a:cubicBezTo>
                    <a:pt x="1556" y="1394"/>
                    <a:pt x="1540" y="1402"/>
                    <a:pt x="1532" y="1410"/>
                  </a:cubicBezTo>
                  <a:cubicBezTo>
                    <a:pt x="1532" y="1410"/>
                    <a:pt x="1532" y="1410"/>
                    <a:pt x="1532" y="1410"/>
                  </a:cubicBezTo>
                  <a:cubicBezTo>
                    <a:pt x="1532" y="1410"/>
                    <a:pt x="1532" y="1410"/>
                    <a:pt x="1525" y="1426"/>
                  </a:cubicBezTo>
                  <a:cubicBezTo>
                    <a:pt x="1525" y="1426"/>
                    <a:pt x="1525" y="1426"/>
                    <a:pt x="1532" y="1418"/>
                  </a:cubicBezTo>
                  <a:cubicBezTo>
                    <a:pt x="1532" y="1418"/>
                    <a:pt x="1532" y="1418"/>
                    <a:pt x="1532" y="1418"/>
                  </a:cubicBezTo>
                  <a:cubicBezTo>
                    <a:pt x="1532" y="1418"/>
                    <a:pt x="1532" y="1418"/>
                    <a:pt x="1525" y="1434"/>
                  </a:cubicBezTo>
                  <a:cubicBezTo>
                    <a:pt x="1525" y="1434"/>
                    <a:pt x="1525" y="1434"/>
                    <a:pt x="1517" y="1434"/>
                  </a:cubicBezTo>
                  <a:cubicBezTo>
                    <a:pt x="1517" y="1434"/>
                    <a:pt x="1517" y="1434"/>
                    <a:pt x="1517" y="1441"/>
                  </a:cubicBezTo>
                  <a:cubicBezTo>
                    <a:pt x="1517" y="1441"/>
                    <a:pt x="1517" y="1441"/>
                    <a:pt x="1509" y="1449"/>
                  </a:cubicBezTo>
                  <a:cubicBezTo>
                    <a:pt x="1509" y="1449"/>
                    <a:pt x="1509" y="1449"/>
                    <a:pt x="1509" y="1449"/>
                  </a:cubicBezTo>
                  <a:cubicBezTo>
                    <a:pt x="1509" y="1449"/>
                    <a:pt x="1509" y="1449"/>
                    <a:pt x="1509" y="1449"/>
                  </a:cubicBezTo>
                  <a:cubicBezTo>
                    <a:pt x="1509" y="1441"/>
                    <a:pt x="1509" y="1441"/>
                    <a:pt x="1509" y="1441"/>
                  </a:cubicBezTo>
                  <a:cubicBezTo>
                    <a:pt x="1501" y="1449"/>
                    <a:pt x="1501" y="1449"/>
                    <a:pt x="1501" y="1449"/>
                  </a:cubicBezTo>
                  <a:cubicBezTo>
                    <a:pt x="1501" y="1449"/>
                    <a:pt x="1501" y="1449"/>
                    <a:pt x="1501" y="1457"/>
                  </a:cubicBezTo>
                  <a:cubicBezTo>
                    <a:pt x="1501" y="1457"/>
                    <a:pt x="1501" y="1457"/>
                    <a:pt x="1501" y="1465"/>
                  </a:cubicBezTo>
                  <a:cubicBezTo>
                    <a:pt x="1501" y="1465"/>
                    <a:pt x="1501" y="1465"/>
                    <a:pt x="1501" y="1465"/>
                  </a:cubicBezTo>
                  <a:cubicBezTo>
                    <a:pt x="1501" y="1465"/>
                    <a:pt x="1493" y="1473"/>
                    <a:pt x="1493" y="1465"/>
                  </a:cubicBezTo>
                  <a:cubicBezTo>
                    <a:pt x="1493" y="1473"/>
                    <a:pt x="1485" y="1481"/>
                    <a:pt x="1485" y="1481"/>
                  </a:cubicBezTo>
                  <a:cubicBezTo>
                    <a:pt x="1478" y="1488"/>
                    <a:pt x="1478" y="1488"/>
                    <a:pt x="1478" y="1488"/>
                  </a:cubicBezTo>
                  <a:cubicBezTo>
                    <a:pt x="1478" y="1488"/>
                    <a:pt x="1478" y="1488"/>
                    <a:pt x="1478" y="1496"/>
                  </a:cubicBezTo>
                  <a:cubicBezTo>
                    <a:pt x="1478" y="1496"/>
                    <a:pt x="1478" y="1496"/>
                    <a:pt x="1485" y="1488"/>
                  </a:cubicBezTo>
                  <a:cubicBezTo>
                    <a:pt x="1485" y="1488"/>
                    <a:pt x="1478" y="1488"/>
                    <a:pt x="1478" y="1496"/>
                  </a:cubicBezTo>
                  <a:cubicBezTo>
                    <a:pt x="1478" y="1496"/>
                    <a:pt x="1478" y="1496"/>
                    <a:pt x="1478" y="1496"/>
                  </a:cubicBezTo>
                  <a:cubicBezTo>
                    <a:pt x="1478" y="1496"/>
                    <a:pt x="1478" y="1496"/>
                    <a:pt x="1478" y="1496"/>
                  </a:cubicBezTo>
                  <a:cubicBezTo>
                    <a:pt x="1478" y="1496"/>
                    <a:pt x="1478" y="1504"/>
                    <a:pt x="1478" y="1504"/>
                  </a:cubicBezTo>
                  <a:cubicBezTo>
                    <a:pt x="1478" y="1504"/>
                    <a:pt x="1478" y="1504"/>
                    <a:pt x="1478" y="1504"/>
                  </a:cubicBezTo>
                  <a:cubicBezTo>
                    <a:pt x="1470" y="1512"/>
                    <a:pt x="1470" y="1512"/>
                    <a:pt x="1470" y="1512"/>
                  </a:cubicBezTo>
                  <a:cubicBezTo>
                    <a:pt x="1470" y="1512"/>
                    <a:pt x="1470" y="1512"/>
                    <a:pt x="1470" y="1512"/>
                  </a:cubicBezTo>
                  <a:cubicBezTo>
                    <a:pt x="1470" y="1512"/>
                    <a:pt x="1470" y="1512"/>
                    <a:pt x="1462" y="1520"/>
                  </a:cubicBezTo>
                  <a:cubicBezTo>
                    <a:pt x="1462" y="1528"/>
                    <a:pt x="1454" y="1528"/>
                    <a:pt x="1454" y="1535"/>
                  </a:cubicBezTo>
                  <a:cubicBezTo>
                    <a:pt x="1454" y="1535"/>
                    <a:pt x="1454" y="1535"/>
                    <a:pt x="1454" y="1535"/>
                  </a:cubicBezTo>
                  <a:cubicBezTo>
                    <a:pt x="1454" y="1535"/>
                    <a:pt x="1454" y="1543"/>
                    <a:pt x="1446" y="1543"/>
                  </a:cubicBezTo>
                  <a:cubicBezTo>
                    <a:pt x="1446" y="1543"/>
                    <a:pt x="1446" y="1543"/>
                    <a:pt x="1446" y="1543"/>
                  </a:cubicBezTo>
                  <a:cubicBezTo>
                    <a:pt x="1446" y="1543"/>
                    <a:pt x="1454" y="1543"/>
                    <a:pt x="1454" y="1535"/>
                  </a:cubicBezTo>
                  <a:cubicBezTo>
                    <a:pt x="1454" y="1535"/>
                    <a:pt x="1454" y="1535"/>
                    <a:pt x="1454" y="1535"/>
                  </a:cubicBezTo>
                  <a:cubicBezTo>
                    <a:pt x="1454" y="1535"/>
                    <a:pt x="1454" y="1535"/>
                    <a:pt x="1446" y="1543"/>
                  </a:cubicBezTo>
                  <a:cubicBezTo>
                    <a:pt x="1446" y="1543"/>
                    <a:pt x="1446" y="1543"/>
                    <a:pt x="1446" y="1543"/>
                  </a:cubicBezTo>
                  <a:cubicBezTo>
                    <a:pt x="1446" y="1543"/>
                    <a:pt x="1446" y="1551"/>
                    <a:pt x="1446" y="1551"/>
                  </a:cubicBezTo>
                  <a:cubicBezTo>
                    <a:pt x="1446" y="1551"/>
                    <a:pt x="1446" y="1551"/>
                    <a:pt x="1446" y="1551"/>
                  </a:cubicBezTo>
                  <a:cubicBezTo>
                    <a:pt x="1446" y="1551"/>
                    <a:pt x="1446" y="1551"/>
                    <a:pt x="1446" y="1551"/>
                  </a:cubicBezTo>
                  <a:cubicBezTo>
                    <a:pt x="1446" y="1551"/>
                    <a:pt x="1446" y="1551"/>
                    <a:pt x="1446" y="1551"/>
                  </a:cubicBezTo>
                  <a:cubicBezTo>
                    <a:pt x="1446" y="1551"/>
                    <a:pt x="1446" y="1551"/>
                    <a:pt x="1446" y="1551"/>
                  </a:cubicBezTo>
                  <a:cubicBezTo>
                    <a:pt x="1446" y="1551"/>
                    <a:pt x="1446" y="1543"/>
                    <a:pt x="1446" y="1543"/>
                  </a:cubicBezTo>
                  <a:cubicBezTo>
                    <a:pt x="1446" y="1551"/>
                    <a:pt x="1446" y="1551"/>
                    <a:pt x="1446" y="1551"/>
                  </a:cubicBezTo>
                  <a:cubicBezTo>
                    <a:pt x="1439" y="1559"/>
                    <a:pt x="1446" y="1559"/>
                    <a:pt x="1439" y="1559"/>
                  </a:cubicBezTo>
                  <a:cubicBezTo>
                    <a:pt x="1439" y="1559"/>
                    <a:pt x="1439" y="1559"/>
                    <a:pt x="1439" y="1559"/>
                  </a:cubicBezTo>
                  <a:cubicBezTo>
                    <a:pt x="1439" y="1559"/>
                    <a:pt x="1439" y="1559"/>
                    <a:pt x="1439" y="1567"/>
                  </a:cubicBezTo>
                  <a:cubicBezTo>
                    <a:pt x="1439" y="1567"/>
                    <a:pt x="1439" y="1567"/>
                    <a:pt x="1439" y="1567"/>
                  </a:cubicBezTo>
                  <a:cubicBezTo>
                    <a:pt x="1431" y="1575"/>
                    <a:pt x="1431" y="1575"/>
                    <a:pt x="1423" y="1582"/>
                  </a:cubicBezTo>
                  <a:cubicBezTo>
                    <a:pt x="1423" y="1582"/>
                    <a:pt x="1423" y="1582"/>
                    <a:pt x="1423" y="1590"/>
                  </a:cubicBezTo>
                  <a:cubicBezTo>
                    <a:pt x="1423" y="1590"/>
                    <a:pt x="1423" y="1582"/>
                    <a:pt x="1431" y="1582"/>
                  </a:cubicBezTo>
                  <a:cubicBezTo>
                    <a:pt x="1431" y="1582"/>
                    <a:pt x="1431" y="1590"/>
                    <a:pt x="1431" y="1590"/>
                  </a:cubicBezTo>
                  <a:cubicBezTo>
                    <a:pt x="1423" y="1590"/>
                    <a:pt x="1423" y="1598"/>
                    <a:pt x="1423" y="1598"/>
                  </a:cubicBezTo>
                  <a:cubicBezTo>
                    <a:pt x="1423" y="1598"/>
                    <a:pt x="1423" y="1598"/>
                    <a:pt x="1423" y="1598"/>
                  </a:cubicBezTo>
                  <a:cubicBezTo>
                    <a:pt x="1415" y="1598"/>
                    <a:pt x="1415" y="1598"/>
                    <a:pt x="1415" y="1598"/>
                  </a:cubicBezTo>
                  <a:cubicBezTo>
                    <a:pt x="1415" y="1598"/>
                    <a:pt x="1415" y="1598"/>
                    <a:pt x="1415" y="1598"/>
                  </a:cubicBezTo>
                  <a:cubicBezTo>
                    <a:pt x="1415" y="1606"/>
                    <a:pt x="1415" y="1598"/>
                    <a:pt x="1415" y="1606"/>
                  </a:cubicBezTo>
                  <a:cubicBezTo>
                    <a:pt x="1415" y="1606"/>
                    <a:pt x="1415" y="1606"/>
                    <a:pt x="1415" y="1614"/>
                  </a:cubicBezTo>
                  <a:cubicBezTo>
                    <a:pt x="1407" y="1614"/>
                    <a:pt x="1415" y="1614"/>
                    <a:pt x="1407" y="1622"/>
                  </a:cubicBezTo>
                  <a:cubicBezTo>
                    <a:pt x="1407" y="1622"/>
                    <a:pt x="1415" y="1622"/>
                    <a:pt x="1415" y="1622"/>
                  </a:cubicBezTo>
                  <a:cubicBezTo>
                    <a:pt x="1415" y="1622"/>
                    <a:pt x="1415" y="1622"/>
                    <a:pt x="1415" y="1622"/>
                  </a:cubicBezTo>
                  <a:cubicBezTo>
                    <a:pt x="1415" y="1622"/>
                    <a:pt x="1415" y="1622"/>
                    <a:pt x="1415" y="1622"/>
                  </a:cubicBezTo>
                  <a:cubicBezTo>
                    <a:pt x="1415" y="1614"/>
                    <a:pt x="1415" y="1614"/>
                    <a:pt x="1415" y="1622"/>
                  </a:cubicBezTo>
                  <a:cubicBezTo>
                    <a:pt x="1415" y="1622"/>
                    <a:pt x="1415" y="1622"/>
                    <a:pt x="1415" y="1629"/>
                  </a:cubicBezTo>
                  <a:cubicBezTo>
                    <a:pt x="1415" y="1629"/>
                    <a:pt x="1415" y="1629"/>
                    <a:pt x="1407" y="1629"/>
                  </a:cubicBezTo>
                  <a:cubicBezTo>
                    <a:pt x="1407" y="1629"/>
                    <a:pt x="1407" y="1629"/>
                    <a:pt x="1407" y="1629"/>
                  </a:cubicBezTo>
                  <a:cubicBezTo>
                    <a:pt x="1407" y="1629"/>
                    <a:pt x="1407" y="1629"/>
                    <a:pt x="1407" y="1629"/>
                  </a:cubicBezTo>
                  <a:cubicBezTo>
                    <a:pt x="1399" y="1637"/>
                    <a:pt x="1399" y="1645"/>
                    <a:pt x="1399" y="1645"/>
                  </a:cubicBezTo>
                  <a:cubicBezTo>
                    <a:pt x="1392" y="1645"/>
                    <a:pt x="1399" y="1645"/>
                    <a:pt x="1392" y="1645"/>
                  </a:cubicBezTo>
                  <a:cubicBezTo>
                    <a:pt x="1392" y="1645"/>
                    <a:pt x="1392" y="1645"/>
                    <a:pt x="1392" y="1653"/>
                  </a:cubicBezTo>
                  <a:cubicBezTo>
                    <a:pt x="1392" y="1669"/>
                    <a:pt x="1384" y="1676"/>
                    <a:pt x="1384" y="1676"/>
                  </a:cubicBezTo>
                  <a:cubicBezTo>
                    <a:pt x="1384" y="1684"/>
                    <a:pt x="1384" y="1684"/>
                    <a:pt x="1384" y="1684"/>
                  </a:cubicBezTo>
                  <a:cubicBezTo>
                    <a:pt x="1384" y="1684"/>
                    <a:pt x="1384" y="1684"/>
                    <a:pt x="1392" y="1676"/>
                  </a:cubicBezTo>
                  <a:cubicBezTo>
                    <a:pt x="1392" y="1676"/>
                    <a:pt x="1392" y="1676"/>
                    <a:pt x="1392" y="1669"/>
                  </a:cubicBezTo>
                  <a:cubicBezTo>
                    <a:pt x="1392" y="1669"/>
                    <a:pt x="1392" y="1669"/>
                    <a:pt x="1384" y="1700"/>
                  </a:cubicBezTo>
                  <a:cubicBezTo>
                    <a:pt x="1384" y="1700"/>
                    <a:pt x="1384" y="1700"/>
                    <a:pt x="1384" y="1692"/>
                  </a:cubicBezTo>
                  <a:cubicBezTo>
                    <a:pt x="1384" y="1700"/>
                    <a:pt x="1384" y="1700"/>
                    <a:pt x="1376" y="1708"/>
                  </a:cubicBezTo>
                  <a:cubicBezTo>
                    <a:pt x="1384" y="1700"/>
                    <a:pt x="1384" y="1692"/>
                    <a:pt x="1384" y="1692"/>
                  </a:cubicBezTo>
                  <a:cubicBezTo>
                    <a:pt x="1384" y="1692"/>
                    <a:pt x="1384" y="1692"/>
                    <a:pt x="1384" y="1692"/>
                  </a:cubicBezTo>
                  <a:cubicBezTo>
                    <a:pt x="1384" y="1692"/>
                    <a:pt x="1384" y="1684"/>
                    <a:pt x="1384" y="1684"/>
                  </a:cubicBezTo>
                  <a:cubicBezTo>
                    <a:pt x="1376" y="1692"/>
                    <a:pt x="1376" y="1692"/>
                    <a:pt x="1376" y="1692"/>
                  </a:cubicBezTo>
                  <a:cubicBezTo>
                    <a:pt x="1376" y="1708"/>
                    <a:pt x="1376" y="1700"/>
                    <a:pt x="1376" y="1708"/>
                  </a:cubicBezTo>
                  <a:cubicBezTo>
                    <a:pt x="1376" y="1708"/>
                    <a:pt x="1376" y="1708"/>
                    <a:pt x="1376" y="1708"/>
                  </a:cubicBezTo>
                  <a:cubicBezTo>
                    <a:pt x="1376" y="1708"/>
                    <a:pt x="1376" y="1708"/>
                    <a:pt x="1376" y="1708"/>
                  </a:cubicBezTo>
                  <a:cubicBezTo>
                    <a:pt x="1368" y="1716"/>
                    <a:pt x="1368" y="1716"/>
                    <a:pt x="1368" y="1708"/>
                  </a:cubicBezTo>
                  <a:cubicBezTo>
                    <a:pt x="1368" y="1716"/>
                    <a:pt x="1368" y="1723"/>
                    <a:pt x="1368" y="1723"/>
                  </a:cubicBezTo>
                  <a:cubicBezTo>
                    <a:pt x="1368" y="1723"/>
                    <a:pt x="1368" y="1723"/>
                    <a:pt x="1376" y="1716"/>
                  </a:cubicBezTo>
                  <a:cubicBezTo>
                    <a:pt x="1376" y="1723"/>
                    <a:pt x="1368" y="1723"/>
                    <a:pt x="1376" y="1723"/>
                  </a:cubicBezTo>
                  <a:cubicBezTo>
                    <a:pt x="1376" y="1723"/>
                    <a:pt x="1376" y="1723"/>
                    <a:pt x="1368" y="1731"/>
                  </a:cubicBezTo>
                  <a:cubicBezTo>
                    <a:pt x="1368" y="1739"/>
                    <a:pt x="1368" y="1739"/>
                    <a:pt x="1368" y="1739"/>
                  </a:cubicBezTo>
                  <a:cubicBezTo>
                    <a:pt x="1368" y="1731"/>
                    <a:pt x="1376" y="1723"/>
                    <a:pt x="1376" y="1716"/>
                  </a:cubicBezTo>
                  <a:cubicBezTo>
                    <a:pt x="1376" y="1723"/>
                    <a:pt x="1384" y="1723"/>
                    <a:pt x="1384" y="1723"/>
                  </a:cubicBezTo>
                  <a:cubicBezTo>
                    <a:pt x="1384" y="1716"/>
                    <a:pt x="1384" y="1716"/>
                    <a:pt x="1392" y="1716"/>
                  </a:cubicBezTo>
                  <a:cubicBezTo>
                    <a:pt x="1392" y="1708"/>
                    <a:pt x="1392" y="1708"/>
                    <a:pt x="1392" y="1708"/>
                  </a:cubicBezTo>
                  <a:cubicBezTo>
                    <a:pt x="1392" y="1708"/>
                    <a:pt x="1392" y="1708"/>
                    <a:pt x="1392" y="1708"/>
                  </a:cubicBezTo>
                  <a:cubicBezTo>
                    <a:pt x="1384" y="1731"/>
                    <a:pt x="1376" y="1755"/>
                    <a:pt x="1360" y="1794"/>
                  </a:cubicBezTo>
                  <a:cubicBezTo>
                    <a:pt x="1360" y="1794"/>
                    <a:pt x="1360" y="1794"/>
                    <a:pt x="1360" y="1794"/>
                  </a:cubicBezTo>
                  <a:cubicBezTo>
                    <a:pt x="1360" y="1802"/>
                    <a:pt x="1360" y="1802"/>
                    <a:pt x="1360" y="1809"/>
                  </a:cubicBezTo>
                  <a:cubicBezTo>
                    <a:pt x="1360" y="1794"/>
                    <a:pt x="1360" y="1802"/>
                    <a:pt x="1360" y="1809"/>
                  </a:cubicBezTo>
                  <a:cubicBezTo>
                    <a:pt x="1360" y="1802"/>
                    <a:pt x="1360" y="1802"/>
                    <a:pt x="1360" y="1802"/>
                  </a:cubicBezTo>
                  <a:cubicBezTo>
                    <a:pt x="1360" y="1794"/>
                    <a:pt x="1368" y="1794"/>
                    <a:pt x="1368" y="1794"/>
                  </a:cubicBezTo>
                  <a:cubicBezTo>
                    <a:pt x="1368" y="1794"/>
                    <a:pt x="1368" y="1794"/>
                    <a:pt x="1368" y="1794"/>
                  </a:cubicBezTo>
                  <a:cubicBezTo>
                    <a:pt x="1368" y="1786"/>
                    <a:pt x="1376" y="1778"/>
                    <a:pt x="1376" y="1755"/>
                  </a:cubicBezTo>
                  <a:cubicBezTo>
                    <a:pt x="1376" y="1747"/>
                    <a:pt x="1376" y="1747"/>
                    <a:pt x="1376" y="1747"/>
                  </a:cubicBezTo>
                  <a:cubicBezTo>
                    <a:pt x="1392" y="1731"/>
                    <a:pt x="1392" y="1708"/>
                    <a:pt x="1399" y="1692"/>
                  </a:cubicBezTo>
                  <a:cubicBezTo>
                    <a:pt x="1407" y="1684"/>
                    <a:pt x="1423" y="1645"/>
                    <a:pt x="1431" y="1629"/>
                  </a:cubicBezTo>
                  <a:cubicBezTo>
                    <a:pt x="1431" y="1629"/>
                    <a:pt x="1431" y="1629"/>
                    <a:pt x="1431" y="1629"/>
                  </a:cubicBezTo>
                  <a:cubicBezTo>
                    <a:pt x="1407" y="1684"/>
                    <a:pt x="1376" y="1747"/>
                    <a:pt x="1360" y="1817"/>
                  </a:cubicBezTo>
                  <a:cubicBezTo>
                    <a:pt x="1360" y="1817"/>
                    <a:pt x="1368" y="1817"/>
                    <a:pt x="1368" y="1817"/>
                  </a:cubicBezTo>
                  <a:cubicBezTo>
                    <a:pt x="1368" y="1809"/>
                    <a:pt x="1368" y="1802"/>
                    <a:pt x="1376" y="1794"/>
                  </a:cubicBezTo>
                  <a:cubicBezTo>
                    <a:pt x="1376" y="1802"/>
                    <a:pt x="1368" y="1809"/>
                    <a:pt x="1368" y="1817"/>
                  </a:cubicBezTo>
                  <a:cubicBezTo>
                    <a:pt x="1376" y="1809"/>
                    <a:pt x="1376" y="1809"/>
                    <a:pt x="1376" y="1809"/>
                  </a:cubicBezTo>
                  <a:cubicBezTo>
                    <a:pt x="1376" y="1794"/>
                    <a:pt x="1376" y="1794"/>
                    <a:pt x="1376" y="1794"/>
                  </a:cubicBezTo>
                  <a:cubicBezTo>
                    <a:pt x="1376" y="1786"/>
                    <a:pt x="1376" y="1786"/>
                    <a:pt x="1384" y="1786"/>
                  </a:cubicBezTo>
                  <a:cubicBezTo>
                    <a:pt x="1376" y="1786"/>
                    <a:pt x="1376" y="1794"/>
                    <a:pt x="1376" y="1794"/>
                  </a:cubicBezTo>
                  <a:cubicBezTo>
                    <a:pt x="1376" y="1794"/>
                    <a:pt x="1376" y="1794"/>
                    <a:pt x="1384" y="1786"/>
                  </a:cubicBezTo>
                  <a:cubicBezTo>
                    <a:pt x="1392" y="1778"/>
                    <a:pt x="1392" y="1778"/>
                    <a:pt x="1392" y="1778"/>
                  </a:cubicBezTo>
                  <a:cubicBezTo>
                    <a:pt x="1392" y="1778"/>
                    <a:pt x="1392" y="1778"/>
                    <a:pt x="1392" y="1778"/>
                  </a:cubicBezTo>
                  <a:cubicBezTo>
                    <a:pt x="1392" y="1762"/>
                    <a:pt x="1392" y="1762"/>
                    <a:pt x="1392" y="1762"/>
                  </a:cubicBezTo>
                  <a:cubicBezTo>
                    <a:pt x="1392" y="1762"/>
                    <a:pt x="1392" y="1762"/>
                    <a:pt x="1392" y="1762"/>
                  </a:cubicBezTo>
                  <a:cubicBezTo>
                    <a:pt x="1392" y="1762"/>
                    <a:pt x="1384" y="1762"/>
                    <a:pt x="1384" y="1770"/>
                  </a:cubicBezTo>
                  <a:cubicBezTo>
                    <a:pt x="1384" y="1770"/>
                    <a:pt x="1384" y="1762"/>
                    <a:pt x="1392" y="1762"/>
                  </a:cubicBezTo>
                  <a:cubicBezTo>
                    <a:pt x="1392" y="1755"/>
                    <a:pt x="1392" y="1755"/>
                    <a:pt x="1392" y="1755"/>
                  </a:cubicBezTo>
                  <a:cubicBezTo>
                    <a:pt x="1392" y="1747"/>
                    <a:pt x="1392" y="1739"/>
                    <a:pt x="1399" y="1731"/>
                  </a:cubicBezTo>
                  <a:cubicBezTo>
                    <a:pt x="1399" y="1739"/>
                    <a:pt x="1399" y="1739"/>
                    <a:pt x="1399" y="1739"/>
                  </a:cubicBezTo>
                  <a:cubicBezTo>
                    <a:pt x="1407" y="1739"/>
                    <a:pt x="1407" y="1731"/>
                    <a:pt x="1407" y="1731"/>
                  </a:cubicBezTo>
                  <a:cubicBezTo>
                    <a:pt x="1407" y="1747"/>
                    <a:pt x="1407" y="1739"/>
                    <a:pt x="1407" y="1739"/>
                  </a:cubicBezTo>
                  <a:cubicBezTo>
                    <a:pt x="1399" y="1747"/>
                    <a:pt x="1399" y="1755"/>
                    <a:pt x="1399" y="1762"/>
                  </a:cubicBezTo>
                  <a:cubicBezTo>
                    <a:pt x="1399" y="1770"/>
                    <a:pt x="1392" y="1786"/>
                    <a:pt x="1392" y="1786"/>
                  </a:cubicBezTo>
                  <a:cubicBezTo>
                    <a:pt x="1392" y="1794"/>
                    <a:pt x="1392" y="1786"/>
                    <a:pt x="1392" y="1794"/>
                  </a:cubicBezTo>
                  <a:cubicBezTo>
                    <a:pt x="1399" y="1762"/>
                    <a:pt x="1415" y="1723"/>
                    <a:pt x="1423" y="1708"/>
                  </a:cubicBezTo>
                  <a:cubicBezTo>
                    <a:pt x="1423" y="1700"/>
                    <a:pt x="1423" y="1700"/>
                    <a:pt x="1431" y="1700"/>
                  </a:cubicBezTo>
                  <a:cubicBezTo>
                    <a:pt x="1423" y="1700"/>
                    <a:pt x="1423" y="1708"/>
                    <a:pt x="1423" y="1716"/>
                  </a:cubicBezTo>
                  <a:cubicBezTo>
                    <a:pt x="1423" y="1716"/>
                    <a:pt x="1423" y="1716"/>
                    <a:pt x="1431" y="1708"/>
                  </a:cubicBezTo>
                  <a:cubicBezTo>
                    <a:pt x="1415" y="1747"/>
                    <a:pt x="1399" y="1762"/>
                    <a:pt x="1392" y="1794"/>
                  </a:cubicBezTo>
                  <a:cubicBezTo>
                    <a:pt x="1399" y="1794"/>
                    <a:pt x="1399" y="1794"/>
                    <a:pt x="1399" y="1794"/>
                  </a:cubicBezTo>
                  <a:cubicBezTo>
                    <a:pt x="1399" y="1794"/>
                    <a:pt x="1399" y="1794"/>
                    <a:pt x="1399" y="1794"/>
                  </a:cubicBezTo>
                  <a:cubicBezTo>
                    <a:pt x="1392" y="1809"/>
                    <a:pt x="1399" y="1802"/>
                    <a:pt x="1399" y="1809"/>
                  </a:cubicBezTo>
                  <a:cubicBezTo>
                    <a:pt x="1399" y="1809"/>
                    <a:pt x="1399" y="1809"/>
                    <a:pt x="1399" y="1794"/>
                  </a:cubicBezTo>
                  <a:cubicBezTo>
                    <a:pt x="1407" y="1794"/>
                    <a:pt x="1407" y="1794"/>
                    <a:pt x="1407" y="1786"/>
                  </a:cubicBezTo>
                  <a:cubicBezTo>
                    <a:pt x="1407" y="1778"/>
                    <a:pt x="1407" y="1778"/>
                    <a:pt x="1407" y="1778"/>
                  </a:cubicBezTo>
                  <a:cubicBezTo>
                    <a:pt x="1407" y="1778"/>
                    <a:pt x="1407" y="1778"/>
                    <a:pt x="1399" y="1794"/>
                  </a:cubicBezTo>
                  <a:cubicBezTo>
                    <a:pt x="1399" y="1794"/>
                    <a:pt x="1399" y="1794"/>
                    <a:pt x="1407" y="1778"/>
                  </a:cubicBezTo>
                  <a:cubicBezTo>
                    <a:pt x="1407" y="1778"/>
                    <a:pt x="1407" y="1778"/>
                    <a:pt x="1407" y="1770"/>
                  </a:cubicBezTo>
                  <a:cubicBezTo>
                    <a:pt x="1415" y="1762"/>
                    <a:pt x="1415" y="1762"/>
                    <a:pt x="1415" y="1747"/>
                  </a:cubicBezTo>
                  <a:cubicBezTo>
                    <a:pt x="1415" y="1747"/>
                    <a:pt x="1415" y="1747"/>
                    <a:pt x="1423" y="1747"/>
                  </a:cubicBezTo>
                  <a:cubicBezTo>
                    <a:pt x="1415" y="1747"/>
                    <a:pt x="1415" y="1747"/>
                    <a:pt x="1415" y="1747"/>
                  </a:cubicBezTo>
                  <a:cubicBezTo>
                    <a:pt x="1415" y="1747"/>
                    <a:pt x="1415" y="1747"/>
                    <a:pt x="1423" y="1747"/>
                  </a:cubicBezTo>
                  <a:cubicBezTo>
                    <a:pt x="1423" y="1747"/>
                    <a:pt x="1431" y="1731"/>
                    <a:pt x="1431" y="1723"/>
                  </a:cubicBezTo>
                  <a:cubicBezTo>
                    <a:pt x="1431" y="1723"/>
                    <a:pt x="1431" y="1723"/>
                    <a:pt x="1431" y="1723"/>
                  </a:cubicBezTo>
                  <a:cubicBezTo>
                    <a:pt x="1431" y="1716"/>
                    <a:pt x="1431" y="1716"/>
                    <a:pt x="1439" y="1708"/>
                  </a:cubicBezTo>
                  <a:cubicBezTo>
                    <a:pt x="1439" y="1708"/>
                    <a:pt x="1439" y="1708"/>
                    <a:pt x="1446" y="1700"/>
                  </a:cubicBezTo>
                  <a:cubicBezTo>
                    <a:pt x="1446" y="1700"/>
                    <a:pt x="1446" y="1692"/>
                    <a:pt x="1446" y="1692"/>
                  </a:cubicBezTo>
                  <a:cubicBezTo>
                    <a:pt x="1446" y="1692"/>
                    <a:pt x="1446" y="1692"/>
                    <a:pt x="1446" y="1692"/>
                  </a:cubicBezTo>
                  <a:cubicBezTo>
                    <a:pt x="1446" y="1692"/>
                    <a:pt x="1446" y="1692"/>
                    <a:pt x="1446" y="1684"/>
                  </a:cubicBezTo>
                  <a:cubicBezTo>
                    <a:pt x="1454" y="1669"/>
                    <a:pt x="1462" y="1653"/>
                    <a:pt x="1470" y="1645"/>
                  </a:cubicBezTo>
                  <a:cubicBezTo>
                    <a:pt x="1470" y="1645"/>
                    <a:pt x="1470" y="1645"/>
                    <a:pt x="1478" y="1629"/>
                  </a:cubicBezTo>
                  <a:cubicBezTo>
                    <a:pt x="1478" y="1637"/>
                    <a:pt x="1478" y="1637"/>
                    <a:pt x="1478" y="1637"/>
                  </a:cubicBezTo>
                  <a:cubicBezTo>
                    <a:pt x="1470" y="1653"/>
                    <a:pt x="1462" y="1669"/>
                    <a:pt x="1454" y="1684"/>
                  </a:cubicBezTo>
                  <a:cubicBezTo>
                    <a:pt x="1454" y="1684"/>
                    <a:pt x="1454" y="1684"/>
                    <a:pt x="1454" y="1676"/>
                  </a:cubicBezTo>
                  <a:cubicBezTo>
                    <a:pt x="1454" y="1676"/>
                    <a:pt x="1454" y="1676"/>
                    <a:pt x="1454" y="1676"/>
                  </a:cubicBezTo>
                  <a:cubicBezTo>
                    <a:pt x="1454" y="1676"/>
                    <a:pt x="1454" y="1676"/>
                    <a:pt x="1454" y="1676"/>
                  </a:cubicBezTo>
                  <a:cubicBezTo>
                    <a:pt x="1454" y="1676"/>
                    <a:pt x="1454" y="1676"/>
                    <a:pt x="1462" y="1676"/>
                  </a:cubicBezTo>
                  <a:cubicBezTo>
                    <a:pt x="1462" y="1676"/>
                    <a:pt x="1462" y="1676"/>
                    <a:pt x="1462" y="1676"/>
                  </a:cubicBezTo>
                  <a:cubicBezTo>
                    <a:pt x="1462" y="1676"/>
                    <a:pt x="1462" y="1669"/>
                    <a:pt x="1462" y="1669"/>
                  </a:cubicBezTo>
                  <a:cubicBezTo>
                    <a:pt x="1462" y="1669"/>
                    <a:pt x="1462" y="1676"/>
                    <a:pt x="1462" y="1676"/>
                  </a:cubicBezTo>
                  <a:cubicBezTo>
                    <a:pt x="1462" y="1676"/>
                    <a:pt x="1462" y="1676"/>
                    <a:pt x="1462" y="1676"/>
                  </a:cubicBezTo>
                  <a:cubicBezTo>
                    <a:pt x="1462" y="1669"/>
                    <a:pt x="1462" y="1669"/>
                    <a:pt x="1462" y="1669"/>
                  </a:cubicBezTo>
                  <a:cubicBezTo>
                    <a:pt x="1462" y="1669"/>
                    <a:pt x="1462" y="1661"/>
                    <a:pt x="1462" y="1661"/>
                  </a:cubicBezTo>
                  <a:cubicBezTo>
                    <a:pt x="1462" y="1661"/>
                    <a:pt x="1462" y="1661"/>
                    <a:pt x="1470" y="1653"/>
                  </a:cubicBezTo>
                  <a:cubicBezTo>
                    <a:pt x="1478" y="1645"/>
                    <a:pt x="1478" y="1637"/>
                    <a:pt x="1485" y="1645"/>
                  </a:cubicBezTo>
                  <a:cubicBezTo>
                    <a:pt x="1485" y="1645"/>
                    <a:pt x="1485" y="1645"/>
                    <a:pt x="1478" y="1637"/>
                  </a:cubicBezTo>
                  <a:cubicBezTo>
                    <a:pt x="1478" y="1637"/>
                    <a:pt x="1478" y="1637"/>
                    <a:pt x="1478" y="1629"/>
                  </a:cubicBezTo>
                  <a:cubicBezTo>
                    <a:pt x="1478" y="1629"/>
                    <a:pt x="1485" y="1629"/>
                    <a:pt x="1485" y="1622"/>
                  </a:cubicBezTo>
                  <a:cubicBezTo>
                    <a:pt x="1485" y="1622"/>
                    <a:pt x="1485" y="1622"/>
                    <a:pt x="1485" y="1629"/>
                  </a:cubicBezTo>
                  <a:cubicBezTo>
                    <a:pt x="1485" y="1622"/>
                    <a:pt x="1485" y="1614"/>
                    <a:pt x="1493" y="1614"/>
                  </a:cubicBezTo>
                  <a:cubicBezTo>
                    <a:pt x="1493" y="1614"/>
                    <a:pt x="1485" y="1622"/>
                    <a:pt x="1485" y="1622"/>
                  </a:cubicBezTo>
                  <a:cubicBezTo>
                    <a:pt x="1485" y="1622"/>
                    <a:pt x="1485" y="1622"/>
                    <a:pt x="1485" y="1622"/>
                  </a:cubicBezTo>
                  <a:cubicBezTo>
                    <a:pt x="1485" y="1614"/>
                    <a:pt x="1485" y="1614"/>
                    <a:pt x="1485" y="1614"/>
                  </a:cubicBezTo>
                  <a:cubicBezTo>
                    <a:pt x="1485" y="1622"/>
                    <a:pt x="1485" y="1622"/>
                    <a:pt x="1485" y="1622"/>
                  </a:cubicBezTo>
                  <a:cubicBezTo>
                    <a:pt x="1485" y="1614"/>
                    <a:pt x="1485" y="1614"/>
                    <a:pt x="1493" y="1614"/>
                  </a:cubicBezTo>
                  <a:cubicBezTo>
                    <a:pt x="1493" y="1614"/>
                    <a:pt x="1493" y="1614"/>
                    <a:pt x="1493" y="1606"/>
                  </a:cubicBezTo>
                  <a:cubicBezTo>
                    <a:pt x="1493" y="1606"/>
                    <a:pt x="1493" y="1606"/>
                    <a:pt x="1493" y="1606"/>
                  </a:cubicBezTo>
                  <a:cubicBezTo>
                    <a:pt x="1501" y="1598"/>
                    <a:pt x="1501" y="1590"/>
                    <a:pt x="1501" y="1590"/>
                  </a:cubicBezTo>
                  <a:cubicBezTo>
                    <a:pt x="1501" y="1590"/>
                    <a:pt x="1501" y="1590"/>
                    <a:pt x="1501" y="1598"/>
                  </a:cubicBezTo>
                  <a:cubicBezTo>
                    <a:pt x="1501" y="1598"/>
                    <a:pt x="1501" y="1590"/>
                    <a:pt x="1509" y="1582"/>
                  </a:cubicBezTo>
                  <a:cubicBezTo>
                    <a:pt x="1517" y="1582"/>
                    <a:pt x="1509" y="1582"/>
                    <a:pt x="1517" y="1582"/>
                  </a:cubicBezTo>
                  <a:cubicBezTo>
                    <a:pt x="1517" y="1575"/>
                    <a:pt x="1517" y="1575"/>
                    <a:pt x="1517" y="1575"/>
                  </a:cubicBezTo>
                  <a:cubicBezTo>
                    <a:pt x="1525" y="1575"/>
                    <a:pt x="1525" y="1575"/>
                    <a:pt x="1525" y="1575"/>
                  </a:cubicBezTo>
                  <a:cubicBezTo>
                    <a:pt x="1525" y="1567"/>
                    <a:pt x="1525" y="1567"/>
                    <a:pt x="1525" y="1567"/>
                  </a:cubicBezTo>
                  <a:cubicBezTo>
                    <a:pt x="1517" y="1567"/>
                    <a:pt x="1525" y="1567"/>
                    <a:pt x="1517" y="1567"/>
                  </a:cubicBezTo>
                  <a:cubicBezTo>
                    <a:pt x="1517" y="1567"/>
                    <a:pt x="1517" y="1567"/>
                    <a:pt x="1517" y="1567"/>
                  </a:cubicBezTo>
                  <a:cubicBezTo>
                    <a:pt x="1517" y="1567"/>
                    <a:pt x="1517" y="1567"/>
                    <a:pt x="1517" y="1567"/>
                  </a:cubicBezTo>
                  <a:cubicBezTo>
                    <a:pt x="1525" y="1559"/>
                    <a:pt x="1532" y="1559"/>
                    <a:pt x="1540" y="1543"/>
                  </a:cubicBezTo>
                  <a:cubicBezTo>
                    <a:pt x="1540" y="1543"/>
                    <a:pt x="1540" y="1543"/>
                    <a:pt x="1540" y="1535"/>
                  </a:cubicBezTo>
                  <a:cubicBezTo>
                    <a:pt x="1532" y="1535"/>
                    <a:pt x="1532" y="1543"/>
                    <a:pt x="1532" y="1543"/>
                  </a:cubicBezTo>
                  <a:cubicBezTo>
                    <a:pt x="1532" y="1535"/>
                    <a:pt x="1532" y="1535"/>
                    <a:pt x="1532" y="1535"/>
                  </a:cubicBezTo>
                  <a:cubicBezTo>
                    <a:pt x="1540" y="1535"/>
                    <a:pt x="1540" y="1535"/>
                    <a:pt x="1540" y="1535"/>
                  </a:cubicBezTo>
                  <a:cubicBezTo>
                    <a:pt x="1540" y="1535"/>
                    <a:pt x="1540" y="1535"/>
                    <a:pt x="1548" y="1528"/>
                  </a:cubicBezTo>
                  <a:cubicBezTo>
                    <a:pt x="1548" y="1528"/>
                    <a:pt x="1548" y="1528"/>
                    <a:pt x="1548" y="1520"/>
                  </a:cubicBezTo>
                  <a:cubicBezTo>
                    <a:pt x="1548" y="1520"/>
                    <a:pt x="1548" y="1520"/>
                    <a:pt x="1548" y="1520"/>
                  </a:cubicBezTo>
                  <a:cubicBezTo>
                    <a:pt x="1548" y="1520"/>
                    <a:pt x="1548" y="1528"/>
                    <a:pt x="1548" y="1528"/>
                  </a:cubicBezTo>
                  <a:cubicBezTo>
                    <a:pt x="1548" y="1528"/>
                    <a:pt x="1548" y="1528"/>
                    <a:pt x="1548" y="1528"/>
                  </a:cubicBezTo>
                  <a:cubicBezTo>
                    <a:pt x="1548" y="1528"/>
                    <a:pt x="1548" y="1520"/>
                    <a:pt x="1556" y="1512"/>
                  </a:cubicBezTo>
                  <a:cubicBezTo>
                    <a:pt x="1556" y="1512"/>
                    <a:pt x="1556" y="1512"/>
                    <a:pt x="1548" y="1512"/>
                  </a:cubicBezTo>
                  <a:cubicBezTo>
                    <a:pt x="1548" y="1512"/>
                    <a:pt x="1548" y="1512"/>
                    <a:pt x="1548" y="1512"/>
                  </a:cubicBezTo>
                  <a:cubicBezTo>
                    <a:pt x="1556" y="1504"/>
                    <a:pt x="1556" y="1504"/>
                    <a:pt x="1556" y="1504"/>
                  </a:cubicBezTo>
                  <a:cubicBezTo>
                    <a:pt x="1556" y="1512"/>
                    <a:pt x="1556" y="1512"/>
                    <a:pt x="1556" y="1512"/>
                  </a:cubicBezTo>
                  <a:cubicBezTo>
                    <a:pt x="1564" y="1496"/>
                    <a:pt x="1564" y="1496"/>
                    <a:pt x="1564" y="1496"/>
                  </a:cubicBezTo>
                  <a:cubicBezTo>
                    <a:pt x="1564" y="1496"/>
                    <a:pt x="1564" y="1496"/>
                    <a:pt x="1564" y="1496"/>
                  </a:cubicBezTo>
                  <a:cubicBezTo>
                    <a:pt x="1564" y="1496"/>
                    <a:pt x="1564" y="1496"/>
                    <a:pt x="1571" y="1481"/>
                  </a:cubicBezTo>
                  <a:cubicBezTo>
                    <a:pt x="1579" y="1481"/>
                    <a:pt x="1579" y="1481"/>
                    <a:pt x="1579" y="1481"/>
                  </a:cubicBezTo>
                  <a:cubicBezTo>
                    <a:pt x="1579" y="1473"/>
                    <a:pt x="1579" y="1473"/>
                    <a:pt x="1579" y="1473"/>
                  </a:cubicBezTo>
                  <a:cubicBezTo>
                    <a:pt x="1579" y="1473"/>
                    <a:pt x="1579" y="1473"/>
                    <a:pt x="1587" y="1465"/>
                  </a:cubicBezTo>
                  <a:cubicBezTo>
                    <a:pt x="1579" y="1465"/>
                    <a:pt x="1579" y="1465"/>
                    <a:pt x="1579" y="1465"/>
                  </a:cubicBezTo>
                  <a:cubicBezTo>
                    <a:pt x="1587" y="1465"/>
                    <a:pt x="1587" y="1465"/>
                    <a:pt x="1587" y="1465"/>
                  </a:cubicBezTo>
                  <a:cubicBezTo>
                    <a:pt x="1587" y="1465"/>
                    <a:pt x="1587" y="1465"/>
                    <a:pt x="1587" y="1465"/>
                  </a:cubicBezTo>
                  <a:cubicBezTo>
                    <a:pt x="1587" y="1465"/>
                    <a:pt x="1587" y="1465"/>
                    <a:pt x="1587" y="1465"/>
                  </a:cubicBezTo>
                  <a:cubicBezTo>
                    <a:pt x="1587" y="1465"/>
                    <a:pt x="1587" y="1465"/>
                    <a:pt x="1595" y="1465"/>
                  </a:cubicBezTo>
                  <a:cubicBezTo>
                    <a:pt x="1595" y="1457"/>
                    <a:pt x="1595" y="1457"/>
                    <a:pt x="1587" y="1465"/>
                  </a:cubicBezTo>
                  <a:cubicBezTo>
                    <a:pt x="1587" y="1465"/>
                    <a:pt x="1587" y="1457"/>
                    <a:pt x="1595" y="1457"/>
                  </a:cubicBezTo>
                  <a:cubicBezTo>
                    <a:pt x="1595" y="1457"/>
                    <a:pt x="1595" y="1457"/>
                    <a:pt x="1595" y="1457"/>
                  </a:cubicBezTo>
                  <a:cubicBezTo>
                    <a:pt x="1603" y="1441"/>
                    <a:pt x="1610" y="1434"/>
                    <a:pt x="1618" y="1418"/>
                  </a:cubicBezTo>
                  <a:cubicBezTo>
                    <a:pt x="1618" y="1418"/>
                    <a:pt x="1618" y="1418"/>
                    <a:pt x="1618" y="1418"/>
                  </a:cubicBezTo>
                  <a:cubicBezTo>
                    <a:pt x="1618" y="1418"/>
                    <a:pt x="1618" y="1418"/>
                    <a:pt x="1618" y="1418"/>
                  </a:cubicBezTo>
                  <a:cubicBezTo>
                    <a:pt x="1618" y="1418"/>
                    <a:pt x="1626" y="1418"/>
                    <a:pt x="1626" y="1410"/>
                  </a:cubicBezTo>
                  <a:cubicBezTo>
                    <a:pt x="1626" y="1410"/>
                    <a:pt x="1618" y="1418"/>
                    <a:pt x="1618" y="1418"/>
                  </a:cubicBezTo>
                  <a:cubicBezTo>
                    <a:pt x="1618" y="1418"/>
                    <a:pt x="1618" y="1410"/>
                    <a:pt x="1618" y="1410"/>
                  </a:cubicBezTo>
                  <a:cubicBezTo>
                    <a:pt x="1618" y="1410"/>
                    <a:pt x="1618"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34" y="1402"/>
                  </a:cubicBezTo>
                  <a:cubicBezTo>
                    <a:pt x="1634" y="1402"/>
                    <a:pt x="1634" y="1410"/>
                    <a:pt x="1634" y="1410"/>
                  </a:cubicBezTo>
                  <a:cubicBezTo>
                    <a:pt x="1634" y="1410"/>
                    <a:pt x="1634" y="1410"/>
                    <a:pt x="1634" y="1410"/>
                  </a:cubicBezTo>
                  <a:cubicBezTo>
                    <a:pt x="1634" y="1410"/>
                    <a:pt x="1634" y="1410"/>
                    <a:pt x="1634" y="1410"/>
                  </a:cubicBezTo>
                  <a:cubicBezTo>
                    <a:pt x="1634" y="1410"/>
                    <a:pt x="1634" y="1410"/>
                    <a:pt x="1634" y="1410"/>
                  </a:cubicBezTo>
                  <a:cubicBezTo>
                    <a:pt x="1634" y="1410"/>
                    <a:pt x="1634" y="1410"/>
                    <a:pt x="1634" y="1410"/>
                  </a:cubicBezTo>
                  <a:cubicBezTo>
                    <a:pt x="1634" y="1410"/>
                    <a:pt x="1626" y="1410"/>
                    <a:pt x="1626" y="1410"/>
                  </a:cubicBezTo>
                  <a:cubicBezTo>
                    <a:pt x="1626" y="1410"/>
                    <a:pt x="1626" y="1410"/>
                    <a:pt x="1626" y="1418"/>
                  </a:cubicBezTo>
                  <a:cubicBezTo>
                    <a:pt x="1626" y="1418"/>
                    <a:pt x="1626" y="1418"/>
                    <a:pt x="1634" y="1418"/>
                  </a:cubicBezTo>
                  <a:cubicBezTo>
                    <a:pt x="1634" y="1426"/>
                    <a:pt x="1634" y="1426"/>
                    <a:pt x="1634" y="1426"/>
                  </a:cubicBezTo>
                  <a:cubicBezTo>
                    <a:pt x="1618" y="1426"/>
                    <a:pt x="1618" y="1426"/>
                    <a:pt x="1618" y="1426"/>
                  </a:cubicBezTo>
                  <a:cubicBezTo>
                    <a:pt x="1618" y="1426"/>
                    <a:pt x="1618" y="1426"/>
                    <a:pt x="1626" y="1418"/>
                  </a:cubicBezTo>
                  <a:cubicBezTo>
                    <a:pt x="1626" y="1418"/>
                    <a:pt x="1595" y="1457"/>
                    <a:pt x="1595" y="1465"/>
                  </a:cubicBezTo>
                  <a:cubicBezTo>
                    <a:pt x="1595" y="1465"/>
                    <a:pt x="1595" y="1465"/>
                    <a:pt x="1587" y="1481"/>
                  </a:cubicBezTo>
                  <a:cubicBezTo>
                    <a:pt x="1595" y="1473"/>
                    <a:pt x="1595" y="1465"/>
                    <a:pt x="1603" y="1457"/>
                  </a:cubicBezTo>
                  <a:cubicBezTo>
                    <a:pt x="1603" y="1457"/>
                    <a:pt x="1595" y="1473"/>
                    <a:pt x="1603" y="1457"/>
                  </a:cubicBezTo>
                  <a:cubicBezTo>
                    <a:pt x="1603" y="1465"/>
                    <a:pt x="1603" y="1465"/>
                    <a:pt x="1603" y="1465"/>
                  </a:cubicBezTo>
                  <a:cubicBezTo>
                    <a:pt x="1603" y="1465"/>
                    <a:pt x="1603" y="1465"/>
                    <a:pt x="1595" y="1473"/>
                  </a:cubicBezTo>
                  <a:cubicBezTo>
                    <a:pt x="1595" y="1473"/>
                    <a:pt x="1595" y="1473"/>
                    <a:pt x="1603" y="1465"/>
                  </a:cubicBezTo>
                  <a:cubicBezTo>
                    <a:pt x="1603" y="1465"/>
                    <a:pt x="1603" y="1465"/>
                    <a:pt x="1603" y="1465"/>
                  </a:cubicBezTo>
                  <a:cubicBezTo>
                    <a:pt x="1603" y="1465"/>
                    <a:pt x="1610" y="1465"/>
                    <a:pt x="1618" y="1457"/>
                  </a:cubicBezTo>
                  <a:cubicBezTo>
                    <a:pt x="1618" y="1457"/>
                    <a:pt x="1610" y="1465"/>
                    <a:pt x="1610" y="1465"/>
                  </a:cubicBezTo>
                  <a:cubicBezTo>
                    <a:pt x="1618" y="1465"/>
                    <a:pt x="1618" y="1449"/>
                    <a:pt x="1634" y="1441"/>
                  </a:cubicBezTo>
                  <a:cubicBezTo>
                    <a:pt x="1634" y="1441"/>
                    <a:pt x="1634" y="1441"/>
                    <a:pt x="1626" y="1441"/>
                  </a:cubicBezTo>
                  <a:cubicBezTo>
                    <a:pt x="1626" y="1441"/>
                    <a:pt x="1634" y="1441"/>
                    <a:pt x="1634" y="1434"/>
                  </a:cubicBezTo>
                  <a:cubicBezTo>
                    <a:pt x="1634" y="1434"/>
                    <a:pt x="1634" y="1434"/>
                    <a:pt x="1634" y="1434"/>
                  </a:cubicBezTo>
                  <a:cubicBezTo>
                    <a:pt x="1634" y="1434"/>
                    <a:pt x="1634" y="1434"/>
                    <a:pt x="1634" y="1434"/>
                  </a:cubicBezTo>
                  <a:cubicBezTo>
                    <a:pt x="1634" y="1434"/>
                    <a:pt x="1634" y="1434"/>
                    <a:pt x="1634" y="1434"/>
                  </a:cubicBezTo>
                  <a:cubicBezTo>
                    <a:pt x="1634" y="1434"/>
                    <a:pt x="1634" y="1434"/>
                    <a:pt x="1634" y="1434"/>
                  </a:cubicBezTo>
                  <a:cubicBezTo>
                    <a:pt x="1642" y="1426"/>
                    <a:pt x="1642" y="1426"/>
                    <a:pt x="1650" y="1418"/>
                  </a:cubicBezTo>
                  <a:cubicBezTo>
                    <a:pt x="1650" y="1418"/>
                    <a:pt x="1650" y="1418"/>
                    <a:pt x="1650" y="1410"/>
                  </a:cubicBezTo>
                  <a:cubicBezTo>
                    <a:pt x="1650" y="1418"/>
                    <a:pt x="1650" y="1418"/>
                    <a:pt x="1650" y="1418"/>
                  </a:cubicBezTo>
                  <a:cubicBezTo>
                    <a:pt x="1650" y="1418"/>
                    <a:pt x="1650" y="1418"/>
                    <a:pt x="1650" y="1418"/>
                  </a:cubicBezTo>
                  <a:cubicBezTo>
                    <a:pt x="1650" y="1410"/>
                    <a:pt x="1650" y="1410"/>
                    <a:pt x="1650" y="1410"/>
                  </a:cubicBezTo>
                  <a:cubicBezTo>
                    <a:pt x="1650" y="1410"/>
                    <a:pt x="1650" y="1410"/>
                    <a:pt x="1657" y="1410"/>
                  </a:cubicBezTo>
                  <a:cubicBezTo>
                    <a:pt x="1657" y="1410"/>
                    <a:pt x="1657" y="1410"/>
                    <a:pt x="1657" y="1402"/>
                  </a:cubicBezTo>
                  <a:cubicBezTo>
                    <a:pt x="1657" y="1402"/>
                    <a:pt x="1665" y="1402"/>
                    <a:pt x="1665" y="1402"/>
                  </a:cubicBezTo>
                  <a:cubicBezTo>
                    <a:pt x="1665" y="1402"/>
                    <a:pt x="1665" y="1402"/>
                    <a:pt x="1657" y="1402"/>
                  </a:cubicBezTo>
                  <a:cubicBezTo>
                    <a:pt x="1657" y="1402"/>
                    <a:pt x="1657" y="1402"/>
                    <a:pt x="1657" y="1402"/>
                  </a:cubicBezTo>
                  <a:cubicBezTo>
                    <a:pt x="1657" y="1402"/>
                    <a:pt x="1657" y="1402"/>
                    <a:pt x="1657" y="1402"/>
                  </a:cubicBezTo>
                  <a:cubicBezTo>
                    <a:pt x="1657" y="1402"/>
                    <a:pt x="1657" y="1402"/>
                    <a:pt x="1657" y="1410"/>
                  </a:cubicBezTo>
                  <a:cubicBezTo>
                    <a:pt x="1657" y="1402"/>
                    <a:pt x="1657" y="1402"/>
                    <a:pt x="1665" y="1394"/>
                  </a:cubicBezTo>
                  <a:cubicBezTo>
                    <a:pt x="1665" y="1394"/>
                    <a:pt x="1665" y="1394"/>
                    <a:pt x="1665" y="1387"/>
                  </a:cubicBezTo>
                  <a:cubicBezTo>
                    <a:pt x="1665" y="1387"/>
                    <a:pt x="1665" y="1387"/>
                    <a:pt x="1673" y="1387"/>
                  </a:cubicBezTo>
                  <a:cubicBezTo>
                    <a:pt x="1673" y="1387"/>
                    <a:pt x="1673" y="1387"/>
                    <a:pt x="1673" y="1387"/>
                  </a:cubicBezTo>
                  <a:cubicBezTo>
                    <a:pt x="1665" y="1387"/>
                    <a:pt x="1665" y="1387"/>
                    <a:pt x="1665" y="1387"/>
                  </a:cubicBezTo>
                  <a:cubicBezTo>
                    <a:pt x="1665" y="1387"/>
                    <a:pt x="1665" y="1387"/>
                    <a:pt x="1673" y="1387"/>
                  </a:cubicBezTo>
                  <a:cubicBezTo>
                    <a:pt x="1673" y="1387"/>
                    <a:pt x="1673" y="1387"/>
                    <a:pt x="1665" y="1394"/>
                  </a:cubicBezTo>
                  <a:cubicBezTo>
                    <a:pt x="1665" y="1394"/>
                    <a:pt x="1665" y="1394"/>
                    <a:pt x="1665" y="1394"/>
                  </a:cubicBezTo>
                  <a:cubicBezTo>
                    <a:pt x="1665" y="1394"/>
                    <a:pt x="1665" y="1394"/>
                    <a:pt x="1665" y="1394"/>
                  </a:cubicBezTo>
                  <a:cubicBezTo>
                    <a:pt x="1665" y="1394"/>
                    <a:pt x="1665" y="1394"/>
                    <a:pt x="1665" y="1394"/>
                  </a:cubicBezTo>
                  <a:cubicBezTo>
                    <a:pt x="1665" y="1394"/>
                    <a:pt x="1665" y="1394"/>
                    <a:pt x="1665" y="1394"/>
                  </a:cubicBezTo>
                  <a:cubicBezTo>
                    <a:pt x="1665" y="1394"/>
                    <a:pt x="1665" y="1394"/>
                    <a:pt x="1665" y="1394"/>
                  </a:cubicBezTo>
                  <a:cubicBezTo>
                    <a:pt x="1681" y="1387"/>
                    <a:pt x="1696" y="1371"/>
                    <a:pt x="1689" y="1347"/>
                  </a:cubicBezTo>
                  <a:close/>
                  <a:moveTo>
                    <a:pt x="1337" y="1097"/>
                  </a:moveTo>
                  <a:cubicBezTo>
                    <a:pt x="1337" y="1097"/>
                    <a:pt x="1337" y="1097"/>
                    <a:pt x="1345" y="1097"/>
                  </a:cubicBezTo>
                  <a:cubicBezTo>
                    <a:pt x="1345" y="1097"/>
                    <a:pt x="1345" y="1097"/>
                    <a:pt x="1345" y="1097"/>
                  </a:cubicBezTo>
                  <a:cubicBezTo>
                    <a:pt x="1345" y="1097"/>
                    <a:pt x="1337" y="1097"/>
                    <a:pt x="1337" y="1097"/>
                  </a:cubicBezTo>
                  <a:close/>
                  <a:moveTo>
                    <a:pt x="1345" y="1097"/>
                  </a:moveTo>
                  <a:cubicBezTo>
                    <a:pt x="1345" y="1089"/>
                    <a:pt x="1337" y="1089"/>
                    <a:pt x="1337" y="1089"/>
                  </a:cubicBezTo>
                  <a:cubicBezTo>
                    <a:pt x="1345" y="1089"/>
                    <a:pt x="1345" y="1089"/>
                    <a:pt x="1345" y="1097"/>
                  </a:cubicBezTo>
                  <a:cubicBezTo>
                    <a:pt x="1345" y="1097"/>
                    <a:pt x="1345" y="1097"/>
                    <a:pt x="1345" y="1097"/>
                  </a:cubicBezTo>
                  <a:close/>
                  <a:moveTo>
                    <a:pt x="1431" y="1159"/>
                  </a:moveTo>
                  <a:cubicBezTo>
                    <a:pt x="1431" y="1159"/>
                    <a:pt x="1431" y="1159"/>
                    <a:pt x="1423" y="1159"/>
                  </a:cubicBezTo>
                  <a:cubicBezTo>
                    <a:pt x="1423" y="1159"/>
                    <a:pt x="1399" y="1136"/>
                    <a:pt x="1392" y="1128"/>
                  </a:cubicBezTo>
                  <a:cubicBezTo>
                    <a:pt x="1392" y="1128"/>
                    <a:pt x="1392" y="1128"/>
                    <a:pt x="1399" y="1128"/>
                  </a:cubicBezTo>
                  <a:cubicBezTo>
                    <a:pt x="1392" y="1128"/>
                    <a:pt x="1392" y="1128"/>
                    <a:pt x="1392" y="1128"/>
                  </a:cubicBezTo>
                  <a:cubicBezTo>
                    <a:pt x="1392" y="1128"/>
                    <a:pt x="1392" y="1128"/>
                    <a:pt x="1392" y="1128"/>
                  </a:cubicBezTo>
                  <a:cubicBezTo>
                    <a:pt x="1392" y="1128"/>
                    <a:pt x="1392" y="1128"/>
                    <a:pt x="1392" y="1128"/>
                  </a:cubicBezTo>
                  <a:cubicBezTo>
                    <a:pt x="1384" y="1128"/>
                    <a:pt x="1392" y="1128"/>
                    <a:pt x="1384" y="1128"/>
                  </a:cubicBezTo>
                  <a:cubicBezTo>
                    <a:pt x="1384" y="1120"/>
                    <a:pt x="1376" y="1120"/>
                    <a:pt x="1376" y="1120"/>
                  </a:cubicBezTo>
                  <a:cubicBezTo>
                    <a:pt x="1376" y="1120"/>
                    <a:pt x="1384" y="1120"/>
                    <a:pt x="1392" y="1128"/>
                  </a:cubicBezTo>
                  <a:cubicBezTo>
                    <a:pt x="1392" y="1128"/>
                    <a:pt x="1392" y="1128"/>
                    <a:pt x="1392" y="1128"/>
                  </a:cubicBezTo>
                  <a:cubicBezTo>
                    <a:pt x="1384" y="1120"/>
                    <a:pt x="1384" y="1120"/>
                    <a:pt x="1376" y="1113"/>
                  </a:cubicBezTo>
                  <a:cubicBezTo>
                    <a:pt x="1376" y="1113"/>
                    <a:pt x="1376" y="1113"/>
                    <a:pt x="1368" y="1113"/>
                  </a:cubicBezTo>
                  <a:cubicBezTo>
                    <a:pt x="1368" y="1113"/>
                    <a:pt x="1368" y="1113"/>
                    <a:pt x="1368" y="1113"/>
                  </a:cubicBezTo>
                  <a:cubicBezTo>
                    <a:pt x="1368" y="1113"/>
                    <a:pt x="1360" y="1113"/>
                    <a:pt x="1360" y="1105"/>
                  </a:cubicBezTo>
                  <a:cubicBezTo>
                    <a:pt x="1360" y="1105"/>
                    <a:pt x="1368" y="1113"/>
                    <a:pt x="1368" y="1113"/>
                  </a:cubicBezTo>
                  <a:cubicBezTo>
                    <a:pt x="1360" y="1105"/>
                    <a:pt x="1353" y="1105"/>
                    <a:pt x="1353" y="1097"/>
                  </a:cubicBezTo>
                  <a:cubicBezTo>
                    <a:pt x="1353" y="1097"/>
                    <a:pt x="1353" y="1097"/>
                    <a:pt x="1353" y="1097"/>
                  </a:cubicBezTo>
                  <a:cubicBezTo>
                    <a:pt x="1353" y="1097"/>
                    <a:pt x="1353" y="1097"/>
                    <a:pt x="1353" y="1097"/>
                  </a:cubicBezTo>
                  <a:cubicBezTo>
                    <a:pt x="1353" y="1097"/>
                    <a:pt x="1353" y="1097"/>
                    <a:pt x="1360" y="1097"/>
                  </a:cubicBezTo>
                  <a:cubicBezTo>
                    <a:pt x="1360" y="1105"/>
                    <a:pt x="1368" y="1105"/>
                    <a:pt x="1368" y="1105"/>
                  </a:cubicBezTo>
                  <a:cubicBezTo>
                    <a:pt x="1376" y="1113"/>
                    <a:pt x="1376" y="1113"/>
                    <a:pt x="1376" y="1113"/>
                  </a:cubicBezTo>
                  <a:cubicBezTo>
                    <a:pt x="1376" y="1113"/>
                    <a:pt x="1376" y="1113"/>
                    <a:pt x="1368" y="1105"/>
                  </a:cubicBezTo>
                  <a:cubicBezTo>
                    <a:pt x="1376" y="1113"/>
                    <a:pt x="1376" y="1113"/>
                    <a:pt x="1376" y="1113"/>
                  </a:cubicBezTo>
                  <a:cubicBezTo>
                    <a:pt x="1384" y="1113"/>
                    <a:pt x="1376" y="1113"/>
                    <a:pt x="1376" y="1113"/>
                  </a:cubicBezTo>
                  <a:cubicBezTo>
                    <a:pt x="1384" y="1120"/>
                    <a:pt x="1384" y="1113"/>
                    <a:pt x="1384" y="1113"/>
                  </a:cubicBezTo>
                  <a:cubicBezTo>
                    <a:pt x="1384" y="1113"/>
                    <a:pt x="1392" y="1113"/>
                    <a:pt x="1392" y="1113"/>
                  </a:cubicBezTo>
                  <a:cubicBezTo>
                    <a:pt x="1399" y="1128"/>
                    <a:pt x="1415" y="1144"/>
                    <a:pt x="1407" y="1144"/>
                  </a:cubicBezTo>
                  <a:cubicBezTo>
                    <a:pt x="1407" y="1144"/>
                    <a:pt x="1407" y="1144"/>
                    <a:pt x="1415" y="1152"/>
                  </a:cubicBezTo>
                  <a:cubicBezTo>
                    <a:pt x="1415" y="1152"/>
                    <a:pt x="1415" y="1152"/>
                    <a:pt x="1431" y="1159"/>
                  </a:cubicBezTo>
                  <a:cubicBezTo>
                    <a:pt x="1431" y="1159"/>
                    <a:pt x="1431" y="1159"/>
                    <a:pt x="1431" y="1159"/>
                  </a:cubicBezTo>
                  <a:close/>
                  <a:moveTo>
                    <a:pt x="1384" y="1199"/>
                  </a:moveTo>
                  <a:cubicBezTo>
                    <a:pt x="1384" y="1199"/>
                    <a:pt x="1384" y="1199"/>
                    <a:pt x="1392" y="1199"/>
                  </a:cubicBezTo>
                  <a:cubicBezTo>
                    <a:pt x="1392" y="1199"/>
                    <a:pt x="1392" y="1199"/>
                    <a:pt x="1392" y="1199"/>
                  </a:cubicBezTo>
                  <a:cubicBezTo>
                    <a:pt x="1392" y="1199"/>
                    <a:pt x="1392" y="1199"/>
                    <a:pt x="1384" y="1199"/>
                  </a:cubicBezTo>
                  <a:close/>
                  <a:moveTo>
                    <a:pt x="1392" y="1700"/>
                  </a:moveTo>
                  <a:cubicBezTo>
                    <a:pt x="1392" y="1700"/>
                    <a:pt x="1392" y="1708"/>
                    <a:pt x="1392" y="1708"/>
                  </a:cubicBezTo>
                  <a:cubicBezTo>
                    <a:pt x="1392" y="1700"/>
                    <a:pt x="1392" y="1700"/>
                    <a:pt x="1392" y="1692"/>
                  </a:cubicBezTo>
                  <a:cubicBezTo>
                    <a:pt x="1392" y="1692"/>
                    <a:pt x="1392" y="1700"/>
                    <a:pt x="1392" y="1700"/>
                  </a:cubicBezTo>
                  <a:close/>
                  <a:moveTo>
                    <a:pt x="1376" y="1778"/>
                  </a:moveTo>
                  <a:cubicBezTo>
                    <a:pt x="1376" y="1778"/>
                    <a:pt x="1376" y="1778"/>
                    <a:pt x="1376" y="1778"/>
                  </a:cubicBezTo>
                  <a:cubicBezTo>
                    <a:pt x="1376" y="1778"/>
                    <a:pt x="1376" y="1778"/>
                    <a:pt x="1384" y="1778"/>
                  </a:cubicBezTo>
                  <a:cubicBezTo>
                    <a:pt x="1376" y="1778"/>
                    <a:pt x="1376" y="1778"/>
                    <a:pt x="1376" y="1778"/>
                  </a:cubicBezTo>
                  <a:close/>
                  <a:moveTo>
                    <a:pt x="1415" y="1708"/>
                  </a:moveTo>
                  <a:cubicBezTo>
                    <a:pt x="1415" y="1708"/>
                    <a:pt x="1415" y="1716"/>
                    <a:pt x="1415" y="1723"/>
                  </a:cubicBezTo>
                  <a:cubicBezTo>
                    <a:pt x="1415" y="1723"/>
                    <a:pt x="1415" y="1723"/>
                    <a:pt x="1407" y="1739"/>
                  </a:cubicBezTo>
                  <a:cubicBezTo>
                    <a:pt x="1407" y="1739"/>
                    <a:pt x="1407" y="1731"/>
                    <a:pt x="1407" y="1731"/>
                  </a:cubicBezTo>
                  <a:cubicBezTo>
                    <a:pt x="1407" y="1731"/>
                    <a:pt x="1407" y="1731"/>
                    <a:pt x="1415" y="1723"/>
                  </a:cubicBezTo>
                  <a:cubicBezTo>
                    <a:pt x="1415" y="1716"/>
                    <a:pt x="1415" y="1716"/>
                    <a:pt x="1415" y="1716"/>
                  </a:cubicBezTo>
                  <a:cubicBezTo>
                    <a:pt x="1415" y="1716"/>
                    <a:pt x="1415" y="1708"/>
                    <a:pt x="1415" y="1708"/>
                  </a:cubicBezTo>
                  <a:cubicBezTo>
                    <a:pt x="1415" y="1708"/>
                    <a:pt x="1415" y="1708"/>
                    <a:pt x="1415" y="1708"/>
                  </a:cubicBezTo>
                  <a:cubicBezTo>
                    <a:pt x="1415" y="1708"/>
                    <a:pt x="1415" y="1708"/>
                    <a:pt x="1415" y="1708"/>
                  </a:cubicBezTo>
                  <a:cubicBezTo>
                    <a:pt x="1415" y="1708"/>
                    <a:pt x="1415" y="1708"/>
                    <a:pt x="1415" y="1708"/>
                  </a:cubicBezTo>
                  <a:cubicBezTo>
                    <a:pt x="1415" y="1708"/>
                    <a:pt x="1415" y="1708"/>
                    <a:pt x="1415" y="1708"/>
                  </a:cubicBezTo>
                  <a:close/>
                  <a:moveTo>
                    <a:pt x="1454" y="1645"/>
                  </a:moveTo>
                  <a:cubicBezTo>
                    <a:pt x="1454" y="1645"/>
                    <a:pt x="1454" y="1645"/>
                    <a:pt x="1454" y="1645"/>
                  </a:cubicBezTo>
                  <a:cubicBezTo>
                    <a:pt x="1454" y="1645"/>
                    <a:pt x="1454" y="1645"/>
                    <a:pt x="1446" y="1661"/>
                  </a:cubicBezTo>
                  <a:cubicBezTo>
                    <a:pt x="1446" y="1661"/>
                    <a:pt x="1439" y="1676"/>
                    <a:pt x="1431" y="1684"/>
                  </a:cubicBezTo>
                  <a:cubicBezTo>
                    <a:pt x="1439" y="1676"/>
                    <a:pt x="1439" y="1669"/>
                    <a:pt x="1446" y="1661"/>
                  </a:cubicBezTo>
                  <a:cubicBezTo>
                    <a:pt x="1446" y="1645"/>
                    <a:pt x="1446" y="1653"/>
                    <a:pt x="1446" y="1645"/>
                  </a:cubicBezTo>
                  <a:cubicBezTo>
                    <a:pt x="1454" y="1645"/>
                    <a:pt x="1454" y="1637"/>
                    <a:pt x="1462" y="1629"/>
                  </a:cubicBezTo>
                  <a:cubicBezTo>
                    <a:pt x="1462" y="1637"/>
                    <a:pt x="1462" y="1637"/>
                    <a:pt x="1454" y="1645"/>
                  </a:cubicBezTo>
                  <a:close/>
                  <a:moveTo>
                    <a:pt x="1501" y="1590"/>
                  </a:moveTo>
                  <a:cubicBezTo>
                    <a:pt x="1509" y="1590"/>
                    <a:pt x="1509" y="1590"/>
                    <a:pt x="1509" y="1590"/>
                  </a:cubicBezTo>
                  <a:cubicBezTo>
                    <a:pt x="1509" y="1590"/>
                    <a:pt x="1509" y="1590"/>
                    <a:pt x="1501" y="1590"/>
                  </a:cubicBezTo>
                  <a:close/>
                  <a:moveTo>
                    <a:pt x="1517" y="1528"/>
                  </a:moveTo>
                  <a:cubicBezTo>
                    <a:pt x="1509" y="1543"/>
                    <a:pt x="1485" y="1575"/>
                    <a:pt x="1485" y="1575"/>
                  </a:cubicBezTo>
                  <a:cubicBezTo>
                    <a:pt x="1478" y="1582"/>
                    <a:pt x="1478" y="1590"/>
                    <a:pt x="1478" y="1590"/>
                  </a:cubicBezTo>
                  <a:cubicBezTo>
                    <a:pt x="1478" y="1590"/>
                    <a:pt x="1478" y="1590"/>
                    <a:pt x="1501" y="1543"/>
                  </a:cubicBezTo>
                  <a:cubicBezTo>
                    <a:pt x="1509" y="1535"/>
                    <a:pt x="1517" y="1528"/>
                    <a:pt x="1517" y="1520"/>
                  </a:cubicBezTo>
                  <a:cubicBezTo>
                    <a:pt x="1517" y="1528"/>
                    <a:pt x="1517" y="1528"/>
                    <a:pt x="1517" y="1528"/>
                  </a:cubicBezTo>
                  <a:close/>
                  <a:moveTo>
                    <a:pt x="1595" y="1324"/>
                  </a:moveTo>
                  <a:cubicBezTo>
                    <a:pt x="1595" y="1324"/>
                    <a:pt x="1595" y="1324"/>
                    <a:pt x="1595" y="1324"/>
                  </a:cubicBezTo>
                  <a:cubicBezTo>
                    <a:pt x="1595" y="1324"/>
                    <a:pt x="1595" y="1324"/>
                    <a:pt x="1595" y="1324"/>
                  </a:cubicBezTo>
                  <a:cubicBezTo>
                    <a:pt x="1595" y="1324"/>
                    <a:pt x="1595" y="1324"/>
                    <a:pt x="1595" y="1324"/>
                  </a:cubicBezTo>
                  <a:close/>
                  <a:moveTo>
                    <a:pt x="1462" y="1246"/>
                  </a:moveTo>
                  <a:cubicBezTo>
                    <a:pt x="1462" y="1246"/>
                    <a:pt x="1462" y="1246"/>
                    <a:pt x="1462" y="1246"/>
                  </a:cubicBezTo>
                  <a:cubicBezTo>
                    <a:pt x="1485" y="1269"/>
                    <a:pt x="1540" y="1308"/>
                    <a:pt x="1579" y="1347"/>
                  </a:cubicBezTo>
                  <a:cubicBezTo>
                    <a:pt x="1579" y="1347"/>
                    <a:pt x="1579" y="1347"/>
                    <a:pt x="1579" y="1347"/>
                  </a:cubicBezTo>
                  <a:cubicBezTo>
                    <a:pt x="1532" y="1308"/>
                    <a:pt x="1470" y="1261"/>
                    <a:pt x="1462" y="1246"/>
                  </a:cubicBezTo>
                  <a:close/>
                  <a:moveTo>
                    <a:pt x="1540" y="1488"/>
                  </a:moveTo>
                  <a:cubicBezTo>
                    <a:pt x="1540" y="1496"/>
                    <a:pt x="1532" y="1504"/>
                    <a:pt x="1525" y="1512"/>
                  </a:cubicBezTo>
                  <a:cubicBezTo>
                    <a:pt x="1525" y="1512"/>
                    <a:pt x="1525" y="1512"/>
                    <a:pt x="1525" y="1512"/>
                  </a:cubicBezTo>
                  <a:cubicBezTo>
                    <a:pt x="1540" y="1488"/>
                    <a:pt x="1571" y="1434"/>
                    <a:pt x="1603" y="1402"/>
                  </a:cubicBezTo>
                  <a:cubicBezTo>
                    <a:pt x="1603" y="1402"/>
                    <a:pt x="1603" y="1402"/>
                    <a:pt x="1603" y="1402"/>
                  </a:cubicBezTo>
                  <a:cubicBezTo>
                    <a:pt x="1579" y="1434"/>
                    <a:pt x="1548" y="1481"/>
                    <a:pt x="1540" y="1488"/>
                  </a:cubicBezTo>
                  <a:close/>
                  <a:moveTo>
                    <a:pt x="1603" y="1402"/>
                  </a:moveTo>
                  <a:cubicBezTo>
                    <a:pt x="1603" y="1402"/>
                    <a:pt x="1603" y="1402"/>
                    <a:pt x="1603" y="1402"/>
                  </a:cubicBezTo>
                  <a:cubicBezTo>
                    <a:pt x="1603" y="1402"/>
                    <a:pt x="1603" y="1402"/>
                    <a:pt x="1603" y="1394"/>
                  </a:cubicBezTo>
                  <a:cubicBezTo>
                    <a:pt x="1610" y="1394"/>
                    <a:pt x="1610" y="1394"/>
                    <a:pt x="1610" y="1394"/>
                  </a:cubicBezTo>
                  <a:cubicBezTo>
                    <a:pt x="1610" y="1402"/>
                    <a:pt x="1610" y="1402"/>
                    <a:pt x="1610" y="1402"/>
                  </a:cubicBezTo>
                  <a:cubicBezTo>
                    <a:pt x="1610" y="1402"/>
                    <a:pt x="1610" y="1402"/>
                    <a:pt x="1603" y="1402"/>
                  </a:cubicBezTo>
                  <a:close/>
                  <a:moveTo>
                    <a:pt x="1610" y="1402"/>
                  </a:moveTo>
                  <a:cubicBezTo>
                    <a:pt x="1610" y="1402"/>
                    <a:pt x="1610" y="1402"/>
                    <a:pt x="1610" y="1402"/>
                  </a:cubicBezTo>
                  <a:cubicBezTo>
                    <a:pt x="1610" y="1402"/>
                    <a:pt x="1610" y="1402"/>
                    <a:pt x="1610" y="1402"/>
                  </a:cubicBezTo>
                  <a:cubicBezTo>
                    <a:pt x="1610" y="1402"/>
                    <a:pt x="1610" y="1402"/>
                    <a:pt x="1610" y="1402"/>
                  </a:cubicBezTo>
                  <a:close/>
                  <a:moveTo>
                    <a:pt x="1665" y="1340"/>
                  </a:moveTo>
                  <a:cubicBezTo>
                    <a:pt x="1665" y="1347"/>
                    <a:pt x="1665" y="1347"/>
                    <a:pt x="1665" y="1347"/>
                  </a:cubicBezTo>
                  <a:cubicBezTo>
                    <a:pt x="1673" y="1347"/>
                    <a:pt x="1673" y="1347"/>
                    <a:pt x="1673" y="1347"/>
                  </a:cubicBezTo>
                  <a:cubicBezTo>
                    <a:pt x="1673" y="1347"/>
                    <a:pt x="1673" y="1347"/>
                    <a:pt x="1673" y="1347"/>
                  </a:cubicBezTo>
                  <a:cubicBezTo>
                    <a:pt x="1673" y="1347"/>
                    <a:pt x="1673" y="1347"/>
                    <a:pt x="1665" y="1347"/>
                  </a:cubicBezTo>
                  <a:cubicBezTo>
                    <a:pt x="1665" y="1347"/>
                    <a:pt x="1665" y="1347"/>
                    <a:pt x="1665" y="1347"/>
                  </a:cubicBezTo>
                  <a:cubicBezTo>
                    <a:pt x="1665" y="1347"/>
                    <a:pt x="1665" y="1340"/>
                    <a:pt x="1665" y="1340"/>
                  </a:cubicBezTo>
                  <a:cubicBezTo>
                    <a:pt x="1665" y="1340"/>
                    <a:pt x="1665" y="1340"/>
                    <a:pt x="1665" y="1340"/>
                  </a:cubicBezTo>
                  <a:cubicBezTo>
                    <a:pt x="1665" y="1340"/>
                    <a:pt x="1665" y="1340"/>
                    <a:pt x="1665" y="1340"/>
                  </a:cubicBezTo>
                  <a:close/>
                  <a:moveTo>
                    <a:pt x="1650" y="1324"/>
                  </a:moveTo>
                  <a:cubicBezTo>
                    <a:pt x="1657" y="1324"/>
                    <a:pt x="1657" y="1324"/>
                    <a:pt x="1657" y="1324"/>
                  </a:cubicBezTo>
                  <a:cubicBezTo>
                    <a:pt x="1657" y="1324"/>
                    <a:pt x="1657" y="1324"/>
                    <a:pt x="1650" y="1324"/>
                  </a:cubicBezTo>
                  <a:close/>
                  <a:moveTo>
                    <a:pt x="1657" y="1332"/>
                  </a:moveTo>
                  <a:cubicBezTo>
                    <a:pt x="1657" y="1332"/>
                    <a:pt x="1657" y="1332"/>
                    <a:pt x="1657" y="1332"/>
                  </a:cubicBezTo>
                  <a:cubicBezTo>
                    <a:pt x="1657" y="1332"/>
                    <a:pt x="1657" y="1332"/>
                    <a:pt x="1657" y="1332"/>
                  </a:cubicBezTo>
                  <a:cubicBezTo>
                    <a:pt x="1657" y="1332"/>
                    <a:pt x="1657" y="1332"/>
                    <a:pt x="1657" y="1332"/>
                  </a:cubicBezTo>
                  <a:cubicBezTo>
                    <a:pt x="1657" y="1332"/>
                    <a:pt x="1657" y="1332"/>
                    <a:pt x="1665" y="1332"/>
                  </a:cubicBezTo>
                  <a:cubicBezTo>
                    <a:pt x="1657" y="1332"/>
                    <a:pt x="1657" y="1332"/>
                    <a:pt x="1657" y="1332"/>
                  </a:cubicBezTo>
                  <a:cubicBezTo>
                    <a:pt x="1657" y="1340"/>
                    <a:pt x="1657" y="1340"/>
                    <a:pt x="1657" y="1340"/>
                  </a:cubicBezTo>
                  <a:cubicBezTo>
                    <a:pt x="1657" y="1340"/>
                    <a:pt x="1657" y="1340"/>
                    <a:pt x="1657" y="1340"/>
                  </a:cubicBezTo>
                  <a:cubicBezTo>
                    <a:pt x="1657" y="1340"/>
                    <a:pt x="1657" y="1340"/>
                    <a:pt x="1657" y="1332"/>
                  </a:cubicBezTo>
                  <a:cubicBezTo>
                    <a:pt x="1657" y="1332"/>
                    <a:pt x="1657" y="1332"/>
                    <a:pt x="1657" y="1332"/>
                  </a:cubicBezTo>
                  <a:cubicBezTo>
                    <a:pt x="1657" y="1332"/>
                    <a:pt x="1657" y="1332"/>
                    <a:pt x="1650" y="1332"/>
                  </a:cubicBezTo>
                  <a:cubicBezTo>
                    <a:pt x="1650" y="1332"/>
                    <a:pt x="1650" y="1332"/>
                    <a:pt x="1650" y="1332"/>
                  </a:cubicBezTo>
                  <a:cubicBezTo>
                    <a:pt x="1650" y="1332"/>
                    <a:pt x="1650" y="1332"/>
                    <a:pt x="1657" y="1332"/>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0" y="1332"/>
                  </a:cubicBezTo>
                  <a:cubicBezTo>
                    <a:pt x="1650" y="1332"/>
                    <a:pt x="1650" y="1332"/>
                    <a:pt x="1650" y="1332"/>
                  </a:cubicBezTo>
                  <a:cubicBezTo>
                    <a:pt x="1642" y="1324"/>
                    <a:pt x="1642" y="1324"/>
                    <a:pt x="1642" y="1324"/>
                  </a:cubicBezTo>
                  <a:cubicBezTo>
                    <a:pt x="1642" y="1324"/>
                    <a:pt x="1642" y="1324"/>
                    <a:pt x="1642" y="1324"/>
                  </a:cubicBezTo>
                  <a:cubicBezTo>
                    <a:pt x="1642" y="1324"/>
                    <a:pt x="1650" y="1332"/>
                    <a:pt x="1657" y="1332"/>
                  </a:cubicBezTo>
                  <a:close/>
                  <a:moveTo>
                    <a:pt x="1642" y="1355"/>
                  </a:move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50" y="1355"/>
                    <a:pt x="1650" y="1347"/>
                  </a:cubicBezTo>
                  <a:cubicBezTo>
                    <a:pt x="1650" y="1347"/>
                    <a:pt x="1650" y="1347"/>
                    <a:pt x="1650" y="1340"/>
                  </a:cubicBezTo>
                  <a:cubicBezTo>
                    <a:pt x="1650" y="1347"/>
                    <a:pt x="1650" y="1347"/>
                    <a:pt x="1650" y="1347"/>
                  </a:cubicBezTo>
                  <a:cubicBezTo>
                    <a:pt x="1650" y="1347"/>
                    <a:pt x="1650" y="1355"/>
                    <a:pt x="1642" y="1355"/>
                  </a:cubicBezTo>
                  <a:close/>
                  <a:moveTo>
                    <a:pt x="1650" y="1379"/>
                  </a:moveTo>
                  <a:cubicBezTo>
                    <a:pt x="1650" y="1379"/>
                    <a:pt x="1650" y="1379"/>
                    <a:pt x="1650" y="1387"/>
                  </a:cubicBezTo>
                  <a:cubicBezTo>
                    <a:pt x="1650" y="1387"/>
                    <a:pt x="1650" y="1387"/>
                    <a:pt x="1650" y="1387"/>
                  </a:cubicBezTo>
                  <a:cubicBezTo>
                    <a:pt x="1650" y="1387"/>
                    <a:pt x="1650" y="1387"/>
                    <a:pt x="1650" y="1387"/>
                  </a:cubicBezTo>
                  <a:cubicBezTo>
                    <a:pt x="1650" y="1387"/>
                    <a:pt x="1650" y="1379"/>
                    <a:pt x="1650" y="1379"/>
                  </a:cubicBezTo>
                  <a:close/>
                  <a:moveTo>
                    <a:pt x="1650" y="1340"/>
                  </a:moveTo>
                  <a:cubicBezTo>
                    <a:pt x="1650" y="1340"/>
                    <a:pt x="1650" y="1340"/>
                    <a:pt x="1650" y="1340"/>
                  </a:cubicBezTo>
                  <a:cubicBezTo>
                    <a:pt x="1650" y="1340"/>
                    <a:pt x="1650"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0" y="1340"/>
                    <a:pt x="1650" y="1340"/>
                  </a:cubicBezTo>
                  <a:close/>
                  <a:moveTo>
                    <a:pt x="1642" y="1324"/>
                  </a:moveTo>
                  <a:cubicBezTo>
                    <a:pt x="1634" y="1324"/>
                    <a:pt x="1634" y="1324"/>
                    <a:pt x="1634" y="1324"/>
                  </a:cubicBezTo>
                  <a:cubicBezTo>
                    <a:pt x="1634" y="1324"/>
                    <a:pt x="1634" y="1324"/>
                    <a:pt x="1642" y="1324"/>
                  </a:cubicBezTo>
                  <a:cubicBezTo>
                    <a:pt x="1642" y="1324"/>
                    <a:pt x="1642" y="1324"/>
                    <a:pt x="1642" y="1324"/>
                  </a:cubicBezTo>
                  <a:close/>
                  <a:moveTo>
                    <a:pt x="1634" y="1324"/>
                  </a:moveTo>
                  <a:cubicBezTo>
                    <a:pt x="1634" y="1316"/>
                    <a:pt x="1634" y="1316"/>
                    <a:pt x="1634" y="1316"/>
                  </a:cubicBezTo>
                  <a:cubicBezTo>
                    <a:pt x="1634" y="1316"/>
                    <a:pt x="1634" y="1316"/>
                    <a:pt x="1634" y="1316"/>
                  </a:cubicBezTo>
                  <a:cubicBezTo>
                    <a:pt x="1634" y="1316"/>
                    <a:pt x="1634" y="1316"/>
                    <a:pt x="1634" y="1324"/>
                  </a:cubicBezTo>
                  <a:close/>
                  <a:moveTo>
                    <a:pt x="1634" y="1308"/>
                  </a:moveTo>
                  <a:cubicBezTo>
                    <a:pt x="1634" y="1308"/>
                    <a:pt x="1634" y="1308"/>
                    <a:pt x="1634" y="1308"/>
                  </a:cubicBezTo>
                  <a:cubicBezTo>
                    <a:pt x="1634" y="1308"/>
                    <a:pt x="1634" y="1308"/>
                    <a:pt x="1634" y="1308"/>
                  </a:cubicBezTo>
                  <a:cubicBezTo>
                    <a:pt x="1634" y="1308"/>
                    <a:pt x="1634" y="1308"/>
                    <a:pt x="1634" y="1308"/>
                  </a:cubicBezTo>
                  <a:close/>
                  <a:moveTo>
                    <a:pt x="1634" y="1316"/>
                  </a:moveTo>
                  <a:cubicBezTo>
                    <a:pt x="1634" y="1316"/>
                    <a:pt x="1634" y="1316"/>
                    <a:pt x="1634" y="1316"/>
                  </a:cubicBezTo>
                  <a:cubicBezTo>
                    <a:pt x="1634" y="1316"/>
                    <a:pt x="1634" y="1316"/>
                    <a:pt x="1634" y="1316"/>
                  </a:cubicBezTo>
                  <a:cubicBezTo>
                    <a:pt x="1634" y="1316"/>
                    <a:pt x="1634" y="1316"/>
                    <a:pt x="1634" y="1316"/>
                  </a:cubicBezTo>
                  <a:cubicBezTo>
                    <a:pt x="1634" y="1316"/>
                    <a:pt x="1634" y="1316"/>
                    <a:pt x="1626" y="1308"/>
                  </a:cubicBezTo>
                  <a:cubicBezTo>
                    <a:pt x="1626" y="1308"/>
                    <a:pt x="1626" y="1308"/>
                    <a:pt x="1626" y="1308"/>
                  </a:cubicBezTo>
                  <a:cubicBezTo>
                    <a:pt x="1626" y="1308"/>
                    <a:pt x="1626" y="1308"/>
                    <a:pt x="1634" y="1316"/>
                  </a:cubicBezTo>
                  <a:close/>
                  <a:moveTo>
                    <a:pt x="1618" y="1308"/>
                  </a:moveTo>
                  <a:cubicBezTo>
                    <a:pt x="1618" y="1308"/>
                    <a:pt x="1618" y="1308"/>
                    <a:pt x="1618" y="1308"/>
                  </a:cubicBezTo>
                  <a:cubicBezTo>
                    <a:pt x="1618" y="1308"/>
                    <a:pt x="1618" y="1308"/>
                    <a:pt x="1618" y="1308"/>
                  </a:cubicBezTo>
                  <a:cubicBezTo>
                    <a:pt x="1618" y="1308"/>
                    <a:pt x="1618" y="1308"/>
                    <a:pt x="1618" y="1308"/>
                  </a:cubicBezTo>
                  <a:close/>
                  <a:moveTo>
                    <a:pt x="1618" y="1308"/>
                  </a:move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26" y="1308"/>
                  </a:cubicBezTo>
                  <a:cubicBezTo>
                    <a:pt x="1626" y="1308"/>
                    <a:pt x="1626" y="1308"/>
                    <a:pt x="1626" y="1308"/>
                  </a:cubicBezTo>
                  <a:cubicBezTo>
                    <a:pt x="1618" y="1308"/>
                    <a:pt x="1618" y="1308"/>
                    <a:pt x="1618" y="1308"/>
                  </a:cubicBezTo>
                  <a:close/>
                  <a:moveTo>
                    <a:pt x="1618" y="1340"/>
                  </a:moveTo>
                  <a:cubicBezTo>
                    <a:pt x="1618" y="1340"/>
                    <a:pt x="1618" y="1340"/>
                    <a:pt x="1618" y="1340"/>
                  </a:cubicBezTo>
                  <a:cubicBezTo>
                    <a:pt x="1618" y="1340"/>
                    <a:pt x="1618" y="1340"/>
                    <a:pt x="1618" y="1340"/>
                  </a:cubicBezTo>
                  <a:cubicBezTo>
                    <a:pt x="1618" y="1340"/>
                    <a:pt x="1618" y="1340"/>
                    <a:pt x="1618" y="1340"/>
                  </a:cubicBezTo>
                  <a:cubicBezTo>
                    <a:pt x="1618" y="1340"/>
                    <a:pt x="1618" y="1340"/>
                    <a:pt x="1618" y="1340"/>
                  </a:cubicBezTo>
                  <a:close/>
                  <a:moveTo>
                    <a:pt x="1618" y="1340"/>
                  </a:moveTo>
                  <a:cubicBezTo>
                    <a:pt x="1618" y="1340"/>
                    <a:pt x="1618" y="1340"/>
                    <a:pt x="1618" y="1340"/>
                  </a:cubicBezTo>
                  <a:cubicBezTo>
                    <a:pt x="1626" y="1340"/>
                    <a:pt x="1626" y="1340"/>
                    <a:pt x="1626" y="1340"/>
                  </a:cubicBezTo>
                  <a:cubicBezTo>
                    <a:pt x="1626" y="1340"/>
                    <a:pt x="1618" y="1340"/>
                    <a:pt x="1618" y="1340"/>
                  </a:cubicBezTo>
                  <a:close/>
                  <a:moveTo>
                    <a:pt x="1626" y="1379"/>
                  </a:move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ubicBezTo>
                    <a:pt x="1626" y="1379"/>
                    <a:pt x="1626" y="1379"/>
                    <a:pt x="1626" y="1371"/>
                  </a:cubicBezTo>
                  <a:cubicBezTo>
                    <a:pt x="1626" y="1371"/>
                    <a:pt x="1626" y="1371"/>
                    <a:pt x="1626" y="1371"/>
                  </a:cubicBezTo>
                  <a:cubicBezTo>
                    <a:pt x="1626" y="1371"/>
                    <a:pt x="1626" y="1371"/>
                    <a:pt x="1626" y="1379"/>
                  </a:cubicBezTo>
                  <a:cubicBezTo>
                    <a:pt x="1626" y="1379"/>
                    <a:pt x="1626" y="1379"/>
                    <a:pt x="1626" y="1379"/>
                  </a:cubicBezTo>
                  <a:cubicBezTo>
                    <a:pt x="1626" y="1379"/>
                    <a:pt x="1626" y="1379"/>
                    <a:pt x="1626" y="1387"/>
                  </a:cubicBezTo>
                  <a:cubicBezTo>
                    <a:pt x="1626" y="1387"/>
                    <a:pt x="1626" y="1387"/>
                    <a:pt x="1626" y="1387"/>
                  </a:cubicBezTo>
                  <a:cubicBezTo>
                    <a:pt x="1626" y="1387"/>
                    <a:pt x="1626" y="1379"/>
                    <a:pt x="1626" y="1379"/>
                  </a:cubicBezTo>
                  <a:close/>
                  <a:moveTo>
                    <a:pt x="1626" y="1371"/>
                  </a:moveTo>
                  <a:cubicBezTo>
                    <a:pt x="1634" y="1363"/>
                    <a:pt x="1634" y="1363"/>
                    <a:pt x="1642" y="1355"/>
                  </a:cubicBezTo>
                  <a:cubicBezTo>
                    <a:pt x="1634" y="1355"/>
                    <a:pt x="1634" y="1347"/>
                    <a:pt x="1626" y="1347"/>
                  </a:cubicBezTo>
                  <a:cubicBezTo>
                    <a:pt x="1634" y="1347"/>
                    <a:pt x="1634"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63"/>
                  </a:cubicBezTo>
                  <a:cubicBezTo>
                    <a:pt x="1642" y="1363"/>
                    <a:pt x="1634" y="1371"/>
                    <a:pt x="1626" y="1371"/>
                  </a:cubicBezTo>
                  <a:cubicBezTo>
                    <a:pt x="1626" y="1371"/>
                    <a:pt x="1626" y="1371"/>
                    <a:pt x="1626" y="1371"/>
                  </a:cubicBezTo>
                  <a:close/>
                  <a:moveTo>
                    <a:pt x="1634" y="1387"/>
                  </a:moveTo>
                  <a:cubicBezTo>
                    <a:pt x="1634" y="1387"/>
                    <a:pt x="1634" y="1387"/>
                    <a:pt x="1634" y="1387"/>
                  </a:cubicBezTo>
                  <a:cubicBezTo>
                    <a:pt x="1634" y="1387"/>
                    <a:pt x="1634" y="1387"/>
                    <a:pt x="1634" y="1387"/>
                  </a:cubicBezTo>
                  <a:cubicBezTo>
                    <a:pt x="1634" y="1387"/>
                    <a:pt x="1634" y="1387"/>
                    <a:pt x="1634" y="1387"/>
                  </a:cubicBezTo>
                  <a:close/>
                  <a:moveTo>
                    <a:pt x="1634" y="1402"/>
                  </a:moveTo>
                  <a:cubicBezTo>
                    <a:pt x="1634" y="1402"/>
                    <a:pt x="1634" y="1402"/>
                    <a:pt x="1634" y="1410"/>
                  </a:cubicBezTo>
                  <a:cubicBezTo>
                    <a:pt x="1634" y="1402"/>
                    <a:pt x="1634" y="1402"/>
                    <a:pt x="1634" y="1402"/>
                  </a:cubicBezTo>
                  <a:cubicBezTo>
                    <a:pt x="1634" y="1402"/>
                    <a:pt x="1634" y="1402"/>
                    <a:pt x="1634" y="1394"/>
                  </a:cubicBezTo>
                  <a:cubicBezTo>
                    <a:pt x="1634" y="1394"/>
                    <a:pt x="1634" y="1394"/>
                    <a:pt x="1634" y="1394"/>
                  </a:cubicBezTo>
                  <a:cubicBezTo>
                    <a:pt x="1634" y="1394"/>
                    <a:pt x="1634" y="1394"/>
                    <a:pt x="1642" y="1394"/>
                  </a:cubicBezTo>
                  <a:cubicBezTo>
                    <a:pt x="1642" y="1394"/>
                    <a:pt x="1642" y="1394"/>
                    <a:pt x="1642" y="1394"/>
                  </a:cubicBezTo>
                  <a:cubicBezTo>
                    <a:pt x="1642" y="1394"/>
                    <a:pt x="1642" y="1394"/>
                    <a:pt x="1642" y="1394"/>
                  </a:cubicBezTo>
                  <a:cubicBezTo>
                    <a:pt x="1642" y="1394"/>
                    <a:pt x="1642" y="1394"/>
                    <a:pt x="1642" y="1394"/>
                  </a:cubicBezTo>
                  <a:cubicBezTo>
                    <a:pt x="1642" y="1387"/>
                    <a:pt x="1642" y="1387"/>
                    <a:pt x="1642" y="1387"/>
                  </a:cubicBezTo>
                  <a:cubicBezTo>
                    <a:pt x="1642" y="1387"/>
                    <a:pt x="1642" y="1387"/>
                    <a:pt x="1642" y="1387"/>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34" y="1394"/>
                  </a:cubicBezTo>
                  <a:cubicBezTo>
                    <a:pt x="1634" y="1402"/>
                    <a:pt x="1634" y="1394"/>
                    <a:pt x="1642" y="1394"/>
                  </a:cubicBezTo>
                  <a:cubicBezTo>
                    <a:pt x="1642" y="1394"/>
                    <a:pt x="1642" y="1394"/>
                    <a:pt x="1634" y="1402"/>
                  </a:cubicBezTo>
                  <a:cubicBezTo>
                    <a:pt x="1634" y="1402"/>
                    <a:pt x="1634" y="1402"/>
                    <a:pt x="1634" y="1402"/>
                  </a:cubicBezTo>
                  <a:close/>
                  <a:moveTo>
                    <a:pt x="1634" y="1402"/>
                  </a:moveTo>
                  <a:cubicBezTo>
                    <a:pt x="1642" y="1402"/>
                    <a:pt x="1642" y="1402"/>
                    <a:pt x="1642" y="1394"/>
                  </a:cubicBezTo>
                  <a:cubicBezTo>
                    <a:pt x="1642" y="1394"/>
                    <a:pt x="1642" y="1394"/>
                    <a:pt x="1642" y="1394"/>
                  </a:cubicBezTo>
                  <a:cubicBezTo>
                    <a:pt x="1642" y="1402"/>
                    <a:pt x="1642" y="1402"/>
                    <a:pt x="1634" y="1402"/>
                  </a:cubicBezTo>
                  <a:close/>
                  <a:moveTo>
                    <a:pt x="1642" y="1394"/>
                  </a:moveTo>
                  <a:cubicBezTo>
                    <a:pt x="1642" y="1394"/>
                    <a:pt x="1650" y="1394"/>
                    <a:pt x="1650" y="1394"/>
                  </a:cubicBezTo>
                  <a:cubicBezTo>
                    <a:pt x="1650" y="1394"/>
                    <a:pt x="1650" y="1394"/>
                    <a:pt x="1650" y="1394"/>
                  </a:cubicBezTo>
                  <a:lnTo>
                    <a:pt x="1642" y="1394"/>
                  </a:lnTo>
                  <a:close/>
                  <a:moveTo>
                    <a:pt x="1650" y="1394"/>
                  </a:moveTo>
                  <a:cubicBezTo>
                    <a:pt x="1650" y="1394"/>
                    <a:pt x="1650" y="1394"/>
                    <a:pt x="1650" y="1394"/>
                  </a:cubicBezTo>
                  <a:cubicBezTo>
                    <a:pt x="1650" y="1394"/>
                    <a:pt x="1650" y="1394"/>
                    <a:pt x="1650" y="1394"/>
                  </a:cubicBezTo>
                  <a:cubicBezTo>
                    <a:pt x="1650" y="1394"/>
                    <a:pt x="1650" y="1394"/>
                    <a:pt x="1650" y="1379"/>
                  </a:cubicBezTo>
                  <a:cubicBezTo>
                    <a:pt x="1657" y="1379"/>
                    <a:pt x="1657" y="1379"/>
                    <a:pt x="1665" y="1371"/>
                  </a:cubicBezTo>
                  <a:cubicBezTo>
                    <a:pt x="1665" y="1371"/>
                    <a:pt x="1665" y="1371"/>
                    <a:pt x="1665" y="1379"/>
                  </a:cubicBezTo>
                  <a:cubicBezTo>
                    <a:pt x="1665" y="1379"/>
                    <a:pt x="1665" y="1379"/>
                    <a:pt x="1665" y="1371"/>
                  </a:cubicBezTo>
                  <a:cubicBezTo>
                    <a:pt x="1665" y="1371"/>
                    <a:pt x="1665" y="1371"/>
                    <a:pt x="1665" y="1371"/>
                  </a:cubicBezTo>
                  <a:cubicBezTo>
                    <a:pt x="1665" y="1371"/>
                    <a:pt x="1665" y="1371"/>
                    <a:pt x="1665" y="1379"/>
                  </a:cubicBezTo>
                  <a:cubicBezTo>
                    <a:pt x="1657" y="1379"/>
                    <a:pt x="1650" y="1387"/>
                    <a:pt x="1650" y="1394"/>
                  </a:cubicBezTo>
                  <a:close/>
                  <a:moveTo>
                    <a:pt x="1665" y="1371"/>
                  </a:moveTo>
                  <a:cubicBezTo>
                    <a:pt x="1665" y="1371"/>
                    <a:pt x="1665" y="1371"/>
                    <a:pt x="1665" y="1371"/>
                  </a:cubicBezTo>
                  <a:cubicBezTo>
                    <a:pt x="1665" y="1371"/>
                    <a:pt x="1673" y="1363"/>
                    <a:pt x="1673" y="1363"/>
                  </a:cubicBezTo>
                  <a:cubicBezTo>
                    <a:pt x="1673" y="1363"/>
                    <a:pt x="1673" y="1363"/>
                    <a:pt x="1673" y="1355"/>
                  </a:cubicBezTo>
                  <a:cubicBezTo>
                    <a:pt x="1673" y="1355"/>
                    <a:pt x="1673" y="1355"/>
                    <a:pt x="1681" y="1347"/>
                  </a:cubicBezTo>
                  <a:cubicBezTo>
                    <a:pt x="1681" y="1347"/>
                    <a:pt x="1681" y="1347"/>
                    <a:pt x="1673" y="1347"/>
                  </a:cubicBezTo>
                  <a:cubicBezTo>
                    <a:pt x="1673" y="1347"/>
                    <a:pt x="1673" y="1347"/>
                    <a:pt x="1673" y="1347"/>
                  </a:cubicBezTo>
                  <a:cubicBezTo>
                    <a:pt x="1681" y="1347"/>
                    <a:pt x="1681" y="1347"/>
                    <a:pt x="1681" y="1347"/>
                  </a:cubicBezTo>
                  <a:cubicBezTo>
                    <a:pt x="1673" y="1347"/>
                    <a:pt x="1665" y="1347"/>
                    <a:pt x="1665" y="1340"/>
                  </a:cubicBezTo>
                  <a:cubicBezTo>
                    <a:pt x="1673" y="1340"/>
                    <a:pt x="1673" y="1347"/>
                    <a:pt x="1673" y="1347"/>
                  </a:cubicBezTo>
                  <a:cubicBezTo>
                    <a:pt x="1665" y="1340"/>
                    <a:pt x="1673" y="1347"/>
                    <a:pt x="1665" y="1340"/>
                  </a:cubicBezTo>
                  <a:cubicBezTo>
                    <a:pt x="1673" y="1347"/>
                    <a:pt x="1673" y="1347"/>
                    <a:pt x="1681" y="1347"/>
                  </a:cubicBezTo>
                  <a:cubicBezTo>
                    <a:pt x="1681" y="1347"/>
                    <a:pt x="1681" y="1347"/>
                    <a:pt x="1673" y="1347"/>
                  </a:cubicBezTo>
                  <a:cubicBezTo>
                    <a:pt x="1681" y="1347"/>
                    <a:pt x="1681" y="1347"/>
                    <a:pt x="1681" y="1355"/>
                  </a:cubicBezTo>
                  <a:cubicBezTo>
                    <a:pt x="1681" y="1355"/>
                    <a:pt x="1681" y="1355"/>
                    <a:pt x="1681" y="1355"/>
                  </a:cubicBezTo>
                  <a:cubicBezTo>
                    <a:pt x="1681" y="1355"/>
                    <a:pt x="1681" y="1355"/>
                    <a:pt x="1681" y="1355"/>
                  </a:cubicBezTo>
                  <a:cubicBezTo>
                    <a:pt x="1681" y="1355"/>
                    <a:pt x="1681" y="1355"/>
                    <a:pt x="1681" y="1355"/>
                  </a:cubicBezTo>
                  <a:cubicBezTo>
                    <a:pt x="1681" y="1355"/>
                    <a:pt x="1681" y="1355"/>
                    <a:pt x="1681" y="1355"/>
                  </a:cubicBezTo>
                  <a:cubicBezTo>
                    <a:pt x="1673" y="1363"/>
                    <a:pt x="1673" y="1371"/>
                    <a:pt x="1665" y="1371"/>
                  </a:cubicBezTo>
                  <a:close/>
                  <a:moveTo>
                    <a:pt x="1681" y="1379"/>
                  </a:moveTo>
                  <a:cubicBezTo>
                    <a:pt x="1681" y="1387"/>
                    <a:pt x="1673" y="1387"/>
                    <a:pt x="1673" y="1394"/>
                  </a:cubicBezTo>
                  <a:cubicBezTo>
                    <a:pt x="1673" y="1387"/>
                    <a:pt x="1673" y="1387"/>
                    <a:pt x="1681" y="1379"/>
                  </a:cubicBezTo>
                  <a:cubicBezTo>
                    <a:pt x="1681" y="1379"/>
                    <a:pt x="1681" y="1379"/>
                    <a:pt x="1681" y="1379"/>
                  </a:cubicBezTo>
                  <a:cubicBezTo>
                    <a:pt x="1681" y="1379"/>
                    <a:pt x="1681" y="1379"/>
                    <a:pt x="1681" y="1379"/>
                  </a:cubicBezTo>
                  <a:cubicBezTo>
                    <a:pt x="1681" y="1379"/>
                    <a:pt x="1681" y="1379"/>
                    <a:pt x="1681" y="1379"/>
                  </a:cubicBezTo>
                  <a:cubicBezTo>
                    <a:pt x="1681" y="1379"/>
                    <a:pt x="1681" y="1379"/>
                    <a:pt x="1681" y="1379"/>
                  </a:cubicBezTo>
                  <a:close/>
                  <a:moveTo>
                    <a:pt x="1681" y="1355"/>
                  </a:moveTo>
                  <a:cubicBezTo>
                    <a:pt x="1681" y="1355"/>
                    <a:pt x="1681" y="1355"/>
                    <a:pt x="1681" y="1355"/>
                  </a:cubicBezTo>
                  <a:cubicBezTo>
                    <a:pt x="1681" y="1355"/>
                    <a:pt x="1681" y="1355"/>
                    <a:pt x="1681" y="1355"/>
                  </a:cubicBezTo>
                  <a:cubicBezTo>
                    <a:pt x="1681" y="1355"/>
                    <a:pt x="1681" y="1355"/>
                    <a:pt x="1681" y="1355"/>
                  </a:cubicBezTo>
                  <a:close/>
                  <a:moveTo>
                    <a:pt x="1618" y="1308"/>
                  </a:moveTo>
                  <a:cubicBezTo>
                    <a:pt x="1618" y="1308"/>
                    <a:pt x="1618" y="1308"/>
                    <a:pt x="1618" y="1308"/>
                  </a:cubicBezTo>
                  <a:cubicBezTo>
                    <a:pt x="1618" y="1308"/>
                    <a:pt x="1618" y="1308"/>
                    <a:pt x="1618" y="1308"/>
                  </a:cubicBezTo>
                  <a:cubicBezTo>
                    <a:pt x="1618" y="1308"/>
                    <a:pt x="1618" y="1308"/>
                    <a:pt x="1618" y="1308"/>
                  </a:cubicBezTo>
                  <a:close/>
                  <a:moveTo>
                    <a:pt x="1329" y="1120"/>
                  </a:moveTo>
                  <a:cubicBezTo>
                    <a:pt x="1329" y="1120"/>
                    <a:pt x="1329" y="1120"/>
                    <a:pt x="1329" y="1120"/>
                  </a:cubicBezTo>
                  <a:cubicBezTo>
                    <a:pt x="1329" y="1120"/>
                    <a:pt x="1329" y="1120"/>
                    <a:pt x="1329" y="1120"/>
                  </a:cubicBezTo>
                  <a:close/>
                  <a:moveTo>
                    <a:pt x="1446" y="1551"/>
                  </a:moveTo>
                  <a:cubicBezTo>
                    <a:pt x="1446" y="1551"/>
                    <a:pt x="1446" y="1551"/>
                    <a:pt x="1446" y="1551"/>
                  </a:cubicBezTo>
                  <a:cubicBezTo>
                    <a:pt x="1446" y="1551"/>
                    <a:pt x="1446" y="1551"/>
                    <a:pt x="1446" y="1551"/>
                  </a:cubicBezTo>
                  <a:close/>
                  <a:moveTo>
                    <a:pt x="1571" y="1496"/>
                  </a:moveTo>
                  <a:cubicBezTo>
                    <a:pt x="1571" y="1496"/>
                    <a:pt x="1571" y="1496"/>
                    <a:pt x="1571" y="1496"/>
                  </a:cubicBezTo>
                  <a:cubicBezTo>
                    <a:pt x="1571" y="1496"/>
                    <a:pt x="1579" y="1496"/>
                    <a:pt x="1579" y="1496"/>
                  </a:cubicBezTo>
                  <a:cubicBezTo>
                    <a:pt x="1571" y="1496"/>
                    <a:pt x="1571" y="1496"/>
                    <a:pt x="1571" y="1496"/>
                  </a:cubicBezTo>
                  <a:close/>
                  <a:moveTo>
                    <a:pt x="1579" y="1488"/>
                  </a:moveTo>
                  <a:cubicBezTo>
                    <a:pt x="1579" y="1488"/>
                    <a:pt x="1579" y="1488"/>
                    <a:pt x="1579" y="1496"/>
                  </a:cubicBezTo>
                  <a:cubicBezTo>
                    <a:pt x="1571" y="1496"/>
                    <a:pt x="1579" y="1496"/>
                    <a:pt x="1571" y="1496"/>
                  </a:cubicBezTo>
                  <a:cubicBezTo>
                    <a:pt x="1571" y="1504"/>
                    <a:pt x="1571" y="1504"/>
                    <a:pt x="1564" y="1504"/>
                  </a:cubicBezTo>
                  <a:cubicBezTo>
                    <a:pt x="1564" y="1504"/>
                    <a:pt x="1564" y="1504"/>
                    <a:pt x="1564" y="1512"/>
                  </a:cubicBezTo>
                  <a:cubicBezTo>
                    <a:pt x="1564" y="1512"/>
                    <a:pt x="1564" y="1512"/>
                    <a:pt x="1556" y="1528"/>
                  </a:cubicBezTo>
                  <a:cubicBezTo>
                    <a:pt x="1556" y="1520"/>
                    <a:pt x="1564" y="1520"/>
                    <a:pt x="1564" y="1512"/>
                  </a:cubicBezTo>
                  <a:cubicBezTo>
                    <a:pt x="1564" y="1512"/>
                    <a:pt x="1564" y="1512"/>
                    <a:pt x="1564" y="1512"/>
                  </a:cubicBezTo>
                  <a:cubicBezTo>
                    <a:pt x="1564" y="1512"/>
                    <a:pt x="1564" y="1512"/>
                    <a:pt x="1564" y="1512"/>
                  </a:cubicBezTo>
                  <a:cubicBezTo>
                    <a:pt x="1564" y="1512"/>
                    <a:pt x="1571" y="1512"/>
                    <a:pt x="1571" y="1504"/>
                  </a:cubicBezTo>
                  <a:cubicBezTo>
                    <a:pt x="1571" y="1504"/>
                    <a:pt x="1571" y="1504"/>
                    <a:pt x="1579" y="1496"/>
                  </a:cubicBezTo>
                  <a:cubicBezTo>
                    <a:pt x="1579" y="1496"/>
                    <a:pt x="1579" y="1496"/>
                    <a:pt x="1579" y="1496"/>
                  </a:cubicBezTo>
                  <a:cubicBezTo>
                    <a:pt x="1579" y="1496"/>
                    <a:pt x="1579" y="1496"/>
                    <a:pt x="1579" y="1488"/>
                  </a:cubicBezTo>
                  <a:cubicBezTo>
                    <a:pt x="1579" y="1488"/>
                    <a:pt x="1587" y="1488"/>
                    <a:pt x="1587" y="1481"/>
                  </a:cubicBezTo>
                  <a:cubicBezTo>
                    <a:pt x="1587" y="1481"/>
                    <a:pt x="1587" y="1481"/>
                    <a:pt x="1587" y="1481"/>
                  </a:cubicBezTo>
                  <a:cubicBezTo>
                    <a:pt x="1579" y="1481"/>
                    <a:pt x="1579" y="1481"/>
                    <a:pt x="1579" y="1481"/>
                  </a:cubicBezTo>
                  <a:cubicBezTo>
                    <a:pt x="1579" y="1481"/>
                    <a:pt x="1579" y="1481"/>
                    <a:pt x="1579" y="1488"/>
                  </a:cubicBezTo>
                  <a:close/>
                  <a:moveTo>
                    <a:pt x="1634" y="1434"/>
                  </a:moveTo>
                  <a:cubicBezTo>
                    <a:pt x="1634" y="1434"/>
                    <a:pt x="1634" y="1434"/>
                    <a:pt x="1642" y="1434"/>
                  </a:cubicBezTo>
                  <a:cubicBezTo>
                    <a:pt x="1634" y="1434"/>
                    <a:pt x="1642" y="1434"/>
                    <a:pt x="1634" y="1434"/>
                  </a:cubicBezTo>
                  <a:close/>
                  <a:moveTo>
                    <a:pt x="1509" y="1191"/>
                  </a:moveTo>
                  <a:cubicBezTo>
                    <a:pt x="1509" y="1191"/>
                    <a:pt x="1517" y="1199"/>
                    <a:pt x="1517" y="1199"/>
                  </a:cubicBezTo>
                  <a:cubicBezTo>
                    <a:pt x="1509" y="1191"/>
                    <a:pt x="1509" y="1191"/>
                    <a:pt x="1509" y="1191"/>
                  </a:cubicBezTo>
                  <a:close/>
                  <a:moveTo>
                    <a:pt x="1478" y="1167"/>
                  </a:moveTo>
                  <a:cubicBezTo>
                    <a:pt x="1478" y="1167"/>
                    <a:pt x="1478" y="1167"/>
                    <a:pt x="1485" y="1167"/>
                  </a:cubicBezTo>
                  <a:cubicBezTo>
                    <a:pt x="1485" y="1167"/>
                    <a:pt x="1485" y="1167"/>
                    <a:pt x="1485" y="1167"/>
                  </a:cubicBezTo>
                  <a:cubicBezTo>
                    <a:pt x="1478" y="1167"/>
                    <a:pt x="1478" y="1167"/>
                    <a:pt x="1478" y="1167"/>
                  </a:cubicBezTo>
                  <a:cubicBezTo>
                    <a:pt x="1485" y="1175"/>
                    <a:pt x="1485" y="1175"/>
                    <a:pt x="1485" y="1175"/>
                  </a:cubicBezTo>
                  <a:cubicBezTo>
                    <a:pt x="1493" y="1183"/>
                    <a:pt x="1493" y="1183"/>
                    <a:pt x="1493" y="1183"/>
                  </a:cubicBezTo>
                  <a:cubicBezTo>
                    <a:pt x="1493" y="1175"/>
                    <a:pt x="1485" y="1175"/>
                    <a:pt x="1485" y="1167"/>
                  </a:cubicBezTo>
                  <a:cubicBezTo>
                    <a:pt x="1485" y="1175"/>
                    <a:pt x="1501" y="1183"/>
                    <a:pt x="1509" y="1191"/>
                  </a:cubicBezTo>
                  <a:cubicBezTo>
                    <a:pt x="1501" y="1183"/>
                    <a:pt x="1501" y="1183"/>
                    <a:pt x="1501" y="1183"/>
                  </a:cubicBezTo>
                  <a:cubicBezTo>
                    <a:pt x="1493" y="1175"/>
                    <a:pt x="1485" y="1167"/>
                    <a:pt x="1478" y="1159"/>
                  </a:cubicBezTo>
                  <a:cubicBezTo>
                    <a:pt x="1485" y="1167"/>
                    <a:pt x="1478" y="1167"/>
                    <a:pt x="1478" y="1167"/>
                  </a:cubicBezTo>
                  <a:close/>
                  <a:moveTo>
                    <a:pt x="1579" y="1246"/>
                  </a:moveTo>
                  <a:cubicBezTo>
                    <a:pt x="1571" y="1246"/>
                    <a:pt x="1571" y="1246"/>
                    <a:pt x="1571" y="1246"/>
                  </a:cubicBezTo>
                  <a:cubicBezTo>
                    <a:pt x="1571" y="1246"/>
                    <a:pt x="1571" y="1246"/>
                    <a:pt x="1579" y="1253"/>
                  </a:cubicBezTo>
                  <a:cubicBezTo>
                    <a:pt x="1579" y="1246"/>
                    <a:pt x="1579" y="1246"/>
                    <a:pt x="1579" y="1246"/>
                  </a:cubicBezTo>
                  <a:close/>
                  <a:moveTo>
                    <a:pt x="1587" y="1253"/>
                  </a:moveTo>
                  <a:cubicBezTo>
                    <a:pt x="1579" y="1253"/>
                    <a:pt x="1579" y="1253"/>
                    <a:pt x="1579" y="1253"/>
                  </a:cubicBezTo>
                  <a:cubicBezTo>
                    <a:pt x="1579" y="1253"/>
                    <a:pt x="1579" y="1253"/>
                    <a:pt x="1579" y="1253"/>
                  </a:cubicBezTo>
                  <a:cubicBezTo>
                    <a:pt x="1587" y="1253"/>
                    <a:pt x="1579" y="1253"/>
                    <a:pt x="1587" y="1253"/>
                  </a:cubicBezTo>
                  <a:close/>
                  <a:moveTo>
                    <a:pt x="1501" y="1645"/>
                  </a:moveTo>
                  <a:cubicBezTo>
                    <a:pt x="1501" y="1645"/>
                    <a:pt x="1501" y="1645"/>
                    <a:pt x="1501" y="1637"/>
                  </a:cubicBezTo>
                  <a:cubicBezTo>
                    <a:pt x="1501" y="1637"/>
                    <a:pt x="1501" y="1637"/>
                    <a:pt x="1501" y="1645"/>
                  </a:cubicBezTo>
                  <a:close/>
                  <a:moveTo>
                    <a:pt x="1321" y="1050"/>
                  </a:moveTo>
                  <a:cubicBezTo>
                    <a:pt x="1314" y="1050"/>
                    <a:pt x="1321" y="1050"/>
                    <a:pt x="1314" y="1050"/>
                  </a:cubicBezTo>
                  <a:cubicBezTo>
                    <a:pt x="1314" y="1050"/>
                    <a:pt x="1314" y="1050"/>
                    <a:pt x="1314" y="1050"/>
                  </a:cubicBezTo>
                  <a:cubicBezTo>
                    <a:pt x="1329" y="1058"/>
                    <a:pt x="1329" y="1058"/>
                    <a:pt x="1329" y="1058"/>
                  </a:cubicBezTo>
                  <a:cubicBezTo>
                    <a:pt x="1321" y="1050"/>
                    <a:pt x="1321" y="1050"/>
                    <a:pt x="1321" y="1050"/>
                  </a:cubicBezTo>
                  <a:close/>
                  <a:moveTo>
                    <a:pt x="1392" y="1089"/>
                  </a:moveTo>
                  <a:cubicBezTo>
                    <a:pt x="1384" y="1089"/>
                    <a:pt x="1384" y="1089"/>
                    <a:pt x="1376" y="1081"/>
                  </a:cubicBezTo>
                  <a:cubicBezTo>
                    <a:pt x="1376" y="1081"/>
                    <a:pt x="1376" y="1081"/>
                    <a:pt x="1376" y="1081"/>
                  </a:cubicBezTo>
                  <a:cubicBezTo>
                    <a:pt x="1392" y="1089"/>
                    <a:pt x="1392" y="1089"/>
                    <a:pt x="1392" y="1089"/>
                  </a:cubicBezTo>
                  <a:close/>
                  <a:moveTo>
                    <a:pt x="1376" y="1081"/>
                  </a:moveTo>
                  <a:cubicBezTo>
                    <a:pt x="1376" y="1081"/>
                    <a:pt x="1376" y="1081"/>
                    <a:pt x="1360" y="1073"/>
                  </a:cubicBezTo>
                  <a:cubicBezTo>
                    <a:pt x="1360" y="1073"/>
                    <a:pt x="1360" y="1073"/>
                    <a:pt x="1368" y="1073"/>
                  </a:cubicBezTo>
                  <a:cubicBezTo>
                    <a:pt x="1368" y="1073"/>
                    <a:pt x="1368" y="1073"/>
                    <a:pt x="1353" y="1066"/>
                  </a:cubicBezTo>
                  <a:cubicBezTo>
                    <a:pt x="1345" y="1066"/>
                    <a:pt x="1345" y="1066"/>
                    <a:pt x="1345" y="1066"/>
                  </a:cubicBezTo>
                  <a:cubicBezTo>
                    <a:pt x="1345" y="1066"/>
                    <a:pt x="1345" y="1066"/>
                    <a:pt x="1353" y="1073"/>
                  </a:cubicBezTo>
                  <a:cubicBezTo>
                    <a:pt x="1360" y="1073"/>
                    <a:pt x="1368" y="1081"/>
                    <a:pt x="1376" y="1081"/>
                  </a:cubicBezTo>
                  <a:close/>
                  <a:moveTo>
                    <a:pt x="1470" y="1159"/>
                  </a:moveTo>
                  <a:cubicBezTo>
                    <a:pt x="1470" y="1159"/>
                    <a:pt x="1470" y="1159"/>
                    <a:pt x="1478" y="1159"/>
                  </a:cubicBezTo>
                  <a:cubicBezTo>
                    <a:pt x="1478" y="1159"/>
                    <a:pt x="1478" y="1159"/>
                    <a:pt x="1478" y="1159"/>
                  </a:cubicBezTo>
                  <a:cubicBezTo>
                    <a:pt x="1478" y="1159"/>
                    <a:pt x="1478" y="1159"/>
                    <a:pt x="1478" y="1159"/>
                  </a:cubicBezTo>
                  <a:cubicBezTo>
                    <a:pt x="1478" y="1159"/>
                    <a:pt x="1478" y="1159"/>
                    <a:pt x="1478" y="1159"/>
                  </a:cubicBezTo>
                  <a:cubicBezTo>
                    <a:pt x="1478" y="1159"/>
                    <a:pt x="1478" y="1159"/>
                    <a:pt x="1470" y="1152"/>
                  </a:cubicBezTo>
                  <a:cubicBezTo>
                    <a:pt x="1478" y="1159"/>
                    <a:pt x="1478" y="1159"/>
                    <a:pt x="1478" y="1159"/>
                  </a:cubicBezTo>
                  <a:cubicBezTo>
                    <a:pt x="1478" y="1159"/>
                    <a:pt x="1470" y="1159"/>
                    <a:pt x="1470" y="1159"/>
                  </a:cubicBezTo>
                  <a:close/>
                  <a:moveTo>
                    <a:pt x="1470" y="1159"/>
                  </a:moveTo>
                  <a:cubicBezTo>
                    <a:pt x="1470" y="1159"/>
                    <a:pt x="1470" y="1159"/>
                    <a:pt x="1470" y="1159"/>
                  </a:cubicBezTo>
                  <a:cubicBezTo>
                    <a:pt x="1470" y="1159"/>
                    <a:pt x="1470" y="1159"/>
                    <a:pt x="1470" y="1159"/>
                  </a:cubicBezTo>
                  <a:close/>
                  <a:moveTo>
                    <a:pt x="1603" y="1473"/>
                  </a:moveTo>
                  <a:cubicBezTo>
                    <a:pt x="1603" y="1465"/>
                    <a:pt x="1603" y="1465"/>
                    <a:pt x="1603" y="1465"/>
                  </a:cubicBezTo>
                  <a:cubicBezTo>
                    <a:pt x="1603" y="1465"/>
                    <a:pt x="1603" y="1465"/>
                    <a:pt x="1603" y="1481"/>
                  </a:cubicBezTo>
                  <a:cubicBezTo>
                    <a:pt x="1603" y="1481"/>
                    <a:pt x="1603" y="1481"/>
                    <a:pt x="1603" y="1473"/>
                  </a:cubicBezTo>
                  <a:close/>
                  <a:moveTo>
                    <a:pt x="1587" y="1496"/>
                  </a:moveTo>
                  <a:cubicBezTo>
                    <a:pt x="1579" y="1496"/>
                    <a:pt x="1579" y="1496"/>
                    <a:pt x="1579" y="1504"/>
                  </a:cubicBezTo>
                  <a:cubicBezTo>
                    <a:pt x="1579" y="1504"/>
                    <a:pt x="1579" y="1504"/>
                    <a:pt x="1579" y="1504"/>
                  </a:cubicBezTo>
                  <a:cubicBezTo>
                    <a:pt x="1579" y="1504"/>
                    <a:pt x="1579" y="1504"/>
                    <a:pt x="1579" y="1504"/>
                  </a:cubicBezTo>
                  <a:cubicBezTo>
                    <a:pt x="1579" y="1512"/>
                    <a:pt x="1579" y="1512"/>
                    <a:pt x="1579" y="1512"/>
                  </a:cubicBezTo>
                  <a:cubicBezTo>
                    <a:pt x="1579" y="1504"/>
                    <a:pt x="1587" y="1496"/>
                    <a:pt x="1595" y="1496"/>
                  </a:cubicBezTo>
                  <a:cubicBezTo>
                    <a:pt x="1595" y="1488"/>
                    <a:pt x="1595" y="1488"/>
                    <a:pt x="1595" y="1488"/>
                  </a:cubicBezTo>
                  <a:cubicBezTo>
                    <a:pt x="1587" y="1496"/>
                    <a:pt x="1579" y="1496"/>
                    <a:pt x="1579" y="1504"/>
                  </a:cubicBezTo>
                  <a:cubicBezTo>
                    <a:pt x="1579" y="1496"/>
                    <a:pt x="1579" y="1496"/>
                    <a:pt x="1587" y="1496"/>
                  </a:cubicBezTo>
                  <a:close/>
                  <a:moveTo>
                    <a:pt x="1587" y="1488"/>
                  </a:moveTo>
                  <a:cubicBezTo>
                    <a:pt x="1587" y="1488"/>
                    <a:pt x="1587" y="1488"/>
                    <a:pt x="1587" y="1496"/>
                  </a:cubicBezTo>
                  <a:cubicBezTo>
                    <a:pt x="1595" y="1488"/>
                    <a:pt x="1587" y="1488"/>
                    <a:pt x="1595" y="1481"/>
                  </a:cubicBezTo>
                  <a:cubicBezTo>
                    <a:pt x="1595" y="1481"/>
                    <a:pt x="1595" y="1481"/>
                    <a:pt x="1587" y="1488"/>
                  </a:cubicBezTo>
                  <a:close/>
                  <a:moveTo>
                    <a:pt x="1525" y="1598"/>
                  </a:moveTo>
                  <a:cubicBezTo>
                    <a:pt x="1517" y="1598"/>
                    <a:pt x="1517" y="1598"/>
                    <a:pt x="1525" y="1598"/>
                  </a:cubicBezTo>
                  <a:close/>
                  <a:moveTo>
                    <a:pt x="1517" y="1199"/>
                  </a:moveTo>
                  <a:cubicBezTo>
                    <a:pt x="1525" y="1214"/>
                    <a:pt x="1525" y="1214"/>
                    <a:pt x="1525" y="1214"/>
                  </a:cubicBezTo>
                  <a:cubicBezTo>
                    <a:pt x="1517" y="1206"/>
                    <a:pt x="1525" y="1206"/>
                    <a:pt x="1517" y="1199"/>
                  </a:cubicBezTo>
                  <a:close/>
                  <a:moveTo>
                    <a:pt x="1532" y="1214"/>
                  </a:moveTo>
                  <a:cubicBezTo>
                    <a:pt x="1525" y="1214"/>
                    <a:pt x="1525" y="1214"/>
                    <a:pt x="1517" y="1199"/>
                  </a:cubicBezTo>
                  <a:cubicBezTo>
                    <a:pt x="1525" y="1214"/>
                    <a:pt x="1525" y="1214"/>
                    <a:pt x="1525" y="1214"/>
                  </a:cubicBezTo>
                  <a:cubicBezTo>
                    <a:pt x="1532" y="1214"/>
                    <a:pt x="1532" y="1214"/>
                    <a:pt x="1532" y="1214"/>
                  </a:cubicBezTo>
                  <a:close/>
                  <a:moveTo>
                    <a:pt x="1595" y="1488"/>
                  </a:moveTo>
                  <a:cubicBezTo>
                    <a:pt x="1595" y="1488"/>
                    <a:pt x="1595" y="1488"/>
                    <a:pt x="1595" y="1481"/>
                  </a:cubicBezTo>
                  <a:cubicBezTo>
                    <a:pt x="1603" y="1481"/>
                    <a:pt x="1595" y="1481"/>
                    <a:pt x="1603" y="1481"/>
                  </a:cubicBezTo>
                  <a:cubicBezTo>
                    <a:pt x="1595" y="1481"/>
                    <a:pt x="1595" y="1481"/>
                    <a:pt x="1595" y="1481"/>
                  </a:cubicBezTo>
                  <a:cubicBezTo>
                    <a:pt x="1595" y="1488"/>
                    <a:pt x="1595" y="1488"/>
                    <a:pt x="1595" y="1488"/>
                  </a:cubicBezTo>
                  <a:close/>
                  <a:moveTo>
                    <a:pt x="1478" y="1167"/>
                  </a:moveTo>
                  <a:cubicBezTo>
                    <a:pt x="1485" y="1167"/>
                    <a:pt x="1478" y="1167"/>
                    <a:pt x="1478" y="1167"/>
                  </a:cubicBezTo>
                  <a:cubicBezTo>
                    <a:pt x="1478" y="1167"/>
                    <a:pt x="1478" y="1167"/>
                    <a:pt x="1470" y="1159"/>
                  </a:cubicBezTo>
                  <a:cubicBezTo>
                    <a:pt x="1478" y="1167"/>
                    <a:pt x="1478" y="1167"/>
                    <a:pt x="1478" y="1167"/>
                  </a:cubicBezTo>
                  <a:close/>
                  <a:moveTo>
                    <a:pt x="1548" y="1535"/>
                  </a:moveTo>
                  <a:cubicBezTo>
                    <a:pt x="1548" y="1535"/>
                    <a:pt x="1548" y="1535"/>
                    <a:pt x="1548" y="1543"/>
                  </a:cubicBezTo>
                  <a:cubicBezTo>
                    <a:pt x="1548" y="1543"/>
                    <a:pt x="1548" y="1543"/>
                    <a:pt x="1548" y="1551"/>
                  </a:cubicBezTo>
                  <a:cubicBezTo>
                    <a:pt x="1548" y="1551"/>
                    <a:pt x="1548" y="1551"/>
                    <a:pt x="1548" y="1551"/>
                  </a:cubicBezTo>
                  <a:cubicBezTo>
                    <a:pt x="1556" y="1543"/>
                    <a:pt x="1564" y="1535"/>
                    <a:pt x="1564" y="1528"/>
                  </a:cubicBezTo>
                  <a:cubicBezTo>
                    <a:pt x="1564" y="1528"/>
                    <a:pt x="1564" y="1528"/>
                    <a:pt x="1564" y="1528"/>
                  </a:cubicBezTo>
                  <a:cubicBezTo>
                    <a:pt x="1564" y="1528"/>
                    <a:pt x="1564" y="1528"/>
                    <a:pt x="1564" y="1528"/>
                  </a:cubicBezTo>
                  <a:cubicBezTo>
                    <a:pt x="1556" y="1543"/>
                    <a:pt x="1556" y="1535"/>
                    <a:pt x="1548" y="1535"/>
                  </a:cubicBezTo>
                  <a:close/>
                  <a:moveTo>
                    <a:pt x="1532" y="1582"/>
                  </a:moveTo>
                  <a:cubicBezTo>
                    <a:pt x="1525" y="1582"/>
                    <a:pt x="1525" y="1582"/>
                    <a:pt x="1525" y="1582"/>
                  </a:cubicBezTo>
                  <a:cubicBezTo>
                    <a:pt x="1532" y="1582"/>
                    <a:pt x="1532" y="1582"/>
                    <a:pt x="1532" y="1582"/>
                  </a:cubicBezTo>
                  <a:close/>
                  <a:moveTo>
                    <a:pt x="1532" y="1575"/>
                  </a:moveTo>
                  <a:cubicBezTo>
                    <a:pt x="1532" y="1575"/>
                    <a:pt x="1532" y="1575"/>
                    <a:pt x="1532" y="1575"/>
                  </a:cubicBezTo>
                  <a:cubicBezTo>
                    <a:pt x="1532" y="1582"/>
                    <a:pt x="1532" y="1582"/>
                    <a:pt x="1532" y="1582"/>
                  </a:cubicBezTo>
                  <a:cubicBezTo>
                    <a:pt x="1532" y="1582"/>
                    <a:pt x="1532" y="1582"/>
                    <a:pt x="1532" y="1582"/>
                  </a:cubicBezTo>
                  <a:lnTo>
                    <a:pt x="1532" y="1575"/>
                  </a:lnTo>
                  <a:close/>
                  <a:moveTo>
                    <a:pt x="1564" y="1520"/>
                  </a:moveTo>
                  <a:cubicBezTo>
                    <a:pt x="1564" y="1520"/>
                    <a:pt x="1564" y="1520"/>
                    <a:pt x="1564" y="1528"/>
                  </a:cubicBezTo>
                  <a:cubicBezTo>
                    <a:pt x="1564" y="1528"/>
                    <a:pt x="1564" y="1528"/>
                    <a:pt x="1571" y="1520"/>
                  </a:cubicBezTo>
                  <a:cubicBezTo>
                    <a:pt x="1571" y="1512"/>
                    <a:pt x="1564" y="1520"/>
                    <a:pt x="1564" y="1520"/>
                  </a:cubicBezTo>
                  <a:close/>
                  <a:moveTo>
                    <a:pt x="1282" y="1050"/>
                  </a:moveTo>
                  <a:cubicBezTo>
                    <a:pt x="1282" y="1050"/>
                    <a:pt x="1282" y="1050"/>
                    <a:pt x="1282" y="1050"/>
                  </a:cubicBezTo>
                  <a:cubicBezTo>
                    <a:pt x="1290" y="1050"/>
                    <a:pt x="1282" y="1050"/>
                    <a:pt x="1298" y="1050"/>
                  </a:cubicBezTo>
                  <a:cubicBezTo>
                    <a:pt x="1298" y="1050"/>
                    <a:pt x="1298" y="1050"/>
                    <a:pt x="1282" y="1050"/>
                  </a:cubicBezTo>
                  <a:close/>
                  <a:moveTo>
                    <a:pt x="1532" y="1582"/>
                  </a:moveTo>
                  <a:cubicBezTo>
                    <a:pt x="1532" y="1582"/>
                    <a:pt x="1532" y="1582"/>
                    <a:pt x="1532" y="1575"/>
                  </a:cubicBezTo>
                  <a:cubicBezTo>
                    <a:pt x="1532" y="1575"/>
                    <a:pt x="1532" y="1575"/>
                    <a:pt x="1525" y="1582"/>
                  </a:cubicBezTo>
                  <a:cubicBezTo>
                    <a:pt x="1525" y="1582"/>
                    <a:pt x="1525" y="1582"/>
                    <a:pt x="1525" y="1582"/>
                  </a:cubicBezTo>
                  <a:cubicBezTo>
                    <a:pt x="1525" y="1582"/>
                    <a:pt x="1525" y="1582"/>
                    <a:pt x="1525" y="1582"/>
                  </a:cubicBezTo>
                  <a:lnTo>
                    <a:pt x="1532" y="1582"/>
                  </a:lnTo>
                  <a:close/>
                  <a:moveTo>
                    <a:pt x="1345" y="1066"/>
                  </a:moveTo>
                  <a:cubicBezTo>
                    <a:pt x="1337" y="1066"/>
                    <a:pt x="1337" y="1066"/>
                    <a:pt x="1337" y="1066"/>
                  </a:cubicBezTo>
                  <a:cubicBezTo>
                    <a:pt x="1329" y="1066"/>
                    <a:pt x="1329" y="1066"/>
                    <a:pt x="1329" y="1066"/>
                  </a:cubicBezTo>
                  <a:cubicBezTo>
                    <a:pt x="1337" y="1066"/>
                    <a:pt x="1337" y="1066"/>
                    <a:pt x="1337" y="1066"/>
                  </a:cubicBezTo>
                  <a:lnTo>
                    <a:pt x="1345" y="1066"/>
                  </a:lnTo>
                  <a:close/>
                  <a:moveTo>
                    <a:pt x="1454" y="1144"/>
                  </a:moveTo>
                  <a:cubicBezTo>
                    <a:pt x="1454" y="1144"/>
                    <a:pt x="1454" y="1144"/>
                    <a:pt x="1454" y="1152"/>
                  </a:cubicBezTo>
                  <a:cubicBezTo>
                    <a:pt x="1454" y="1152"/>
                    <a:pt x="1454" y="1152"/>
                    <a:pt x="1462" y="1152"/>
                  </a:cubicBezTo>
                  <a:cubicBezTo>
                    <a:pt x="1462" y="1152"/>
                    <a:pt x="1462" y="1152"/>
                    <a:pt x="1454" y="1144"/>
                  </a:cubicBezTo>
                  <a:close/>
                  <a:moveTo>
                    <a:pt x="1517" y="1590"/>
                  </a:moveTo>
                  <a:cubicBezTo>
                    <a:pt x="1525" y="1590"/>
                    <a:pt x="1525" y="1590"/>
                    <a:pt x="1525" y="1590"/>
                  </a:cubicBezTo>
                  <a:cubicBezTo>
                    <a:pt x="1525" y="1590"/>
                    <a:pt x="1525" y="1590"/>
                    <a:pt x="1517" y="1590"/>
                  </a:cubicBezTo>
                  <a:close/>
                  <a:moveTo>
                    <a:pt x="1376" y="1089"/>
                  </a:moveTo>
                  <a:cubicBezTo>
                    <a:pt x="1376" y="1081"/>
                    <a:pt x="1376" y="1081"/>
                    <a:pt x="1376" y="1081"/>
                  </a:cubicBezTo>
                  <a:cubicBezTo>
                    <a:pt x="1376" y="1089"/>
                    <a:pt x="1376" y="1081"/>
                    <a:pt x="1376" y="1089"/>
                  </a:cubicBezTo>
                  <a:close/>
                  <a:moveTo>
                    <a:pt x="1493" y="1191"/>
                  </a:moveTo>
                  <a:cubicBezTo>
                    <a:pt x="1493" y="1183"/>
                    <a:pt x="1493" y="1183"/>
                    <a:pt x="1485" y="1183"/>
                  </a:cubicBezTo>
                  <a:lnTo>
                    <a:pt x="1493" y="1191"/>
                  </a:lnTo>
                  <a:close/>
                  <a:moveTo>
                    <a:pt x="1353" y="1073"/>
                  </a:moveTo>
                  <a:cubicBezTo>
                    <a:pt x="1353" y="1081"/>
                    <a:pt x="1353" y="1081"/>
                    <a:pt x="1360" y="1081"/>
                  </a:cubicBezTo>
                  <a:cubicBezTo>
                    <a:pt x="1353" y="1073"/>
                    <a:pt x="1353" y="1073"/>
                    <a:pt x="1353" y="1073"/>
                  </a:cubicBezTo>
                  <a:close/>
                  <a:moveTo>
                    <a:pt x="1321" y="1066"/>
                  </a:moveTo>
                  <a:cubicBezTo>
                    <a:pt x="1321" y="1066"/>
                    <a:pt x="1321" y="1066"/>
                    <a:pt x="1321" y="1066"/>
                  </a:cubicBezTo>
                  <a:cubicBezTo>
                    <a:pt x="1329" y="1066"/>
                    <a:pt x="1329" y="1066"/>
                    <a:pt x="1329" y="1066"/>
                  </a:cubicBezTo>
                  <a:cubicBezTo>
                    <a:pt x="1329" y="1066"/>
                    <a:pt x="1329" y="1066"/>
                    <a:pt x="1321" y="1066"/>
                  </a:cubicBezTo>
                  <a:close/>
                  <a:moveTo>
                    <a:pt x="1353" y="1073"/>
                  </a:moveTo>
                  <a:cubicBezTo>
                    <a:pt x="1345" y="1073"/>
                    <a:pt x="1345" y="1073"/>
                    <a:pt x="1345" y="1073"/>
                  </a:cubicBezTo>
                  <a:cubicBezTo>
                    <a:pt x="1345" y="1073"/>
                    <a:pt x="1345" y="1073"/>
                    <a:pt x="1345" y="1073"/>
                  </a:cubicBezTo>
                  <a:cubicBezTo>
                    <a:pt x="1337" y="1073"/>
                    <a:pt x="1337" y="1073"/>
                    <a:pt x="1329" y="1066"/>
                  </a:cubicBezTo>
                  <a:cubicBezTo>
                    <a:pt x="1329" y="1066"/>
                    <a:pt x="1329" y="1066"/>
                    <a:pt x="1321" y="1066"/>
                  </a:cubicBezTo>
                  <a:cubicBezTo>
                    <a:pt x="1321" y="1066"/>
                    <a:pt x="1321" y="1066"/>
                    <a:pt x="1321" y="1066"/>
                  </a:cubicBezTo>
                  <a:cubicBezTo>
                    <a:pt x="1321" y="1066"/>
                    <a:pt x="1321" y="1066"/>
                    <a:pt x="1321" y="1066"/>
                  </a:cubicBezTo>
                  <a:cubicBezTo>
                    <a:pt x="1321" y="1066"/>
                    <a:pt x="1314" y="1066"/>
                    <a:pt x="1314" y="1066"/>
                  </a:cubicBezTo>
                  <a:cubicBezTo>
                    <a:pt x="1314" y="1066"/>
                    <a:pt x="1314" y="1058"/>
                    <a:pt x="1314" y="1058"/>
                  </a:cubicBezTo>
                  <a:cubicBezTo>
                    <a:pt x="1306" y="1058"/>
                    <a:pt x="1306" y="1058"/>
                    <a:pt x="1298" y="1058"/>
                  </a:cubicBezTo>
                  <a:cubicBezTo>
                    <a:pt x="1298" y="1058"/>
                    <a:pt x="1298" y="1058"/>
                    <a:pt x="1298" y="1058"/>
                  </a:cubicBezTo>
                  <a:cubicBezTo>
                    <a:pt x="1298" y="1058"/>
                    <a:pt x="1290" y="1058"/>
                    <a:pt x="1282" y="1050"/>
                  </a:cubicBezTo>
                  <a:cubicBezTo>
                    <a:pt x="1282" y="1050"/>
                    <a:pt x="1282" y="1050"/>
                    <a:pt x="1282" y="1050"/>
                  </a:cubicBezTo>
                  <a:cubicBezTo>
                    <a:pt x="1282" y="1058"/>
                    <a:pt x="1282" y="1050"/>
                    <a:pt x="1290" y="1058"/>
                  </a:cubicBezTo>
                  <a:cubicBezTo>
                    <a:pt x="1290" y="1058"/>
                    <a:pt x="1290" y="1058"/>
                    <a:pt x="1282" y="1058"/>
                  </a:cubicBezTo>
                  <a:cubicBezTo>
                    <a:pt x="1298" y="1058"/>
                    <a:pt x="1298" y="1066"/>
                    <a:pt x="1306" y="1066"/>
                  </a:cubicBezTo>
                  <a:cubicBezTo>
                    <a:pt x="1314" y="1066"/>
                    <a:pt x="1306" y="1066"/>
                    <a:pt x="1314" y="1066"/>
                  </a:cubicBezTo>
                  <a:cubicBezTo>
                    <a:pt x="1314" y="1066"/>
                    <a:pt x="1314" y="1066"/>
                    <a:pt x="1314" y="1066"/>
                  </a:cubicBezTo>
                  <a:cubicBezTo>
                    <a:pt x="1314" y="1066"/>
                    <a:pt x="1321" y="1066"/>
                    <a:pt x="1321" y="1066"/>
                  </a:cubicBezTo>
                  <a:cubicBezTo>
                    <a:pt x="1329" y="1073"/>
                    <a:pt x="1337" y="1073"/>
                    <a:pt x="1345" y="1081"/>
                  </a:cubicBezTo>
                  <a:cubicBezTo>
                    <a:pt x="1345" y="1081"/>
                    <a:pt x="1345" y="1081"/>
                    <a:pt x="1345" y="1073"/>
                  </a:cubicBezTo>
                  <a:cubicBezTo>
                    <a:pt x="1345" y="1073"/>
                    <a:pt x="1345" y="1073"/>
                    <a:pt x="1353" y="1073"/>
                  </a:cubicBezTo>
                  <a:close/>
                  <a:moveTo>
                    <a:pt x="1329" y="1066"/>
                  </a:moveTo>
                  <a:cubicBezTo>
                    <a:pt x="1329" y="1066"/>
                    <a:pt x="1329" y="1066"/>
                    <a:pt x="1329" y="1066"/>
                  </a:cubicBezTo>
                  <a:cubicBezTo>
                    <a:pt x="1329" y="1066"/>
                    <a:pt x="1329" y="1066"/>
                    <a:pt x="1329" y="1066"/>
                  </a:cubicBezTo>
                  <a:close/>
                  <a:moveTo>
                    <a:pt x="1431" y="1128"/>
                  </a:moveTo>
                  <a:cubicBezTo>
                    <a:pt x="1431" y="1128"/>
                    <a:pt x="1431" y="1128"/>
                    <a:pt x="1431" y="1128"/>
                  </a:cubicBezTo>
                  <a:cubicBezTo>
                    <a:pt x="1431" y="1128"/>
                    <a:pt x="1431" y="1128"/>
                    <a:pt x="1431" y="1128"/>
                  </a:cubicBezTo>
                  <a:close/>
                  <a:moveTo>
                    <a:pt x="1446" y="1144"/>
                  </a:moveTo>
                  <a:cubicBezTo>
                    <a:pt x="1446" y="1144"/>
                    <a:pt x="1446" y="1144"/>
                    <a:pt x="1446" y="1144"/>
                  </a:cubicBezTo>
                  <a:cubicBezTo>
                    <a:pt x="1446" y="1144"/>
                    <a:pt x="1446" y="1144"/>
                    <a:pt x="1439" y="1144"/>
                  </a:cubicBezTo>
                  <a:cubicBezTo>
                    <a:pt x="1446" y="1144"/>
                    <a:pt x="1446" y="1144"/>
                    <a:pt x="1446" y="1144"/>
                  </a:cubicBezTo>
                  <a:close/>
                  <a:moveTo>
                    <a:pt x="1423" y="1128"/>
                  </a:moveTo>
                  <a:cubicBezTo>
                    <a:pt x="1423" y="1128"/>
                    <a:pt x="1423" y="1128"/>
                    <a:pt x="1431" y="1128"/>
                  </a:cubicBezTo>
                  <a:cubicBezTo>
                    <a:pt x="1431" y="1136"/>
                    <a:pt x="1431" y="1136"/>
                    <a:pt x="1431" y="1136"/>
                  </a:cubicBezTo>
                  <a:cubicBezTo>
                    <a:pt x="1439" y="1144"/>
                    <a:pt x="1439" y="1144"/>
                    <a:pt x="1439" y="1144"/>
                  </a:cubicBezTo>
                  <a:cubicBezTo>
                    <a:pt x="1446" y="1144"/>
                    <a:pt x="1446" y="1144"/>
                    <a:pt x="1446" y="1144"/>
                  </a:cubicBezTo>
                  <a:cubicBezTo>
                    <a:pt x="1446" y="1144"/>
                    <a:pt x="1446" y="1144"/>
                    <a:pt x="1431" y="1128"/>
                  </a:cubicBezTo>
                  <a:cubicBezTo>
                    <a:pt x="1431" y="1128"/>
                    <a:pt x="1415" y="1128"/>
                    <a:pt x="1423" y="1128"/>
                  </a:cubicBezTo>
                  <a:close/>
                  <a:moveTo>
                    <a:pt x="1446" y="1144"/>
                  </a:moveTo>
                  <a:cubicBezTo>
                    <a:pt x="1446" y="1144"/>
                    <a:pt x="1446" y="1152"/>
                    <a:pt x="1446" y="1152"/>
                  </a:cubicBezTo>
                  <a:cubicBezTo>
                    <a:pt x="1446" y="1152"/>
                    <a:pt x="1446" y="1152"/>
                    <a:pt x="1446" y="1152"/>
                  </a:cubicBezTo>
                  <a:cubicBezTo>
                    <a:pt x="1446" y="1152"/>
                    <a:pt x="1446" y="1144"/>
                    <a:pt x="1446" y="1144"/>
                  </a:cubicBezTo>
                  <a:close/>
                  <a:moveTo>
                    <a:pt x="1446" y="1152"/>
                  </a:moveTo>
                  <a:cubicBezTo>
                    <a:pt x="1454" y="1152"/>
                    <a:pt x="1454" y="1152"/>
                    <a:pt x="1454" y="1152"/>
                  </a:cubicBezTo>
                  <a:cubicBezTo>
                    <a:pt x="1454" y="1152"/>
                    <a:pt x="1454" y="1152"/>
                    <a:pt x="1454" y="1152"/>
                  </a:cubicBezTo>
                  <a:cubicBezTo>
                    <a:pt x="1454" y="1152"/>
                    <a:pt x="1454" y="1152"/>
                    <a:pt x="1454" y="1152"/>
                  </a:cubicBezTo>
                  <a:cubicBezTo>
                    <a:pt x="1454" y="1152"/>
                    <a:pt x="1454" y="1152"/>
                    <a:pt x="1454" y="1152"/>
                  </a:cubicBezTo>
                  <a:cubicBezTo>
                    <a:pt x="1454" y="1152"/>
                    <a:pt x="1454" y="1152"/>
                    <a:pt x="1454" y="1159"/>
                  </a:cubicBezTo>
                  <a:cubicBezTo>
                    <a:pt x="1454" y="1159"/>
                    <a:pt x="1454" y="1152"/>
                    <a:pt x="1454" y="1152"/>
                  </a:cubicBezTo>
                  <a:cubicBezTo>
                    <a:pt x="1454" y="1152"/>
                    <a:pt x="1454" y="1152"/>
                    <a:pt x="1454" y="1152"/>
                  </a:cubicBezTo>
                  <a:cubicBezTo>
                    <a:pt x="1454" y="1152"/>
                    <a:pt x="1454" y="1152"/>
                    <a:pt x="1446" y="1152"/>
                  </a:cubicBezTo>
                  <a:cubicBezTo>
                    <a:pt x="1446" y="1152"/>
                    <a:pt x="1446" y="1152"/>
                    <a:pt x="1454" y="1152"/>
                  </a:cubicBezTo>
                  <a:cubicBezTo>
                    <a:pt x="1446" y="1152"/>
                    <a:pt x="1446" y="1152"/>
                    <a:pt x="1446" y="1152"/>
                  </a:cubicBezTo>
                  <a:cubicBezTo>
                    <a:pt x="1446" y="1152"/>
                    <a:pt x="1446" y="1152"/>
                    <a:pt x="1446" y="1152"/>
                  </a:cubicBezTo>
                  <a:close/>
                  <a:moveTo>
                    <a:pt x="1415" y="1120"/>
                  </a:moveTo>
                  <a:cubicBezTo>
                    <a:pt x="1415" y="1120"/>
                    <a:pt x="1415" y="1120"/>
                    <a:pt x="1423" y="1120"/>
                  </a:cubicBezTo>
                  <a:cubicBezTo>
                    <a:pt x="1423" y="1120"/>
                    <a:pt x="1423" y="1128"/>
                    <a:pt x="1423" y="1128"/>
                  </a:cubicBezTo>
                  <a:cubicBezTo>
                    <a:pt x="1415" y="1120"/>
                    <a:pt x="1415" y="1120"/>
                    <a:pt x="1415" y="1120"/>
                  </a:cubicBezTo>
                  <a:close/>
                  <a:moveTo>
                    <a:pt x="1407" y="1120"/>
                  </a:moveTo>
                  <a:cubicBezTo>
                    <a:pt x="1407" y="1120"/>
                    <a:pt x="1407" y="1120"/>
                    <a:pt x="1407" y="1120"/>
                  </a:cubicBezTo>
                  <a:cubicBezTo>
                    <a:pt x="1407" y="1120"/>
                    <a:pt x="1407" y="1120"/>
                    <a:pt x="1415" y="1128"/>
                  </a:cubicBezTo>
                  <a:cubicBezTo>
                    <a:pt x="1415" y="1128"/>
                    <a:pt x="1415" y="1128"/>
                    <a:pt x="1415" y="1128"/>
                  </a:cubicBezTo>
                  <a:cubicBezTo>
                    <a:pt x="1423" y="1128"/>
                    <a:pt x="1423" y="1128"/>
                    <a:pt x="1423" y="1120"/>
                  </a:cubicBezTo>
                  <a:cubicBezTo>
                    <a:pt x="1415" y="1120"/>
                    <a:pt x="1407" y="1113"/>
                    <a:pt x="1399" y="1113"/>
                  </a:cubicBezTo>
                  <a:cubicBezTo>
                    <a:pt x="1399" y="1105"/>
                    <a:pt x="1392" y="1105"/>
                    <a:pt x="1392" y="1105"/>
                  </a:cubicBezTo>
                  <a:cubicBezTo>
                    <a:pt x="1392" y="1105"/>
                    <a:pt x="1407" y="1113"/>
                    <a:pt x="1407" y="1113"/>
                  </a:cubicBezTo>
                  <a:cubicBezTo>
                    <a:pt x="1407" y="1120"/>
                    <a:pt x="1407" y="1120"/>
                    <a:pt x="1407" y="1120"/>
                  </a:cubicBezTo>
                  <a:close/>
                  <a:moveTo>
                    <a:pt x="1384" y="1097"/>
                  </a:moveTo>
                  <a:cubicBezTo>
                    <a:pt x="1384" y="1097"/>
                    <a:pt x="1384" y="1097"/>
                    <a:pt x="1384" y="1097"/>
                  </a:cubicBezTo>
                  <a:cubicBezTo>
                    <a:pt x="1384" y="1097"/>
                    <a:pt x="1384" y="1097"/>
                    <a:pt x="1376" y="1097"/>
                  </a:cubicBezTo>
                  <a:cubicBezTo>
                    <a:pt x="1376" y="1089"/>
                    <a:pt x="1376" y="1089"/>
                    <a:pt x="1376" y="1089"/>
                  </a:cubicBezTo>
                  <a:cubicBezTo>
                    <a:pt x="1360" y="1081"/>
                    <a:pt x="1360" y="1081"/>
                    <a:pt x="1345" y="1081"/>
                  </a:cubicBezTo>
                  <a:cubicBezTo>
                    <a:pt x="1360" y="1089"/>
                    <a:pt x="1376" y="1097"/>
                    <a:pt x="1384" y="1097"/>
                  </a:cubicBezTo>
                  <a:cubicBezTo>
                    <a:pt x="1384" y="1097"/>
                    <a:pt x="1384" y="1097"/>
                    <a:pt x="1384" y="1097"/>
                  </a:cubicBezTo>
                  <a:close/>
                  <a:moveTo>
                    <a:pt x="1399" y="1105"/>
                  </a:moveTo>
                  <a:cubicBezTo>
                    <a:pt x="1399" y="1105"/>
                    <a:pt x="1399" y="1105"/>
                    <a:pt x="1399" y="1113"/>
                  </a:cubicBezTo>
                  <a:cubicBezTo>
                    <a:pt x="1399" y="1105"/>
                    <a:pt x="1399" y="1105"/>
                    <a:pt x="1399" y="1105"/>
                  </a:cubicBezTo>
                  <a:close/>
                  <a:moveTo>
                    <a:pt x="1345" y="1081"/>
                  </a:moveTo>
                  <a:cubicBezTo>
                    <a:pt x="1345" y="1081"/>
                    <a:pt x="1345" y="1081"/>
                    <a:pt x="1345" y="1081"/>
                  </a:cubicBezTo>
                  <a:cubicBezTo>
                    <a:pt x="1345" y="1081"/>
                    <a:pt x="1345" y="1081"/>
                    <a:pt x="1345" y="1081"/>
                  </a:cubicBezTo>
                  <a:cubicBezTo>
                    <a:pt x="1345" y="1081"/>
                    <a:pt x="1345" y="1081"/>
                    <a:pt x="1345" y="1081"/>
                  </a:cubicBezTo>
                  <a:close/>
                  <a:moveTo>
                    <a:pt x="1392" y="1097"/>
                  </a:moveTo>
                  <a:cubicBezTo>
                    <a:pt x="1384" y="1097"/>
                    <a:pt x="1384" y="1097"/>
                    <a:pt x="1384" y="1097"/>
                  </a:cubicBezTo>
                  <a:cubicBezTo>
                    <a:pt x="1384" y="1097"/>
                    <a:pt x="1392" y="1105"/>
                    <a:pt x="1392" y="1105"/>
                  </a:cubicBezTo>
                  <a:cubicBezTo>
                    <a:pt x="1392" y="1105"/>
                    <a:pt x="1392" y="1097"/>
                    <a:pt x="1392" y="1097"/>
                  </a:cubicBezTo>
                  <a:close/>
                  <a:moveTo>
                    <a:pt x="1525" y="1575"/>
                  </a:moveTo>
                  <a:cubicBezTo>
                    <a:pt x="1525" y="1575"/>
                    <a:pt x="1525" y="1575"/>
                    <a:pt x="1517" y="1582"/>
                  </a:cubicBezTo>
                  <a:cubicBezTo>
                    <a:pt x="1525" y="1582"/>
                    <a:pt x="1525" y="1582"/>
                    <a:pt x="1525" y="1582"/>
                  </a:cubicBezTo>
                  <a:lnTo>
                    <a:pt x="1525" y="1575"/>
                  </a:lnTo>
                  <a:close/>
                  <a:moveTo>
                    <a:pt x="1493" y="1629"/>
                  </a:moveTo>
                  <a:cubicBezTo>
                    <a:pt x="1493" y="1629"/>
                    <a:pt x="1493" y="1629"/>
                    <a:pt x="1501" y="1622"/>
                  </a:cubicBezTo>
                  <a:cubicBezTo>
                    <a:pt x="1493" y="1629"/>
                    <a:pt x="1493" y="1629"/>
                    <a:pt x="1493" y="1629"/>
                  </a:cubicBezTo>
                  <a:cubicBezTo>
                    <a:pt x="1493" y="1629"/>
                    <a:pt x="1493" y="1629"/>
                    <a:pt x="1493" y="1629"/>
                  </a:cubicBezTo>
                  <a:close/>
                  <a:moveTo>
                    <a:pt x="1485" y="1637"/>
                  </a:moveTo>
                  <a:cubicBezTo>
                    <a:pt x="1485" y="1637"/>
                    <a:pt x="1485" y="1637"/>
                    <a:pt x="1493" y="1629"/>
                  </a:cubicBezTo>
                  <a:cubicBezTo>
                    <a:pt x="1493" y="1629"/>
                    <a:pt x="1493" y="1629"/>
                    <a:pt x="1485" y="1629"/>
                  </a:cubicBezTo>
                  <a:cubicBezTo>
                    <a:pt x="1485" y="1629"/>
                    <a:pt x="1485" y="1629"/>
                    <a:pt x="1485" y="1637"/>
                  </a:cubicBezTo>
                  <a:close/>
                  <a:moveTo>
                    <a:pt x="1501" y="1598"/>
                  </a:moveTo>
                  <a:cubicBezTo>
                    <a:pt x="1501" y="1598"/>
                    <a:pt x="1501" y="1598"/>
                    <a:pt x="1501" y="1606"/>
                  </a:cubicBezTo>
                  <a:cubicBezTo>
                    <a:pt x="1501" y="1606"/>
                    <a:pt x="1501" y="1606"/>
                    <a:pt x="1509" y="1598"/>
                  </a:cubicBezTo>
                  <a:cubicBezTo>
                    <a:pt x="1509" y="1598"/>
                    <a:pt x="1509" y="1598"/>
                    <a:pt x="1501" y="1598"/>
                  </a:cubicBezTo>
                  <a:close/>
                  <a:moveTo>
                    <a:pt x="1681" y="1363"/>
                  </a:moveTo>
                  <a:cubicBezTo>
                    <a:pt x="1681" y="1363"/>
                    <a:pt x="1681" y="1363"/>
                    <a:pt x="1681" y="1355"/>
                  </a:cubicBezTo>
                  <a:cubicBezTo>
                    <a:pt x="1681" y="1355"/>
                    <a:pt x="1681" y="1355"/>
                    <a:pt x="1681" y="1363"/>
                  </a:cubicBezTo>
                  <a:close/>
                  <a:moveTo>
                    <a:pt x="1462" y="1159"/>
                  </a:moveTo>
                  <a:cubicBezTo>
                    <a:pt x="1454" y="1159"/>
                    <a:pt x="1462" y="1159"/>
                    <a:pt x="1454" y="1159"/>
                  </a:cubicBezTo>
                  <a:cubicBezTo>
                    <a:pt x="1454" y="1159"/>
                    <a:pt x="1454" y="1159"/>
                    <a:pt x="1462" y="1159"/>
                  </a:cubicBezTo>
                  <a:cubicBezTo>
                    <a:pt x="1462" y="1159"/>
                    <a:pt x="1462" y="1159"/>
                    <a:pt x="1462" y="1159"/>
                  </a:cubicBezTo>
                  <a:close/>
                  <a:moveTo>
                    <a:pt x="1626" y="1379"/>
                  </a:move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lose/>
                  <a:moveTo>
                    <a:pt x="1587" y="1465"/>
                  </a:moveTo>
                  <a:cubicBezTo>
                    <a:pt x="1587" y="1465"/>
                    <a:pt x="1587" y="1465"/>
                    <a:pt x="1587" y="1465"/>
                  </a:cubicBezTo>
                  <a:cubicBezTo>
                    <a:pt x="1587" y="1465"/>
                    <a:pt x="1587" y="1465"/>
                    <a:pt x="1587" y="1465"/>
                  </a:cubicBezTo>
                  <a:cubicBezTo>
                    <a:pt x="1587" y="1465"/>
                    <a:pt x="1587" y="1465"/>
                    <a:pt x="1587" y="1465"/>
                  </a:cubicBezTo>
                  <a:close/>
                  <a:moveTo>
                    <a:pt x="1564" y="1496"/>
                  </a:moveTo>
                  <a:cubicBezTo>
                    <a:pt x="1571" y="1496"/>
                    <a:pt x="1571" y="1496"/>
                    <a:pt x="1571" y="1496"/>
                  </a:cubicBezTo>
                  <a:cubicBezTo>
                    <a:pt x="1579" y="1488"/>
                    <a:pt x="1579" y="1481"/>
                    <a:pt x="1587" y="1473"/>
                  </a:cubicBezTo>
                  <a:cubicBezTo>
                    <a:pt x="1587" y="1465"/>
                    <a:pt x="1587" y="1465"/>
                    <a:pt x="1587" y="1465"/>
                  </a:cubicBezTo>
                  <a:cubicBezTo>
                    <a:pt x="1587" y="1465"/>
                    <a:pt x="1587" y="1465"/>
                    <a:pt x="1587" y="1465"/>
                  </a:cubicBezTo>
                  <a:cubicBezTo>
                    <a:pt x="1587" y="1465"/>
                    <a:pt x="1579" y="1473"/>
                    <a:pt x="1579" y="1473"/>
                  </a:cubicBezTo>
                  <a:cubicBezTo>
                    <a:pt x="1579" y="1473"/>
                    <a:pt x="1579" y="1473"/>
                    <a:pt x="1579" y="1473"/>
                  </a:cubicBezTo>
                  <a:cubicBezTo>
                    <a:pt x="1579" y="1473"/>
                    <a:pt x="1579" y="1473"/>
                    <a:pt x="1579" y="1473"/>
                  </a:cubicBezTo>
                  <a:cubicBezTo>
                    <a:pt x="1579" y="1473"/>
                    <a:pt x="1579" y="1481"/>
                    <a:pt x="1579" y="1481"/>
                  </a:cubicBezTo>
                  <a:cubicBezTo>
                    <a:pt x="1579" y="1481"/>
                    <a:pt x="1579" y="1481"/>
                    <a:pt x="1579" y="1481"/>
                  </a:cubicBezTo>
                  <a:cubicBezTo>
                    <a:pt x="1571" y="1488"/>
                    <a:pt x="1571" y="1488"/>
                    <a:pt x="1564" y="1496"/>
                  </a:cubicBezTo>
                  <a:cubicBezTo>
                    <a:pt x="1564" y="1496"/>
                    <a:pt x="1564" y="1496"/>
                    <a:pt x="1564" y="1504"/>
                  </a:cubicBezTo>
                  <a:cubicBezTo>
                    <a:pt x="1564" y="1504"/>
                    <a:pt x="1564" y="1504"/>
                    <a:pt x="1564" y="1496"/>
                  </a:cubicBezTo>
                  <a:close/>
                  <a:moveTo>
                    <a:pt x="1392" y="1128"/>
                  </a:moveTo>
                  <a:cubicBezTo>
                    <a:pt x="1392" y="1120"/>
                    <a:pt x="1392" y="1120"/>
                    <a:pt x="1392" y="1128"/>
                  </a:cubicBezTo>
                  <a:close/>
                  <a:moveTo>
                    <a:pt x="1384" y="1113"/>
                  </a:moveTo>
                  <a:cubicBezTo>
                    <a:pt x="1384" y="1113"/>
                    <a:pt x="1384" y="1120"/>
                    <a:pt x="1392" y="1128"/>
                  </a:cubicBezTo>
                  <a:cubicBezTo>
                    <a:pt x="1392" y="1120"/>
                    <a:pt x="1384" y="1113"/>
                    <a:pt x="1384" y="1113"/>
                  </a:cubicBezTo>
                  <a:close/>
                  <a:moveTo>
                    <a:pt x="1415" y="1708"/>
                  </a:moveTo>
                  <a:cubicBezTo>
                    <a:pt x="1415" y="1708"/>
                    <a:pt x="1415" y="1708"/>
                    <a:pt x="1415" y="1708"/>
                  </a:cubicBezTo>
                  <a:cubicBezTo>
                    <a:pt x="1415" y="1708"/>
                    <a:pt x="1415" y="1708"/>
                    <a:pt x="1415" y="1708"/>
                  </a:cubicBezTo>
                  <a:cubicBezTo>
                    <a:pt x="1415" y="1708"/>
                    <a:pt x="1415" y="1708"/>
                    <a:pt x="1415" y="1708"/>
                  </a:cubicBezTo>
                  <a:cubicBezTo>
                    <a:pt x="1415" y="1708"/>
                    <a:pt x="1415" y="1708"/>
                    <a:pt x="1415" y="1708"/>
                  </a:cubicBezTo>
                  <a:close/>
                  <a:moveTo>
                    <a:pt x="1282" y="1097"/>
                  </a:moveTo>
                  <a:cubicBezTo>
                    <a:pt x="1290" y="1097"/>
                    <a:pt x="1290" y="1097"/>
                    <a:pt x="1290" y="1097"/>
                  </a:cubicBezTo>
                  <a:cubicBezTo>
                    <a:pt x="1290" y="1097"/>
                    <a:pt x="1290" y="1097"/>
                    <a:pt x="1290" y="1097"/>
                  </a:cubicBezTo>
                  <a:cubicBezTo>
                    <a:pt x="1290" y="1097"/>
                    <a:pt x="1290" y="1097"/>
                    <a:pt x="1282" y="1097"/>
                  </a:cubicBezTo>
                  <a:close/>
                  <a:moveTo>
                    <a:pt x="1314" y="1128"/>
                  </a:moveTo>
                  <a:cubicBezTo>
                    <a:pt x="1314" y="1128"/>
                    <a:pt x="1314" y="1136"/>
                    <a:pt x="1314" y="1136"/>
                  </a:cubicBezTo>
                  <a:cubicBezTo>
                    <a:pt x="1314" y="1136"/>
                    <a:pt x="1314" y="1136"/>
                    <a:pt x="1314" y="1136"/>
                  </a:cubicBezTo>
                  <a:cubicBezTo>
                    <a:pt x="1314" y="1136"/>
                    <a:pt x="1314" y="1136"/>
                    <a:pt x="1314" y="1128"/>
                  </a:cubicBezTo>
                  <a:close/>
                  <a:moveTo>
                    <a:pt x="1306" y="1128"/>
                  </a:moveTo>
                  <a:cubicBezTo>
                    <a:pt x="1314" y="1128"/>
                    <a:pt x="1314" y="1128"/>
                    <a:pt x="1314" y="1128"/>
                  </a:cubicBezTo>
                  <a:cubicBezTo>
                    <a:pt x="1314" y="1128"/>
                    <a:pt x="1321" y="1128"/>
                    <a:pt x="1321" y="1128"/>
                  </a:cubicBezTo>
                  <a:cubicBezTo>
                    <a:pt x="1314" y="1128"/>
                    <a:pt x="1314" y="1128"/>
                    <a:pt x="1314" y="1128"/>
                  </a:cubicBezTo>
                  <a:cubicBezTo>
                    <a:pt x="1306" y="1128"/>
                    <a:pt x="1306" y="1128"/>
                    <a:pt x="1306" y="1128"/>
                  </a:cubicBezTo>
                  <a:close/>
                  <a:moveTo>
                    <a:pt x="1517" y="1441"/>
                  </a:moveTo>
                  <a:cubicBezTo>
                    <a:pt x="1517" y="1434"/>
                    <a:pt x="1517" y="1441"/>
                    <a:pt x="1517" y="1434"/>
                  </a:cubicBezTo>
                  <a:cubicBezTo>
                    <a:pt x="1517" y="1434"/>
                    <a:pt x="1517" y="1434"/>
                    <a:pt x="1517" y="1441"/>
                  </a:cubicBezTo>
                  <a:close/>
                  <a:moveTo>
                    <a:pt x="1454" y="1692"/>
                  </a:moveTo>
                  <a:cubicBezTo>
                    <a:pt x="1454" y="1684"/>
                    <a:pt x="1454" y="1684"/>
                    <a:pt x="1454" y="1676"/>
                  </a:cubicBezTo>
                  <a:cubicBezTo>
                    <a:pt x="1454" y="1676"/>
                    <a:pt x="1454" y="1676"/>
                    <a:pt x="1454" y="1676"/>
                  </a:cubicBezTo>
                  <a:cubicBezTo>
                    <a:pt x="1454" y="1684"/>
                    <a:pt x="1454" y="1684"/>
                    <a:pt x="1454" y="1692"/>
                  </a:cubicBezTo>
                  <a:close/>
                  <a:moveTo>
                    <a:pt x="1423" y="1206"/>
                  </a:moveTo>
                  <a:cubicBezTo>
                    <a:pt x="1423" y="1206"/>
                    <a:pt x="1423" y="1206"/>
                    <a:pt x="1423" y="1206"/>
                  </a:cubicBezTo>
                  <a:cubicBezTo>
                    <a:pt x="1423" y="1206"/>
                    <a:pt x="1423" y="1206"/>
                    <a:pt x="1423" y="1206"/>
                  </a:cubicBezTo>
                  <a:cubicBezTo>
                    <a:pt x="1423" y="1206"/>
                    <a:pt x="1423" y="1206"/>
                    <a:pt x="1423" y="1206"/>
                  </a:cubicBezTo>
                  <a:close/>
                  <a:moveTo>
                    <a:pt x="1454" y="1269"/>
                  </a:moveTo>
                  <a:cubicBezTo>
                    <a:pt x="1454" y="1269"/>
                    <a:pt x="1454" y="1269"/>
                    <a:pt x="1454" y="1269"/>
                  </a:cubicBezTo>
                  <a:cubicBezTo>
                    <a:pt x="1454" y="1269"/>
                    <a:pt x="1454" y="1269"/>
                    <a:pt x="1454" y="1269"/>
                  </a:cubicBezTo>
                  <a:close/>
                  <a:moveTo>
                    <a:pt x="1454" y="1684"/>
                  </a:moveTo>
                  <a:cubicBezTo>
                    <a:pt x="1454" y="1684"/>
                    <a:pt x="1454" y="1684"/>
                    <a:pt x="1454" y="1676"/>
                  </a:cubicBezTo>
                  <a:cubicBezTo>
                    <a:pt x="1454" y="1684"/>
                    <a:pt x="1446" y="1692"/>
                    <a:pt x="1446" y="1692"/>
                  </a:cubicBezTo>
                  <a:cubicBezTo>
                    <a:pt x="1446" y="1692"/>
                    <a:pt x="1446" y="1692"/>
                    <a:pt x="1446" y="1692"/>
                  </a:cubicBezTo>
                  <a:cubicBezTo>
                    <a:pt x="1446" y="1692"/>
                    <a:pt x="1446" y="1692"/>
                    <a:pt x="1454" y="1692"/>
                  </a:cubicBezTo>
                  <a:cubicBezTo>
                    <a:pt x="1454" y="1684"/>
                    <a:pt x="1454" y="1684"/>
                    <a:pt x="1454" y="1684"/>
                  </a:cubicBezTo>
                  <a:cubicBezTo>
                    <a:pt x="1454" y="1684"/>
                    <a:pt x="1454" y="1684"/>
                    <a:pt x="1454" y="1684"/>
                  </a:cubicBezTo>
                  <a:close/>
                  <a:moveTo>
                    <a:pt x="1345" y="1136"/>
                  </a:moveTo>
                  <a:cubicBezTo>
                    <a:pt x="1337" y="1136"/>
                    <a:pt x="1337" y="1136"/>
                    <a:pt x="1337" y="1136"/>
                  </a:cubicBezTo>
                  <a:cubicBezTo>
                    <a:pt x="1337" y="1136"/>
                    <a:pt x="1337" y="1136"/>
                    <a:pt x="1337" y="1136"/>
                  </a:cubicBezTo>
                  <a:cubicBezTo>
                    <a:pt x="1337" y="1136"/>
                    <a:pt x="1337" y="1136"/>
                    <a:pt x="1345" y="1144"/>
                  </a:cubicBezTo>
                  <a:cubicBezTo>
                    <a:pt x="1345" y="1136"/>
                    <a:pt x="1345" y="1136"/>
                    <a:pt x="1345" y="1136"/>
                  </a:cubicBezTo>
                  <a:close/>
                  <a:moveTo>
                    <a:pt x="1423" y="1206"/>
                  </a:moveTo>
                  <a:cubicBezTo>
                    <a:pt x="1423" y="1199"/>
                    <a:pt x="1415" y="1199"/>
                    <a:pt x="1415" y="1199"/>
                  </a:cubicBezTo>
                  <a:cubicBezTo>
                    <a:pt x="1415" y="1199"/>
                    <a:pt x="1423" y="1199"/>
                    <a:pt x="1423" y="1206"/>
                  </a:cubicBezTo>
                  <a:close/>
                  <a:moveTo>
                    <a:pt x="1345" y="1136"/>
                  </a:moveTo>
                  <a:cubicBezTo>
                    <a:pt x="1345" y="1128"/>
                    <a:pt x="1345" y="1128"/>
                    <a:pt x="1337" y="1128"/>
                  </a:cubicBezTo>
                  <a:cubicBezTo>
                    <a:pt x="1337" y="1128"/>
                    <a:pt x="1337" y="1128"/>
                    <a:pt x="1337" y="1128"/>
                  </a:cubicBezTo>
                  <a:cubicBezTo>
                    <a:pt x="1345" y="1136"/>
                    <a:pt x="1345" y="1136"/>
                    <a:pt x="1345" y="1136"/>
                  </a:cubicBezTo>
                  <a:close/>
                  <a:moveTo>
                    <a:pt x="1462" y="1512"/>
                  </a:moveTo>
                  <a:cubicBezTo>
                    <a:pt x="1462" y="1512"/>
                    <a:pt x="1462" y="1512"/>
                    <a:pt x="1462" y="1528"/>
                  </a:cubicBezTo>
                  <a:cubicBezTo>
                    <a:pt x="1462" y="1528"/>
                    <a:pt x="1462" y="1528"/>
                    <a:pt x="1462" y="1528"/>
                  </a:cubicBezTo>
                  <a:cubicBezTo>
                    <a:pt x="1462" y="1520"/>
                    <a:pt x="1462" y="1520"/>
                    <a:pt x="1462" y="1520"/>
                  </a:cubicBezTo>
                  <a:cubicBezTo>
                    <a:pt x="1462" y="1520"/>
                    <a:pt x="1462" y="1520"/>
                    <a:pt x="1462" y="1512"/>
                  </a:cubicBezTo>
                  <a:close/>
                  <a:moveTo>
                    <a:pt x="1446" y="1543"/>
                  </a:moveTo>
                  <a:cubicBezTo>
                    <a:pt x="1454" y="1535"/>
                    <a:pt x="1446" y="1535"/>
                    <a:pt x="1446" y="1543"/>
                  </a:cubicBezTo>
                  <a:close/>
                  <a:moveTo>
                    <a:pt x="1431" y="1246"/>
                  </a:moveTo>
                  <a:cubicBezTo>
                    <a:pt x="1431" y="1246"/>
                    <a:pt x="1431" y="1246"/>
                    <a:pt x="1431" y="1246"/>
                  </a:cubicBezTo>
                  <a:cubicBezTo>
                    <a:pt x="1431" y="1253"/>
                    <a:pt x="1431" y="1253"/>
                    <a:pt x="1431" y="1253"/>
                  </a:cubicBezTo>
                  <a:cubicBezTo>
                    <a:pt x="1431" y="1253"/>
                    <a:pt x="1431" y="1253"/>
                    <a:pt x="1431" y="1246"/>
                  </a:cubicBezTo>
                  <a:cubicBezTo>
                    <a:pt x="1431" y="1246"/>
                    <a:pt x="1431" y="1246"/>
                    <a:pt x="1431" y="1246"/>
                  </a:cubicBezTo>
                  <a:close/>
                  <a:moveTo>
                    <a:pt x="1353" y="1167"/>
                  </a:moveTo>
                  <a:cubicBezTo>
                    <a:pt x="1353" y="1167"/>
                    <a:pt x="1345" y="1167"/>
                    <a:pt x="1345" y="1167"/>
                  </a:cubicBezTo>
                  <a:cubicBezTo>
                    <a:pt x="1353" y="1167"/>
                    <a:pt x="1360" y="1175"/>
                    <a:pt x="1360" y="1175"/>
                  </a:cubicBezTo>
                  <a:cubicBezTo>
                    <a:pt x="1360" y="1175"/>
                    <a:pt x="1360" y="1175"/>
                    <a:pt x="1360" y="1167"/>
                  </a:cubicBezTo>
                  <a:cubicBezTo>
                    <a:pt x="1353" y="1167"/>
                    <a:pt x="1353" y="1167"/>
                    <a:pt x="1353" y="1167"/>
                  </a:cubicBezTo>
                  <a:close/>
                  <a:moveTo>
                    <a:pt x="1360" y="1175"/>
                  </a:moveTo>
                  <a:cubicBezTo>
                    <a:pt x="1360" y="1175"/>
                    <a:pt x="1360" y="1183"/>
                    <a:pt x="1368" y="1183"/>
                  </a:cubicBezTo>
                  <a:cubicBezTo>
                    <a:pt x="1368" y="1183"/>
                    <a:pt x="1368" y="1183"/>
                    <a:pt x="1368" y="1183"/>
                  </a:cubicBezTo>
                  <a:cubicBezTo>
                    <a:pt x="1368" y="1183"/>
                    <a:pt x="1368" y="1183"/>
                    <a:pt x="1360" y="1175"/>
                  </a:cubicBezTo>
                  <a:cubicBezTo>
                    <a:pt x="1360" y="1175"/>
                    <a:pt x="1360" y="1175"/>
                    <a:pt x="1360" y="1175"/>
                  </a:cubicBezTo>
                  <a:close/>
                  <a:moveTo>
                    <a:pt x="1462" y="1277"/>
                  </a:moveTo>
                  <a:cubicBezTo>
                    <a:pt x="1462" y="1269"/>
                    <a:pt x="1462" y="1269"/>
                    <a:pt x="1462" y="1269"/>
                  </a:cubicBezTo>
                  <a:cubicBezTo>
                    <a:pt x="1462" y="1277"/>
                    <a:pt x="1462" y="1269"/>
                    <a:pt x="1462" y="1277"/>
                  </a:cubicBezTo>
                  <a:close/>
                  <a:moveTo>
                    <a:pt x="1454" y="1261"/>
                  </a:moveTo>
                  <a:cubicBezTo>
                    <a:pt x="1454" y="1261"/>
                    <a:pt x="1454" y="1261"/>
                    <a:pt x="1462" y="1261"/>
                  </a:cubicBezTo>
                  <a:cubicBezTo>
                    <a:pt x="1462" y="1261"/>
                    <a:pt x="1462" y="1261"/>
                    <a:pt x="1462" y="1269"/>
                  </a:cubicBezTo>
                  <a:cubicBezTo>
                    <a:pt x="1462" y="1261"/>
                    <a:pt x="1462" y="1261"/>
                    <a:pt x="1454" y="1261"/>
                  </a:cubicBezTo>
                  <a:close/>
                  <a:moveTo>
                    <a:pt x="1610" y="1434"/>
                  </a:moveTo>
                  <a:cubicBezTo>
                    <a:pt x="1618" y="1434"/>
                    <a:pt x="1618" y="1426"/>
                    <a:pt x="1618" y="1426"/>
                  </a:cubicBezTo>
                  <a:cubicBezTo>
                    <a:pt x="1610" y="1434"/>
                    <a:pt x="1610" y="1434"/>
                    <a:pt x="1610" y="1434"/>
                  </a:cubicBezTo>
                  <a:close/>
                  <a:moveTo>
                    <a:pt x="1603" y="1441"/>
                  </a:moveTo>
                  <a:cubicBezTo>
                    <a:pt x="1603" y="1441"/>
                    <a:pt x="1603" y="1441"/>
                    <a:pt x="1603" y="1441"/>
                  </a:cubicBezTo>
                  <a:cubicBezTo>
                    <a:pt x="1603" y="1434"/>
                    <a:pt x="1603" y="1434"/>
                    <a:pt x="1603" y="1434"/>
                  </a:cubicBezTo>
                  <a:cubicBezTo>
                    <a:pt x="1603" y="1441"/>
                    <a:pt x="1603" y="1441"/>
                    <a:pt x="1603" y="1441"/>
                  </a:cubicBezTo>
                  <a:close/>
                  <a:moveTo>
                    <a:pt x="1306" y="1081"/>
                  </a:moveTo>
                  <a:cubicBezTo>
                    <a:pt x="1306" y="1081"/>
                    <a:pt x="1314" y="1081"/>
                    <a:pt x="1314" y="1089"/>
                  </a:cubicBezTo>
                  <a:cubicBezTo>
                    <a:pt x="1314" y="1089"/>
                    <a:pt x="1314" y="1081"/>
                    <a:pt x="1314" y="1081"/>
                  </a:cubicBezTo>
                  <a:cubicBezTo>
                    <a:pt x="1306" y="1081"/>
                    <a:pt x="1306" y="1081"/>
                    <a:pt x="1306" y="1081"/>
                  </a:cubicBezTo>
                  <a:close/>
                  <a:moveTo>
                    <a:pt x="1626" y="1410"/>
                  </a:moveTo>
                  <a:cubicBezTo>
                    <a:pt x="1626" y="1410"/>
                    <a:pt x="1626" y="1418"/>
                    <a:pt x="1618" y="1418"/>
                  </a:cubicBezTo>
                  <a:cubicBezTo>
                    <a:pt x="1626" y="1418"/>
                    <a:pt x="1626" y="1418"/>
                    <a:pt x="1626" y="1418"/>
                  </a:cubicBezTo>
                  <a:cubicBezTo>
                    <a:pt x="1626" y="1418"/>
                    <a:pt x="1626" y="1418"/>
                    <a:pt x="1626" y="1410"/>
                  </a:cubicBezTo>
                  <a:close/>
                  <a:moveTo>
                    <a:pt x="1384" y="1136"/>
                  </a:moveTo>
                  <a:cubicBezTo>
                    <a:pt x="1384" y="1128"/>
                    <a:pt x="1384" y="1128"/>
                    <a:pt x="1384" y="1128"/>
                  </a:cubicBezTo>
                  <a:cubicBezTo>
                    <a:pt x="1384" y="1136"/>
                    <a:pt x="1384" y="1136"/>
                    <a:pt x="1384" y="1136"/>
                  </a:cubicBezTo>
                  <a:close/>
                  <a:moveTo>
                    <a:pt x="1290" y="1097"/>
                  </a:moveTo>
                  <a:cubicBezTo>
                    <a:pt x="1298" y="1097"/>
                    <a:pt x="1298" y="1097"/>
                    <a:pt x="1298" y="1097"/>
                  </a:cubicBezTo>
                  <a:cubicBezTo>
                    <a:pt x="1298" y="1097"/>
                    <a:pt x="1298" y="1097"/>
                    <a:pt x="1290" y="1097"/>
                  </a:cubicBezTo>
                  <a:close/>
                  <a:moveTo>
                    <a:pt x="1321" y="1089"/>
                  </a:moveTo>
                  <a:cubicBezTo>
                    <a:pt x="1321" y="1089"/>
                    <a:pt x="1314" y="1089"/>
                    <a:pt x="1314" y="1089"/>
                  </a:cubicBezTo>
                  <a:cubicBezTo>
                    <a:pt x="1314" y="1089"/>
                    <a:pt x="1314" y="1089"/>
                    <a:pt x="1321" y="1089"/>
                  </a:cubicBezTo>
                  <a:close/>
                  <a:moveTo>
                    <a:pt x="1399" y="1214"/>
                  </a:moveTo>
                  <a:cubicBezTo>
                    <a:pt x="1399" y="1214"/>
                    <a:pt x="1399" y="1214"/>
                    <a:pt x="1399" y="1214"/>
                  </a:cubicBezTo>
                  <a:cubicBezTo>
                    <a:pt x="1399" y="1214"/>
                    <a:pt x="1399" y="1214"/>
                    <a:pt x="1399" y="1214"/>
                  </a:cubicBezTo>
                  <a:cubicBezTo>
                    <a:pt x="1399" y="1214"/>
                    <a:pt x="1399" y="1214"/>
                    <a:pt x="1399" y="1214"/>
                  </a:cubicBezTo>
                  <a:close/>
                  <a:moveTo>
                    <a:pt x="1462" y="1528"/>
                  </a:moveTo>
                  <a:cubicBezTo>
                    <a:pt x="1454" y="1528"/>
                    <a:pt x="1454" y="1528"/>
                    <a:pt x="1454" y="1528"/>
                  </a:cubicBezTo>
                  <a:cubicBezTo>
                    <a:pt x="1454" y="1528"/>
                    <a:pt x="1454" y="1528"/>
                    <a:pt x="1454" y="1535"/>
                  </a:cubicBezTo>
                  <a:cubicBezTo>
                    <a:pt x="1454" y="1535"/>
                    <a:pt x="1454" y="1535"/>
                    <a:pt x="1454" y="1535"/>
                  </a:cubicBezTo>
                  <a:cubicBezTo>
                    <a:pt x="1454" y="1528"/>
                    <a:pt x="1454" y="1528"/>
                    <a:pt x="1462" y="1528"/>
                  </a:cubicBezTo>
                  <a:close/>
                  <a:moveTo>
                    <a:pt x="1298" y="1081"/>
                  </a:moveTo>
                  <a:cubicBezTo>
                    <a:pt x="1306" y="1081"/>
                    <a:pt x="1306" y="1081"/>
                    <a:pt x="1306" y="1081"/>
                  </a:cubicBezTo>
                  <a:cubicBezTo>
                    <a:pt x="1306" y="1081"/>
                    <a:pt x="1306" y="1081"/>
                    <a:pt x="1298" y="1081"/>
                  </a:cubicBezTo>
                  <a:cubicBezTo>
                    <a:pt x="1298" y="1081"/>
                    <a:pt x="1298" y="1081"/>
                    <a:pt x="1298" y="1081"/>
                  </a:cubicBezTo>
                  <a:close/>
                  <a:moveTo>
                    <a:pt x="1345" y="1167"/>
                  </a:moveTo>
                  <a:cubicBezTo>
                    <a:pt x="1345" y="1167"/>
                    <a:pt x="1345" y="1167"/>
                    <a:pt x="1345" y="1167"/>
                  </a:cubicBezTo>
                  <a:cubicBezTo>
                    <a:pt x="1345" y="1167"/>
                    <a:pt x="1345" y="1167"/>
                    <a:pt x="1345" y="1167"/>
                  </a:cubicBezTo>
                  <a:close/>
                  <a:moveTo>
                    <a:pt x="1618" y="1426"/>
                  </a:moveTo>
                  <a:cubicBezTo>
                    <a:pt x="1618" y="1426"/>
                    <a:pt x="1618" y="1426"/>
                    <a:pt x="1618" y="1426"/>
                  </a:cubicBezTo>
                  <a:cubicBezTo>
                    <a:pt x="1618" y="1426"/>
                    <a:pt x="1618" y="1426"/>
                    <a:pt x="1618" y="1426"/>
                  </a:cubicBezTo>
                  <a:close/>
                  <a:moveTo>
                    <a:pt x="1610" y="1434"/>
                  </a:moveTo>
                  <a:cubicBezTo>
                    <a:pt x="1610" y="1434"/>
                    <a:pt x="1610" y="1434"/>
                    <a:pt x="1603" y="1441"/>
                  </a:cubicBezTo>
                  <a:cubicBezTo>
                    <a:pt x="1603" y="1441"/>
                    <a:pt x="1603" y="1441"/>
                    <a:pt x="1603" y="1449"/>
                  </a:cubicBezTo>
                  <a:cubicBezTo>
                    <a:pt x="1610" y="1434"/>
                    <a:pt x="1610" y="1434"/>
                    <a:pt x="1618" y="1434"/>
                  </a:cubicBezTo>
                  <a:cubicBezTo>
                    <a:pt x="1610" y="1434"/>
                    <a:pt x="1603" y="1434"/>
                    <a:pt x="1610" y="1434"/>
                  </a:cubicBezTo>
                  <a:close/>
                  <a:moveTo>
                    <a:pt x="1618" y="1426"/>
                  </a:moveTo>
                  <a:cubicBezTo>
                    <a:pt x="1618" y="1434"/>
                    <a:pt x="1618" y="1434"/>
                    <a:pt x="1618" y="1434"/>
                  </a:cubicBezTo>
                  <a:cubicBezTo>
                    <a:pt x="1618" y="1418"/>
                    <a:pt x="1618" y="1418"/>
                    <a:pt x="1618" y="1418"/>
                  </a:cubicBezTo>
                  <a:cubicBezTo>
                    <a:pt x="1618" y="1426"/>
                    <a:pt x="1618" y="1426"/>
                    <a:pt x="1618" y="1426"/>
                  </a:cubicBezTo>
                  <a:close/>
                  <a:moveTo>
                    <a:pt x="1314" y="1128"/>
                  </a:moveTo>
                  <a:cubicBezTo>
                    <a:pt x="1314" y="1128"/>
                    <a:pt x="1314" y="1128"/>
                    <a:pt x="1306" y="1128"/>
                  </a:cubicBezTo>
                  <a:cubicBezTo>
                    <a:pt x="1306" y="1128"/>
                    <a:pt x="1306" y="1128"/>
                    <a:pt x="1298" y="1128"/>
                  </a:cubicBezTo>
                  <a:cubicBezTo>
                    <a:pt x="1298" y="1128"/>
                    <a:pt x="1298" y="1128"/>
                    <a:pt x="1298" y="1128"/>
                  </a:cubicBezTo>
                  <a:cubicBezTo>
                    <a:pt x="1298" y="1120"/>
                    <a:pt x="1298" y="1128"/>
                    <a:pt x="1298" y="1120"/>
                  </a:cubicBezTo>
                  <a:cubicBezTo>
                    <a:pt x="1298" y="1120"/>
                    <a:pt x="1298" y="1128"/>
                    <a:pt x="1290" y="1120"/>
                  </a:cubicBezTo>
                  <a:cubicBezTo>
                    <a:pt x="1290" y="1120"/>
                    <a:pt x="1298" y="1120"/>
                    <a:pt x="1298" y="1128"/>
                  </a:cubicBezTo>
                  <a:cubicBezTo>
                    <a:pt x="1298" y="1128"/>
                    <a:pt x="1298" y="1128"/>
                    <a:pt x="1298" y="1128"/>
                  </a:cubicBezTo>
                  <a:cubicBezTo>
                    <a:pt x="1298" y="1128"/>
                    <a:pt x="1298" y="1128"/>
                    <a:pt x="1298" y="1128"/>
                  </a:cubicBezTo>
                  <a:cubicBezTo>
                    <a:pt x="1298" y="1128"/>
                    <a:pt x="1298" y="1128"/>
                    <a:pt x="1306" y="1128"/>
                  </a:cubicBezTo>
                  <a:cubicBezTo>
                    <a:pt x="1306" y="1128"/>
                    <a:pt x="1306" y="1128"/>
                    <a:pt x="1306" y="1128"/>
                  </a:cubicBezTo>
                  <a:cubicBezTo>
                    <a:pt x="1306" y="1128"/>
                    <a:pt x="1306" y="1128"/>
                    <a:pt x="1306" y="1128"/>
                  </a:cubicBezTo>
                  <a:cubicBezTo>
                    <a:pt x="1306" y="1128"/>
                    <a:pt x="1314" y="1128"/>
                    <a:pt x="1314" y="1128"/>
                  </a:cubicBezTo>
                  <a:close/>
                  <a:moveTo>
                    <a:pt x="1446" y="1692"/>
                  </a:moveTo>
                  <a:cubicBezTo>
                    <a:pt x="1446" y="1708"/>
                    <a:pt x="1446" y="1708"/>
                    <a:pt x="1446" y="1708"/>
                  </a:cubicBezTo>
                  <a:cubicBezTo>
                    <a:pt x="1446" y="1708"/>
                    <a:pt x="1446" y="1700"/>
                    <a:pt x="1446" y="1692"/>
                  </a:cubicBezTo>
                  <a:close/>
                  <a:moveTo>
                    <a:pt x="1376" y="1825"/>
                  </a:moveTo>
                  <a:cubicBezTo>
                    <a:pt x="1376" y="1825"/>
                    <a:pt x="1376" y="1825"/>
                    <a:pt x="1384" y="1786"/>
                  </a:cubicBezTo>
                  <a:cubicBezTo>
                    <a:pt x="1384" y="1794"/>
                    <a:pt x="1376" y="1809"/>
                    <a:pt x="1376" y="1825"/>
                  </a:cubicBezTo>
                  <a:cubicBezTo>
                    <a:pt x="1376" y="1825"/>
                    <a:pt x="1376" y="1825"/>
                    <a:pt x="1376" y="1825"/>
                  </a:cubicBezTo>
                  <a:close/>
                  <a:moveTo>
                    <a:pt x="1368" y="1849"/>
                  </a:moveTo>
                  <a:cubicBezTo>
                    <a:pt x="1368" y="1849"/>
                    <a:pt x="1368" y="1849"/>
                    <a:pt x="1368" y="1841"/>
                  </a:cubicBezTo>
                  <a:cubicBezTo>
                    <a:pt x="1368" y="1841"/>
                    <a:pt x="1368" y="1841"/>
                    <a:pt x="1368" y="1841"/>
                  </a:cubicBezTo>
                  <a:cubicBezTo>
                    <a:pt x="1368" y="1841"/>
                    <a:pt x="1368" y="1841"/>
                    <a:pt x="1360" y="1841"/>
                  </a:cubicBezTo>
                  <a:cubicBezTo>
                    <a:pt x="1360" y="1849"/>
                    <a:pt x="1360" y="1849"/>
                    <a:pt x="1368" y="1849"/>
                  </a:cubicBezTo>
                  <a:close/>
                  <a:moveTo>
                    <a:pt x="1446" y="1684"/>
                  </a:moveTo>
                  <a:cubicBezTo>
                    <a:pt x="1446" y="1684"/>
                    <a:pt x="1446" y="1684"/>
                    <a:pt x="1446" y="1684"/>
                  </a:cubicBezTo>
                  <a:cubicBezTo>
                    <a:pt x="1446" y="1684"/>
                    <a:pt x="1446" y="1692"/>
                    <a:pt x="1446" y="1692"/>
                  </a:cubicBezTo>
                  <a:cubicBezTo>
                    <a:pt x="1446" y="1692"/>
                    <a:pt x="1446" y="1684"/>
                    <a:pt x="1446" y="1684"/>
                  </a:cubicBezTo>
                  <a:close/>
                  <a:moveTo>
                    <a:pt x="1446" y="1551"/>
                  </a:moveTo>
                  <a:cubicBezTo>
                    <a:pt x="1446" y="1551"/>
                    <a:pt x="1446" y="1551"/>
                    <a:pt x="1446" y="1551"/>
                  </a:cubicBezTo>
                  <a:cubicBezTo>
                    <a:pt x="1446" y="1551"/>
                    <a:pt x="1446" y="1551"/>
                    <a:pt x="1446" y="1551"/>
                  </a:cubicBezTo>
                  <a:cubicBezTo>
                    <a:pt x="1439" y="1551"/>
                    <a:pt x="1439" y="1551"/>
                    <a:pt x="1439" y="1559"/>
                  </a:cubicBezTo>
                  <a:cubicBezTo>
                    <a:pt x="1446" y="1551"/>
                    <a:pt x="1439" y="1559"/>
                    <a:pt x="1446" y="1551"/>
                  </a:cubicBezTo>
                  <a:cubicBezTo>
                    <a:pt x="1446" y="1551"/>
                    <a:pt x="1446" y="1551"/>
                    <a:pt x="1446" y="1551"/>
                  </a:cubicBezTo>
                  <a:close/>
                  <a:moveTo>
                    <a:pt x="1485" y="1308"/>
                  </a:moveTo>
                  <a:cubicBezTo>
                    <a:pt x="1493" y="1308"/>
                    <a:pt x="1493" y="1308"/>
                    <a:pt x="1493" y="1308"/>
                  </a:cubicBezTo>
                  <a:cubicBezTo>
                    <a:pt x="1493" y="1308"/>
                    <a:pt x="1493" y="1308"/>
                    <a:pt x="1493" y="1308"/>
                  </a:cubicBezTo>
                  <a:cubicBezTo>
                    <a:pt x="1493" y="1308"/>
                    <a:pt x="1493" y="1308"/>
                    <a:pt x="1493" y="1308"/>
                  </a:cubicBezTo>
                  <a:cubicBezTo>
                    <a:pt x="1493" y="1308"/>
                    <a:pt x="1493" y="1308"/>
                    <a:pt x="1485" y="1308"/>
                  </a:cubicBezTo>
                  <a:close/>
                  <a:moveTo>
                    <a:pt x="1525" y="1426"/>
                  </a:moveTo>
                  <a:cubicBezTo>
                    <a:pt x="1517" y="1434"/>
                    <a:pt x="1517" y="1434"/>
                    <a:pt x="1517" y="1434"/>
                  </a:cubicBezTo>
                  <a:cubicBezTo>
                    <a:pt x="1517" y="1434"/>
                    <a:pt x="1517" y="1434"/>
                    <a:pt x="1517" y="1434"/>
                  </a:cubicBezTo>
                  <a:cubicBezTo>
                    <a:pt x="1525" y="1434"/>
                    <a:pt x="1525" y="1434"/>
                    <a:pt x="1525" y="1426"/>
                  </a:cubicBezTo>
                  <a:close/>
                  <a:moveTo>
                    <a:pt x="1485" y="1308"/>
                  </a:moveTo>
                  <a:cubicBezTo>
                    <a:pt x="1485" y="1308"/>
                    <a:pt x="1485" y="1308"/>
                    <a:pt x="1485" y="1308"/>
                  </a:cubicBezTo>
                  <a:cubicBezTo>
                    <a:pt x="1485" y="1300"/>
                    <a:pt x="1485" y="1300"/>
                    <a:pt x="1485" y="1300"/>
                  </a:cubicBezTo>
                  <a:cubicBezTo>
                    <a:pt x="1485" y="1300"/>
                    <a:pt x="1485" y="1300"/>
                    <a:pt x="1485" y="1308"/>
                  </a:cubicBezTo>
                  <a:close/>
                  <a:moveTo>
                    <a:pt x="1478" y="1293"/>
                  </a:moveTo>
                  <a:cubicBezTo>
                    <a:pt x="1485" y="1300"/>
                    <a:pt x="1485" y="1300"/>
                    <a:pt x="1485" y="1300"/>
                  </a:cubicBezTo>
                  <a:cubicBezTo>
                    <a:pt x="1485" y="1300"/>
                    <a:pt x="1485" y="1300"/>
                    <a:pt x="1485" y="1300"/>
                  </a:cubicBezTo>
                  <a:cubicBezTo>
                    <a:pt x="1485" y="1300"/>
                    <a:pt x="1478" y="1293"/>
                    <a:pt x="1478" y="1293"/>
                  </a:cubicBezTo>
                  <a:close/>
                  <a:moveTo>
                    <a:pt x="1626" y="1418"/>
                  </a:moveTo>
                  <a:cubicBezTo>
                    <a:pt x="1626" y="1418"/>
                    <a:pt x="1626" y="1418"/>
                    <a:pt x="1618" y="1418"/>
                  </a:cubicBezTo>
                  <a:cubicBezTo>
                    <a:pt x="1626" y="1418"/>
                    <a:pt x="1626" y="1418"/>
                    <a:pt x="1626" y="1418"/>
                  </a:cubicBezTo>
                  <a:close/>
                  <a:moveTo>
                    <a:pt x="1439" y="1559"/>
                  </a:moveTo>
                  <a:cubicBezTo>
                    <a:pt x="1439" y="1559"/>
                    <a:pt x="1439" y="1559"/>
                    <a:pt x="1439" y="1559"/>
                  </a:cubicBezTo>
                  <a:cubicBezTo>
                    <a:pt x="1439" y="1559"/>
                    <a:pt x="1439" y="1559"/>
                    <a:pt x="1439" y="1559"/>
                  </a:cubicBezTo>
                  <a:cubicBezTo>
                    <a:pt x="1439" y="1559"/>
                    <a:pt x="1439" y="1559"/>
                    <a:pt x="1439" y="1559"/>
                  </a:cubicBezTo>
                  <a:cubicBezTo>
                    <a:pt x="1431" y="1559"/>
                    <a:pt x="1431" y="1559"/>
                    <a:pt x="1431" y="1559"/>
                  </a:cubicBezTo>
                  <a:cubicBezTo>
                    <a:pt x="1431" y="1567"/>
                    <a:pt x="1431" y="1567"/>
                    <a:pt x="1431" y="1567"/>
                  </a:cubicBezTo>
                  <a:cubicBezTo>
                    <a:pt x="1431" y="1567"/>
                    <a:pt x="1439" y="1567"/>
                    <a:pt x="1439" y="1567"/>
                  </a:cubicBezTo>
                  <a:cubicBezTo>
                    <a:pt x="1439" y="1567"/>
                    <a:pt x="1439" y="1559"/>
                    <a:pt x="1439" y="1559"/>
                  </a:cubicBezTo>
                  <a:cubicBezTo>
                    <a:pt x="1439" y="1559"/>
                    <a:pt x="1439" y="1559"/>
                    <a:pt x="1439" y="1559"/>
                  </a:cubicBezTo>
                  <a:close/>
                  <a:moveTo>
                    <a:pt x="1462" y="1277"/>
                  </a:moveTo>
                  <a:cubicBezTo>
                    <a:pt x="1462" y="1277"/>
                    <a:pt x="1462" y="1277"/>
                    <a:pt x="1462" y="1277"/>
                  </a:cubicBezTo>
                  <a:cubicBezTo>
                    <a:pt x="1462" y="1277"/>
                    <a:pt x="1462" y="1277"/>
                    <a:pt x="1462" y="1277"/>
                  </a:cubicBezTo>
                  <a:cubicBezTo>
                    <a:pt x="1462" y="1277"/>
                    <a:pt x="1462" y="1277"/>
                    <a:pt x="1462" y="1277"/>
                  </a:cubicBezTo>
                  <a:close/>
                  <a:moveTo>
                    <a:pt x="1360" y="1841"/>
                  </a:moveTo>
                  <a:cubicBezTo>
                    <a:pt x="1360" y="1841"/>
                    <a:pt x="1360" y="1841"/>
                    <a:pt x="1360" y="1841"/>
                  </a:cubicBezTo>
                  <a:cubicBezTo>
                    <a:pt x="1360" y="1833"/>
                    <a:pt x="1360" y="1825"/>
                    <a:pt x="1368" y="1817"/>
                  </a:cubicBezTo>
                  <a:cubicBezTo>
                    <a:pt x="1360" y="1825"/>
                    <a:pt x="1360" y="1825"/>
                    <a:pt x="1360" y="1841"/>
                  </a:cubicBezTo>
                  <a:cubicBezTo>
                    <a:pt x="1360" y="1841"/>
                    <a:pt x="1360" y="1841"/>
                    <a:pt x="1360" y="1841"/>
                  </a:cubicBezTo>
                  <a:close/>
                  <a:moveTo>
                    <a:pt x="1360" y="1778"/>
                  </a:moveTo>
                  <a:cubicBezTo>
                    <a:pt x="1360" y="1786"/>
                    <a:pt x="1360" y="1786"/>
                    <a:pt x="1360" y="1786"/>
                  </a:cubicBezTo>
                  <a:cubicBezTo>
                    <a:pt x="1360" y="1786"/>
                    <a:pt x="1360" y="1778"/>
                    <a:pt x="1360" y="1778"/>
                  </a:cubicBezTo>
                  <a:close/>
                  <a:moveTo>
                    <a:pt x="1368" y="1731"/>
                  </a:moveTo>
                  <a:cubicBezTo>
                    <a:pt x="1368" y="1739"/>
                    <a:pt x="1368" y="1731"/>
                    <a:pt x="1360" y="1739"/>
                  </a:cubicBezTo>
                  <a:cubicBezTo>
                    <a:pt x="1368" y="1739"/>
                    <a:pt x="1368" y="1739"/>
                    <a:pt x="1368" y="1731"/>
                  </a:cubicBezTo>
                  <a:close/>
                  <a:moveTo>
                    <a:pt x="1360" y="1731"/>
                  </a:moveTo>
                  <a:cubicBezTo>
                    <a:pt x="1360" y="1739"/>
                    <a:pt x="1360" y="1731"/>
                    <a:pt x="1360" y="1747"/>
                  </a:cubicBezTo>
                  <a:cubicBezTo>
                    <a:pt x="1360" y="1739"/>
                    <a:pt x="1360" y="1747"/>
                    <a:pt x="1360" y="1739"/>
                  </a:cubicBezTo>
                  <a:cubicBezTo>
                    <a:pt x="1368" y="1731"/>
                    <a:pt x="1368" y="1731"/>
                    <a:pt x="1368" y="1723"/>
                  </a:cubicBezTo>
                  <a:cubicBezTo>
                    <a:pt x="1368" y="1723"/>
                    <a:pt x="1368" y="1723"/>
                    <a:pt x="1360" y="1731"/>
                  </a:cubicBezTo>
                  <a:close/>
                  <a:moveTo>
                    <a:pt x="1360" y="1833"/>
                  </a:moveTo>
                  <a:cubicBezTo>
                    <a:pt x="1360" y="1841"/>
                    <a:pt x="1360" y="1849"/>
                    <a:pt x="1360" y="1856"/>
                  </a:cubicBezTo>
                  <a:cubicBezTo>
                    <a:pt x="1360" y="1856"/>
                    <a:pt x="1360" y="1856"/>
                    <a:pt x="1360" y="1849"/>
                  </a:cubicBezTo>
                  <a:cubicBezTo>
                    <a:pt x="1360" y="1841"/>
                    <a:pt x="1360" y="1849"/>
                    <a:pt x="1360" y="1841"/>
                  </a:cubicBezTo>
                  <a:cubicBezTo>
                    <a:pt x="1368" y="1825"/>
                    <a:pt x="1368" y="1825"/>
                    <a:pt x="1376" y="1817"/>
                  </a:cubicBezTo>
                  <a:cubicBezTo>
                    <a:pt x="1376" y="1817"/>
                    <a:pt x="1376" y="1817"/>
                    <a:pt x="1368" y="1817"/>
                  </a:cubicBezTo>
                  <a:cubicBezTo>
                    <a:pt x="1368" y="1825"/>
                    <a:pt x="1368" y="1825"/>
                    <a:pt x="1360" y="1833"/>
                  </a:cubicBezTo>
                  <a:cubicBezTo>
                    <a:pt x="1360" y="1833"/>
                    <a:pt x="1360" y="1833"/>
                    <a:pt x="1360" y="1833"/>
                  </a:cubicBezTo>
                  <a:close/>
                  <a:moveTo>
                    <a:pt x="1407" y="1629"/>
                  </a:moveTo>
                  <a:cubicBezTo>
                    <a:pt x="1415" y="1622"/>
                    <a:pt x="1415" y="1622"/>
                    <a:pt x="1415" y="1622"/>
                  </a:cubicBezTo>
                  <a:cubicBezTo>
                    <a:pt x="1407" y="1622"/>
                    <a:pt x="1407" y="1629"/>
                    <a:pt x="1407" y="1629"/>
                  </a:cubicBezTo>
                  <a:close/>
                  <a:moveTo>
                    <a:pt x="1360" y="1786"/>
                  </a:moveTo>
                  <a:cubicBezTo>
                    <a:pt x="1360" y="1786"/>
                    <a:pt x="1360" y="1786"/>
                    <a:pt x="1360" y="1794"/>
                  </a:cubicBezTo>
                  <a:cubicBezTo>
                    <a:pt x="1360" y="1786"/>
                    <a:pt x="1360" y="1786"/>
                    <a:pt x="1360" y="1786"/>
                  </a:cubicBezTo>
                  <a:cubicBezTo>
                    <a:pt x="1360" y="1786"/>
                    <a:pt x="1360" y="1786"/>
                    <a:pt x="1360" y="1786"/>
                  </a:cubicBezTo>
                  <a:close/>
                  <a:moveTo>
                    <a:pt x="1353" y="1841"/>
                  </a:moveTo>
                  <a:cubicBezTo>
                    <a:pt x="1360" y="1825"/>
                    <a:pt x="1360" y="1825"/>
                    <a:pt x="1360" y="1817"/>
                  </a:cubicBezTo>
                  <a:cubicBezTo>
                    <a:pt x="1360" y="1809"/>
                    <a:pt x="1360" y="1817"/>
                    <a:pt x="1360" y="1809"/>
                  </a:cubicBezTo>
                  <a:cubicBezTo>
                    <a:pt x="1360" y="1809"/>
                    <a:pt x="1360" y="1809"/>
                    <a:pt x="1360" y="1817"/>
                  </a:cubicBezTo>
                  <a:cubicBezTo>
                    <a:pt x="1353" y="1825"/>
                    <a:pt x="1353" y="1833"/>
                    <a:pt x="1353" y="1833"/>
                  </a:cubicBezTo>
                  <a:cubicBezTo>
                    <a:pt x="1353" y="1833"/>
                    <a:pt x="1353" y="1833"/>
                    <a:pt x="1353" y="1841"/>
                  </a:cubicBezTo>
                  <a:close/>
                  <a:moveTo>
                    <a:pt x="1360" y="1825"/>
                  </a:moveTo>
                  <a:cubicBezTo>
                    <a:pt x="1360" y="1817"/>
                    <a:pt x="1360" y="1817"/>
                    <a:pt x="1360" y="1817"/>
                  </a:cubicBezTo>
                  <a:cubicBezTo>
                    <a:pt x="1360" y="1817"/>
                    <a:pt x="1360" y="1809"/>
                    <a:pt x="1360" y="1809"/>
                  </a:cubicBezTo>
                  <a:cubicBezTo>
                    <a:pt x="1360" y="1809"/>
                    <a:pt x="1360" y="1809"/>
                    <a:pt x="1360" y="1809"/>
                  </a:cubicBezTo>
                  <a:cubicBezTo>
                    <a:pt x="1360" y="1817"/>
                    <a:pt x="1360" y="1817"/>
                    <a:pt x="1360" y="1817"/>
                  </a:cubicBezTo>
                  <a:cubicBezTo>
                    <a:pt x="1360" y="1825"/>
                    <a:pt x="1360" y="1825"/>
                    <a:pt x="1360" y="1825"/>
                  </a:cubicBezTo>
                  <a:close/>
                  <a:moveTo>
                    <a:pt x="1360" y="1817"/>
                  </a:moveTo>
                  <a:cubicBezTo>
                    <a:pt x="1360" y="1817"/>
                    <a:pt x="1360" y="1825"/>
                    <a:pt x="1360" y="1825"/>
                  </a:cubicBezTo>
                  <a:cubicBezTo>
                    <a:pt x="1360" y="1817"/>
                    <a:pt x="1360" y="1817"/>
                    <a:pt x="1360" y="1817"/>
                  </a:cubicBezTo>
                  <a:close/>
                  <a:moveTo>
                    <a:pt x="1462" y="1269"/>
                  </a:moveTo>
                  <a:cubicBezTo>
                    <a:pt x="1454" y="1269"/>
                    <a:pt x="1454" y="1269"/>
                    <a:pt x="1454" y="1269"/>
                  </a:cubicBezTo>
                  <a:cubicBezTo>
                    <a:pt x="1454" y="1269"/>
                    <a:pt x="1454" y="1269"/>
                    <a:pt x="1462" y="1277"/>
                  </a:cubicBezTo>
                  <a:cubicBezTo>
                    <a:pt x="1462" y="1277"/>
                    <a:pt x="1462" y="1269"/>
                    <a:pt x="1462" y="1269"/>
                  </a:cubicBezTo>
                  <a:close/>
                  <a:moveTo>
                    <a:pt x="1368" y="1817"/>
                  </a:moveTo>
                  <a:cubicBezTo>
                    <a:pt x="1368" y="1817"/>
                    <a:pt x="1368" y="1817"/>
                    <a:pt x="1368" y="1817"/>
                  </a:cubicBezTo>
                  <a:cubicBezTo>
                    <a:pt x="1368" y="1817"/>
                    <a:pt x="1368" y="1817"/>
                    <a:pt x="1368" y="1817"/>
                  </a:cubicBezTo>
                  <a:cubicBezTo>
                    <a:pt x="1368" y="1817"/>
                    <a:pt x="1368" y="1817"/>
                    <a:pt x="1368" y="1817"/>
                  </a:cubicBezTo>
                  <a:close/>
                  <a:moveTo>
                    <a:pt x="1415" y="1598"/>
                  </a:moveTo>
                  <a:cubicBezTo>
                    <a:pt x="1415" y="1598"/>
                    <a:pt x="1415" y="1598"/>
                    <a:pt x="1415" y="1606"/>
                  </a:cubicBezTo>
                  <a:cubicBezTo>
                    <a:pt x="1415" y="1598"/>
                    <a:pt x="1415" y="1606"/>
                    <a:pt x="1415" y="1598"/>
                  </a:cubicBezTo>
                  <a:close/>
                  <a:moveTo>
                    <a:pt x="1360" y="1841"/>
                  </a:moveTo>
                  <a:cubicBezTo>
                    <a:pt x="1360" y="1841"/>
                    <a:pt x="1360" y="1849"/>
                    <a:pt x="1360" y="1849"/>
                  </a:cubicBezTo>
                  <a:cubicBezTo>
                    <a:pt x="1360" y="1841"/>
                    <a:pt x="1360" y="1841"/>
                    <a:pt x="1360" y="1841"/>
                  </a:cubicBezTo>
                  <a:close/>
                  <a:moveTo>
                    <a:pt x="1368" y="1817"/>
                  </a:moveTo>
                  <a:cubicBezTo>
                    <a:pt x="1368" y="1817"/>
                    <a:pt x="1368" y="1817"/>
                    <a:pt x="1368" y="1817"/>
                  </a:cubicBezTo>
                  <a:cubicBezTo>
                    <a:pt x="1368" y="1817"/>
                    <a:pt x="1368" y="1817"/>
                    <a:pt x="1368" y="1825"/>
                  </a:cubicBezTo>
                  <a:cubicBezTo>
                    <a:pt x="1368" y="1825"/>
                    <a:pt x="1368" y="1825"/>
                    <a:pt x="1368" y="1817"/>
                  </a:cubicBezTo>
                  <a:close/>
                  <a:moveTo>
                    <a:pt x="1493" y="1622"/>
                  </a:moveTo>
                  <a:cubicBezTo>
                    <a:pt x="1501" y="1614"/>
                    <a:pt x="1501" y="1614"/>
                    <a:pt x="1501" y="1614"/>
                  </a:cubicBezTo>
                  <a:cubicBezTo>
                    <a:pt x="1501" y="1614"/>
                    <a:pt x="1501" y="1614"/>
                    <a:pt x="1493" y="1622"/>
                  </a:cubicBezTo>
                  <a:close/>
                  <a:moveTo>
                    <a:pt x="1673" y="1363"/>
                  </a:moveTo>
                  <a:cubicBezTo>
                    <a:pt x="1681" y="1363"/>
                    <a:pt x="1681" y="1363"/>
                    <a:pt x="1681" y="1363"/>
                  </a:cubicBezTo>
                  <a:cubicBezTo>
                    <a:pt x="1673" y="1363"/>
                    <a:pt x="1681" y="1363"/>
                    <a:pt x="1673" y="1363"/>
                  </a:cubicBezTo>
                  <a:close/>
                  <a:moveTo>
                    <a:pt x="1564" y="1504"/>
                  </a:moveTo>
                  <a:cubicBezTo>
                    <a:pt x="1564" y="1504"/>
                    <a:pt x="1564" y="1512"/>
                    <a:pt x="1564" y="1512"/>
                  </a:cubicBezTo>
                  <a:cubicBezTo>
                    <a:pt x="1564" y="1504"/>
                    <a:pt x="1564" y="1504"/>
                    <a:pt x="1564" y="1504"/>
                  </a:cubicBezTo>
                  <a:cubicBezTo>
                    <a:pt x="1564" y="1504"/>
                    <a:pt x="1564" y="1504"/>
                    <a:pt x="1564" y="1496"/>
                  </a:cubicBezTo>
                  <a:cubicBezTo>
                    <a:pt x="1564" y="1504"/>
                    <a:pt x="1564" y="1504"/>
                    <a:pt x="1564" y="1504"/>
                  </a:cubicBezTo>
                  <a:cubicBezTo>
                    <a:pt x="1564" y="1504"/>
                    <a:pt x="1564" y="1504"/>
                    <a:pt x="1564" y="1504"/>
                  </a:cubicBezTo>
                  <a:cubicBezTo>
                    <a:pt x="1564" y="1504"/>
                    <a:pt x="1564" y="1504"/>
                    <a:pt x="1564" y="1504"/>
                  </a:cubicBezTo>
                  <a:cubicBezTo>
                    <a:pt x="1556" y="1512"/>
                    <a:pt x="1556" y="1512"/>
                    <a:pt x="1556" y="1512"/>
                  </a:cubicBezTo>
                  <a:cubicBezTo>
                    <a:pt x="1556" y="1512"/>
                    <a:pt x="1556" y="1512"/>
                    <a:pt x="1556" y="1512"/>
                  </a:cubicBezTo>
                  <a:cubicBezTo>
                    <a:pt x="1556" y="1512"/>
                    <a:pt x="1556" y="1512"/>
                    <a:pt x="1564" y="1504"/>
                  </a:cubicBezTo>
                  <a:close/>
                  <a:moveTo>
                    <a:pt x="1595" y="1449"/>
                  </a:moveTo>
                  <a:cubicBezTo>
                    <a:pt x="1595" y="1457"/>
                    <a:pt x="1595" y="1457"/>
                    <a:pt x="1595" y="1457"/>
                  </a:cubicBezTo>
                  <a:cubicBezTo>
                    <a:pt x="1595" y="1457"/>
                    <a:pt x="1595" y="1457"/>
                    <a:pt x="1595" y="1457"/>
                  </a:cubicBezTo>
                  <a:cubicBezTo>
                    <a:pt x="1595" y="1449"/>
                    <a:pt x="1595" y="1449"/>
                    <a:pt x="1595" y="1449"/>
                  </a:cubicBezTo>
                  <a:close/>
                  <a:moveTo>
                    <a:pt x="1595" y="1457"/>
                  </a:moveTo>
                  <a:cubicBezTo>
                    <a:pt x="1595" y="1457"/>
                    <a:pt x="1595" y="1457"/>
                    <a:pt x="1595" y="1457"/>
                  </a:cubicBezTo>
                  <a:cubicBezTo>
                    <a:pt x="1595" y="1457"/>
                    <a:pt x="1595" y="1457"/>
                    <a:pt x="1595" y="1465"/>
                  </a:cubicBezTo>
                  <a:cubicBezTo>
                    <a:pt x="1595" y="1465"/>
                    <a:pt x="1595" y="1465"/>
                    <a:pt x="1595" y="1465"/>
                  </a:cubicBezTo>
                  <a:cubicBezTo>
                    <a:pt x="1595" y="1457"/>
                    <a:pt x="1595" y="1457"/>
                    <a:pt x="1595" y="1457"/>
                  </a:cubicBezTo>
                  <a:close/>
                  <a:moveTo>
                    <a:pt x="1603" y="1449"/>
                  </a:moveTo>
                  <a:cubicBezTo>
                    <a:pt x="1595" y="1449"/>
                    <a:pt x="1595" y="1449"/>
                    <a:pt x="1595" y="1449"/>
                  </a:cubicBezTo>
                  <a:cubicBezTo>
                    <a:pt x="1595" y="1449"/>
                    <a:pt x="1603" y="1449"/>
                    <a:pt x="1603" y="1449"/>
                  </a:cubicBezTo>
                  <a:close/>
                  <a:moveTo>
                    <a:pt x="1618" y="1418"/>
                  </a:moveTo>
                  <a:cubicBezTo>
                    <a:pt x="1618" y="1418"/>
                    <a:pt x="1618" y="1418"/>
                    <a:pt x="1618" y="1418"/>
                  </a:cubicBezTo>
                  <a:cubicBezTo>
                    <a:pt x="1618" y="1418"/>
                    <a:pt x="1618" y="1418"/>
                    <a:pt x="1618" y="1418"/>
                  </a:cubicBezTo>
                  <a:close/>
                  <a:moveTo>
                    <a:pt x="1579" y="1473"/>
                  </a:moveTo>
                  <a:cubicBezTo>
                    <a:pt x="1579" y="1473"/>
                    <a:pt x="1579" y="1481"/>
                    <a:pt x="1579" y="1481"/>
                  </a:cubicBezTo>
                  <a:lnTo>
                    <a:pt x="1579" y="1473"/>
                  </a:lnTo>
                  <a:close/>
                  <a:moveTo>
                    <a:pt x="1290" y="1073"/>
                  </a:moveTo>
                  <a:cubicBezTo>
                    <a:pt x="1298" y="1073"/>
                    <a:pt x="1298" y="1081"/>
                    <a:pt x="1298" y="1081"/>
                  </a:cubicBezTo>
                  <a:lnTo>
                    <a:pt x="1290" y="1073"/>
                  </a:lnTo>
                  <a:close/>
                  <a:moveTo>
                    <a:pt x="1392" y="1128"/>
                  </a:moveTo>
                  <a:cubicBezTo>
                    <a:pt x="1392" y="1128"/>
                    <a:pt x="1392" y="1128"/>
                    <a:pt x="1392" y="1128"/>
                  </a:cubicBezTo>
                  <a:cubicBezTo>
                    <a:pt x="1392" y="1128"/>
                    <a:pt x="1392" y="1128"/>
                    <a:pt x="1392" y="1128"/>
                  </a:cubicBezTo>
                  <a:cubicBezTo>
                    <a:pt x="1392" y="1128"/>
                    <a:pt x="1392" y="1128"/>
                    <a:pt x="1392" y="1128"/>
                  </a:cubicBezTo>
                  <a:close/>
                  <a:moveTo>
                    <a:pt x="1298" y="1081"/>
                  </a:moveTo>
                  <a:cubicBezTo>
                    <a:pt x="1290" y="1073"/>
                    <a:pt x="1290" y="1073"/>
                    <a:pt x="1290" y="1073"/>
                  </a:cubicBezTo>
                  <a:cubicBezTo>
                    <a:pt x="1290" y="1081"/>
                    <a:pt x="1290" y="1081"/>
                    <a:pt x="1298" y="1081"/>
                  </a:cubicBezTo>
                  <a:close/>
                  <a:moveTo>
                    <a:pt x="1282" y="1081"/>
                  </a:moveTo>
                  <a:cubicBezTo>
                    <a:pt x="1290" y="1081"/>
                    <a:pt x="1290" y="1081"/>
                    <a:pt x="1298" y="1081"/>
                  </a:cubicBezTo>
                  <a:cubicBezTo>
                    <a:pt x="1282" y="1081"/>
                    <a:pt x="1282" y="1081"/>
                    <a:pt x="1267" y="1081"/>
                  </a:cubicBezTo>
                  <a:lnTo>
                    <a:pt x="1282" y="1081"/>
                  </a:lnTo>
                  <a:close/>
                  <a:moveTo>
                    <a:pt x="1314" y="1089"/>
                  </a:moveTo>
                  <a:cubicBezTo>
                    <a:pt x="1306" y="1089"/>
                    <a:pt x="1306" y="1089"/>
                    <a:pt x="1298" y="1081"/>
                  </a:cubicBezTo>
                  <a:cubicBezTo>
                    <a:pt x="1298" y="1089"/>
                    <a:pt x="1298" y="1089"/>
                    <a:pt x="1306" y="1089"/>
                  </a:cubicBezTo>
                  <a:cubicBezTo>
                    <a:pt x="1306" y="1089"/>
                    <a:pt x="1306" y="1089"/>
                    <a:pt x="1298" y="1089"/>
                  </a:cubicBezTo>
                  <a:cubicBezTo>
                    <a:pt x="1306" y="1089"/>
                    <a:pt x="1314" y="1097"/>
                    <a:pt x="1321" y="1097"/>
                  </a:cubicBezTo>
                  <a:cubicBezTo>
                    <a:pt x="1314" y="1097"/>
                    <a:pt x="1314" y="1089"/>
                    <a:pt x="1314" y="1089"/>
                  </a:cubicBezTo>
                  <a:close/>
                  <a:moveTo>
                    <a:pt x="1267" y="1089"/>
                  </a:moveTo>
                  <a:cubicBezTo>
                    <a:pt x="1267" y="1089"/>
                    <a:pt x="1267" y="1089"/>
                    <a:pt x="1282" y="1089"/>
                  </a:cubicBezTo>
                  <a:cubicBezTo>
                    <a:pt x="1274" y="1081"/>
                    <a:pt x="1274" y="1081"/>
                    <a:pt x="1267" y="1081"/>
                  </a:cubicBezTo>
                  <a:cubicBezTo>
                    <a:pt x="1267" y="1081"/>
                    <a:pt x="1267" y="1081"/>
                    <a:pt x="1267" y="1081"/>
                  </a:cubicBezTo>
                  <a:cubicBezTo>
                    <a:pt x="1259" y="1081"/>
                    <a:pt x="1259" y="1081"/>
                    <a:pt x="1259" y="1081"/>
                  </a:cubicBezTo>
                  <a:cubicBezTo>
                    <a:pt x="1267" y="1081"/>
                    <a:pt x="1267" y="1081"/>
                    <a:pt x="1267" y="1089"/>
                  </a:cubicBezTo>
                  <a:close/>
                  <a:moveTo>
                    <a:pt x="1439" y="1183"/>
                  </a:moveTo>
                  <a:cubicBezTo>
                    <a:pt x="1446" y="1191"/>
                    <a:pt x="1446" y="1191"/>
                    <a:pt x="1446" y="1191"/>
                  </a:cubicBezTo>
                  <a:cubicBezTo>
                    <a:pt x="1439" y="1183"/>
                    <a:pt x="1446" y="1183"/>
                    <a:pt x="1439" y="1183"/>
                  </a:cubicBezTo>
                  <a:close/>
                  <a:moveTo>
                    <a:pt x="1290" y="1089"/>
                  </a:moveTo>
                  <a:cubicBezTo>
                    <a:pt x="1290" y="1097"/>
                    <a:pt x="1290" y="1097"/>
                    <a:pt x="1290" y="1097"/>
                  </a:cubicBezTo>
                  <a:cubicBezTo>
                    <a:pt x="1290" y="1097"/>
                    <a:pt x="1290" y="1097"/>
                    <a:pt x="1298" y="1097"/>
                  </a:cubicBezTo>
                  <a:cubicBezTo>
                    <a:pt x="1290" y="1097"/>
                    <a:pt x="1298" y="1097"/>
                    <a:pt x="1290" y="1089"/>
                  </a:cubicBezTo>
                  <a:close/>
                  <a:moveTo>
                    <a:pt x="1321" y="1113"/>
                  </a:moveTo>
                  <a:cubicBezTo>
                    <a:pt x="1321" y="1113"/>
                    <a:pt x="1329" y="1113"/>
                    <a:pt x="1329" y="1113"/>
                  </a:cubicBezTo>
                  <a:cubicBezTo>
                    <a:pt x="1321" y="1113"/>
                    <a:pt x="1321" y="1113"/>
                    <a:pt x="1314" y="1113"/>
                  </a:cubicBezTo>
                  <a:cubicBezTo>
                    <a:pt x="1321" y="1113"/>
                    <a:pt x="1321" y="1113"/>
                    <a:pt x="1321" y="1113"/>
                  </a:cubicBezTo>
                  <a:close/>
                  <a:moveTo>
                    <a:pt x="1282" y="1097"/>
                  </a:moveTo>
                  <a:cubicBezTo>
                    <a:pt x="1282" y="1097"/>
                    <a:pt x="1282" y="1097"/>
                    <a:pt x="1282" y="1097"/>
                  </a:cubicBezTo>
                  <a:cubicBezTo>
                    <a:pt x="1282" y="1097"/>
                    <a:pt x="1282" y="1097"/>
                    <a:pt x="1274" y="1097"/>
                  </a:cubicBezTo>
                  <a:cubicBezTo>
                    <a:pt x="1290" y="1097"/>
                    <a:pt x="1282" y="1097"/>
                    <a:pt x="1298" y="1105"/>
                  </a:cubicBezTo>
                  <a:cubicBezTo>
                    <a:pt x="1298" y="1105"/>
                    <a:pt x="1298" y="1105"/>
                    <a:pt x="1306" y="1105"/>
                  </a:cubicBezTo>
                  <a:cubicBezTo>
                    <a:pt x="1290" y="1097"/>
                    <a:pt x="1290" y="1097"/>
                    <a:pt x="1282" y="1097"/>
                  </a:cubicBezTo>
                  <a:close/>
                  <a:moveTo>
                    <a:pt x="1345" y="1128"/>
                  </a:moveTo>
                  <a:cubicBezTo>
                    <a:pt x="1345" y="1128"/>
                    <a:pt x="1345" y="1128"/>
                    <a:pt x="1353" y="1128"/>
                  </a:cubicBezTo>
                  <a:cubicBezTo>
                    <a:pt x="1345" y="1128"/>
                    <a:pt x="1345" y="1128"/>
                    <a:pt x="1345" y="1128"/>
                  </a:cubicBezTo>
                  <a:close/>
                  <a:moveTo>
                    <a:pt x="1329" y="1120"/>
                  </a:moveTo>
                  <a:cubicBezTo>
                    <a:pt x="1329" y="1120"/>
                    <a:pt x="1329" y="1120"/>
                    <a:pt x="1345" y="1128"/>
                  </a:cubicBezTo>
                  <a:cubicBezTo>
                    <a:pt x="1345" y="1128"/>
                    <a:pt x="1345" y="1128"/>
                    <a:pt x="1337" y="1120"/>
                  </a:cubicBezTo>
                  <a:cubicBezTo>
                    <a:pt x="1337" y="1120"/>
                    <a:pt x="1337" y="1120"/>
                    <a:pt x="1337" y="1120"/>
                  </a:cubicBezTo>
                  <a:cubicBezTo>
                    <a:pt x="1337" y="1120"/>
                    <a:pt x="1329" y="1120"/>
                    <a:pt x="1329" y="1120"/>
                  </a:cubicBezTo>
                  <a:close/>
                  <a:moveTo>
                    <a:pt x="1321" y="1113"/>
                  </a:moveTo>
                  <a:cubicBezTo>
                    <a:pt x="1321" y="1113"/>
                    <a:pt x="1321" y="1113"/>
                    <a:pt x="1329" y="1113"/>
                  </a:cubicBezTo>
                  <a:cubicBezTo>
                    <a:pt x="1321" y="1113"/>
                    <a:pt x="1321" y="1113"/>
                    <a:pt x="1321" y="1113"/>
                  </a:cubicBezTo>
                  <a:cubicBezTo>
                    <a:pt x="1321" y="1113"/>
                    <a:pt x="1321" y="1113"/>
                    <a:pt x="1321" y="1113"/>
                  </a:cubicBezTo>
                  <a:cubicBezTo>
                    <a:pt x="1321" y="1113"/>
                    <a:pt x="1321" y="1113"/>
                    <a:pt x="1321" y="1113"/>
                  </a:cubicBezTo>
                  <a:cubicBezTo>
                    <a:pt x="1314" y="1113"/>
                    <a:pt x="1314" y="1113"/>
                    <a:pt x="1314" y="1113"/>
                  </a:cubicBezTo>
                  <a:cubicBezTo>
                    <a:pt x="1314" y="1113"/>
                    <a:pt x="1314" y="1113"/>
                    <a:pt x="1314" y="1113"/>
                  </a:cubicBezTo>
                  <a:cubicBezTo>
                    <a:pt x="1314" y="1113"/>
                    <a:pt x="1314" y="1113"/>
                    <a:pt x="1314" y="1113"/>
                  </a:cubicBezTo>
                  <a:cubicBezTo>
                    <a:pt x="1314" y="1113"/>
                    <a:pt x="1314" y="1113"/>
                    <a:pt x="1329" y="1120"/>
                  </a:cubicBezTo>
                  <a:cubicBezTo>
                    <a:pt x="1329" y="1120"/>
                    <a:pt x="1329" y="1120"/>
                    <a:pt x="1321" y="1113"/>
                  </a:cubicBezTo>
                  <a:cubicBezTo>
                    <a:pt x="1321" y="1113"/>
                    <a:pt x="1321" y="1113"/>
                    <a:pt x="1321" y="1113"/>
                  </a:cubicBezTo>
                  <a:close/>
                  <a:moveTo>
                    <a:pt x="1321" y="1113"/>
                  </a:moveTo>
                  <a:cubicBezTo>
                    <a:pt x="1321" y="1113"/>
                    <a:pt x="1321" y="1113"/>
                    <a:pt x="1314" y="1113"/>
                  </a:cubicBezTo>
                  <a:cubicBezTo>
                    <a:pt x="1314" y="1113"/>
                    <a:pt x="1314" y="1113"/>
                    <a:pt x="1321" y="1113"/>
                  </a:cubicBezTo>
                  <a:close/>
                  <a:moveTo>
                    <a:pt x="1298" y="1105"/>
                  </a:moveTo>
                  <a:cubicBezTo>
                    <a:pt x="1290" y="1105"/>
                    <a:pt x="1290" y="1105"/>
                    <a:pt x="1290" y="1105"/>
                  </a:cubicBezTo>
                  <a:cubicBezTo>
                    <a:pt x="1298" y="1105"/>
                    <a:pt x="1298" y="1113"/>
                    <a:pt x="1306" y="1113"/>
                  </a:cubicBezTo>
                  <a:cubicBezTo>
                    <a:pt x="1306" y="1113"/>
                    <a:pt x="1306" y="1113"/>
                    <a:pt x="1314" y="1113"/>
                  </a:cubicBezTo>
                  <a:cubicBezTo>
                    <a:pt x="1306" y="1113"/>
                    <a:pt x="1306" y="1113"/>
                    <a:pt x="1306" y="1113"/>
                  </a:cubicBezTo>
                  <a:cubicBezTo>
                    <a:pt x="1306" y="1113"/>
                    <a:pt x="1306" y="1113"/>
                    <a:pt x="1298" y="1105"/>
                  </a:cubicBezTo>
                  <a:close/>
                  <a:moveTo>
                    <a:pt x="1274" y="1113"/>
                  </a:moveTo>
                  <a:cubicBezTo>
                    <a:pt x="1267" y="1105"/>
                    <a:pt x="1274" y="1113"/>
                    <a:pt x="1267" y="1105"/>
                  </a:cubicBezTo>
                  <a:cubicBezTo>
                    <a:pt x="1267" y="1105"/>
                    <a:pt x="1267" y="1105"/>
                    <a:pt x="1267" y="1105"/>
                  </a:cubicBezTo>
                  <a:cubicBezTo>
                    <a:pt x="1267" y="1105"/>
                    <a:pt x="1267" y="1105"/>
                    <a:pt x="1274" y="1113"/>
                  </a:cubicBezTo>
                  <a:close/>
                  <a:moveTo>
                    <a:pt x="1267" y="1105"/>
                  </a:moveTo>
                  <a:cubicBezTo>
                    <a:pt x="1274" y="1113"/>
                    <a:pt x="1274" y="1113"/>
                    <a:pt x="1282" y="1113"/>
                  </a:cubicBezTo>
                  <a:lnTo>
                    <a:pt x="1267" y="1105"/>
                  </a:lnTo>
                  <a:close/>
                  <a:moveTo>
                    <a:pt x="1360" y="1167"/>
                  </a:moveTo>
                  <a:cubicBezTo>
                    <a:pt x="1360" y="1167"/>
                    <a:pt x="1360" y="1167"/>
                    <a:pt x="1360" y="1167"/>
                  </a:cubicBezTo>
                  <a:cubicBezTo>
                    <a:pt x="1360" y="1167"/>
                    <a:pt x="1360" y="1167"/>
                    <a:pt x="1353" y="1167"/>
                  </a:cubicBezTo>
                  <a:cubicBezTo>
                    <a:pt x="1360" y="1167"/>
                    <a:pt x="1360" y="1167"/>
                    <a:pt x="1360" y="1167"/>
                  </a:cubicBezTo>
                  <a:cubicBezTo>
                    <a:pt x="1360" y="1167"/>
                    <a:pt x="1360" y="1167"/>
                    <a:pt x="1360" y="1167"/>
                  </a:cubicBezTo>
                  <a:close/>
                  <a:moveTo>
                    <a:pt x="1337" y="1159"/>
                  </a:moveTo>
                  <a:cubicBezTo>
                    <a:pt x="1337" y="1159"/>
                    <a:pt x="1337" y="1159"/>
                    <a:pt x="1337" y="1159"/>
                  </a:cubicBezTo>
                  <a:cubicBezTo>
                    <a:pt x="1345" y="1159"/>
                    <a:pt x="1345" y="1159"/>
                    <a:pt x="1345" y="1159"/>
                  </a:cubicBezTo>
                  <a:cubicBezTo>
                    <a:pt x="1345" y="1159"/>
                    <a:pt x="1345" y="1159"/>
                    <a:pt x="1337" y="1159"/>
                  </a:cubicBezTo>
                  <a:close/>
                  <a:moveTo>
                    <a:pt x="1337" y="1159"/>
                  </a:moveTo>
                  <a:cubicBezTo>
                    <a:pt x="1337" y="1159"/>
                    <a:pt x="1337" y="1159"/>
                    <a:pt x="1337" y="1159"/>
                  </a:cubicBezTo>
                  <a:cubicBezTo>
                    <a:pt x="1329" y="1159"/>
                    <a:pt x="1337" y="1159"/>
                    <a:pt x="1337" y="1159"/>
                  </a:cubicBezTo>
                  <a:close/>
                  <a:moveTo>
                    <a:pt x="1337" y="1159"/>
                  </a:moveTo>
                  <a:cubicBezTo>
                    <a:pt x="1337" y="1167"/>
                    <a:pt x="1345" y="1167"/>
                    <a:pt x="1345" y="1167"/>
                  </a:cubicBezTo>
                  <a:cubicBezTo>
                    <a:pt x="1337" y="1167"/>
                    <a:pt x="1337" y="1167"/>
                    <a:pt x="1337" y="1159"/>
                  </a:cubicBezTo>
                  <a:close/>
                  <a:moveTo>
                    <a:pt x="1392" y="1199"/>
                  </a:moveTo>
                  <a:cubicBezTo>
                    <a:pt x="1392" y="1199"/>
                    <a:pt x="1392" y="1199"/>
                    <a:pt x="1384" y="1199"/>
                  </a:cubicBezTo>
                  <a:cubicBezTo>
                    <a:pt x="1384" y="1199"/>
                    <a:pt x="1384" y="1199"/>
                    <a:pt x="1376" y="1199"/>
                  </a:cubicBezTo>
                  <a:cubicBezTo>
                    <a:pt x="1376" y="1199"/>
                    <a:pt x="1376" y="1199"/>
                    <a:pt x="1392" y="1199"/>
                  </a:cubicBezTo>
                  <a:close/>
                  <a:moveTo>
                    <a:pt x="1407" y="1222"/>
                  </a:moveTo>
                  <a:cubicBezTo>
                    <a:pt x="1407" y="1230"/>
                    <a:pt x="1407" y="1222"/>
                    <a:pt x="1407" y="1230"/>
                  </a:cubicBezTo>
                  <a:cubicBezTo>
                    <a:pt x="1407" y="1230"/>
                    <a:pt x="1407" y="1230"/>
                    <a:pt x="1415" y="1230"/>
                  </a:cubicBezTo>
                  <a:cubicBezTo>
                    <a:pt x="1415" y="1230"/>
                    <a:pt x="1415" y="1230"/>
                    <a:pt x="1407" y="1222"/>
                  </a:cubicBezTo>
                  <a:close/>
                  <a:moveTo>
                    <a:pt x="1548" y="1394"/>
                  </a:moveTo>
                  <a:cubicBezTo>
                    <a:pt x="1548" y="1394"/>
                    <a:pt x="1540" y="1402"/>
                    <a:pt x="1540" y="1402"/>
                  </a:cubicBezTo>
                  <a:cubicBezTo>
                    <a:pt x="1548" y="1394"/>
                    <a:pt x="1540" y="1402"/>
                    <a:pt x="1548" y="1394"/>
                  </a:cubicBezTo>
                  <a:close/>
                  <a:moveTo>
                    <a:pt x="1462" y="1277"/>
                  </a:moveTo>
                  <a:cubicBezTo>
                    <a:pt x="1462" y="1277"/>
                    <a:pt x="1462" y="1277"/>
                    <a:pt x="1462" y="1277"/>
                  </a:cubicBezTo>
                  <a:cubicBezTo>
                    <a:pt x="1454" y="1277"/>
                    <a:pt x="1454" y="1277"/>
                    <a:pt x="1454" y="1277"/>
                  </a:cubicBezTo>
                  <a:lnTo>
                    <a:pt x="1462" y="1277"/>
                  </a:lnTo>
                  <a:close/>
                  <a:moveTo>
                    <a:pt x="1485" y="1473"/>
                  </a:moveTo>
                  <a:cubicBezTo>
                    <a:pt x="1485" y="1473"/>
                    <a:pt x="1485" y="1473"/>
                    <a:pt x="1493" y="1465"/>
                  </a:cubicBezTo>
                  <a:cubicBezTo>
                    <a:pt x="1493" y="1465"/>
                    <a:pt x="1493" y="1465"/>
                    <a:pt x="1485" y="1465"/>
                  </a:cubicBezTo>
                  <a:cubicBezTo>
                    <a:pt x="1485" y="1465"/>
                    <a:pt x="1485" y="1465"/>
                    <a:pt x="1485" y="1473"/>
                  </a:cubicBezTo>
                  <a:close/>
                  <a:moveTo>
                    <a:pt x="1517" y="1434"/>
                  </a:moveTo>
                  <a:cubicBezTo>
                    <a:pt x="1509" y="1441"/>
                    <a:pt x="1509" y="1441"/>
                    <a:pt x="1509" y="1441"/>
                  </a:cubicBezTo>
                  <a:cubicBezTo>
                    <a:pt x="1517" y="1441"/>
                    <a:pt x="1517" y="1441"/>
                    <a:pt x="1517" y="1441"/>
                  </a:cubicBezTo>
                  <a:lnTo>
                    <a:pt x="1517" y="1434"/>
                  </a:lnTo>
                  <a:close/>
                  <a:moveTo>
                    <a:pt x="1407" y="1606"/>
                  </a:moveTo>
                  <a:cubicBezTo>
                    <a:pt x="1407" y="1606"/>
                    <a:pt x="1407" y="1606"/>
                    <a:pt x="1407" y="1606"/>
                  </a:cubicBezTo>
                  <a:cubicBezTo>
                    <a:pt x="1407" y="1606"/>
                    <a:pt x="1415" y="1606"/>
                    <a:pt x="1415" y="1598"/>
                  </a:cubicBezTo>
                  <a:cubicBezTo>
                    <a:pt x="1415" y="1598"/>
                    <a:pt x="1415" y="1598"/>
                    <a:pt x="1407" y="1606"/>
                  </a:cubicBezTo>
                  <a:close/>
                  <a:moveTo>
                    <a:pt x="1407" y="1606"/>
                  </a:moveTo>
                  <a:cubicBezTo>
                    <a:pt x="1407" y="1614"/>
                    <a:pt x="1407" y="1614"/>
                    <a:pt x="1407" y="1614"/>
                  </a:cubicBezTo>
                  <a:cubicBezTo>
                    <a:pt x="1407" y="1614"/>
                    <a:pt x="1407" y="1606"/>
                    <a:pt x="1407" y="1606"/>
                  </a:cubicBezTo>
                  <a:close/>
                  <a:moveTo>
                    <a:pt x="1446" y="1269"/>
                  </a:moveTo>
                  <a:cubicBezTo>
                    <a:pt x="1446" y="1277"/>
                    <a:pt x="1446" y="1277"/>
                    <a:pt x="1446" y="1269"/>
                  </a:cubicBezTo>
                  <a:cubicBezTo>
                    <a:pt x="1446" y="1277"/>
                    <a:pt x="1446" y="1269"/>
                    <a:pt x="1446" y="1277"/>
                  </a:cubicBezTo>
                  <a:cubicBezTo>
                    <a:pt x="1446" y="1277"/>
                    <a:pt x="1446" y="1277"/>
                    <a:pt x="1454" y="1277"/>
                  </a:cubicBezTo>
                  <a:cubicBezTo>
                    <a:pt x="1454" y="1269"/>
                    <a:pt x="1454" y="1269"/>
                    <a:pt x="1454" y="1269"/>
                  </a:cubicBezTo>
                  <a:lnTo>
                    <a:pt x="1446" y="1269"/>
                  </a:lnTo>
                  <a:close/>
                  <a:moveTo>
                    <a:pt x="1493" y="1465"/>
                  </a:moveTo>
                  <a:cubicBezTo>
                    <a:pt x="1485" y="1465"/>
                    <a:pt x="1493" y="1465"/>
                    <a:pt x="1493" y="1465"/>
                  </a:cubicBezTo>
                  <a:cubicBezTo>
                    <a:pt x="1493" y="1465"/>
                    <a:pt x="1493" y="1465"/>
                    <a:pt x="1493" y="1465"/>
                  </a:cubicBezTo>
                  <a:close/>
                  <a:moveTo>
                    <a:pt x="1415" y="1590"/>
                  </a:moveTo>
                  <a:cubicBezTo>
                    <a:pt x="1423" y="1582"/>
                    <a:pt x="1423" y="1582"/>
                    <a:pt x="1423" y="1582"/>
                  </a:cubicBezTo>
                  <a:cubicBezTo>
                    <a:pt x="1415" y="1582"/>
                    <a:pt x="1415" y="1582"/>
                    <a:pt x="1415" y="1582"/>
                  </a:cubicBezTo>
                  <a:lnTo>
                    <a:pt x="1415" y="1590"/>
                  </a:lnTo>
                  <a:close/>
                  <a:moveTo>
                    <a:pt x="1485" y="1465"/>
                  </a:moveTo>
                  <a:cubicBezTo>
                    <a:pt x="1493" y="1465"/>
                    <a:pt x="1493" y="1465"/>
                    <a:pt x="1493" y="1465"/>
                  </a:cubicBezTo>
                  <a:cubicBezTo>
                    <a:pt x="1493" y="1465"/>
                    <a:pt x="1493" y="1465"/>
                    <a:pt x="1493" y="1457"/>
                  </a:cubicBezTo>
                  <a:cubicBezTo>
                    <a:pt x="1493" y="1457"/>
                    <a:pt x="1493" y="1457"/>
                    <a:pt x="1485" y="1465"/>
                  </a:cubicBezTo>
                  <a:close/>
                  <a:moveTo>
                    <a:pt x="1493" y="1465"/>
                  </a:moveTo>
                  <a:cubicBezTo>
                    <a:pt x="1485" y="1465"/>
                    <a:pt x="1485" y="1465"/>
                    <a:pt x="1485" y="1465"/>
                  </a:cubicBezTo>
                  <a:cubicBezTo>
                    <a:pt x="1485" y="1465"/>
                    <a:pt x="1493" y="1465"/>
                    <a:pt x="1493" y="1465"/>
                  </a:cubicBezTo>
                  <a:close/>
                  <a:moveTo>
                    <a:pt x="1501" y="1457"/>
                  </a:moveTo>
                  <a:cubicBezTo>
                    <a:pt x="1501" y="1457"/>
                    <a:pt x="1501" y="1457"/>
                    <a:pt x="1501" y="1449"/>
                  </a:cubicBezTo>
                  <a:cubicBezTo>
                    <a:pt x="1493" y="1457"/>
                    <a:pt x="1501" y="1449"/>
                    <a:pt x="1493" y="1457"/>
                  </a:cubicBezTo>
                  <a:cubicBezTo>
                    <a:pt x="1493" y="1465"/>
                    <a:pt x="1493" y="1465"/>
                    <a:pt x="1501" y="1457"/>
                  </a:cubicBezTo>
                  <a:close/>
                  <a:moveTo>
                    <a:pt x="1493" y="1457"/>
                  </a:moveTo>
                  <a:cubicBezTo>
                    <a:pt x="1493" y="1457"/>
                    <a:pt x="1493" y="1457"/>
                    <a:pt x="1493" y="1457"/>
                  </a:cubicBezTo>
                  <a:cubicBezTo>
                    <a:pt x="1493" y="1457"/>
                    <a:pt x="1493" y="1457"/>
                    <a:pt x="1493" y="1457"/>
                  </a:cubicBezTo>
                  <a:close/>
                  <a:moveTo>
                    <a:pt x="1493" y="1465"/>
                  </a:moveTo>
                  <a:cubicBezTo>
                    <a:pt x="1493" y="1465"/>
                    <a:pt x="1493" y="1465"/>
                    <a:pt x="1493" y="1465"/>
                  </a:cubicBezTo>
                  <a:cubicBezTo>
                    <a:pt x="1493" y="1465"/>
                    <a:pt x="1493" y="1465"/>
                    <a:pt x="1493" y="1465"/>
                  </a:cubicBezTo>
                  <a:cubicBezTo>
                    <a:pt x="1493" y="1465"/>
                    <a:pt x="1493" y="1465"/>
                    <a:pt x="1493" y="1465"/>
                  </a:cubicBezTo>
                  <a:close/>
                  <a:moveTo>
                    <a:pt x="1431" y="1575"/>
                  </a:moveTo>
                  <a:cubicBezTo>
                    <a:pt x="1423" y="1582"/>
                    <a:pt x="1423" y="1575"/>
                    <a:pt x="1423" y="1582"/>
                  </a:cubicBezTo>
                  <a:lnTo>
                    <a:pt x="1431" y="1575"/>
                  </a:lnTo>
                  <a:close/>
                  <a:moveTo>
                    <a:pt x="1532" y="1347"/>
                  </a:moveTo>
                  <a:cubicBezTo>
                    <a:pt x="1532" y="1347"/>
                    <a:pt x="1532" y="1347"/>
                    <a:pt x="1532" y="1347"/>
                  </a:cubicBezTo>
                  <a:cubicBezTo>
                    <a:pt x="1532" y="1347"/>
                    <a:pt x="1532" y="1347"/>
                    <a:pt x="1532" y="1347"/>
                  </a:cubicBezTo>
                  <a:close/>
                  <a:moveTo>
                    <a:pt x="1501" y="1316"/>
                  </a:moveTo>
                  <a:cubicBezTo>
                    <a:pt x="1501" y="1316"/>
                    <a:pt x="1501" y="1316"/>
                    <a:pt x="1501" y="1316"/>
                  </a:cubicBezTo>
                  <a:cubicBezTo>
                    <a:pt x="1493" y="1316"/>
                    <a:pt x="1493" y="1316"/>
                    <a:pt x="1493" y="1316"/>
                  </a:cubicBezTo>
                  <a:cubicBezTo>
                    <a:pt x="1485" y="1308"/>
                    <a:pt x="1485" y="1308"/>
                    <a:pt x="1485" y="1308"/>
                  </a:cubicBezTo>
                  <a:cubicBezTo>
                    <a:pt x="1485" y="1308"/>
                    <a:pt x="1485" y="1308"/>
                    <a:pt x="1478" y="1308"/>
                  </a:cubicBezTo>
                  <a:cubicBezTo>
                    <a:pt x="1485" y="1308"/>
                    <a:pt x="1485" y="1308"/>
                    <a:pt x="1485" y="1308"/>
                  </a:cubicBezTo>
                  <a:cubicBezTo>
                    <a:pt x="1485" y="1308"/>
                    <a:pt x="1485" y="1308"/>
                    <a:pt x="1478" y="1308"/>
                  </a:cubicBezTo>
                  <a:cubicBezTo>
                    <a:pt x="1485" y="1316"/>
                    <a:pt x="1493" y="1316"/>
                    <a:pt x="1501" y="1324"/>
                  </a:cubicBezTo>
                  <a:cubicBezTo>
                    <a:pt x="1501" y="1332"/>
                    <a:pt x="1501" y="1332"/>
                    <a:pt x="1501" y="1332"/>
                  </a:cubicBezTo>
                  <a:cubicBezTo>
                    <a:pt x="1509" y="1332"/>
                    <a:pt x="1509" y="1332"/>
                    <a:pt x="1509" y="1332"/>
                  </a:cubicBezTo>
                  <a:cubicBezTo>
                    <a:pt x="1509" y="1332"/>
                    <a:pt x="1501" y="1324"/>
                    <a:pt x="1501" y="1316"/>
                  </a:cubicBezTo>
                  <a:close/>
                  <a:moveTo>
                    <a:pt x="1423" y="1246"/>
                  </a:moveTo>
                  <a:cubicBezTo>
                    <a:pt x="1415" y="1246"/>
                    <a:pt x="1415" y="1246"/>
                    <a:pt x="1415" y="1246"/>
                  </a:cubicBezTo>
                  <a:cubicBezTo>
                    <a:pt x="1423" y="1253"/>
                    <a:pt x="1423" y="1246"/>
                    <a:pt x="1423" y="1246"/>
                  </a:cubicBezTo>
                  <a:close/>
                  <a:moveTo>
                    <a:pt x="1548" y="1363"/>
                  </a:moveTo>
                  <a:cubicBezTo>
                    <a:pt x="1548" y="1363"/>
                    <a:pt x="1548" y="1363"/>
                    <a:pt x="1548" y="1363"/>
                  </a:cubicBezTo>
                  <a:cubicBezTo>
                    <a:pt x="1548" y="1363"/>
                    <a:pt x="1548" y="1363"/>
                    <a:pt x="1548" y="1355"/>
                  </a:cubicBezTo>
                  <a:cubicBezTo>
                    <a:pt x="1540" y="1355"/>
                    <a:pt x="1540" y="1355"/>
                    <a:pt x="1532" y="1347"/>
                  </a:cubicBezTo>
                  <a:cubicBezTo>
                    <a:pt x="1532" y="1347"/>
                    <a:pt x="1532" y="1347"/>
                    <a:pt x="1540" y="1355"/>
                  </a:cubicBezTo>
                  <a:cubicBezTo>
                    <a:pt x="1548" y="1355"/>
                    <a:pt x="1540" y="1355"/>
                    <a:pt x="1548" y="1363"/>
                  </a:cubicBezTo>
                  <a:close/>
                  <a:moveTo>
                    <a:pt x="1446" y="1277"/>
                  </a:moveTo>
                  <a:cubicBezTo>
                    <a:pt x="1446" y="1277"/>
                    <a:pt x="1446" y="1277"/>
                    <a:pt x="1446" y="1277"/>
                  </a:cubicBezTo>
                  <a:cubicBezTo>
                    <a:pt x="1446" y="1277"/>
                    <a:pt x="1446" y="1277"/>
                    <a:pt x="1446" y="1277"/>
                  </a:cubicBezTo>
                  <a:cubicBezTo>
                    <a:pt x="1446" y="1277"/>
                    <a:pt x="1446" y="1277"/>
                    <a:pt x="1446" y="1277"/>
                  </a:cubicBezTo>
                  <a:close/>
                  <a:moveTo>
                    <a:pt x="1501" y="1441"/>
                  </a:moveTo>
                  <a:cubicBezTo>
                    <a:pt x="1501" y="1434"/>
                    <a:pt x="1501" y="1434"/>
                    <a:pt x="1501" y="1434"/>
                  </a:cubicBezTo>
                  <a:cubicBezTo>
                    <a:pt x="1501" y="1449"/>
                    <a:pt x="1501" y="1449"/>
                    <a:pt x="1501" y="1449"/>
                  </a:cubicBezTo>
                  <a:lnTo>
                    <a:pt x="1501" y="1441"/>
                  </a:lnTo>
                  <a:close/>
                  <a:moveTo>
                    <a:pt x="1532" y="1347"/>
                  </a:moveTo>
                  <a:cubicBezTo>
                    <a:pt x="1532" y="1347"/>
                    <a:pt x="1532" y="1347"/>
                    <a:pt x="1532" y="1347"/>
                  </a:cubicBezTo>
                  <a:cubicBezTo>
                    <a:pt x="1525" y="1347"/>
                    <a:pt x="1525" y="1347"/>
                    <a:pt x="1525" y="1347"/>
                  </a:cubicBezTo>
                  <a:lnTo>
                    <a:pt x="1532" y="1347"/>
                  </a:lnTo>
                  <a:close/>
                  <a:moveTo>
                    <a:pt x="1501" y="1332"/>
                  </a:moveTo>
                  <a:cubicBezTo>
                    <a:pt x="1509" y="1332"/>
                    <a:pt x="1509" y="1332"/>
                    <a:pt x="1509" y="1332"/>
                  </a:cubicBezTo>
                  <a:cubicBezTo>
                    <a:pt x="1509" y="1332"/>
                    <a:pt x="1509" y="1332"/>
                    <a:pt x="1501" y="1332"/>
                  </a:cubicBezTo>
                  <a:close/>
                  <a:moveTo>
                    <a:pt x="946" y="1379"/>
                  </a:moveTo>
                  <a:cubicBezTo>
                    <a:pt x="946" y="1379"/>
                    <a:pt x="946" y="1379"/>
                    <a:pt x="946" y="1379"/>
                  </a:cubicBezTo>
                  <a:cubicBezTo>
                    <a:pt x="946" y="1379"/>
                    <a:pt x="946" y="1379"/>
                    <a:pt x="946" y="1379"/>
                  </a:cubicBezTo>
                  <a:close/>
                  <a:moveTo>
                    <a:pt x="946" y="1379"/>
                  </a:moveTo>
                  <a:cubicBezTo>
                    <a:pt x="946" y="1387"/>
                    <a:pt x="938" y="1387"/>
                    <a:pt x="931" y="1387"/>
                  </a:cubicBezTo>
                  <a:cubicBezTo>
                    <a:pt x="946" y="1394"/>
                    <a:pt x="946" y="1394"/>
                    <a:pt x="946" y="1394"/>
                  </a:cubicBezTo>
                  <a:cubicBezTo>
                    <a:pt x="946" y="1394"/>
                    <a:pt x="946" y="1387"/>
                    <a:pt x="946" y="1379"/>
                  </a:cubicBezTo>
                  <a:close/>
                  <a:moveTo>
                    <a:pt x="532" y="1332"/>
                  </a:moveTo>
                  <a:cubicBezTo>
                    <a:pt x="532" y="1332"/>
                    <a:pt x="532" y="1332"/>
                    <a:pt x="532" y="1332"/>
                  </a:cubicBezTo>
                  <a:cubicBezTo>
                    <a:pt x="540" y="1332"/>
                    <a:pt x="532" y="1332"/>
                    <a:pt x="540" y="1332"/>
                  </a:cubicBezTo>
                  <a:cubicBezTo>
                    <a:pt x="540" y="1332"/>
                    <a:pt x="540" y="1332"/>
                    <a:pt x="532" y="1332"/>
                  </a:cubicBezTo>
                  <a:close/>
                  <a:moveTo>
                    <a:pt x="313" y="1214"/>
                  </a:moveTo>
                  <a:cubicBezTo>
                    <a:pt x="321" y="1214"/>
                    <a:pt x="321" y="1214"/>
                    <a:pt x="321" y="1214"/>
                  </a:cubicBezTo>
                  <a:cubicBezTo>
                    <a:pt x="313" y="1214"/>
                    <a:pt x="313" y="1214"/>
                    <a:pt x="313" y="1214"/>
                  </a:cubicBezTo>
                  <a:close/>
                  <a:moveTo>
                    <a:pt x="641" y="1379"/>
                  </a:moveTo>
                  <a:cubicBezTo>
                    <a:pt x="641" y="1379"/>
                    <a:pt x="641" y="1379"/>
                    <a:pt x="641" y="1379"/>
                  </a:cubicBezTo>
                  <a:cubicBezTo>
                    <a:pt x="641" y="1379"/>
                    <a:pt x="641" y="1379"/>
                    <a:pt x="641" y="1379"/>
                  </a:cubicBezTo>
                  <a:close/>
                  <a:moveTo>
                    <a:pt x="680" y="1379"/>
                  </a:moveTo>
                  <a:cubicBezTo>
                    <a:pt x="680" y="1379"/>
                    <a:pt x="680" y="1379"/>
                    <a:pt x="680" y="1379"/>
                  </a:cubicBezTo>
                  <a:cubicBezTo>
                    <a:pt x="688" y="1387"/>
                    <a:pt x="680" y="1387"/>
                    <a:pt x="680" y="1379"/>
                  </a:cubicBezTo>
                  <a:close/>
                  <a:moveTo>
                    <a:pt x="305" y="1206"/>
                  </a:moveTo>
                  <a:cubicBezTo>
                    <a:pt x="305" y="1206"/>
                    <a:pt x="305" y="1214"/>
                    <a:pt x="313" y="1214"/>
                  </a:cubicBezTo>
                  <a:cubicBezTo>
                    <a:pt x="313" y="1214"/>
                    <a:pt x="313" y="1214"/>
                    <a:pt x="305" y="1206"/>
                  </a:cubicBezTo>
                  <a:close/>
                  <a:moveTo>
                    <a:pt x="337" y="1230"/>
                  </a:moveTo>
                  <a:cubicBezTo>
                    <a:pt x="329" y="1230"/>
                    <a:pt x="329" y="1222"/>
                    <a:pt x="329" y="1222"/>
                  </a:cubicBezTo>
                  <a:cubicBezTo>
                    <a:pt x="329" y="1230"/>
                    <a:pt x="337" y="1230"/>
                    <a:pt x="337" y="1230"/>
                  </a:cubicBezTo>
                  <a:cubicBezTo>
                    <a:pt x="337" y="1230"/>
                    <a:pt x="337" y="1230"/>
                    <a:pt x="337" y="1230"/>
                  </a:cubicBezTo>
                  <a:close/>
                  <a:moveTo>
                    <a:pt x="313" y="1206"/>
                  </a:moveTo>
                  <a:cubicBezTo>
                    <a:pt x="321" y="1214"/>
                    <a:pt x="321" y="1222"/>
                    <a:pt x="329" y="1222"/>
                  </a:cubicBezTo>
                  <a:cubicBezTo>
                    <a:pt x="321" y="1222"/>
                    <a:pt x="321" y="1214"/>
                    <a:pt x="313" y="1206"/>
                  </a:cubicBezTo>
                  <a:close/>
                  <a:moveTo>
                    <a:pt x="516" y="1347"/>
                  </a:moveTo>
                  <a:cubicBezTo>
                    <a:pt x="516" y="1340"/>
                    <a:pt x="516" y="1340"/>
                    <a:pt x="508" y="1340"/>
                  </a:cubicBezTo>
                  <a:cubicBezTo>
                    <a:pt x="508" y="1340"/>
                    <a:pt x="508" y="1340"/>
                    <a:pt x="508" y="1340"/>
                  </a:cubicBezTo>
                  <a:cubicBezTo>
                    <a:pt x="516" y="1340"/>
                    <a:pt x="516" y="1347"/>
                    <a:pt x="516" y="1347"/>
                  </a:cubicBezTo>
                  <a:cubicBezTo>
                    <a:pt x="516" y="1347"/>
                    <a:pt x="516" y="1347"/>
                    <a:pt x="516" y="1347"/>
                  </a:cubicBezTo>
                  <a:close/>
                  <a:moveTo>
                    <a:pt x="305" y="1206"/>
                  </a:moveTo>
                  <a:cubicBezTo>
                    <a:pt x="305" y="1206"/>
                    <a:pt x="305" y="1206"/>
                    <a:pt x="305" y="1206"/>
                  </a:cubicBezTo>
                  <a:cubicBezTo>
                    <a:pt x="305" y="1206"/>
                    <a:pt x="305" y="1206"/>
                    <a:pt x="305" y="1206"/>
                  </a:cubicBezTo>
                  <a:close/>
                  <a:moveTo>
                    <a:pt x="813" y="1394"/>
                  </a:moveTo>
                  <a:cubicBezTo>
                    <a:pt x="813" y="1394"/>
                    <a:pt x="813" y="1394"/>
                    <a:pt x="813" y="1387"/>
                  </a:cubicBezTo>
                  <a:cubicBezTo>
                    <a:pt x="813" y="1387"/>
                    <a:pt x="813" y="1387"/>
                    <a:pt x="813" y="1387"/>
                  </a:cubicBezTo>
                  <a:cubicBezTo>
                    <a:pt x="805" y="1387"/>
                    <a:pt x="805" y="1387"/>
                    <a:pt x="805" y="1387"/>
                  </a:cubicBezTo>
                  <a:cubicBezTo>
                    <a:pt x="805" y="1387"/>
                    <a:pt x="805" y="1387"/>
                    <a:pt x="798" y="1387"/>
                  </a:cubicBezTo>
                  <a:cubicBezTo>
                    <a:pt x="798" y="1387"/>
                    <a:pt x="798" y="1387"/>
                    <a:pt x="798" y="1387"/>
                  </a:cubicBezTo>
                  <a:cubicBezTo>
                    <a:pt x="798" y="1387"/>
                    <a:pt x="790" y="1387"/>
                    <a:pt x="813" y="1394"/>
                  </a:cubicBezTo>
                  <a:cubicBezTo>
                    <a:pt x="813" y="1394"/>
                    <a:pt x="805" y="1394"/>
                    <a:pt x="805" y="1394"/>
                  </a:cubicBezTo>
                  <a:cubicBezTo>
                    <a:pt x="798" y="1394"/>
                    <a:pt x="798" y="1394"/>
                    <a:pt x="798" y="1394"/>
                  </a:cubicBezTo>
                  <a:cubicBezTo>
                    <a:pt x="798" y="1394"/>
                    <a:pt x="798" y="1394"/>
                    <a:pt x="805" y="1394"/>
                  </a:cubicBezTo>
                  <a:cubicBezTo>
                    <a:pt x="805" y="1394"/>
                    <a:pt x="805" y="1394"/>
                    <a:pt x="813" y="1394"/>
                  </a:cubicBezTo>
                  <a:close/>
                  <a:moveTo>
                    <a:pt x="180" y="1019"/>
                  </a:moveTo>
                  <a:cubicBezTo>
                    <a:pt x="180" y="1026"/>
                    <a:pt x="180" y="1034"/>
                    <a:pt x="188" y="1034"/>
                  </a:cubicBezTo>
                  <a:cubicBezTo>
                    <a:pt x="188" y="1034"/>
                    <a:pt x="188" y="1034"/>
                    <a:pt x="188" y="1034"/>
                  </a:cubicBezTo>
                  <a:cubicBezTo>
                    <a:pt x="180" y="1019"/>
                    <a:pt x="180" y="1019"/>
                    <a:pt x="180" y="1019"/>
                  </a:cubicBezTo>
                  <a:close/>
                  <a:moveTo>
                    <a:pt x="657" y="1379"/>
                  </a:moveTo>
                  <a:cubicBezTo>
                    <a:pt x="665" y="1379"/>
                    <a:pt x="680" y="1379"/>
                    <a:pt x="688" y="1387"/>
                  </a:cubicBezTo>
                  <a:cubicBezTo>
                    <a:pt x="680" y="1379"/>
                    <a:pt x="680" y="1379"/>
                    <a:pt x="665" y="1379"/>
                  </a:cubicBezTo>
                  <a:cubicBezTo>
                    <a:pt x="673" y="1379"/>
                    <a:pt x="673" y="1379"/>
                    <a:pt x="680" y="1379"/>
                  </a:cubicBezTo>
                  <a:cubicBezTo>
                    <a:pt x="680" y="1379"/>
                    <a:pt x="680" y="1379"/>
                    <a:pt x="688" y="1379"/>
                  </a:cubicBezTo>
                  <a:cubicBezTo>
                    <a:pt x="680" y="1379"/>
                    <a:pt x="680" y="1379"/>
                    <a:pt x="680" y="1379"/>
                  </a:cubicBezTo>
                  <a:cubicBezTo>
                    <a:pt x="696" y="1379"/>
                    <a:pt x="704" y="1387"/>
                    <a:pt x="712" y="1387"/>
                  </a:cubicBezTo>
                  <a:cubicBezTo>
                    <a:pt x="712" y="1387"/>
                    <a:pt x="712" y="1387"/>
                    <a:pt x="704" y="1387"/>
                  </a:cubicBezTo>
                  <a:cubicBezTo>
                    <a:pt x="704" y="1387"/>
                    <a:pt x="704" y="1387"/>
                    <a:pt x="696" y="1387"/>
                  </a:cubicBezTo>
                  <a:cubicBezTo>
                    <a:pt x="712" y="1387"/>
                    <a:pt x="712" y="1387"/>
                    <a:pt x="727" y="1394"/>
                  </a:cubicBezTo>
                  <a:cubicBezTo>
                    <a:pt x="735" y="1394"/>
                    <a:pt x="735" y="1394"/>
                    <a:pt x="743" y="1394"/>
                  </a:cubicBezTo>
                  <a:cubicBezTo>
                    <a:pt x="751" y="1394"/>
                    <a:pt x="751" y="1394"/>
                    <a:pt x="751" y="1394"/>
                  </a:cubicBezTo>
                  <a:cubicBezTo>
                    <a:pt x="751" y="1394"/>
                    <a:pt x="751" y="1394"/>
                    <a:pt x="751" y="1394"/>
                  </a:cubicBezTo>
                  <a:cubicBezTo>
                    <a:pt x="759" y="1394"/>
                    <a:pt x="759" y="1394"/>
                    <a:pt x="766" y="1394"/>
                  </a:cubicBezTo>
                  <a:cubicBezTo>
                    <a:pt x="751" y="1387"/>
                    <a:pt x="751" y="1394"/>
                    <a:pt x="751" y="1387"/>
                  </a:cubicBezTo>
                  <a:cubicBezTo>
                    <a:pt x="743" y="1387"/>
                    <a:pt x="743" y="1387"/>
                    <a:pt x="727" y="1387"/>
                  </a:cubicBezTo>
                  <a:cubicBezTo>
                    <a:pt x="727" y="1387"/>
                    <a:pt x="720" y="1387"/>
                    <a:pt x="712" y="1387"/>
                  </a:cubicBezTo>
                  <a:cubicBezTo>
                    <a:pt x="712" y="1387"/>
                    <a:pt x="712" y="1387"/>
                    <a:pt x="712" y="1379"/>
                  </a:cubicBezTo>
                  <a:cubicBezTo>
                    <a:pt x="704" y="1379"/>
                    <a:pt x="704" y="1379"/>
                    <a:pt x="696" y="1379"/>
                  </a:cubicBezTo>
                  <a:cubicBezTo>
                    <a:pt x="704" y="1379"/>
                    <a:pt x="704" y="1379"/>
                    <a:pt x="704" y="1387"/>
                  </a:cubicBezTo>
                  <a:cubicBezTo>
                    <a:pt x="688" y="1379"/>
                    <a:pt x="665" y="1379"/>
                    <a:pt x="641" y="1379"/>
                  </a:cubicBezTo>
                  <a:cubicBezTo>
                    <a:pt x="649" y="1379"/>
                    <a:pt x="649" y="1379"/>
                    <a:pt x="657" y="1379"/>
                  </a:cubicBezTo>
                  <a:cubicBezTo>
                    <a:pt x="657" y="1379"/>
                    <a:pt x="657" y="1379"/>
                    <a:pt x="657" y="1379"/>
                  </a:cubicBezTo>
                  <a:close/>
                  <a:moveTo>
                    <a:pt x="610" y="1371"/>
                  </a:moveTo>
                  <a:cubicBezTo>
                    <a:pt x="587" y="1363"/>
                    <a:pt x="587" y="1363"/>
                    <a:pt x="587" y="1363"/>
                  </a:cubicBezTo>
                  <a:cubicBezTo>
                    <a:pt x="587" y="1363"/>
                    <a:pt x="587" y="1363"/>
                    <a:pt x="579" y="1363"/>
                  </a:cubicBezTo>
                  <a:cubicBezTo>
                    <a:pt x="610" y="1371"/>
                    <a:pt x="610" y="1371"/>
                    <a:pt x="610" y="1371"/>
                  </a:cubicBezTo>
                  <a:close/>
                  <a:moveTo>
                    <a:pt x="540" y="1355"/>
                  </a:moveTo>
                  <a:cubicBezTo>
                    <a:pt x="540" y="1355"/>
                    <a:pt x="540" y="1355"/>
                    <a:pt x="540" y="1355"/>
                  </a:cubicBezTo>
                  <a:cubicBezTo>
                    <a:pt x="540" y="1355"/>
                    <a:pt x="540" y="1355"/>
                    <a:pt x="540" y="1355"/>
                  </a:cubicBezTo>
                  <a:cubicBezTo>
                    <a:pt x="540" y="1355"/>
                    <a:pt x="540" y="1355"/>
                    <a:pt x="555" y="1355"/>
                  </a:cubicBezTo>
                  <a:cubicBezTo>
                    <a:pt x="563" y="1363"/>
                    <a:pt x="563" y="1363"/>
                    <a:pt x="563" y="1363"/>
                  </a:cubicBezTo>
                  <a:cubicBezTo>
                    <a:pt x="563" y="1363"/>
                    <a:pt x="563" y="1363"/>
                    <a:pt x="555" y="1363"/>
                  </a:cubicBezTo>
                  <a:cubicBezTo>
                    <a:pt x="555" y="1363"/>
                    <a:pt x="555" y="1363"/>
                    <a:pt x="587" y="1363"/>
                  </a:cubicBezTo>
                  <a:cubicBezTo>
                    <a:pt x="594" y="1363"/>
                    <a:pt x="594" y="1363"/>
                    <a:pt x="594" y="1363"/>
                  </a:cubicBezTo>
                  <a:cubicBezTo>
                    <a:pt x="594" y="1363"/>
                    <a:pt x="594" y="1363"/>
                    <a:pt x="610" y="1371"/>
                  </a:cubicBezTo>
                  <a:cubicBezTo>
                    <a:pt x="610" y="1371"/>
                    <a:pt x="610" y="1371"/>
                    <a:pt x="641" y="1379"/>
                  </a:cubicBezTo>
                  <a:cubicBezTo>
                    <a:pt x="610" y="1371"/>
                    <a:pt x="610" y="1371"/>
                    <a:pt x="579" y="1363"/>
                  </a:cubicBezTo>
                  <a:cubicBezTo>
                    <a:pt x="587" y="1363"/>
                    <a:pt x="587" y="1363"/>
                    <a:pt x="587" y="1363"/>
                  </a:cubicBezTo>
                  <a:cubicBezTo>
                    <a:pt x="587" y="1363"/>
                    <a:pt x="587" y="1363"/>
                    <a:pt x="563" y="1355"/>
                  </a:cubicBezTo>
                  <a:cubicBezTo>
                    <a:pt x="563" y="1355"/>
                    <a:pt x="563" y="1355"/>
                    <a:pt x="555" y="1355"/>
                  </a:cubicBezTo>
                  <a:cubicBezTo>
                    <a:pt x="555" y="1355"/>
                    <a:pt x="555" y="1355"/>
                    <a:pt x="548" y="1355"/>
                  </a:cubicBezTo>
                  <a:cubicBezTo>
                    <a:pt x="548" y="1355"/>
                    <a:pt x="555" y="1355"/>
                    <a:pt x="563" y="1355"/>
                  </a:cubicBezTo>
                  <a:cubicBezTo>
                    <a:pt x="563" y="1355"/>
                    <a:pt x="563" y="1355"/>
                    <a:pt x="548" y="1347"/>
                  </a:cubicBezTo>
                  <a:cubicBezTo>
                    <a:pt x="548" y="1347"/>
                    <a:pt x="548" y="1347"/>
                    <a:pt x="540" y="1347"/>
                  </a:cubicBezTo>
                  <a:cubicBezTo>
                    <a:pt x="540" y="1347"/>
                    <a:pt x="532" y="1347"/>
                    <a:pt x="524" y="1347"/>
                  </a:cubicBezTo>
                  <a:cubicBezTo>
                    <a:pt x="524" y="1347"/>
                    <a:pt x="524" y="1347"/>
                    <a:pt x="516" y="1347"/>
                  </a:cubicBezTo>
                  <a:cubicBezTo>
                    <a:pt x="524" y="1347"/>
                    <a:pt x="524" y="1347"/>
                    <a:pt x="532" y="1347"/>
                  </a:cubicBezTo>
                  <a:cubicBezTo>
                    <a:pt x="532" y="1347"/>
                    <a:pt x="532" y="1347"/>
                    <a:pt x="540" y="1355"/>
                  </a:cubicBezTo>
                  <a:close/>
                  <a:moveTo>
                    <a:pt x="540" y="1355"/>
                  </a:moveTo>
                  <a:cubicBezTo>
                    <a:pt x="540" y="1355"/>
                    <a:pt x="540" y="1355"/>
                    <a:pt x="540" y="1347"/>
                  </a:cubicBezTo>
                  <a:cubicBezTo>
                    <a:pt x="540" y="1347"/>
                    <a:pt x="540" y="1347"/>
                    <a:pt x="540" y="1355"/>
                  </a:cubicBezTo>
                  <a:close/>
                  <a:moveTo>
                    <a:pt x="188" y="1034"/>
                  </a:moveTo>
                  <a:cubicBezTo>
                    <a:pt x="188" y="1034"/>
                    <a:pt x="188" y="1026"/>
                    <a:pt x="188" y="1026"/>
                  </a:cubicBezTo>
                  <a:cubicBezTo>
                    <a:pt x="188" y="1026"/>
                    <a:pt x="188" y="1026"/>
                    <a:pt x="188" y="1026"/>
                  </a:cubicBezTo>
                  <a:cubicBezTo>
                    <a:pt x="188" y="1026"/>
                    <a:pt x="188" y="1026"/>
                    <a:pt x="188" y="1034"/>
                  </a:cubicBezTo>
                  <a:close/>
                  <a:moveTo>
                    <a:pt x="188" y="1026"/>
                  </a:moveTo>
                  <a:cubicBezTo>
                    <a:pt x="188" y="1026"/>
                    <a:pt x="188" y="1026"/>
                    <a:pt x="188" y="1034"/>
                  </a:cubicBezTo>
                  <a:cubicBezTo>
                    <a:pt x="188" y="1026"/>
                    <a:pt x="188" y="1026"/>
                    <a:pt x="188" y="1026"/>
                  </a:cubicBezTo>
                  <a:cubicBezTo>
                    <a:pt x="188" y="1026"/>
                    <a:pt x="188" y="1026"/>
                    <a:pt x="188" y="1026"/>
                  </a:cubicBezTo>
                  <a:close/>
                  <a:moveTo>
                    <a:pt x="180" y="1003"/>
                  </a:moveTo>
                  <a:cubicBezTo>
                    <a:pt x="188" y="1019"/>
                    <a:pt x="180" y="1011"/>
                    <a:pt x="180" y="1019"/>
                  </a:cubicBezTo>
                  <a:cubicBezTo>
                    <a:pt x="188" y="1019"/>
                    <a:pt x="188" y="1026"/>
                    <a:pt x="188" y="1026"/>
                  </a:cubicBezTo>
                  <a:cubicBezTo>
                    <a:pt x="188" y="1026"/>
                    <a:pt x="188" y="1026"/>
                    <a:pt x="188" y="1026"/>
                  </a:cubicBezTo>
                  <a:cubicBezTo>
                    <a:pt x="188" y="1019"/>
                    <a:pt x="188" y="1026"/>
                    <a:pt x="188" y="1019"/>
                  </a:cubicBezTo>
                  <a:cubicBezTo>
                    <a:pt x="188" y="1019"/>
                    <a:pt x="188" y="1019"/>
                    <a:pt x="180" y="1003"/>
                  </a:cubicBezTo>
                  <a:close/>
                  <a:moveTo>
                    <a:pt x="188" y="1026"/>
                  </a:moveTo>
                  <a:cubicBezTo>
                    <a:pt x="188" y="1019"/>
                    <a:pt x="188" y="1019"/>
                    <a:pt x="188" y="1019"/>
                  </a:cubicBezTo>
                  <a:cubicBezTo>
                    <a:pt x="188" y="1026"/>
                    <a:pt x="188" y="1026"/>
                    <a:pt x="188" y="1026"/>
                  </a:cubicBezTo>
                  <a:close/>
                  <a:moveTo>
                    <a:pt x="524" y="1332"/>
                  </a:moveTo>
                  <a:cubicBezTo>
                    <a:pt x="532" y="1332"/>
                    <a:pt x="524" y="1332"/>
                    <a:pt x="532" y="1332"/>
                  </a:cubicBezTo>
                  <a:lnTo>
                    <a:pt x="524" y="1332"/>
                  </a:lnTo>
                  <a:close/>
                  <a:moveTo>
                    <a:pt x="79" y="71"/>
                  </a:moveTo>
                  <a:cubicBezTo>
                    <a:pt x="79" y="71"/>
                    <a:pt x="79" y="71"/>
                    <a:pt x="79" y="63"/>
                  </a:cubicBezTo>
                  <a:cubicBezTo>
                    <a:pt x="71" y="55"/>
                    <a:pt x="71" y="55"/>
                    <a:pt x="71" y="55"/>
                  </a:cubicBezTo>
                  <a:cubicBezTo>
                    <a:pt x="79" y="87"/>
                    <a:pt x="79" y="87"/>
                    <a:pt x="79" y="87"/>
                  </a:cubicBezTo>
                  <a:cubicBezTo>
                    <a:pt x="79" y="71"/>
                    <a:pt x="79" y="71"/>
                    <a:pt x="79" y="71"/>
                  </a:cubicBezTo>
                  <a:close/>
                  <a:moveTo>
                    <a:pt x="94" y="220"/>
                  </a:moveTo>
                  <a:cubicBezTo>
                    <a:pt x="94" y="212"/>
                    <a:pt x="94" y="204"/>
                    <a:pt x="86" y="181"/>
                  </a:cubicBezTo>
                  <a:cubicBezTo>
                    <a:pt x="94" y="204"/>
                    <a:pt x="94" y="228"/>
                    <a:pt x="94" y="243"/>
                  </a:cubicBezTo>
                  <a:cubicBezTo>
                    <a:pt x="94" y="243"/>
                    <a:pt x="94" y="243"/>
                    <a:pt x="94" y="220"/>
                  </a:cubicBezTo>
                  <a:close/>
                  <a:moveTo>
                    <a:pt x="86" y="181"/>
                  </a:moveTo>
                  <a:cubicBezTo>
                    <a:pt x="86" y="181"/>
                    <a:pt x="94" y="181"/>
                    <a:pt x="94" y="188"/>
                  </a:cubicBezTo>
                  <a:cubicBezTo>
                    <a:pt x="94" y="188"/>
                    <a:pt x="94" y="188"/>
                    <a:pt x="86" y="149"/>
                  </a:cubicBezTo>
                  <a:cubicBezTo>
                    <a:pt x="86" y="149"/>
                    <a:pt x="86" y="149"/>
                    <a:pt x="86" y="149"/>
                  </a:cubicBezTo>
                  <a:cubicBezTo>
                    <a:pt x="86" y="149"/>
                    <a:pt x="86" y="149"/>
                    <a:pt x="86" y="157"/>
                  </a:cubicBezTo>
                  <a:cubicBezTo>
                    <a:pt x="86" y="165"/>
                    <a:pt x="86" y="173"/>
                    <a:pt x="86" y="181"/>
                  </a:cubicBezTo>
                  <a:close/>
                  <a:moveTo>
                    <a:pt x="86" y="181"/>
                  </a:moveTo>
                  <a:cubicBezTo>
                    <a:pt x="86" y="181"/>
                    <a:pt x="86" y="181"/>
                    <a:pt x="86" y="181"/>
                  </a:cubicBezTo>
                  <a:cubicBezTo>
                    <a:pt x="86" y="173"/>
                    <a:pt x="86" y="173"/>
                    <a:pt x="86" y="173"/>
                  </a:cubicBezTo>
                  <a:cubicBezTo>
                    <a:pt x="86" y="181"/>
                    <a:pt x="86" y="181"/>
                    <a:pt x="86" y="181"/>
                  </a:cubicBezTo>
                  <a:close/>
                  <a:moveTo>
                    <a:pt x="501" y="1324"/>
                  </a:moveTo>
                  <a:cubicBezTo>
                    <a:pt x="508" y="1332"/>
                    <a:pt x="508" y="1332"/>
                    <a:pt x="516" y="1332"/>
                  </a:cubicBezTo>
                  <a:cubicBezTo>
                    <a:pt x="516" y="1332"/>
                    <a:pt x="516" y="1332"/>
                    <a:pt x="501" y="1324"/>
                  </a:cubicBezTo>
                  <a:close/>
                  <a:moveTo>
                    <a:pt x="165" y="964"/>
                  </a:moveTo>
                  <a:cubicBezTo>
                    <a:pt x="165" y="972"/>
                    <a:pt x="165" y="979"/>
                    <a:pt x="172" y="987"/>
                  </a:cubicBezTo>
                  <a:lnTo>
                    <a:pt x="165" y="964"/>
                  </a:lnTo>
                  <a:close/>
                  <a:moveTo>
                    <a:pt x="180" y="995"/>
                  </a:moveTo>
                  <a:cubicBezTo>
                    <a:pt x="180" y="995"/>
                    <a:pt x="180" y="1003"/>
                    <a:pt x="180" y="1003"/>
                  </a:cubicBezTo>
                  <a:cubicBezTo>
                    <a:pt x="180" y="1003"/>
                    <a:pt x="180" y="1003"/>
                    <a:pt x="180" y="995"/>
                  </a:cubicBezTo>
                  <a:cubicBezTo>
                    <a:pt x="180" y="995"/>
                    <a:pt x="180" y="995"/>
                    <a:pt x="180" y="995"/>
                  </a:cubicBezTo>
                  <a:cubicBezTo>
                    <a:pt x="180" y="995"/>
                    <a:pt x="180" y="1003"/>
                    <a:pt x="180" y="1003"/>
                  </a:cubicBezTo>
                  <a:cubicBezTo>
                    <a:pt x="180" y="995"/>
                    <a:pt x="180" y="1003"/>
                    <a:pt x="180" y="995"/>
                  </a:cubicBezTo>
                  <a:cubicBezTo>
                    <a:pt x="172" y="987"/>
                    <a:pt x="172" y="987"/>
                    <a:pt x="172" y="987"/>
                  </a:cubicBezTo>
                  <a:cubicBezTo>
                    <a:pt x="172" y="987"/>
                    <a:pt x="172" y="987"/>
                    <a:pt x="172" y="987"/>
                  </a:cubicBezTo>
                  <a:cubicBezTo>
                    <a:pt x="172" y="987"/>
                    <a:pt x="172" y="987"/>
                    <a:pt x="172" y="987"/>
                  </a:cubicBezTo>
                  <a:cubicBezTo>
                    <a:pt x="172" y="995"/>
                    <a:pt x="172" y="995"/>
                    <a:pt x="172" y="995"/>
                  </a:cubicBezTo>
                  <a:cubicBezTo>
                    <a:pt x="172" y="995"/>
                    <a:pt x="172" y="995"/>
                    <a:pt x="180" y="995"/>
                  </a:cubicBezTo>
                  <a:close/>
                  <a:moveTo>
                    <a:pt x="180" y="995"/>
                  </a:moveTo>
                  <a:cubicBezTo>
                    <a:pt x="180" y="995"/>
                    <a:pt x="172" y="995"/>
                    <a:pt x="172" y="995"/>
                  </a:cubicBezTo>
                  <a:cubicBezTo>
                    <a:pt x="172" y="995"/>
                    <a:pt x="172" y="995"/>
                    <a:pt x="172" y="995"/>
                  </a:cubicBezTo>
                  <a:cubicBezTo>
                    <a:pt x="180" y="995"/>
                    <a:pt x="180" y="995"/>
                    <a:pt x="180" y="995"/>
                  </a:cubicBezTo>
                  <a:close/>
                  <a:moveTo>
                    <a:pt x="501" y="1324"/>
                  </a:moveTo>
                  <a:cubicBezTo>
                    <a:pt x="501" y="1324"/>
                    <a:pt x="501" y="1324"/>
                    <a:pt x="485" y="1316"/>
                  </a:cubicBezTo>
                  <a:cubicBezTo>
                    <a:pt x="469" y="1316"/>
                    <a:pt x="469" y="1316"/>
                    <a:pt x="469" y="1316"/>
                  </a:cubicBezTo>
                  <a:cubicBezTo>
                    <a:pt x="469" y="1316"/>
                    <a:pt x="469" y="1316"/>
                    <a:pt x="493" y="1324"/>
                  </a:cubicBezTo>
                  <a:cubicBezTo>
                    <a:pt x="493" y="1324"/>
                    <a:pt x="501" y="1324"/>
                    <a:pt x="501" y="1324"/>
                  </a:cubicBezTo>
                  <a:close/>
                  <a:moveTo>
                    <a:pt x="587" y="1355"/>
                  </a:moveTo>
                  <a:cubicBezTo>
                    <a:pt x="587" y="1355"/>
                    <a:pt x="587" y="1355"/>
                    <a:pt x="587" y="1355"/>
                  </a:cubicBezTo>
                  <a:cubicBezTo>
                    <a:pt x="563" y="1347"/>
                    <a:pt x="555" y="1347"/>
                    <a:pt x="540" y="1340"/>
                  </a:cubicBezTo>
                  <a:cubicBezTo>
                    <a:pt x="524" y="1332"/>
                    <a:pt x="524" y="1332"/>
                    <a:pt x="524" y="1332"/>
                  </a:cubicBezTo>
                  <a:cubicBezTo>
                    <a:pt x="555" y="1347"/>
                    <a:pt x="579" y="1347"/>
                    <a:pt x="579" y="1355"/>
                  </a:cubicBezTo>
                  <a:cubicBezTo>
                    <a:pt x="587" y="1355"/>
                    <a:pt x="587" y="1355"/>
                    <a:pt x="587" y="1355"/>
                  </a:cubicBezTo>
                  <a:cubicBezTo>
                    <a:pt x="587" y="1355"/>
                    <a:pt x="587" y="1355"/>
                    <a:pt x="587" y="1355"/>
                  </a:cubicBezTo>
                  <a:close/>
                  <a:moveTo>
                    <a:pt x="548" y="1347"/>
                  </a:moveTo>
                  <a:cubicBezTo>
                    <a:pt x="524" y="1340"/>
                    <a:pt x="532" y="1347"/>
                    <a:pt x="516" y="1340"/>
                  </a:cubicBezTo>
                  <a:cubicBezTo>
                    <a:pt x="516" y="1340"/>
                    <a:pt x="516" y="1340"/>
                    <a:pt x="532" y="1347"/>
                  </a:cubicBezTo>
                  <a:cubicBezTo>
                    <a:pt x="532" y="1347"/>
                    <a:pt x="532" y="1347"/>
                    <a:pt x="540" y="1347"/>
                  </a:cubicBezTo>
                  <a:cubicBezTo>
                    <a:pt x="555" y="1347"/>
                    <a:pt x="563" y="1347"/>
                    <a:pt x="579" y="1355"/>
                  </a:cubicBezTo>
                  <a:cubicBezTo>
                    <a:pt x="579" y="1355"/>
                    <a:pt x="579" y="1355"/>
                    <a:pt x="563" y="1347"/>
                  </a:cubicBezTo>
                  <a:cubicBezTo>
                    <a:pt x="563" y="1347"/>
                    <a:pt x="555" y="1347"/>
                    <a:pt x="548" y="1347"/>
                  </a:cubicBezTo>
                  <a:close/>
                  <a:moveTo>
                    <a:pt x="110" y="674"/>
                  </a:moveTo>
                  <a:cubicBezTo>
                    <a:pt x="110" y="674"/>
                    <a:pt x="110" y="674"/>
                    <a:pt x="110" y="682"/>
                  </a:cubicBezTo>
                  <a:cubicBezTo>
                    <a:pt x="110" y="690"/>
                    <a:pt x="110" y="690"/>
                    <a:pt x="110" y="697"/>
                  </a:cubicBezTo>
                  <a:cubicBezTo>
                    <a:pt x="110" y="674"/>
                    <a:pt x="110" y="674"/>
                    <a:pt x="110" y="650"/>
                  </a:cubicBezTo>
                  <a:cubicBezTo>
                    <a:pt x="110" y="666"/>
                    <a:pt x="110" y="666"/>
                    <a:pt x="110" y="674"/>
                  </a:cubicBezTo>
                  <a:close/>
                  <a:moveTo>
                    <a:pt x="524" y="1332"/>
                  </a:moveTo>
                  <a:cubicBezTo>
                    <a:pt x="524" y="1332"/>
                    <a:pt x="524" y="1332"/>
                    <a:pt x="508" y="1332"/>
                  </a:cubicBezTo>
                  <a:cubicBezTo>
                    <a:pt x="501" y="1332"/>
                    <a:pt x="508" y="1332"/>
                    <a:pt x="524" y="1332"/>
                  </a:cubicBezTo>
                  <a:close/>
                  <a:moveTo>
                    <a:pt x="94" y="533"/>
                  </a:moveTo>
                  <a:cubicBezTo>
                    <a:pt x="102" y="541"/>
                    <a:pt x="102" y="533"/>
                    <a:pt x="102" y="525"/>
                  </a:cubicBezTo>
                  <a:cubicBezTo>
                    <a:pt x="102" y="525"/>
                    <a:pt x="102" y="525"/>
                    <a:pt x="102" y="525"/>
                  </a:cubicBezTo>
                  <a:cubicBezTo>
                    <a:pt x="102" y="525"/>
                    <a:pt x="102" y="525"/>
                    <a:pt x="102" y="533"/>
                  </a:cubicBezTo>
                  <a:cubicBezTo>
                    <a:pt x="102" y="533"/>
                    <a:pt x="102" y="533"/>
                    <a:pt x="102" y="533"/>
                  </a:cubicBezTo>
                  <a:cubicBezTo>
                    <a:pt x="102" y="533"/>
                    <a:pt x="102" y="533"/>
                    <a:pt x="102" y="541"/>
                  </a:cubicBezTo>
                  <a:cubicBezTo>
                    <a:pt x="102" y="556"/>
                    <a:pt x="110" y="603"/>
                    <a:pt x="110" y="619"/>
                  </a:cubicBezTo>
                  <a:cubicBezTo>
                    <a:pt x="110" y="619"/>
                    <a:pt x="110" y="619"/>
                    <a:pt x="110" y="611"/>
                  </a:cubicBezTo>
                  <a:cubicBezTo>
                    <a:pt x="110" y="588"/>
                    <a:pt x="110" y="588"/>
                    <a:pt x="110" y="588"/>
                  </a:cubicBezTo>
                  <a:cubicBezTo>
                    <a:pt x="110" y="556"/>
                    <a:pt x="110" y="533"/>
                    <a:pt x="102" y="470"/>
                  </a:cubicBezTo>
                  <a:cubicBezTo>
                    <a:pt x="102" y="470"/>
                    <a:pt x="102" y="486"/>
                    <a:pt x="102" y="502"/>
                  </a:cubicBezTo>
                  <a:cubicBezTo>
                    <a:pt x="102" y="502"/>
                    <a:pt x="102" y="502"/>
                    <a:pt x="94" y="502"/>
                  </a:cubicBezTo>
                  <a:cubicBezTo>
                    <a:pt x="102" y="517"/>
                    <a:pt x="102" y="517"/>
                    <a:pt x="94" y="533"/>
                  </a:cubicBezTo>
                  <a:close/>
                  <a:moveTo>
                    <a:pt x="641" y="1363"/>
                  </a:moveTo>
                  <a:cubicBezTo>
                    <a:pt x="657" y="1371"/>
                    <a:pt x="657" y="1371"/>
                    <a:pt x="665" y="1379"/>
                  </a:cubicBezTo>
                  <a:cubicBezTo>
                    <a:pt x="665" y="1379"/>
                    <a:pt x="665" y="1379"/>
                    <a:pt x="673" y="1379"/>
                  </a:cubicBezTo>
                  <a:cubicBezTo>
                    <a:pt x="673" y="1379"/>
                    <a:pt x="673" y="1379"/>
                    <a:pt x="688" y="1379"/>
                  </a:cubicBezTo>
                  <a:cubicBezTo>
                    <a:pt x="665" y="1371"/>
                    <a:pt x="680" y="1379"/>
                    <a:pt x="673" y="1371"/>
                  </a:cubicBezTo>
                  <a:cubicBezTo>
                    <a:pt x="673" y="1371"/>
                    <a:pt x="673" y="1371"/>
                    <a:pt x="673" y="1371"/>
                  </a:cubicBezTo>
                  <a:cubicBezTo>
                    <a:pt x="673" y="1371"/>
                    <a:pt x="673" y="1371"/>
                    <a:pt x="696" y="1379"/>
                  </a:cubicBezTo>
                  <a:cubicBezTo>
                    <a:pt x="696" y="1379"/>
                    <a:pt x="696" y="1379"/>
                    <a:pt x="688" y="1371"/>
                  </a:cubicBezTo>
                  <a:cubicBezTo>
                    <a:pt x="673" y="1371"/>
                    <a:pt x="657" y="1371"/>
                    <a:pt x="626" y="1363"/>
                  </a:cubicBezTo>
                  <a:cubicBezTo>
                    <a:pt x="626" y="1363"/>
                    <a:pt x="626" y="1363"/>
                    <a:pt x="626" y="1363"/>
                  </a:cubicBezTo>
                  <a:cubicBezTo>
                    <a:pt x="626" y="1363"/>
                    <a:pt x="626" y="1363"/>
                    <a:pt x="634" y="1363"/>
                  </a:cubicBezTo>
                  <a:cubicBezTo>
                    <a:pt x="634" y="1363"/>
                    <a:pt x="634" y="1363"/>
                    <a:pt x="641" y="1363"/>
                  </a:cubicBezTo>
                  <a:close/>
                  <a:moveTo>
                    <a:pt x="626" y="1363"/>
                  </a:moveTo>
                  <a:cubicBezTo>
                    <a:pt x="626" y="1363"/>
                    <a:pt x="626" y="1363"/>
                    <a:pt x="626" y="1363"/>
                  </a:cubicBezTo>
                  <a:close/>
                  <a:moveTo>
                    <a:pt x="477" y="1324"/>
                  </a:moveTo>
                  <a:cubicBezTo>
                    <a:pt x="477" y="1324"/>
                    <a:pt x="477" y="1316"/>
                    <a:pt x="469" y="1316"/>
                  </a:cubicBezTo>
                  <a:cubicBezTo>
                    <a:pt x="485" y="1324"/>
                    <a:pt x="485" y="1324"/>
                    <a:pt x="485" y="1324"/>
                  </a:cubicBezTo>
                  <a:cubicBezTo>
                    <a:pt x="485" y="1324"/>
                    <a:pt x="477" y="1324"/>
                    <a:pt x="477" y="1324"/>
                  </a:cubicBezTo>
                  <a:close/>
                  <a:moveTo>
                    <a:pt x="618" y="1363"/>
                  </a:moveTo>
                  <a:cubicBezTo>
                    <a:pt x="618" y="1363"/>
                    <a:pt x="618" y="1363"/>
                    <a:pt x="618" y="1363"/>
                  </a:cubicBezTo>
                  <a:cubicBezTo>
                    <a:pt x="618" y="1363"/>
                    <a:pt x="618" y="1363"/>
                    <a:pt x="610" y="1363"/>
                  </a:cubicBezTo>
                  <a:cubicBezTo>
                    <a:pt x="602" y="1363"/>
                    <a:pt x="610" y="1363"/>
                    <a:pt x="610" y="1363"/>
                  </a:cubicBezTo>
                  <a:cubicBezTo>
                    <a:pt x="610" y="1363"/>
                    <a:pt x="610" y="1363"/>
                    <a:pt x="618" y="1363"/>
                  </a:cubicBezTo>
                  <a:close/>
                  <a:moveTo>
                    <a:pt x="63" y="0"/>
                  </a:moveTo>
                  <a:cubicBezTo>
                    <a:pt x="55" y="0"/>
                    <a:pt x="55" y="0"/>
                    <a:pt x="55" y="0"/>
                  </a:cubicBezTo>
                  <a:cubicBezTo>
                    <a:pt x="63" y="24"/>
                    <a:pt x="55" y="16"/>
                    <a:pt x="63" y="32"/>
                  </a:cubicBezTo>
                  <a:cubicBezTo>
                    <a:pt x="63" y="32"/>
                    <a:pt x="63" y="32"/>
                    <a:pt x="63" y="0"/>
                  </a:cubicBezTo>
                  <a:close/>
                  <a:moveTo>
                    <a:pt x="782" y="1379"/>
                  </a:moveTo>
                  <a:cubicBezTo>
                    <a:pt x="774" y="1379"/>
                    <a:pt x="774" y="1379"/>
                    <a:pt x="774" y="1379"/>
                  </a:cubicBezTo>
                  <a:cubicBezTo>
                    <a:pt x="782" y="1387"/>
                    <a:pt x="782" y="1387"/>
                    <a:pt x="782" y="1387"/>
                  </a:cubicBezTo>
                  <a:lnTo>
                    <a:pt x="782" y="1379"/>
                  </a:lnTo>
                  <a:close/>
                  <a:moveTo>
                    <a:pt x="766" y="1379"/>
                  </a:moveTo>
                  <a:cubicBezTo>
                    <a:pt x="766" y="1379"/>
                    <a:pt x="766" y="1379"/>
                    <a:pt x="766" y="1387"/>
                  </a:cubicBezTo>
                  <a:cubicBezTo>
                    <a:pt x="766" y="1387"/>
                    <a:pt x="766" y="1387"/>
                    <a:pt x="774" y="1387"/>
                  </a:cubicBezTo>
                  <a:cubicBezTo>
                    <a:pt x="774" y="1387"/>
                    <a:pt x="774" y="1387"/>
                    <a:pt x="766" y="1379"/>
                  </a:cubicBezTo>
                  <a:close/>
                  <a:moveTo>
                    <a:pt x="79" y="102"/>
                  </a:moveTo>
                  <a:cubicBezTo>
                    <a:pt x="79" y="94"/>
                    <a:pt x="71" y="94"/>
                    <a:pt x="71" y="87"/>
                  </a:cubicBezTo>
                  <a:cubicBezTo>
                    <a:pt x="79" y="94"/>
                    <a:pt x="79" y="102"/>
                    <a:pt x="79" y="102"/>
                  </a:cubicBezTo>
                  <a:close/>
                  <a:moveTo>
                    <a:pt x="907" y="1387"/>
                  </a:moveTo>
                  <a:cubicBezTo>
                    <a:pt x="907" y="1387"/>
                    <a:pt x="907" y="1387"/>
                    <a:pt x="899" y="1394"/>
                  </a:cubicBezTo>
                  <a:cubicBezTo>
                    <a:pt x="907" y="1394"/>
                    <a:pt x="899" y="1394"/>
                    <a:pt x="907" y="1387"/>
                  </a:cubicBezTo>
                  <a:close/>
                  <a:moveTo>
                    <a:pt x="79" y="149"/>
                  </a:moveTo>
                  <a:cubicBezTo>
                    <a:pt x="79" y="165"/>
                    <a:pt x="79" y="165"/>
                    <a:pt x="86" y="188"/>
                  </a:cubicBezTo>
                  <a:cubicBezTo>
                    <a:pt x="86" y="165"/>
                    <a:pt x="86" y="157"/>
                    <a:pt x="79" y="149"/>
                  </a:cubicBezTo>
                  <a:close/>
                  <a:moveTo>
                    <a:pt x="79" y="118"/>
                  </a:moveTo>
                  <a:cubicBezTo>
                    <a:pt x="71" y="118"/>
                    <a:pt x="71" y="118"/>
                    <a:pt x="71" y="118"/>
                  </a:cubicBezTo>
                  <a:cubicBezTo>
                    <a:pt x="79" y="126"/>
                    <a:pt x="79" y="126"/>
                    <a:pt x="79" y="118"/>
                  </a:cubicBezTo>
                  <a:close/>
                  <a:moveTo>
                    <a:pt x="782" y="1387"/>
                  </a:moveTo>
                  <a:cubicBezTo>
                    <a:pt x="782" y="1387"/>
                    <a:pt x="782" y="1387"/>
                    <a:pt x="782" y="1387"/>
                  </a:cubicBezTo>
                  <a:cubicBezTo>
                    <a:pt x="782" y="1387"/>
                    <a:pt x="774" y="1387"/>
                    <a:pt x="774" y="1387"/>
                  </a:cubicBezTo>
                  <a:cubicBezTo>
                    <a:pt x="774" y="1387"/>
                    <a:pt x="774" y="1387"/>
                    <a:pt x="774" y="1387"/>
                  </a:cubicBezTo>
                  <a:cubicBezTo>
                    <a:pt x="774" y="1387"/>
                    <a:pt x="774" y="1387"/>
                    <a:pt x="782" y="1394"/>
                  </a:cubicBezTo>
                  <a:cubicBezTo>
                    <a:pt x="782" y="1387"/>
                    <a:pt x="782" y="1387"/>
                    <a:pt x="782" y="1387"/>
                  </a:cubicBezTo>
                  <a:close/>
                  <a:moveTo>
                    <a:pt x="55" y="8"/>
                  </a:moveTo>
                  <a:cubicBezTo>
                    <a:pt x="55" y="8"/>
                    <a:pt x="55" y="8"/>
                    <a:pt x="55" y="8"/>
                  </a:cubicBezTo>
                  <a:cubicBezTo>
                    <a:pt x="55" y="8"/>
                    <a:pt x="55" y="8"/>
                    <a:pt x="55" y="8"/>
                  </a:cubicBezTo>
                  <a:cubicBezTo>
                    <a:pt x="55" y="8"/>
                    <a:pt x="55" y="8"/>
                    <a:pt x="55" y="8"/>
                  </a:cubicBezTo>
                  <a:close/>
                  <a:moveTo>
                    <a:pt x="55" y="0"/>
                  </a:moveTo>
                  <a:cubicBezTo>
                    <a:pt x="55" y="0"/>
                    <a:pt x="55" y="8"/>
                    <a:pt x="55" y="8"/>
                  </a:cubicBezTo>
                  <a:cubicBezTo>
                    <a:pt x="55" y="8"/>
                    <a:pt x="55" y="0"/>
                    <a:pt x="55" y="0"/>
                  </a:cubicBezTo>
                  <a:close/>
                  <a:moveTo>
                    <a:pt x="94" y="447"/>
                  </a:moveTo>
                  <a:cubicBezTo>
                    <a:pt x="94" y="463"/>
                    <a:pt x="86" y="455"/>
                    <a:pt x="94" y="463"/>
                  </a:cubicBezTo>
                  <a:cubicBezTo>
                    <a:pt x="94" y="463"/>
                    <a:pt x="94" y="463"/>
                    <a:pt x="94" y="463"/>
                  </a:cubicBezTo>
                  <a:cubicBezTo>
                    <a:pt x="94" y="439"/>
                    <a:pt x="94" y="439"/>
                    <a:pt x="94" y="439"/>
                  </a:cubicBezTo>
                  <a:cubicBezTo>
                    <a:pt x="94" y="439"/>
                    <a:pt x="94" y="431"/>
                    <a:pt x="94" y="431"/>
                  </a:cubicBezTo>
                  <a:cubicBezTo>
                    <a:pt x="94" y="423"/>
                    <a:pt x="94" y="423"/>
                    <a:pt x="94" y="416"/>
                  </a:cubicBezTo>
                  <a:cubicBezTo>
                    <a:pt x="94" y="416"/>
                    <a:pt x="94" y="416"/>
                    <a:pt x="94" y="416"/>
                  </a:cubicBezTo>
                  <a:cubicBezTo>
                    <a:pt x="86" y="423"/>
                    <a:pt x="86" y="431"/>
                    <a:pt x="94" y="447"/>
                  </a:cubicBezTo>
                  <a:close/>
                  <a:moveTo>
                    <a:pt x="94" y="408"/>
                  </a:moveTo>
                  <a:cubicBezTo>
                    <a:pt x="94" y="416"/>
                    <a:pt x="94" y="416"/>
                    <a:pt x="94" y="416"/>
                  </a:cubicBezTo>
                  <a:cubicBezTo>
                    <a:pt x="94" y="408"/>
                    <a:pt x="94" y="408"/>
                    <a:pt x="94" y="408"/>
                  </a:cubicBezTo>
                  <a:cubicBezTo>
                    <a:pt x="94" y="400"/>
                    <a:pt x="94" y="392"/>
                    <a:pt x="94" y="384"/>
                  </a:cubicBezTo>
                  <a:cubicBezTo>
                    <a:pt x="94" y="376"/>
                    <a:pt x="86" y="361"/>
                    <a:pt x="86" y="369"/>
                  </a:cubicBezTo>
                  <a:cubicBezTo>
                    <a:pt x="86" y="376"/>
                    <a:pt x="86" y="392"/>
                    <a:pt x="86" y="408"/>
                  </a:cubicBezTo>
                  <a:cubicBezTo>
                    <a:pt x="86" y="408"/>
                    <a:pt x="86" y="408"/>
                    <a:pt x="86" y="416"/>
                  </a:cubicBezTo>
                  <a:cubicBezTo>
                    <a:pt x="86" y="416"/>
                    <a:pt x="86" y="416"/>
                    <a:pt x="94" y="408"/>
                  </a:cubicBezTo>
                  <a:close/>
                  <a:moveTo>
                    <a:pt x="71" y="141"/>
                  </a:moveTo>
                  <a:cubicBezTo>
                    <a:pt x="71" y="141"/>
                    <a:pt x="71" y="141"/>
                    <a:pt x="71" y="141"/>
                  </a:cubicBezTo>
                  <a:cubicBezTo>
                    <a:pt x="71" y="141"/>
                    <a:pt x="71" y="141"/>
                    <a:pt x="71" y="141"/>
                  </a:cubicBezTo>
                  <a:cubicBezTo>
                    <a:pt x="71" y="141"/>
                    <a:pt x="71" y="141"/>
                    <a:pt x="71" y="141"/>
                  </a:cubicBezTo>
                  <a:close/>
                  <a:moveTo>
                    <a:pt x="71" y="118"/>
                  </a:moveTo>
                  <a:cubicBezTo>
                    <a:pt x="71" y="110"/>
                    <a:pt x="71" y="110"/>
                    <a:pt x="71" y="110"/>
                  </a:cubicBezTo>
                  <a:cubicBezTo>
                    <a:pt x="71" y="110"/>
                    <a:pt x="71" y="110"/>
                    <a:pt x="71" y="110"/>
                  </a:cubicBezTo>
                  <a:cubicBezTo>
                    <a:pt x="71" y="110"/>
                    <a:pt x="71" y="110"/>
                    <a:pt x="71" y="110"/>
                  </a:cubicBezTo>
                  <a:cubicBezTo>
                    <a:pt x="71" y="102"/>
                    <a:pt x="71" y="94"/>
                    <a:pt x="71" y="94"/>
                  </a:cubicBezTo>
                  <a:cubicBezTo>
                    <a:pt x="71" y="94"/>
                    <a:pt x="71" y="94"/>
                    <a:pt x="71" y="94"/>
                  </a:cubicBezTo>
                  <a:cubicBezTo>
                    <a:pt x="71" y="87"/>
                    <a:pt x="71" y="79"/>
                    <a:pt x="71" y="79"/>
                  </a:cubicBezTo>
                  <a:cubicBezTo>
                    <a:pt x="71" y="79"/>
                    <a:pt x="71" y="79"/>
                    <a:pt x="71" y="79"/>
                  </a:cubicBezTo>
                  <a:cubicBezTo>
                    <a:pt x="71" y="79"/>
                    <a:pt x="71" y="79"/>
                    <a:pt x="63" y="40"/>
                  </a:cubicBezTo>
                  <a:cubicBezTo>
                    <a:pt x="63" y="40"/>
                    <a:pt x="63" y="40"/>
                    <a:pt x="63" y="40"/>
                  </a:cubicBezTo>
                  <a:cubicBezTo>
                    <a:pt x="63" y="32"/>
                    <a:pt x="63" y="24"/>
                    <a:pt x="55" y="16"/>
                  </a:cubicBezTo>
                  <a:cubicBezTo>
                    <a:pt x="55" y="16"/>
                    <a:pt x="55" y="16"/>
                    <a:pt x="55" y="8"/>
                  </a:cubicBezTo>
                  <a:cubicBezTo>
                    <a:pt x="55" y="8"/>
                    <a:pt x="55" y="16"/>
                    <a:pt x="55" y="24"/>
                  </a:cubicBezTo>
                  <a:cubicBezTo>
                    <a:pt x="55" y="24"/>
                    <a:pt x="55" y="24"/>
                    <a:pt x="55" y="16"/>
                  </a:cubicBezTo>
                  <a:cubicBezTo>
                    <a:pt x="55" y="32"/>
                    <a:pt x="63" y="47"/>
                    <a:pt x="63" y="63"/>
                  </a:cubicBezTo>
                  <a:cubicBezTo>
                    <a:pt x="71" y="87"/>
                    <a:pt x="63" y="63"/>
                    <a:pt x="71" y="79"/>
                  </a:cubicBezTo>
                  <a:cubicBezTo>
                    <a:pt x="71" y="79"/>
                    <a:pt x="71" y="79"/>
                    <a:pt x="71" y="87"/>
                  </a:cubicBezTo>
                  <a:cubicBezTo>
                    <a:pt x="71" y="94"/>
                    <a:pt x="71" y="102"/>
                    <a:pt x="71" y="102"/>
                  </a:cubicBezTo>
                  <a:cubicBezTo>
                    <a:pt x="71" y="102"/>
                    <a:pt x="71" y="102"/>
                    <a:pt x="71" y="87"/>
                  </a:cubicBezTo>
                  <a:cubicBezTo>
                    <a:pt x="71" y="94"/>
                    <a:pt x="71" y="94"/>
                    <a:pt x="71" y="94"/>
                  </a:cubicBezTo>
                  <a:cubicBezTo>
                    <a:pt x="71" y="110"/>
                    <a:pt x="71" y="126"/>
                    <a:pt x="71" y="141"/>
                  </a:cubicBezTo>
                  <a:cubicBezTo>
                    <a:pt x="71" y="126"/>
                    <a:pt x="71" y="126"/>
                    <a:pt x="71" y="118"/>
                  </a:cubicBezTo>
                  <a:cubicBezTo>
                    <a:pt x="71" y="118"/>
                    <a:pt x="71" y="118"/>
                    <a:pt x="71" y="118"/>
                  </a:cubicBezTo>
                  <a:close/>
                  <a:moveTo>
                    <a:pt x="63" y="47"/>
                  </a:moveTo>
                  <a:cubicBezTo>
                    <a:pt x="63" y="55"/>
                    <a:pt x="63" y="55"/>
                    <a:pt x="63" y="55"/>
                  </a:cubicBezTo>
                  <a:cubicBezTo>
                    <a:pt x="63" y="55"/>
                    <a:pt x="63" y="47"/>
                    <a:pt x="63" y="47"/>
                  </a:cubicBezTo>
                  <a:close/>
                  <a:moveTo>
                    <a:pt x="63" y="55"/>
                  </a:moveTo>
                  <a:cubicBezTo>
                    <a:pt x="63" y="55"/>
                    <a:pt x="63" y="63"/>
                    <a:pt x="71" y="63"/>
                  </a:cubicBezTo>
                  <a:cubicBezTo>
                    <a:pt x="71" y="63"/>
                    <a:pt x="71" y="63"/>
                    <a:pt x="71" y="71"/>
                  </a:cubicBezTo>
                  <a:cubicBezTo>
                    <a:pt x="63" y="63"/>
                    <a:pt x="63" y="63"/>
                    <a:pt x="63" y="55"/>
                  </a:cubicBezTo>
                  <a:close/>
                  <a:moveTo>
                    <a:pt x="923" y="1394"/>
                  </a:moveTo>
                  <a:cubicBezTo>
                    <a:pt x="923" y="1394"/>
                    <a:pt x="923" y="1394"/>
                    <a:pt x="907" y="1394"/>
                  </a:cubicBezTo>
                  <a:cubicBezTo>
                    <a:pt x="891" y="1394"/>
                    <a:pt x="891" y="1394"/>
                    <a:pt x="891" y="1394"/>
                  </a:cubicBezTo>
                  <a:cubicBezTo>
                    <a:pt x="907" y="1394"/>
                    <a:pt x="915" y="1394"/>
                    <a:pt x="915" y="1394"/>
                  </a:cubicBezTo>
                  <a:cubicBezTo>
                    <a:pt x="915" y="1394"/>
                    <a:pt x="915" y="1394"/>
                    <a:pt x="923" y="1394"/>
                  </a:cubicBezTo>
                  <a:close/>
                  <a:moveTo>
                    <a:pt x="852" y="1394"/>
                  </a:moveTo>
                  <a:cubicBezTo>
                    <a:pt x="852" y="1394"/>
                    <a:pt x="852" y="1394"/>
                    <a:pt x="837" y="1394"/>
                  </a:cubicBezTo>
                  <a:cubicBezTo>
                    <a:pt x="829" y="1394"/>
                    <a:pt x="845" y="1394"/>
                    <a:pt x="845" y="1394"/>
                  </a:cubicBezTo>
                  <a:cubicBezTo>
                    <a:pt x="845" y="1394"/>
                    <a:pt x="845" y="1394"/>
                    <a:pt x="852" y="1394"/>
                  </a:cubicBezTo>
                  <a:close/>
                  <a:moveTo>
                    <a:pt x="438" y="1402"/>
                  </a:moveTo>
                  <a:cubicBezTo>
                    <a:pt x="438" y="1402"/>
                    <a:pt x="438" y="1402"/>
                    <a:pt x="438" y="1402"/>
                  </a:cubicBezTo>
                  <a:cubicBezTo>
                    <a:pt x="438" y="1402"/>
                    <a:pt x="438" y="1402"/>
                    <a:pt x="438" y="1402"/>
                  </a:cubicBezTo>
                  <a:close/>
                  <a:moveTo>
                    <a:pt x="446" y="1410"/>
                  </a:moveTo>
                  <a:cubicBezTo>
                    <a:pt x="438" y="1410"/>
                    <a:pt x="438" y="1402"/>
                    <a:pt x="438" y="1402"/>
                  </a:cubicBezTo>
                  <a:cubicBezTo>
                    <a:pt x="438" y="1402"/>
                    <a:pt x="438" y="1402"/>
                    <a:pt x="438" y="1410"/>
                  </a:cubicBezTo>
                  <a:cubicBezTo>
                    <a:pt x="438" y="1410"/>
                    <a:pt x="438" y="1410"/>
                    <a:pt x="446" y="1410"/>
                  </a:cubicBezTo>
                  <a:close/>
                  <a:moveTo>
                    <a:pt x="446" y="1410"/>
                  </a:moveTo>
                  <a:cubicBezTo>
                    <a:pt x="446" y="1402"/>
                    <a:pt x="446" y="1402"/>
                    <a:pt x="438" y="1402"/>
                  </a:cubicBezTo>
                  <a:cubicBezTo>
                    <a:pt x="446" y="1410"/>
                    <a:pt x="446" y="1410"/>
                    <a:pt x="446" y="1410"/>
                  </a:cubicBezTo>
                  <a:close/>
                  <a:moveTo>
                    <a:pt x="516" y="1434"/>
                  </a:moveTo>
                  <a:cubicBezTo>
                    <a:pt x="516" y="1434"/>
                    <a:pt x="516" y="1434"/>
                    <a:pt x="516" y="1434"/>
                  </a:cubicBezTo>
                  <a:cubicBezTo>
                    <a:pt x="516" y="1434"/>
                    <a:pt x="516" y="1434"/>
                    <a:pt x="508" y="1434"/>
                  </a:cubicBezTo>
                  <a:cubicBezTo>
                    <a:pt x="516" y="1434"/>
                    <a:pt x="516" y="1434"/>
                    <a:pt x="516" y="1434"/>
                  </a:cubicBezTo>
                  <a:close/>
                  <a:moveTo>
                    <a:pt x="516" y="1434"/>
                  </a:moveTo>
                  <a:cubicBezTo>
                    <a:pt x="524" y="1434"/>
                    <a:pt x="524" y="1434"/>
                    <a:pt x="532" y="1434"/>
                  </a:cubicBezTo>
                  <a:cubicBezTo>
                    <a:pt x="524" y="1434"/>
                    <a:pt x="524" y="1434"/>
                    <a:pt x="516" y="1434"/>
                  </a:cubicBezTo>
                  <a:close/>
                  <a:moveTo>
                    <a:pt x="688" y="1465"/>
                  </a:moveTo>
                  <a:cubicBezTo>
                    <a:pt x="680" y="1465"/>
                    <a:pt x="680" y="1465"/>
                    <a:pt x="673" y="1465"/>
                  </a:cubicBezTo>
                  <a:cubicBezTo>
                    <a:pt x="688" y="1465"/>
                    <a:pt x="688" y="1465"/>
                    <a:pt x="688" y="1465"/>
                  </a:cubicBezTo>
                  <a:close/>
                  <a:moveTo>
                    <a:pt x="673" y="1465"/>
                  </a:moveTo>
                  <a:cubicBezTo>
                    <a:pt x="673" y="1465"/>
                    <a:pt x="673" y="1465"/>
                    <a:pt x="673" y="1465"/>
                  </a:cubicBezTo>
                  <a:cubicBezTo>
                    <a:pt x="665" y="1465"/>
                    <a:pt x="665" y="1465"/>
                    <a:pt x="665" y="1465"/>
                  </a:cubicBezTo>
                  <a:cubicBezTo>
                    <a:pt x="665" y="1465"/>
                    <a:pt x="673" y="1465"/>
                    <a:pt x="673" y="1465"/>
                  </a:cubicBezTo>
                  <a:close/>
                  <a:moveTo>
                    <a:pt x="8" y="353"/>
                  </a:moveTo>
                  <a:cubicBezTo>
                    <a:pt x="8" y="369"/>
                    <a:pt x="8" y="384"/>
                    <a:pt x="8" y="392"/>
                  </a:cubicBezTo>
                  <a:cubicBezTo>
                    <a:pt x="8" y="392"/>
                    <a:pt x="8" y="400"/>
                    <a:pt x="8" y="400"/>
                  </a:cubicBezTo>
                  <a:cubicBezTo>
                    <a:pt x="8" y="400"/>
                    <a:pt x="8" y="400"/>
                    <a:pt x="8" y="400"/>
                  </a:cubicBezTo>
                  <a:cubicBezTo>
                    <a:pt x="8" y="400"/>
                    <a:pt x="8" y="400"/>
                    <a:pt x="8" y="408"/>
                  </a:cubicBezTo>
                  <a:cubicBezTo>
                    <a:pt x="8" y="408"/>
                    <a:pt x="8" y="408"/>
                    <a:pt x="8" y="423"/>
                  </a:cubicBezTo>
                  <a:cubicBezTo>
                    <a:pt x="16" y="408"/>
                    <a:pt x="8" y="376"/>
                    <a:pt x="8" y="353"/>
                  </a:cubicBezTo>
                  <a:close/>
                  <a:moveTo>
                    <a:pt x="1360" y="1394"/>
                  </a:moveTo>
                  <a:cubicBezTo>
                    <a:pt x="1360" y="1394"/>
                    <a:pt x="1360" y="1394"/>
                    <a:pt x="1360" y="1394"/>
                  </a:cubicBezTo>
                  <a:cubicBezTo>
                    <a:pt x="1360" y="1394"/>
                    <a:pt x="1360" y="1394"/>
                    <a:pt x="1360" y="1394"/>
                  </a:cubicBezTo>
                  <a:cubicBezTo>
                    <a:pt x="1360" y="1394"/>
                    <a:pt x="1360" y="1394"/>
                    <a:pt x="1360" y="1394"/>
                  </a:cubicBezTo>
                  <a:close/>
                  <a:moveTo>
                    <a:pt x="1392" y="1402"/>
                  </a:moveTo>
                  <a:cubicBezTo>
                    <a:pt x="1392" y="1402"/>
                    <a:pt x="1392" y="1402"/>
                    <a:pt x="1392" y="1402"/>
                  </a:cubicBezTo>
                  <a:cubicBezTo>
                    <a:pt x="1392" y="1402"/>
                    <a:pt x="1392" y="1402"/>
                    <a:pt x="1392" y="1402"/>
                  </a:cubicBezTo>
                  <a:cubicBezTo>
                    <a:pt x="1392" y="1402"/>
                    <a:pt x="1392" y="1402"/>
                    <a:pt x="1392" y="1402"/>
                  </a:cubicBezTo>
                  <a:close/>
                  <a:moveTo>
                    <a:pt x="423" y="1308"/>
                  </a:moveTo>
                  <a:cubicBezTo>
                    <a:pt x="423" y="1308"/>
                    <a:pt x="423" y="1308"/>
                    <a:pt x="423" y="1316"/>
                  </a:cubicBezTo>
                  <a:cubicBezTo>
                    <a:pt x="423" y="1316"/>
                    <a:pt x="430" y="1316"/>
                    <a:pt x="438" y="1316"/>
                  </a:cubicBezTo>
                  <a:cubicBezTo>
                    <a:pt x="423" y="1308"/>
                    <a:pt x="423" y="1308"/>
                    <a:pt x="423" y="1308"/>
                  </a:cubicBezTo>
                  <a:close/>
                  <a:moveTo>
                    <a:pt x="1485" y="1379"/>
                  </a:moveTo>
                  <a:cubicBezTo>
                    <a:pt x="1493" y="1371"/>
                    <a:pt x="1493" y="1371"/>
                    <a:pt x="1493" y="1371"/>
                  </a:cubicBezTo>
                  <a:cubicBezTo>
                    <a:pt x="1493" y="1371"/>
                    <a:pt x="1493" y="1371"/>
                    <a:pt x="1485" y="1379"/>
                  </a:cubicBezTo>
                  <a:cubicBezTo>
                    <a:pt x="1485" y="1379"/>
                    <a:pt x="1485" y="1379"/>
                    <a:pt x="1485" y="1379"/>
                  </a:cubicBezTo>
                  <a:close/>
                  <a:moveTo>
                    <a:pt x="1501" y="1371"/>
                  </a:moveTo>
                  <a:cubicBezTo>
                    <a:pt x="1501" y="1371"/>
                    <a:pt x="1501" y="1371"/>
                    <a:pt x="1493" y="1371"/>
                  </a:cubicBezTo>
                  <a:cubicBezTo>
                    <a:pt x="1493" y="1371"/>
                    <a:pt x="1493" y="1371"/>
                    <a:pt x="1493" y="1371"/>
                  </a:cubicBezTo>
                  <a:cubicBezTo>
                    <a:pt x="1493" y="1371"/>
                    <a:pt x="1493" y="1371"/>
                    <a:pt x="1501" y="1371"/>
                  </a:cubicBezTo>
                  <a:close/>
                  <a:moveTo>
                    <a:pt x="55" y="118"/>
                  </a:moveTo>
                  <a:cubicBezTo>
                    <a:pt x="55" y="118"/>
                    <a:pt x="55" y="118"/>
                    <a:pt x="55" y="118"/>
                  </a:cubicBezTo>
                  <a:cubicBezTo>
                    <a:pt x="55" y="126"/>
                    <a:pt x="55" y="126"/>
                    <a:pt x="55" y="126"/>
                  </a:cubicBezTo>
                  <a:cubicBezTo>
                    <a:pt x="55" y="118"/>
                    <a:pt x="55" y="118"/>
                    <a:pt x="55" y="118"/>
                  </a:cubicBezTo>
                  <a:close/>
                  <a:moveTo>
                    <a:pt x="1329" y="1371"/>
                  </a:moveTo>
                  <a:cubicBezTo>
                    <a:pt x="1329" y="1371"/>
                    <a:pt x="1329" y="1371"/>
                    <a:pt x="1329" y="1371"/>
                  </a:cubicBezTo>
                  <a:cubicBezTo>
                    <a:pt x="1321" y="1371"/>
                    <a:pt x="1321" y="1371"/>
                    <a:pt x="1321" y="1371"/>
                  </a:cubicBezTo>
                  <a:cubicBezTo>
                    <a:pt x="1306" y="1379"/>
                    <a:pt x="1298" y="1379"/>
                    <a:pt x="1290" y="1379"/>
                  </a:cubicBezTo>
                  <a:cubicBezTo>
                    <a:pt x="1298" y="1379"/>
                    <a:pt x="1298" y="1379"/>
                    <a:pt x="1314" y="1379"/>
                  </a:cubicBezTo>
                  <a:cubicBezTo>
                    <a:pt x="1314" y="1379"/>
                    <a:pt x="1314" y="1379"/>
                    <a:pt x="1314" y="1371"/>
                  </a:cubicBezTo>
                  <a:cubicBezTo>
                    <a:pt x="1321" y="1371"/>
                    <a:pt x="1321" y="1371"/>
                    <a:pt x="1329" y="1371"/>
                  </a:cubicBezTo>
                  <a:close/>
                  <a:moveTo>
                    <a:pt x="1329" y="1387"/>
                  </a:moveTo>
                  <a:cubicBezTo>
                    <a:pt x="1329" y="1387"/>
                    <a:pt x="1337" y="1379"/>
                    <a:pt x="1345" y="1379"/>
                  </a:cubicBezTo>
                  <a:cubicBezTo>
                    <a:pt x="1337" y="1379"/>
                    <a:pt x="1329" y="1387"/>
                    <a:pt x="1329" y="1387"/>
                  </a:cubicBezTo>
                  <a:cubicBezTo>
                    <a:pt x="1329" y="1387"/>
                    <a:pt x="1329" y="1387"/>
                    <a:pt x="1329" y="1387"/>
                  </a:cubicBezTo>
                  <a:close/>
                  <a:moveTo>
                    <a:pt x="1321" y="1402"/>
                  </a:moveTo>
                  <a:cubicBezTo>
                    <a:pt x="1314" y="1402"/>
                    <a:pt x="1314" y="1402"/>
                    <a:pt x="1306" y="1402"/>
                  </a:cubicBezTo>
                  <a:cubicBezTo>
                    <a:pt x="1314" y="1402"/>
                    <a:pt x="1314" y="1402"/>
                    <a:pt x="1321" y="1402"/>
                  </a:cubicBezTo>
                  <a:cubicBezTo>
                    <a:pt x="1321" y="1402"/>
                    <a:pt x="1321" y="1402"/>
                    <a:pt x="1321" y="1402"/>
                  </a:cubicBezTo>
                  <a:close/>
                  <a:moveTo>
                    <a:pt x="55" y="87"/>
                  </a:moveTo>
                  <a:cubicBezTo>
                    <a:pt x="55" y="87"/>
                    <a:pt x="47" y="79"/>
                    <a:pt x="47" y="71"/>
                  </a:cubicBezTo>
                  <a:cubicBezTo>
                    <a:pt x="47" y="87"/>
                    <a:pt x="55" y="87"/>
                    <a:pt x="55" y="87"/>
                  </a:cubicBezTo>
                  <a:close/>
                  <a:moveTo>
                    <a:pt x="47" y="24"/>
                  </a:moveTo>
                  <a:cubicBezTo>
                    <a:pt x="47" y="24"/>
                    <a:pt x="47" y="24"/>
                    <a:pt x="47" y="24"/>
                  </a:cubicBezTo>
                  <a:cubicBezTo>
                    <a:pt x="47" y="16"/>
                    <a:pt x="47" y="16"/>
                    <a:pt x="47" y="16"/>
                  </a:cubicBezTo>
                  <a:cubicBezTo>
                    <a:pt x="47" y="16"/>
                    <a:pt x="47" y="16"/>
                    <a:pt x="47" y="24"/>
                  </a:cubicBezTo>
                  <a:close/>
                  <a:moveTo>
                    <a:pt x="71" y="235"/>
                  </a:moveTo>
                  <a:cubicBezTo>
                    <a:pt x="63" y="220"/>
                    <a:pt x="63" y="204"/>
                    <a:pt x="63" y="196"/>
                  </a:cubicBezTo>
                  <a:cubicBezTo>
                    <a:pt x="63" y="196"/>
                    <a:pt x="63" y="196"/>
                    <a:pt x="63" y="204"/>
                  </a:cubicBezTo>
                  <a:cubicBezTo>
                    <a:pt x="63" y="204"/>
                    <a:pt x="63" y="204"/>
                    <a:pt x="71" y="235"/>
                  </a:cubicBezTo>
                  <a:close/>
                  <a:moveTo>
                    <a:pt x="63" y="188"/>
                  </a:moveTo>
                  <a:cubicBezTo>
                    <a:pt x="63" y="181"/>
                    <a:pt x="63" y="181"/>
                    <a:pt x="63" y="173"/>
                  </a:cubicBezTo>
                  <a:cubicBezTo>
                    <a:pt x="55" y="157"/>
                    <a:pt x="55" y="157"/>
                    <a:pt x="55" y="157"/>
                  </a:cubicBezTo>
                  <a:cubicBezTo>
                    <a:pt x="63" y="181"/>
                    <a:pt x="63" y="188"/>
                    <a:pt x="63" y="196"/>
                  </a:cubicBezTo>
                  <a:cubicBezTo>
                    <a:pt x="63" y="188"/>
                    <a:pt x="63" y="188"/>
                    <a:pt x="63" y="188"/>
                  </a:cubicBezTo>
                  <a:close/>
                  <a:moveTo>
                    <a:pt x="71" y="110"/>
                  </a:moveTo>
                  <a:cubicBezTo>
                    <a:pt x="63" y="94"/>
                    <a:pt x="63" y="94"/>
                    <a:pt x="63" y="94"/>
                  </a:cubicBezTo>
                  <a:cubicBezTo>
                    <a:pt x="63" y="102"/>
                    <a:pt x="63" y="102"/>
                    <a:pt x="63" y="110"/>
                  </a:cubicBezTo>
                  <a:cubicBezTo>
                    <a:pt x="71" y="110"/>
                    <a:pt x="71" y="110"/>
                    <a:pt x="71" y="110"/>
                  </a:cubicBezTo>
                  <a:close/>
                  <a:moveTo>
                    <a:pt x="1517" y="1363"/>
                  </a:moveTo>
                  <a:cubicBezTo>
                    <a:pt x="1501" y="1371"/>
                    <a:pt x="1493" y="1371"/>
                    <a:pt x="1485" y="1371"/>
                  </a:cubicBezTo>
                  <a:cubicBezTo>
                    <a:pt x="1485" y="1371"/>
                    <a:pt x="1485" y="1371"/>
                    <a:pt x="1485" y="1371"/>
                  </a:cubicBezTo>
                  <a:cubicBezTo>
                    <a:pt x="1517" y="1363"/>
                    <a:pt x="1517" y="1363"/>
                    <a:pt x="1517" y="1363"/>
                  </a:cubicBezTo>
                  <a:close/>
                  <a:moveTo>
                    <a:pt x="1384" y="1387"/>
                  </a:moveTo>
                  <a:cubicBezTo>
                    <a:pt x="1423" y="1379"/>
                    <a:pt x="1423" y="1379"/>
                    <a:pt x="1423" y="1379"/>
                  </a:cubicBezTo>
                  <a:cubicBezTo>
                    <a:pt x="1407" y="1379"/>
                    <a:pt x="1399" y="1379"/>
                    <a:pt x="1384" y="1387"/>
                  </a:cubicBezTo>
                  <a:close/>
                  <a:moveTo>
                    <a:pt x="1290" y="1402"/>
                  </a:moveTo>
                  <a:cubicBezTo>
                    <a:pt x="1282" y="1402"/>
                    <a:pt x="1282" y="1402"/>
                    <a:pt x="1290" y="1410"/>
                  </a:cubicBezTo>
                  <a:cubicBezTo>
                    <a:pt x="1290" y="1410"/>
                    <a:pt x="1290" y="1410"/>
                    <a:pt x="1321" y="1394"/>
                  </a:cubicBezTo>
                  <a:cubicBezTo>
                    <a:pt x="1306" y="1394"/>
                    <a:pt x="1306" y="1394"/>
                    <a:pt x="1290" y="1402"/>
                  </a:cubicBezTo>
                  <a:close/>
                  <a:moveTo>
                    <a:pt x="1360" y="1394"/>
                  </a:moveTo>
                  <a:cubicBezTo>
                    <a:pt x="1360" y="1394"/>
                    <a:pt x="1360" y="1394"/>
                    <a:pt x="1360" y="1394"/>
                  </a:cubicBezTo>
                  <a:cubicBezTo>
                    <a:pt x="1360" y="1394"/>
                    <a:pt x="1360" y="1394"/>
                    <a:pt x="1360" y="1394"/>
                  </a:cubicBezTo>
                  <a:cubicBezTo>
                    <a:pt x="1360" y="1394"/>
                    <a:pt x="1368" y="1394"/>
                    <a:pt x="1368" y="1394"/>
                  </a:cubicBezTo>
                  <a:cubicBezTo>
                    <a:pt x="1368" y="1394"/>
                    <a:pt x="1368" y="1394"/>
                    <a:pt x="1376" y="1387"/>
                  </a:cubicBezTo>
                  <a:cubicBezTo>
                    <a:pt x="1376" y="1387"/>
                    <a:pt x="1376" y="1387"/>
                    <a:pt x="1376" y="1387"/>
                  </a:cubicBezTo>
                  <a:cubicBezTo>
                    <a:pt x="1376" y="1387"/>
                    <a:pt x="1384" y="1387"/>
                    <a:pt x="1384" y="1387"/>
                  </a:cubicBezTo>
                  <a:cubicBezTo>
                    <a:pt x="1376" y="1387"/>
                    <a:pt x="1360" y="1387"/>
                    <a:pt x="1345" y="1394"/>
                  </a:cubicBezTo>
                  <a:cubicBezTo>
                    <a:pt x="1329" y="1394"/>
                    <a:pt x="1337" y="1394"/>
                    <a:pt x="1329" y="1394"/>
                  </a:cubicBezTo>
                  <a:cubicBezTo>
                    <a:pt x="1329" y="1394"/>
                    <a:pt x="1329" y="1394"/>
                    <a:pt x="1329" y="1394"/>
                  </a:cubicBezTo>
                  <a:cubicBezTo>
                    <a:pt x="1329" y="1394"/>
                    <a:pt x="1329" y="1394"/>
                    <a:pt x="1329" y="1394"/>
                  </a:cubicBezTo>
                  <a:cubicBezTo>
                    <a:pt x="1321" y="1394"/>
                    <a:pt x="1321" y="1394"/>
                    <a:pt x="1321" y="1394"/>
                  </a:cubicBezTo>
                  <a:cubicBezTo>
                    <a:pt x="1321" y="1394"/>
                    <a:pt x="1321" y="1394"/>
                    <a:pt x="1321" y="1402"/>
                  </a:cubicBezTo>
                  <a:cubicBezTo>
                    <a:pt x="1321" y="1402"/>
                    <a:pt x="1329" y="1394"/>
                    <a:pt x="1329" y="1394"/>
                  </a:cubicBezTo>
                  <a:cubicBezTo>
                    <a:pt x="1337" y="1394"/>
                    <a:pt x="1353" y="1394"/>
                    <a:pt x="1360" y="1394"/>
                  </a:cubicBezTo>
                  <a:close/>
                  <a:moveTo>
                    <a:pt x="329" y="1246"/>
                  </a:moveTo>
                  <a:cubicBezTo>
                    <a:pt x="329" y="1246"/>
                    <a:pt x="329" y="1246"/>
                    <a:pt x="321" y="1246"/>
                  </a:cubicBezTo>
                  <a:cubicBezTo>
                    <a:pt x="329" y="1246"/>
                    <a:pt x="329" y="1246"/>
                    <a:pt x="329" y="1246"/>
                  </a:cubicBezTo>
                  <a:cubicBezTo>
                    <a:pt x="329" y="1246"/>
                    <a:pt x="329" y="1246"/>
                    <a:pt x="329" y="1246"/>
                  </a:cubicBezTo>
                  <a:close/>
                  <a:moveTo>
                    <a:pt x="305" y="1230"/>
                  </a:moveTo>
                  <a:cubicBezTo>
                    <a:pt x="305" y="1230"/>
                    <a:pt x="297" y="1230"/>
                    <a:pt x="297" y="1230"/>
                  </a:cubicBezTo>
                  <a:cubicBezTo>
                    <a:pt x="305" y="1230"/>
                    <a:pt x="305" y="1230"/>
                    <a:pt x="305" y="1230"/>
                  </a:cubicBezTo>
                  <a:cubicBezTo>
                    <a:pt x="305" y="1230"/>
                    <a:pt x="305" y="1230"/>
                    <a:pt x="305" y="1230"/>
                  </a:cubicBezTo>
                  <a:close/>
                  <a:moveTo>
                    <a:pt x="321" y="1246"/>
                  </a:moveTo>
                  <a:cubicBezTo>
                    <a:pt x="321" y="1246"/>
                    <a:pt x="321" y="1246"/>
                    <a:pt x="321" y="1246"/>
                  </a:cubicBezTo>
                  <a:cubicBezTo>
                    <a:pt x="321" y="1246"/>
                    <a:pt x="321" y="1246"/>
                    <a:pt x="321" y="1246"/>
                  </a:cubicBezTo>
                  <a:cubicBezTo>
                    <a:pt x="321" y="1246"/>
                    <a:pt x="321" y="1246"/>
                    <a:pt x="321" y="1246"/>
                  </a:cubicBezTo>
                  <a:cubicBezTo>
                    <a:pt x="313" y="1238"/>
                    <a:pt x="305" y="1230"/>
                    <a:pt x="305" y="1230"/>
                  </a:cubicBezTo>
                  <a:cubicBezTo>
                    <a:pt x="305" y="1230"/>
                    <a:pt x="305" y="1230"/>
                    <a:pt x="305" y="1230"/>
                  </a:cubicBezTo>
                  <a:cubicBezTo>
                    <a:pt x="313" y="1238"/>
                    <a:pt x="313" y="1246"/>
                    <a:pt x="321" y="1246"/>
                  </a:cubicBezTo>
                  <a:close/>
                  <a:moveTo>
                    <a:pt x="376" y="1285"/>
                  </a:moveTo>
                  <a:cubicBezTo>
                    <a:pt x="376" y="1285"/>
                    <a:pt x="376" y="1285"/>
                    <a:pt x="376" y="1293"/>
                  </a:cubicBezTo>
                  <a:cubicBezTo>
                    <a:pt x="383" y="1293"/>
                    <a:pt x="383" y="1293"/>
                    <a:pt x="383" y="1293"/>
                  </a:cubicBezTo>
                  <a:cubicBezTo>
                    <a:pt x="376" y="1285"/>
                    <a:pt x="376" y="1285"/>
                    <a:pt x="376" y="1285"/>
                  </a:cubicBezTo>
                  <a:close/>
                  <a:moveTo>
                    <a:pt x="321" y="1246"/>
                  </a:moveTo>
                  <a:cubicBezTo>
                    <a:pt x="321" y="1246"/>
                    <a:pt x="321" y="1246"/>
                    <a:pt x="321" y="1246"/>
                  </a:cubicBezTo>
                  <a:cubicBezTo>
                    <a:pt x="321" y="1253"/>
                    <a:pt x="329" y="1253"/>
                    <a:pt x="321" y="1246"/>
                  </a:cubicBezTo>
                  <a:close/>
                  <a:moveTo>
                    <a:pt x="8" y="290"/>
                  </a:moveTo>
                  <a:cubicBezTo>
                    <a:pt x="8" y="290"/>
                    <a:pt x="8" y="290"/>
                    <a:pt x="8" y="275"/>
                  </a:cubicBezTo>
                  <a:cubicBezTo>
                    <a:pt x="8" y="290"/>
                    <a:pt x="8" y="322"/>
                    <a:pt x="8" y="322"/>
                  </a:cubicBezTo>
                  <a:cubicBezTo>
                    <a:pt x="8" y="322"/>
                    <a:pt x="8" y="322"/>
                    <a:pt x="8" y="322"/>
                  </a:cubicBezTo>
                  <a:cubicBezTo>
                    <a:pt x="8" y="314"/>
                    <a:pt x="16" y="322"/>
                    <a:pt x="8" y="306"/>
                  </a:cubicBezTo>
                  <a:cubicBezTo>
                    <a:pt x="8" y="306"/>
                    <a:pt x="8" y="298"/>
                    <a:pt x="8" y="298"/>
                  </a:cubicBezTo>
                  <a:cubicBezTo>
                    <a:pt x="8" y="298"/>
                    <a:pt x="8" y="290"/>
                    <a:pt x="8" y="290"/>
                  </a:cubicBezTo>
                  <a:close/>
                  <a:moveTo>
                    <a:pt x="1298" y="1434"/>
                  </a:moveTo>
                  <a:cubicBezTo>
                    <a:pt x="1290" y="1441"/>
                    <a:pt x="1290" y="1441"/>
                    <a:pt x="1282" y="1441"/>
                  </a:cubicBezTo>
                  <a:cubicBezTo>
                    <a:pt x="1282" y="1441"/>
                    <a:pt x="1290" y="1441"/>
                    <a:pt x="1298" y="1434"/>
                  </a:cubicBezTo>
                  <a:cubicBezTo>
                    <a:pt x="1298" y="1434"/>
                    <a:pt x="1298" y="1434"/>
                    <a:pt x="1298" y="1434"/>
                  </a:cubicBezTo>
                  <a:cubicBezTo>
                    <a:pt x="1274" y="1434"/>
                    <a:pt x="1235" y="1441"/>
                    <a:pt x="1212" y="1441"/>
                  </a:cubicBezTo>
                  <a:cubicBezTo>
                    <a:pt x="1212" y="1441"/>
                    <a:pt x="1220" y="1441"/>
                    <a:pt x="1220" y="1441"/>
                  </a:cubicBezTo>
                  <a:cubicBezTo>
                    <a:pt x="1235" y="1441"/>
                    <a:pt x="1243" y="1434"/>
                    <a:pt x="1235" y="1434"/>
                  </a:cubicBezTo>
                  <a:cubicBezTo>
                    <a:pt x="1282" y="1426"/>
                    <a:pt x="1329" y="1418"/>
                    <a:pt x="1392" y="1410"/>
                  </a:cubicBezTo>
                  <a:cubicBezTo>
                    <a:pt x="1392" y="1410"/>
                    <a:pt x="1392" y="1410"/>
                    <a:pt x="1399" y="1410"/>
                  </a:cubicBezTo>
                  <a:cubicBezTo>
                    <a:pt x="1392" y="1410"/>
                    <a:pt x="1392" y="1410"/>
                    <a:pt x="1376" y="1410"/>
                  </a:cubicBezTo>
                  <a:cubicBezTo>
                    <a:pt x="1376" y="1410"/>
                    <a:pt x="1376" y="1410"/>
                    <a:pt x="1392" y="1410"/>
                  </a:cubicBezTo>
                  <a:cubicBezTo>
                    <a:pt x="1399" y="1410"/>
                    <a:pt x="1407" y="1402"/>
                    <a:pt x="1423" y="1402"/>
                  </a:cubicBezTo>
                  <a:cubicBezTo>
                    <a:pt x="1399" y="1402"/>
                    <a:pt x="1415" y="1402"/>
                    <a:pt x="1415" y="1394"/>
                  </a:cubicBezTo>
                  <a:cubicBezTo>
                    <a:pt x="1446" y="1394"/>
                    <a:pt x="1462" y="1387"/>
                    <a:pt x="1478" y="1387"/>
                  </a:cubicBezTo>
                  <a:cubicBezTo>
                    <a:pt x="1478" y="1387"/>
                    <a:pt x="1478" y="1387"/>
                    <a:pt x="1485" y="1379"/>
                  </a:cubicBezTo>
                  <a:cubicBezTo>
                    <a:pt x="1485" y="1379"/>
                    <a:pt x="1485" y="1379"/>
                    <a:pt x="1478" y="1379"/>
                  </a:cubicBezTo>
                  <a:cubicBezTo>
                    <a:pt x="1454" y="1387"/>
                    <a:pt x="1462" y="1387"/>
                    <a:pt x="1439" y="1394"/>
                  </a:cubicBezTo>
                  <a:cubicBezTo>
                    <a:pt x="1439" y="1394"/>
                    <a:pt x="1439" y="1394"/>
                    <a:pt x="1407" y="1394"/>
                  </a:cubicBezTo>
                  <a:cubicBezTo>
                    <a:pt x="1407" y="1394"/>
                    <a:pt x="1407" y="1394"/>
                    <a:pt x="1399" y="1394"/>
                  </a:cubicBezTo>
                  <a:cubicBezTo>
                    <a:pt x="1392" y="1402"/>
                    <a:pt x="1392" y="1402"/>
                    <a:pt x="1392" y="1402"/>
                  </a:cubicBezTo>
                  <a:cubicBezTo>
                    <a:pt x="1392" y="1402"/>
                    <a:pt x="1392" y="1402"/>
                    <a:pt x="1392" y="1402"/>
                  </a:cubicBezTo>
                  <a:cubicBezTo>
                    <a:pt x="1392" y="1402"/>
                    <a:pt x="1392" y="1402"/>
                    <a:pt x="1392" y="1402"/>
                  </a:cubicBezTo>
                  <a:cubicBezTo>
                    <a:pt x="1384" y="1402"/>
                    <a:pt x="1384" y="1402"/>
                    <a:pt x="1384" y="1410"/>
                  </a:cubicBezTo>
                  <a:cubicBezTo>
                    <a:pt x="1384" y="1410"/>
                    <a:pt x="1384" y="1410"/>
                    <a:pt x="1376" y="1410"/>
                  </a:cubicBezTo>
                  <a:cubicBezTo>
                    <a:pt x="1360" y="1410"/>
                    <a:pt x="1376" y="1402"/>
                    <a:pt x="1392" y="1402"/>
                  </a:cubicBezTo>
                  <a:cubicBezTo>
                    <a:pt x="1360" y="1402"/>
                    <a:pt x="1345" y="1410"/>
                    <a:pt x="1314" y="1418"/>
                  </a:cubicBezTo>
                  <a:cubicBezTo>
                    <a:pt x="1298" y="1418"/>
                    <a:pt x="1290" y="1418"/>
                    <a:pt x="1290" y="1418"/>
                  </a:cubicBezTo>
                  <a:cubicBezTo>
                    <a:pt x="1290" y="1418"/>
                    <a:pt x="1282" y="1418"/>
                    <a:pt x="1282" y="1418"/>
                  </a:cubicBezTo>
                  <a:cubicBezTo>
                    <a:pt x="1337" y="1410"/>
                    <a:pt x="1392" y="1402"/>
                    <a:pt x="1446" y="1387"/>
                  </a:cubicBezTo>
                  <a:cubicBezTo>
                    <a:pt x="1439" y="1387"/>
                    <a:pt x="1431" y="1387"/>
                    <a:pt x="1431" y="1387"/>
                  </a:cubicBezTo>
                  <a:cubicBezTo>
                    <a:pt x="1439" y="1387"/>
                    <a:pt x="1446" y="1379"/>
                    <a:pt x="1478" y="1379"/>
                  </a:cubicBezTo>
                  <a:cubicBezTo>
                    <a:pt x="1478" y="1379"/>
                    <a:pt x="1478" y="1379"/>
                    <a:pt x="1478" y="1379"/>
                  </a:cubicBezTo>
                  <a:cubicBezTo>
                    <a:pt x="1478" y="1379"/>
                    <a:pt x="1478" y="1379"/>
                    <a:pt x="1485" y="1379"/>
                  </a:cubicBezTo>
                  <a:cubicBezTo>
                    <a:pt x="1478" y="1379"/>
                    <a:pt x="1478" y="1379"/>
                    <a:pt x="1493" y="1371"/>
                  </a:cubicBezTo>
                  <a:cubicBezTo>
                    <a:pt x="1462" y="1379"/>
                    <a:pt x="1376" y="1394"/>
                    <a:pt x="1345" y="1402"/>
                  </a:cubicBezTo>
                  <a:cubicBezTo>
                    <a:pt x="1376" y="1394"/>
                    <a:pt x="1407" y="1387"/>
                    <a:pt x="1462" y="1379"/>
                  </a:cubicBezTo>
                  <a:cubicBezTo>
                    <a:pt x="1462" y="1379"/>
                    <a:pt x="1462" y="1379"/>
                    <a:pt x="1462" y="1379"/>
                  </a:cubicBezTo>
                  <a:cubicBezTo>
                    <a:pt x="1470" y="1371"/>
                    <a:pt x="1478" y="1371"/>
                    <a:pt x="1485" y="1371"/>
                  </a:cubicBezTo>
                  <a:cubicBezTo>
                    <a:pt x="1485" y="1371"/>
                    <a:pt x="1485" y="1371"/>
                    <a:pt x="1478" y="1371"/>
                  </a:cubicBezTo>
                  <a:cubicBezTo>
                    <a:pt x="1493" y="1363"/>
                    <a:pt x="1478" y="1363"/>
                    <a:pt x="1478" y="1363"/>
                  </a:cubicBezTo>
                  <a:cubicBezTo>
                    <a:pt x="1478" y="1363"/>
                    <a:pt x="1478" y="1363"/>
                    <a:pt x="1478" y="1363"/>
                  </a:cubicBezTo>
                  <a:cubicBezTo>
                    <a:pt x="1470" y="1371"/>
                    <a:pt x="1470" y="1371"/>
                    <a:pt x="1462" y="1371"/>
                  </a:cubicBezTo>
                  <a:cubicBezTo>
                    <a:pt x="1462" y="1371"/>
                    <a:pt x="1462" y="1371"/>
                    <a:pt x="1462" y="1371"/>
                  </a:cubicBezTo>
                  <a:cubicBezTo>
                    <a:pt x="1446" y="1379"/>
                    <a:pt x="1439" y="1379"/>
                    <a:pt x="1415" y="1379"/>
                  </a:cubicBezTo>
                  <a:cubicBezTo>
                    <a:pt x="1415" y="1379"/>
                    <a:pt x="1415" y="1379"/>
                    <a:pt x="1423" y="1379"/>
                  </a:cubicBezTo>
                  <a:cubicBezTo>
                    <a:pt x="1423" y="1379"/>
                    <a:pt x="1423" y="1379"/>
                    <a:pt x="1431" y="1379"/>
                  </a:cubicBezTo>
                  <a:cubicBezTo>
                    <a:pt x="1415" y="1387"/>
                    <a:pt x="1415" y="1379"/>
                    <a:pt x="1399" y="1387"/>
                  </a:cubicBezTo>
                  <a:cubicBezTo>
                    <a:pt x="1384" y="1394"/>
                    <a:pt x="1376" y="1394"/>
                    <a:pt x="1360" y="1394"/>
                  </a:cubicBezTo>
                  <a:cubicBezTo>
                    <a:pt x="1360" y="1394"/>
                    <a:pt x="1360" y="1394"/>
                    <a:pt x="1353" y="1394"/>
                  </a:cubicBezTo>
                  <a:cubicBezTo>
                    <a:pt x="1353" y="1394"/>
                    <a:pt x="1353" y="1394"/>
                    <a:pt x="1360" y="1394"/>
                  </a:cubicBezTo>
                  <a:cubicBezTo>
                    <a:pt x="1353" y="1394"/>
                    <a:pt x="1353" y="1394"/>
                    <a:pt x="1345" y="1394"/>
                  </a:cubicBezTo>
                  <a:cubicBezTo>
                    <a:pt x="1353" y="1394"/>
                    <a:pt x="1337" y="1402"/>
                    <a:pt x="1321" y="1402"/>
                  </a:cubicBezTo>
                  <a:cubicBezTo>
                    <a:pt x="1321" y="1402"/>
                    <a:pt x="1321" y="1402"/>
                    <a:pt x="1321" y="1402"/>
                  </a:cubicBezTo>
                  <a:cubicBezTo>
                    <a:pt x="1314" y="1402"/>
                    <a:pt x="1306" y="1402"/>
                    <a:pt x="1298" y="1402"/>
                  </a:cubicBezTo>
                  <a:cubicBezTo>
                    <a:pt x="1306" y="1402"/>
                    <a:pt x="1306" y="1402"/>
                    <a:pt x="1306" y="1402"/>
                  </a:cubicBezTo>
                  <a:cubicBezTo>
                    <a:pt x="1298" y="1402"/>
                    <a:pt x="1298" y="1402"/>
                    <a:pt x="1290" y="1410"/>
                  </a:cubicBezTo>
                  <a:cubicBezTo>
                    <a:pt x="1282" y="1410"/>
                    <a:pt x="1251" y="1410"/>
                    <a:pt x="1220" y="1418"/>
                  </a:cubicBezTo>
                  <a:cubicBezTo>
                    <a:pt x="1251" y="1410"/>
                    <a:pt x="1243" y="1410"/>
                    <a:pt x="1243" y="1410"/>
                  </a:cubicBezTo>
                  <a:cubicBezTo>
                    <a:pt x="1212" y="1410"/>
                    <a:pt x="1220" y="1410"/>
                    <a:pt x="1188" y="1410"/>
                  </a:cubicBezTo>
                  <a:cubicBezTo>
                    <a:pt x="1173" y="1418"/>
                    <a:pt x="1173" y="1410"/>
                    <a:pt x="1173" y="1418"/>
                  </a:cubicBezTo>
                  <a:cubicBezTo>
                    <a:pt x="1173" y="1418"/>
                    <a:pt x="1165" y="1418"/>
                    <a:pt x="1165" y="1418"/>
                  </a:cubicBezTo>
                  <a:cubicBezTo>
                    <a:pt x="1157" y="1418"/>
                    <a:pt x="1165" y="1418"/>
                    <a:pt x="1149" y="1418"/>
                  </a:cubicBezTo>
                  <a:cubicBezTo>
                    <a:pt x="1149" y="1418"/>
                    <a:pt x="1165" y="1410"/>
                    <a:pt x="1181" y="1410"/>
                  </a:cubicBezTo>
                  <a:cubicBezTo>
                    <a:pt x="1196" y="1410"/>
                    <a:pt x="1212" y="1410"/>
                    <a:pt x="1220" y="1410"/>
                  </a:cubicBezTo>
                  <a:cubicBezTo>
                    <a:pt x="1220" y="1410"/>
                    <a:pt x="1220" y="1410"/>
                    <a:pt x="1212" y="1410"/>
                  </a:cubicBezTo>
                  <a:cubicBezTo>
                    <a:pt x="1243" y="1402"/>
                    <a:pt x="1235" y="1402"/>
                    <a:pt x="1235" y="1402"/>
                  </a:cubicBezTo>
                  <a:cubicBezTo>
                    <a:pt x="1259" y="1402"/>
                    <a:pt x="1267" y="1394"/>
                    <a:pt x="1290" y="1394"/>
                  </a:cubicBezTo>
                  <a:cubicBezTo>
                    <a:pt x="1290" y="1394"/>
                    <a:pt x="1282" y="1394"/>
                    <a:pt x="1274" y="1394"/>
                  </a:cubicBezTo>
                  <a:cubicBezTo>
                    <a:pt x="1282" y="1394"/>
                    <a:pt x="1282" y="1394"/>
                    <a:pt x="1290" y="1394"/>
                  </a:cubicBezTo>
                  <a:cubicBezTo>
                    <a:pt x="1306" y="1394"/>
                    <a:pt x="1321" y="1387"/>
                    <a:pt x="1329" y="1387"/>
                  </a:cubicBezTo>
                  <a:cubicBezTo>
                    <a:pt x="1267" y="1394"/>
                    <a:pt x="1181" y="1402"/>
                    <a:pt x="1142" y="1410"/>
                  </a:cubicBezTo>
                  <a:cubicBezTo>
                    <a:pt x="1142" y="1410"/>
                    <a:pt x="1142" y="1410"/>
                    <a:pt x="1142" y="1410"/>
                  </a:cubicBezTo>
                  <a:cubicBezTo>
                    <a:pt x="1149" y="1410"/>
                    <a:pt x="1149" y="1410"/>
                    <a:pt x="1157" y="1410"/>
                  </a:cubicBezTo>
                  <a:cubicBezTo>
                    <a:pt x="1157" y="1410"/>
                    <a:pt x="1149" y="1410"/>
                    <a:pt x="1142" y="1410"/>
                  </a:cubicBezTo>
                  <a:cubicBezTo>
                    <a:pt x="1220" y="1394"/>
                    <a:pt x="1267" y="1394"/>
                    <a:pt x="1329" y="1387"/>
                  </a:cubicBezTo>
                  <a:cubicBezTo>
                    <a:pt x="1329" y="1387"/>
                    <a:pt x="1329" y="1379"/>
                    <a:pt x="1329" y="1379"/>
                  </a:cubicBezTo>
                  <a:cubicBezTo>
                    <a:pt x="1345" y="1379"/>
                    <a:pt x="1337" y="1379"/>
                    <a:pt x="1345" y="1379"/>
                  </a:cubicBezTo>
                  <a:cubicBezTo>
                    <a:pt x="1345" y="1379"/>
                    <a:pt x="1329" y="1379"/>
                    <a:pt x="1329" y="1379"/>
                  </a:cubicBezTo>
                  <a:cubicBezTo>
                    <a:pt x="1329" y="1379"/>
                    <a:pt x="1329" y="1379"/>
                    <a:pt x="1337" y="1379"/>
                  </a:cubicBezTo>
                  <a:cubicBezTo>
                    <a:pt x="1337" y="1379"/>
                    <a:pt x="1337" y="1379"/>
                    <a:pt x="1345" y="1379"/>
                  </a:cubicBezTo>
                  <a:cubicBezTo>
                    <a:pt x="1345" y="1379"/>
                    <a:pt x="1345" y="1379"/>
                    <a:pt x="1345" y="1379"/>
                  </a:cubicBezTo>
                  <a:cubicBezTo>
                    <a:pt x="1368" y="1371"/>
                    <a:pt x="1353" y="1371"/>
                    <a:pt x="1368" y="1363"/>
                  </a:cubicBezTo>
                  <a:cubicBezTo>
                    <a:pt x="1368" y="1363"/>
                    <a:pt x="1368" y="1363"/>
                    <a:pt x="1329" y="1371"/>
                  </a:cubicBezTo>
                  <a:cubicBezTo>
                    <a:pt x="1337" y="1371"/>
                    <a:pt x="1337" y="1371"/>
                    <a:pt x="1337" y="1371"/>
                  </a:cubicBezTo>
                  <a:cubicBezTo>
                    <a:pt x="1329" y="1371"/>
                    <a:pt x="1329" y="1371"/>
                    <a:pt x="1329" y="1371"/>
                  </a:cubicBezTo>
                  <a:cubicBezTo>
                    <a:pt x="1321" y="1371"/>
                    <a:pt x="1321" y="1371"/>
                    <a:pt x="1314" y="1371"/>
                  </a:cubicBezTo>
                  <a:cubicBezTo>
                    <a:pt x="1314" y="1379"/>
                    <a:pt x="1314" y="1379"/>
                    <a:pt x="1314" y="1379"/>
                  </a:cubicBezTo>
                  <a:cubicBezTo>
                    <a:pt x="1314" y="1379"/>
                    <a:pt x="1314" y="1379"/>
                    <a:pt x="1314" y="1379"/>
                  </a:cubicBezTo>
                  <a:cubicBezTo>
                    <a:pt x="1306" y="1379"/>
                    <a:pt x="1298" y="1379"/>
                    <a:pt x="1290" y="1379"/>
                  </a:cubicBezTo>
                  <a:cubicBezTo>
                    <a:pt x="1290" y="1379"/>
                    <a:pt x="1290" y="1379"/>
                    <a:pt x="1282" y="1379"/>
                  </a:cubicBezTo>
                  <a:cubicBezTo>
                    <a:pt x="1267" y="1379"/>
                    <a:pt x="1251" y="1387"/>
                    <a:pt x="1220" y="1387"/>
                  </a:cubicBezTo>
                  <a:cubicBezTo>
                    <a:pt x="1212" y="1387"/>
                    <a:pt x="1181" y="1394"/>
                    <a:pt x="1165" y="1394"/>
                  </a:cubicBezTo>
                  <a:cubicBezTo>
                    <a:pt x="1165" y="1394"/>
                    <a:pt x="1165" y="1394"/>
                    <a:pt x="1173" y="1394"/>
                  </a:cubicBezTo>
                  <a:cubicBezTo>
                    <a:pt x="1142" y="1394"/>
                    <a:pt x="1142" y="1394"/>
                    <a:pt x="1134" y="1394"/>
                  </a:cubicBezTo>
                  <a:cubicBezTo>
                    <a:pt x="1134" y="1394"/>
                    <a:pt x="1134" y="1394"/>
                    <a:pt x="1110" y="1402"/>
                  </a:cubicBezTo>
                  <a:cubicBezTo>
                    <a:pt x="1110" y="1402"/>
                    <a:pt x="1110" y="1402"/>
                    <a:pt x="1102" y="1402"/>
                  </a:cubicBezTo>
                  <a:cubicBezTo>
                    <a:pt x="1102" y="1402"/>
                    <a:pt x="1095" y="1402"/>
                    <a:pt x="1095" y="1402"/>
                  </a:cubicBezTo>
                  <a:cubicBezTo>
                    <a:pt x="1095" y="1402"/>
                    <a:pt x="1095" y="1402"/>
                    <a:pt x="1095" y="1402"/>
                  </a:cubicBezTo>
                  <a:cubicBezTo>
                    <a:pt x="1071" y="1402"/>
                    <a:pt x="1048" y="1402"/>
                    <a:pt x="1024" y="1410"/>
                  </a:cubicBezTo>
                  <a:cubicBezTo>
                    <a:pt x="1032" y="1402"/>
                    <a:pt x="1032" y="1402"/>
                    <a:pt x="1032" y="1402"/>
                  </a:cubicBezTo>
                  <a:cubicBezTo>
                    <a:pt x="1040" y="1402"/>
                    <a:pt x="1048" y="1402"/>
                    <a:pt x="1063" y="1402"/>
                  </a:cubicBezTo>
                  <a:cubicBezTo>
                    <a:pt x="1063" y="1402"/>
                    <a:pt x="1063" y="1402"/>
                    <a:pt x="1056" y="1402"/>
                  </a:cubicBezTo>
                  <a:cubicBezTo>
                    <a:pt x="1079" y="1394"/>
                    <a:pt x="1095" y="1394"/>
                    <a:pt x="1126" y="1394"/>
                  </a:cubicBezTo>
                  <a:cubicBezTo>
                    <a:pt x="1126" y="1394"/>
                    <a:pt x="1126" y="1394"/>
                    <a:pt x="1087" y="1394"/>
                  </a:cubicBezTo>
                  <a:cubicBezTo>
                    <a:pt x="1079" y="1394"/>
                    <a:pt x="1079" y="1394"/>
                    <a:pt x="1079" y="1394"/>
                  </a:cubicBezTo>
                  <a:cubicBezTo>
                    <a:pt x="1071" y="1394"/>
                    <a:pt x="1071" y="1394"/>
                    <a:pt x="1071" y="1394"/>
                  </a:cubicBezTo>
                  <a:cubicBezTo>
                    <a:pt x="1071" y="1394"/>
                    <a:pt x="1071" y="1394"/>
                    <a:pt x="1071" y="1394"/>
                  </a:cubicBezTo>
                  <a:cubicBezTo>
                    <a:pt x="1063" y="1394"/>
                    <a:pt x="1063" y="1394"/>
                    <a:pt x="1063" y="1394"/>
                  </a:cubicBezTo>
                  <a:cubicBezTo>
                    <a:pt x="1063" y="1394"/>
                    <a:pt x="1063" y="1394"/>
                    <a:pt x="1048" y="1402"/>
                  </a:cubicBezTo>
                  <a:cubicBezTo>
                    <a:pt x="1048" y="1402"/>
                    <a:pt x="1048" y="1402"/>
                    <a:pt x="1048" y="1394"/>
                  </a:cubicBezTo>
                  <a:cubicBezTo>
                    <a:pt x="1040" y="1402"/>
                    <a:pt x="1040" y="1402"/>
                    <a:pt x="1040" y="1402"/>
                  </a:cubicBezTo>
                  <a:cubicBezTo>
                    <a:pt x="1032" y="1402"/>
                    <a:pt x="1024" y="1402"/>
                    <a:pt x="1024" y="1402"/>
                  </a:cubicBezTo>
                  <a:cubicBezTo>
                    <a:pt x="1024" y="1402"/>
                    <a:pt x="1024" y="1402"/>
                    <a:pt x="1024" y="1402"/>
                  </a:cubicBezTo>
                  <a:cubicBezTo>
                    <a:pt x="1001" y="1402"/>
                    <a:pt x="1009" y="1402"/>
                    <a:pt x="1009" y="1402"/>
                  </a:cubicBezTo>
                  <a:cubicBezTo>
                    <a:pt x="1009" y="1402"/>
                    <a:pt x="1009" y="1402"/>
                    <a:pt x="993" y="1402"/>
                  </a:cubicBezTo>
                  <a:cubicBezTo>
                    <a:pt x="962" y="1402"/>
                    <a:pt x="946" y="1402"/>
                    <a:pt x="946" y="1394"/>
                  </a:cubicBezTo>
                  <a:cubicBezTo>
                    <a:pt x="946" y="1394"/>
                    <a:pt x="946" y="1394"/>
                    <a:pt x="946" y="1402"/>
                  </a:cubicBezTo>
                  <a:cubicBezTo>
                    <a:pt x="946" y="1402"/>
                    <a:pt x="946" y="1402"/>
                    <a:pt x="938" y="1402"/>
                  </a:cubicBezTo>
                  <a:cubicBezTo>
                    <a:pt x="938" y="1402"/>
                    <a:pt x="938" y="1402"/>
                    <a:pt x="938" y="1410"/>
                  </a:cubicBezTo>
                  <a:cubicBezTo>
                    <a:pt x="931" y="1410"/>
                    <a:pt x="931" y="1410"/>
                    <a:pt x="923" y="1410"/>
                  </a:cubicBezTo>
                  <a:cubicBezTo>
                    <a:pt x="923" y="1410"/>
                    <a:pt x="923" y="1402"/>
                    <a:pt x="915" y="1402"/>
                  </a:cubicBezTo>
                  <a:cubicBezTo>
                    <a:pt x="915" y="1402"/>
                    <a:pt x="915" y="1402"/>
                    <a:pt x="915" y="1402"/>
                  </a:cubicBezTo>
                  <a:cubicBezTo>
                    <a:pt x="907" y="1402"/>
                    <a:pt x="899" y="1402"/>
                    <a:pt x="884" y="1402"/>
                  </a:cubicBezTo>
                  <a:cubicBezTo>
                    <a:pt x="891" y="1402"/>
                    <a:pt x="907" y="1402"/>
                    <a:pt x="907" y="1410"/>
                  </a:cubicBezTo>
                  <a:cubicBezTo>
                    <a:pt x="899" y="1410"/>
                    <a:pt x="891" y="1410"/>
                    <a:pt x="884" y="1402"/>
                  </a:cubicBezTo>
                  <a:cubicBezTo>
                    <a:pt x="876" y="1402"/>
                    <a:pt x="884" y="1402"/>
                    <a:pt x="868" y="1402"/>
                  </a:cubicBezTo>
                  <a:cubicBezTo>
                    <a:pt x="860" y="1402"/>
                    <a:pt x="868" y="1402"/>
                    <a:pt x="860" y="1402"/>
                  </a:cubicBezTo>
                  <a:cubicBezTo>
                    <a:pt x="860" y="1402"/>
                    <a:pt x="868" y="1402"/>
                    <a:pt x="860" y="1402"/>
                  </a:cubicBezTo>
                  <a:cubicBezTo>
                    <a:pt x="860" y="1402"/>
                    <a:pt x="852" y="1402"/>
                    <a:pt x="845" y="1402"/>
                  </a:cubicBezTo>
                  <a:cubicBezTo>
                    <a:pt x="837" y="1402"/>
                    <a:pt x="821" y="1402"/>
                    <a:pt x="813" y="1402"/>
                  </a:cubicBezTo>
                  <a:cubicBezTo>
                    <a:pt x="813" y="1402"/>
                    <a:pt x="805" y="1402"/>
                    <a:pt x="805" y="1402"/>
                  </a:cubicBezTo>
                  <a:cubicBezTo>
                    <a:pt x="798" y="1394"/>
                    <a:pt x="798" y="1402"/>
                    <a:pt x="798" y="1394"/>
                  </a:cubicBezTo>
                  <a:cubicBezTo>
                    <a:pt x="790" y="1394"/>
                    <a:pt x="782" y="1394"/>
                    <a:pt x="774" y="1394"/>
                  </a:cubicBezTo>
                  <a:cubicBezTo>
                    <a:pt x="774" y="1394"/>
                    <a:pt x="774" y="1394"/>
                    <a:pt x="759" y="1394"/>
                  </a:cubicBezTo>
                  <a:cubicBezTo>
                    <a:pt x="743" y="1394"/>
                    <a:pt x="727" y="1394"/>
                    <a:pt x="688" y="1387"/>
                  </a:cubicBezTo>
                  <a:cubicBezTo>
                    <a:pt x="688" y="1387"/>
                    <a:pt x="688" y="1387"/>
                    <a:pt x="688" y="1387"/>
                  </a:cubicBezTo>
                  <a:cubicBezTo>
                    <a:pt x="680" y="1387"/>
                    <a:pt x="688" y="1387"/>
                    <a:pt x="673" y="1387"/>
                  </a:cubicBezTo>
                  <a:cubicBezTo>
                    <a:pt x="688" y="1394"/>
                    <a:pt x="696" y="1394"/>
                    <a:pt x="696" y="1394"/>
                  </a:cubicBezTo>
                  <a:cubicBezTo>
                    <a:pt x="696" y="1394"/>
                    <a:pt x="696" y="1394"/>
                    <a:pt x="680" y="1394"/>
                  </a:cubicBezTo>
                  <a:cubicBezTo>
                    <a:pt x="673" y="1394"/>
                    <a:pt x="673" y="1394"/>
                    <a:pt x="673" y="1394"/>
                  </a:cubicBezTo>
                  <a:cubicBezTo>
                    <a:pt x="673" y="1394"/>
                    <a:pt x="673" y="1394"/>
                    <a:pt x="657" y="1387"/>
                  </a:cubicBezTo>
                  <a:cubicBezTo>
                    <a:pt x="649" y="1387"/>
                    <a:pt x="641" y="1387"/>
                    <a:pt x="634" y="1387"/>
                  </a:cubicBezTo>
                  <a:cubicBezTo>
                    <a:pt x="634" y="1387"/>
                    <a:pt x="634" y="1387"/>
                    <a:pt x="634" y="1379"/>
                  </a:cubicBezTo>
                  <a:cubicBezTo>
                    <a:pt x="641" y="1379"/>
                    <a:pt x="649" y="1387"/>
                    <a:pt x="657" y="1387"/>
                  </a:cubicBezTo>
                  <a:cubicBezTo>
                    <a:pt x="657" y="1387"/>
                    <a:pt x="657" y="1387"/>
                    <a:pt x="641" y="1379"/>
                  </a:cubicBezTo>
                  <a:cubicBezTo>
                    <a:pt x="641" y="1379"/>
                    <a:pt x="626" y="1379"/>
                    <a:pt x="610" y="1379"/>
                  </a:cubicBezTo>
                  <a:cubicBezTo>
                    <a:pt x="610" y="1379"/>
                    <a:pt x="610" y="1379"/>
                    <a:pt x="626" y="1379"/>
                  </a:cubicBezTo>
                  <a:cubicBezTo>
                    <a:pt x="610" y="1379"/>
                    <a:pt x="602" y="1379"/>
                    <a:pt x="594" y="1371"/>
                  </a:cubicBezTo>
                  <a:cubicBezTo>
                    <a:pt x="594" y="1371"/>
                    <a:pt x="594" y="1371"/>
                    <a:pt x="594" y="1371"/>
                  </a:cubicBezTo>
                  <a:cubicBezTo>
                    <a:pt x="587" y="1371"/>
                    <a:pt x="587" y="1371"/>
                    <a:pt x="587" y="1371"/>
                  </a:cubicBezTo>
                  <a:cubicBezTo>
                    <a:pt x="587" y="1371"/>
                    <a:pt x="579" y="1371"/>
                    <a:pt x="579" y="1363"/>
                  </a:cubicBezTo>
                  <a:cubicBezTo>
                    <a:pt x="579" y="1371"/>
                    <a:pt x="579" y="1371"/>
                    <a:pt x="579" y="1371"/>
                  </a:cubicBezTo>
                  <a:cubicBezTo>
                    <a:pt x="587" y="1371"/>
                    <a:pt x="587" y="1371"/>
                    <a:pt x="587" y="1371"/>
                  </a:cubicBezTo>
                  <a:cubicBezTo>
                    <a:pt x="594" y="1371"/>
                    <a:pt x="594" y="1371"/>
                    <a:pt x="594" y="1379"/>
                  </a:cubicBezTo>
                  <a:cubicBezTo>
                    <a:pt x="594" y="1379"/>
                    <a:pt x="594" y="1371"/>
                    <a:pt x="594" y="1371"/>
                  </a:cubicBezTo>
                  <a:cubicBezTo>
                    <a:pt x="602" y="1379"/>
                    <a:pt x="610" y="1379"/>
                    <a:pt x="610" y="1379"/>
                  </a:cubicBezTo>
                  <a:cubicBezTo>
                    <a:pt x="610" y="1379"/>
                    <a:pt x="602" y="1379"/>
                    <a:pt x="594" y="1379"/>
                  </a:cubicBezTo>
                  <a:cubicBezTo>
                    <a:pt x="587" y="1379"/>
                    <a:pt x="587" y="1379"/>
                    <a:pt x="587" y="1379"/>
                  </a:cubicBezTo>
                  <a:cubicBezTo>
                    <a:pt x="587" y="1379"/>
                    <a:pt x="587" y="1379"/>
                    <a:pt x="587" y="1379"/>
                  </a:cubicBezTo>
                  <a:cubicBezTo>
                    <a:pt x="587" y="1379"/>
                    <a:pt x="579" y="1371"/>
                    <a:pt x="579" y="1371"/>
                  </a:cubicBezTo>
                  <a:cubicBezTo>
                    <a:pt x="579" y="1371"/>
                    <a:pt x="579" y="1371"/>
                    <a:pt x="579" y="1371"/>
                  </a:cubicBezTo>
                  <a:cubicBezTo>
                    <a:pt x="579" y="1371"/>
                    <a:pt x="587" y="1371"/>
                    <a:pt x="594" y="1379"/>
                  </a:cubicBezTo>
                  <a:cubicBezTo>
                    <a:pt x="594" y="1379"/>
                    <a:pt x="594" y="1379"/>
                    <a:pt x="579" y="1371"/>
                  </a:cubicBezTo>
                  <a:cubicBezTo>
                    <a:pt x="579" y="1371"/>
                    <a:pt x="563" y="1363"/>
                    <a:pt x="563" y="1363"/>
                  </a:cubicBezTo>
                  <a:cubicBezTo>
                    <a:pt x="563" y="1363"/>
                    <a:pt x="563" y="1363"/>
                    <a:pt x="555" y="1363"/>
                  </a:cubicBezTo>
                  <a:cubicBezTo>
                    <a:pt x="555" y="1363"/>
                    <a:pt x="548" y="1363"/>
                    <a:pt x="540" y="1363"/>
                  </a:cubicBezTo>
                  <a:cubicBezTo>
                    <a:pt x="540" y="1363"/>
                    <a:pt x="540" y="1363"/>
                    <a:pt x="540" y="1363"/>
                  </a:cubicBezTo>
                  <a:cubicBezTo>
                    <a:pt x="532" y="1363"/>
                    <a:pt x="532" y="1363"/>
                    <a:pt x="532" y="1355"/>
                  </a:cubicBezTo>
                  <a:cubicBezTo>
                    <a:pt x="532" y="1355"/>
                    <a:pt x="524" y="1355"/>
                    <a:pt x="524" y="1355"/>
                  </a:cubicBezTo>
                  <a:cubicBezTo>
                    <a:pt x="540" y="1363"/>
                    <a:pt x="540" y="1363"/>
                    <a:pt x="540" y="1363"/>
                  </a:cubicBezTo>
                  <a:cubicBezTo>
                    <a:pt x="532" y="1355"/>
                    <a:pt x="532" y="1355"/>
                    <a:pt x="532" y="1355"/>
                  </a:cubicBezTo>
                  <a:cubicBezTo>
                    <a:pt x="540" y="1355"/>
                    <a:pt x="540" y="1355"/>
                    <a:pt x="540" y="1355"/>
                  </a:cubicBezTo>
                  <a:cubicBezTo>
                    <a:pt x="532" y="1355"/>
                    <a:pt x="524" y="1347"/>
                    <a:pt x="508" y="1347"/>
                  </a:cubicBezTo>
                  <a:cubicBezTo>
                    <a:pt x="501" y="1347"/>
                    <a:pt x="493" y="1347"/>
                    <a:pt x="493" y="1347"/>
                  </a:cubicBezTo>
                  <a:cubicBezTo>
                    <a:pt x="485" y="1340"/>
                    <a:pt x="493" y="1347"/>
                    <a:pt x="501" y="1347"/>
                  </a:cubicBezTo>
                  <a:cubicBezTo>
                    <a:pt x="501" y="1347"/>
                    <a:pt x="508" y="1355"/>
                    <a:pt x="516" y="1355"/>
                  </a:cubicBezTo>
                  <a:cubicBezTo>
                    <a:pt x="516" y="1355"/>
                    <a:pt x="508" y="1355"/>
                    <a:pt x="501" y="1347"/>
                  </a:cubicBezTo>
                  <a:cubicBezTo>
                    <a:pt x="501" y="1347"/>
                    <a:pt x="501" y="1347"/>
                    <a:pt x="501" y="1347"/>
                  </a:cubicBezTo>
                  <a:cubicBezTo>
                    <a:pt x="501" y="1347"/>
                    <a:pt x="501" y="1347"/>
                    <a:pt x="501" y="1347"/>
                  </a:cubicBezTo>
                  <a:cubicBezTo>
                    <a:pt x="501" y="1347"/>
                    <a:pt x="501" y="1347"/>
                    <a:pt x="501" y="1347"/>
                  </a:cubicBezTo>
                  <a:cubicBezTo>
                    <a:pt x="501" y="1347"/>
                    <a:pt x="501" y="1347"/>
                    <a:pt x="501" y="1347"/>
                  </a:cubicBezTo>
                  <a:cubicBezTo>
                    <a:pt x="485" y="1347"/>
                    <a:pt x="485" y="1347"/>
                    <a:pt x="485" y="1347"/>
                  </a:cubicBezTo>
                  <a:cubicBezTo>
                    <a:pt x="485" y="1347"/>
                    <a:pt x="485" y="1347"/>
                    <a:pt x="485" y="1347"/>
                  </a:cubicBezTo>
                  <a:cubicBezTo>
                    <a:pt x="485" y="1347"/>
                    <a:pt x="493" y="1347"/>
                    <a:pt x="501" y="1347"/>
                  </a:cubicBezTo>
                  <a:cubicBezTo>
                    <a:pt x="493" y="1347"/>
                    <a:pt x="493" y="1347"/>
                    <a:pt x="485" y="1347"/>
                  </a:cubicBezTo>
                  <a:cubicBezTo>
                    <a:pt x="485" y="1347"/>
                    <a:pt x="485" y="1347"/>
                    <a:pt x="485" y="1347"/>
                  </a:cubicBezTo>
                  <a:cubicBezTo>
                    <a:pt x="485" y="1347"/>
                    <a:pt x="485" y="1347"/>
                    <a:pt x="477" y="1347"/>
                  </a:cubicBezTo>
                  <a:cubicBezTo>
                    <a:pt x="477" y="1340"/>
                    <a:pt x="469" y="1340"/>
                    <a:pt x="462" y="1332"/>
                  </a:cubicBezTo>
                  <a:cubicBezTo>
                    <a:pt x="454" y="1332"/>
                    <a:pt x="438" y="1324"/>
                    <a:pt x="430" y="1316"/>
                  </a:cubicBezTo>
                  <a:cubicBezTo>
                    <a:pt x="430" y="1316"/>
                    <a:pt x="423" y="1316"/>
                    <a:pt x="423" y="1316"/>
                  </a:cubicBezTo>
                  <a:cubicBezTo>
                    <a:pt x="415" y="1308"/>
                    <a:pt x="407" y="1308"/>
                    <a:pt x="399" y="1300"/>
                  </a:cubicBezTo>
                  <a:cubicBezTo>
                    <a:pt x="399" y="1300"/>
                    <a:pt x="399" y="1300"/>
                    <a:pt x="399" y="1300"/>
                  </a:cubicBezTo>
                  <a:cubicBezTo>
                    <a:pt x="399" y="1300"/>
                    <a:pt x="399" y="1300"/>
                    <a:pt x="399" y="1300"/>
                  </a:cubicBezTo>
                  <a:cubicBezTo>
                    <a:pt x="399" y="1300"/>
                    <a:pt x="399" y="1300"/>
                    <a:pt x="399" y="1300"/>
                  </a:cubicBezTo>
                  <a:cubicBezTo>
                    <a:pt x="399" y="1300"/>
                    <a:pt x="399" y="1293"/>
                    <a:pt x="391" y="1293"/>
                  </a:cubicBezTo>
                  <a:cubicBezTo>
                    <a:pt x="415" y="1308"/>
                    <a:pt x="438" y="1316"/>
                    <a:pt x="462" y="1332"/>
                  </a:cubicBezTo>
                  <a:cubicBezTo>
                    <a:pt x="462" y="1332"/>
                    <a:pt x="462" y="1332"/>
                    <a:pt x="462" y="1332"/>
                  </a:cubicBezTo>
                  <a:cubicBezTo>
                    <a:pt x="462" y="1332"/>
                    <a:pt x="462" y="1332"/>
                    <a:pt x="462" y="1332"/>
                  </a:cubicBezTo>
                  <a:cubicBezTo>
                    <a:pt x="462" y="1332"/>
                    <a:pt x="462" y="1332"/>
                    <a:pt x="462" y="1332"/>
                  </a:cubicBezTo>
                  <a:cubicBezTo>
                    <a:pt x="469" y="1332"/>
                    <a:pt x="477" y="1332"/>
                    <a:pt x="477" y="1340"/>
                  </a:cubicBezTo>
                  <a:cubicBezTo>
                    <a:pt x="477" y="1332"/>
                    <a:pt x="477" y="1332"/>
                    <a:pt x="477" y="1332"/>
                  </a:cubicBezTo>
                  <a:cubicBezTo>
                    <a:pt x="469" y="1332"/>
                    <a:pt x="469" y="1332"/>
                    <a:pt x="469" y="1332"/>
                  </a:cubicBezTo>
                  <a:cubicBezTo>
                    <a:pt x="469" y="1332"/>
                    <a:pt x="477" y="1340"/>
                    <a:pt x="493" y="1340"/>
                  </a:cubicBezTo>
                  <a:cubicBezTo>
                    <a:pt x="493" y="1340"/>
                    <a:pt x="493" y="1340"/>
                    <a:pt x="508" y="1347"/>
                  </a:cubicBezTo>
                  <a:cubicBezTo>
                    <a:pt x="508" y="1347"/>
                    <a:pt x="508" y="1347"/>
                    <a:pt x="508" y="1340"/>
                  </a:cubicBezTo>
                  <a:cubicBezTo>
                    <a:pt x="508" y="1340"/>
                    <a:pt x="501" y="1340"/>
                    <a:pt x="493" y="1340"/>
                  </a:cubicBezTo>
                  <a:cubicBezTo>
                    <a:pt x="485" y="1332"/>
                    <a:pt x="469" y="1324"/>
                    <a:pt x="462" y="1316"/>
                  </a:cubicBezTo>
                  <a:cubicBezTo>
                    <a:pt x="454" y="1316"/>
                    <a:pt x="493" y="1332"/>
                    <a:pt x="454" y="1316"/>
                  </a:cubicBezTo>
                  <a:cubicBezTo>
                    <a:pt x="462" y="1316"/>
                    <a:pt x="469" y="1316"/>
                    <a:pt x="485" y="1332"/>
                  </a:cubicBezTo>
                  <a:cubicBezTo>
                    <a:pt x="485" y="1332"/>
                    <a:pt x="485" y="1332"/>
                    <a:pt x="493" y="1332"/>
                  </a:cubicBezTo>
                  <a:cubicBezTo>
                    <a:pt x="493" y="1332"/>
                    <a:pt x="493" y="1332"/>
                    <a:pt x="485" y="1324"/>
                  </a:cubicBezTo>
                  <a:cubicBezTo>
                    <a:pt x="485" y="1324"/>
                    <a:pt x="485" y="1324"/>
                    <a:pt x="485" y="1324"/>
                  </a:cubicBezTo>
                  <a:cubicBezTo>
                    <a:pt x="485" y="1324"/>
                    <a:pt x="485" y="1324"/>
                    <a:pt x="485" y="1324"/>
                  </a:cubicBezTo>
                  <a:cubicBezTo>
                    <a:pt x="485" y="1324"/>
                    <a:pt x="477" y="1324"/>
                    <a:pt x="469" y="1316"/>
                  </a:cubicBezTo>
                  <a:cubicBezTo>
                    <a:pt x="462" y="1316"/>
                    <a:pt x="462" y="1316"/>
                    <a:pt x="462" y="1316"/>
                  </a:cubicBezTo>
                  <a:cubicBezTo>
                    <a:pt x="462" y="1316"/>
                    <a:pt x="462" y="1316"/>
                    <a:pt x="446" y="1308"/>
                  </a:cubicBezTo>
                  <a:cubicBezTo>
                    <a:pt x="438" y="1308"/>
                    <a:pt x="430" y="1300"/>
                    <a:pt x="438" y="1300"/>
                  </a:cubicBezTo>
                  <a:cubicBezTo>
                    <a:pt x="446" y="1308"/>
                    <a:pt x="446" y="1308"/>
                    <a:pt x="454" y="1308"/>
                  </a:cubicBezTo>
                  <a:cubicBezTo>
                    <a:pt x="454" y="1308"/>
                    <a:pt x="438" y="1300"/>
                    <a:pt x="415" y="1293"/>
                  </a:cubicBezTo>
                  <a:cubicBezTo>
                    <a:pt x="430" y="1293"/>
                    <a:pt x="430" y="1293"/>
                    <a:pt x="430" y="1293"/>
                  </a:cubicBezTo>
                  <a:cubicBezTo>
                    <a:pt x="423" y="1293"/>
                    <a:pt x="423" y="1293"/>
                    <a:pt x="423" y="1293"/>
                  </a:cubicBezTo>
                  <a:cubicBezTo>
                    <a:pt x="415" y="1293"/>
                    <a:pt x="415" y="1293"/>
                    <a:pt x="415" y="1293"/>
                  </a:cubicBezTo>
                  <a:cubicBezTo>
                    <a:pt x="415" y="1285"/>
                    <a:pt x="407" y="1285"/>
                    <a:pt x="407" y="1285"/>
                  </a:cubicBezTo>
                  <a:cubicBezTo>
                    <a:pt x="407" y="1285"/>
                    <a:pt x="407" y="1285"/>
                    <a:pt x="407" y="1285"/>
                  </a:cubicBezTo>
                  <a:cubicBezTo>
                    <a:pt x="399" y="1277"/>
                    <a:pt x="399" y="1277"/>
                    <a:pt x="391" y="1269"/>
                  </a:cubicBezTo>
                  <a:cubicBezTo>
                    <a:pt x="391" y="1269"/>
                    <a:pt x="391" y="1269"/>
                    <a:pt x="391" y="1269"/>
                  </a:cubicBezTo>
                  <a:cubicBezTo>
                    <a:pt x="391" y="1269"/>
                    <a:pt x="391" y="1269"/>
                    <a:pt x="376" y="1261"/>
                  </a:cubicBezTo>
                  <a:cubicBezTo>
                    <a:pt x="383" y="1269"/>
                    <a:pt x="383" y="1269"/>
                    <a:pt x="383" y="1269"/>
                  </a:cubicBezTo>
                  <a:cubicBezTo>
                    <a:pt x="368" y="1261"/>
                    <a:pt x="360" y="1253"/>
                    <a:pt x="352" y="1246"/>
                  </a:cubicBezTo>
                  <a:cubicBezTo>
                    <a:pt x="352" y="1246"/>
                    <a:pt x="352" y="1246"/>
                    <a:pt x="344" y="1238"/>
                  </a:cubicBezTo>
                  <a:cubicBezTo>
                    <a:pt x="337" y="1238"/>
                    <a:pt x="337" y="1238"/>
                    <a:pt x="337" y="1238"/>
                  </a:cubicBezTo>
                  <a:cubicBezTo>
                    <a:pt x="337" y="1230"/>
                    <a:pt x="337" y="1230"/>
                    <a:pt x="337" y="1230"/>
                  </a:cubicBezTo>
                  <a:cubicBezTo>
                    <a:pt x="337" y="1230"/>
                    <a:pt x="337" y="1230"/>
                    <a:pt x="321" y="1214"/>
                  </a:cubicBezTo>
                  <a:cubicBezTo>
                    <a:pt x="321" y="1214"/>
                    <a:pt x="321" y="1214"/>
                    <a:pt x="321" y="1230"/>
                  </a:cubicBezTo>
                  <a:cubicBezTo>
                    <a:pt x="321" y="1214"/>
                    <a:pt x="313" y="1214"/>
                    <a:pt x="305" y="1206"/>
                  </a:cubicBezTo>
                  <a:cubicBezTo>
                    <a:pt x="290" y="1191"/>
                    <a:pt x="290" y="1191"/>
                    <a:pt x="290" y="1191"/>
                  </a:cubicBezTo>
                  <a:cubicBezTo>
                    <a:pt x="282" y="1183"/>
                    <a:pt x="282" y="1175"/>
                    <a:pt x="274" y="1175"/>
                  </a:cubicBezTo>
                  <a:cubicBezTo>
                    <a:pt x="282" y="1183"/>
                    <a:pt x="297" y="1199"/>
                    <a:pt x="313" y="1206"/>
                  </a:cubicBezTo>
                  <a:cubicBezTo>
                    <a:pt x="290" y="1183"/>
                    <a:pt x="251" y="1144"/>
                    <a:pt x="243" y="1128"/>
                  </a:cubicBezTo>
                  <a:cubicBezTo>
                    <a:pt x="243" y="1120"/>
                    <a:pt x="243" y="1120"/>
                    <a:pt x="235" y="1120"/>
                  </a:cubicBezTo>
                  <a:cubicBezTo>
                    <a:pt x="235" y="1120"/>
                    <a:pt x="235" y="1113"/>
                    <a:pt x="235" y="1113"/>
                  </a:cubicBezTo>
                  <a:cubicBezTo>
                    <a:pt x="235" y="1113"/>
                    <a:pt x="235" y="1113"/>
                    <a:pt x="227" y="1105"/>
                  </a:cubicBezTo>
                  <a:cubicBezTo>
                    <a:pt x="227" y="1105"/>
                    <a:pt x="227" y="1105"/>
                    <a:pt x="227" y="1097"/>
                  </a:cubicBezTo>
                  <a:cubicBezTo>
                    <a:pt x="227" y="1097"/>
                    <a:pt x="219" y="1089"/>
                    <a:pt x="219" y="1089"/>
                  </a:cubicBezTo>
                  <a:cubicBezTo>
                    <a:pt x="219" y="1081"/>
                    <a:pt x="211" y="1073"/>
                    <a:pt x="211" y="1073"/>
                  </a:cubicBezTo>
                  <a:cubicBezTo>
                    <a:pt x="211" y="1073"/>
                    <a:pt x="211" y="1073"/>
                    <a:pt x="211" y="1066"/>
                  </a:cubicBezTo>
                  <a:cubicBezTo>
                    <a:pt x="211" y="1066"/>
                    <a:pt x="211" y="1066"/>
                    <a:pt x="211" y="1066"/>
                  </a:cubicBezTo>
                  <a:cubicBezTo>
                    <a:pt x="204" y="1066"/>
                    <a:pt x="204" y="1058"/>
                    <a:pt x="204" y="1058"/>
                  </a:cubicBezTo>
                  <a:cubicBezTo>
                    <a:pt x="204" y="1058"/>
                    <a:pt x="204" y="1058"/>
                    <a:pt x="204" y="1050"/>
                  </a:cubicBezTo>
                  <a:cubicBezTo>
                    <a:pt x="204" y="1050"/>
                    <a:pt x="204" y="1050"/>
                    <a:pt x="204" y="1050"/>
                  </a:cubicBezTo>
                  <a:cubicBezTo>
                    <a:pt x="196" y="1034"/>
                    <a:pt x="196" y="1034"/>
                    <a:pt x="196" y="1034"/>
                  </a:cubicBezTo>
                  <a:cubicBezTo>
                    <a:pt x="196" y="1034"/>
                    <a:pt x="196" y="1034"/>
                    <a:pt x="188" y="1034"/>
                  </a:cubicBezTo>
                  <a:cubicBezTo>
                    <a:pt x="196" y="1042"/>
                    <a:pt x="196" y="1042"/>
                    <a:pt x="196" y="1042"/>
                  </a:cubicBezTo>
                  <a:cubicBezTo>
                    <a:pt x="196" y="1050"/>
                    <a:pt x="196" y="1050"/>
                    <a:pt x="204" y="1050"/>
                  </a:cubicBezTo>
                  <a:cubicBezTo>
                    <a:pt x="204" y="1066"/>
                    <a:pt x="196" y="1050"/>
                    <a:pt x="204" y="1073"/>
                  </a:cubicBezTo>
                  <a:cubicBezTo>
                    <a:pt x="204" y="1066"/>
                    <a:pt x="204" y="1066"/>
                    <a:pt x="204" y="1066"/>
                  </a:cubicBezTo>
                  <a:cubicBezTo>
                    <a:pt x="196" y="1058"/>
                    <a:pt x="196" y="1058"/>
                    <a:pt x="196" y="1050"/>
                  </a:cubicBezTo>
                  <a:cubicBezTo>
                    <a:pt x="188" y="1042"/>
                    <a:pt x="188" y="1042"/>
                    <a:pt x="188" y="1034"/>
                  </a:cubicBezTo>
                  <a:cubicBezTo>
                    <a:pt x="188" y="1050"/>
                    <a:pt x="204" y="1073"/>
                    <a:pt x="219" y="1105"/>
                  </a:cubicBezTo>
                  <a:cubicBezTo>
                    <a:pt x="219" y="1105"/>
                    <a:pt x="211" y="1097"/>
                    <a:pt x="211" y="1097"/>
                  </a:cubicBezTo>
                  <a:cubicBezTo>
                    <a:pt x="211" y="1097"/>
                    <a:pt x="211" y="1097"/>
                    <a:pt x="211" y="1097"/>
                  </a:cubicBezTo>
                  <a:cubicBezTo>
                    <a:pt x="211" y="1097"/>
                    <a:pt x="211" y="1097"/>
                    <a:pt x="211" y="1097"/>
                  </a:cubicBezTo>
                  <a:cubicBezTo>
                    <a:pt x="211" y="1097"/>
                    <a:pt x="204" y="1089"/>
                    <a:pt x="204" y="1089"/>
                  </a:cubicBezTo>
                  <a:cubicBezTo>
                    <a:pt x="204" y="1089"/>
                    <a:pt x="204" y="1081"/>
                    <a:pt x="204" y="1081"/>
                  </a:cubicBezTo>
                  <a:cubicBezTo>
                    <a:pt x="204" y="1073"/>
                    <a:pt x="204" y="1073"/>
                    <a:pt x="196" y="1073"/>
                  </a:cubicBezTo>
                  <a:cubicBezTo>
                    <a:pt x="196" y="1073"/>
                    <a:pt x="196" y="1066"/>
                    <a:pt x="188" y="1058"/>
                  </a:cubicBezTo>
                  <a:cubicBezTo>
                    <a:pt x="188" y="1050"/>
                    <a:pt x="188" y="1050"/>
                    <a:pt x="188" y="1050"/>
                  </a:cubicBezTo>
                  <a:cubicBezTo>
                    <a:pt x="188" y="1050"/>
                    <a:pt x="188" y="1050"/>
                    <a:pt x="188" y="1050"/>
                  </a:cubicBezTo>
                  <a:cubicBezTo>
                    <a:pt x="188" y="1042"/>
                    <a:pt x="188" y="1042"/>
                    <a:pt x="188" y="1042"/>
                  </a:cubicBezTo>
                  <a:cubicBezTo>
                    <a:pt x="188" y="1050"/>
                    <a:pt x="188" y="1050"/>
                    <a:pt x="188" y="1050"/>
                  </a:cubicBezTo>
                  <a:cubicBezTo>
                    <a:pt x="180" y="1042"/>
                    <a:pt x="180" y="1034"/>
                    <a:pt x="172" y="1026"/>
                  </a:cubicBezTo>
                  <a:cubicBezTo>
                    <a:pt x="180" y="1050"/>
                    <a:pt x="196" y="1073"/>
                    <a:pt x="204" y="1097"/>
                  </a:cubicBezTo>
                  <a:cubicBezTo>
                    <a:pt x="204" y="1097"/>
                    <a:pt x="204" y="1097"/>
                    <a:pt x="204" y="1097"/>
                  </a:cubicBezTo>
                  <a:cubicBezTo>
                    <a:pt x="204" y="1097"/>
                    <a:pt x="204" y="1097"/>
                    <a:pt x="211" y="1105"/>
                  </a:cubicBezTo>
                  <a:cubicBezTo>
                    <a:pt x="211" y="1105"/>
                    <a:pt x="211" y="1105"/>
                    <a:pt x="211" y="1113"/>
                  </a:cubicBezTo>
                  <a:cubicBezTo>
                    <a:pt x="211" y="1113"/>
                    <a:pt x="211" y="1120"/>
                    <a:pt x="219" y="1120"/>
                  </a:cubicBezTo>
                  <a:cubicBezTo>
                    <a:pt x="211" y="1120"/>
                    <a:pt x="211" y="1113"/>
                    <a:pt x="211" y="1105"/>
                  </a:cubicBezTo>
                  <a:cubicBezTo>
                    <a:pt x="211" y="1105"/>
                    <a:pt x="211" y="1113"/>
                    <a:pt x="211" y="1113"/>
                  </a:cubicBezTo>
                  <a:cubicBezTo>
                    <a:pt x="204" y="1105"/>
                    <a:pt x="204" y="1097"/>
                    <a:pt x="204" y="1097"/>
                  </a:cubicBezTo>
                  <a:cubicBezTo>
                    <a:pt x="204" y="1089"/>
                    <a:pt x="204" y="1081"/>
                    <a:pt x="188" y="1066"/>
                  </a:cubicBezTo>
                  <a:cubicBezTo>
                    <a:pt x="188" y="1073"/>
                    <a:pt x="196" y="1073"/>
                    <a:pt x="196" y="1081"/>
                  </a:cubicBezTo>
                  <a:cubicBezTo>
                    <a:pt x="196" y="1081"/>
                    <a:pt x="196" y="1081"/>
                    <a:pt x="204" y="1097"/>
                  </a:cubicBezTo>
                  <a:cubicBezTo>
                    <a:pt x="204" y="1097"/>
                    <a:pt x="196" y="1097"/>
                    <a:pt x="196" y="1097"/>
                  </a:cubicBezTo>
                  <a:cubicBezTo>
                    <a:pt x="196" y="1089"/>
                    <a:pt x="196" y="1089"/>
                    <a:pt x="196" y="1089"/>
                  </a:cubicBezTo>
                  <a:cubicBezTo>
                    <a:pt x="196" y="1081"/>
                    <a:pt x="188" y="1073"/>
                    <a:pt x="188" y="1066"/>
                  </a:cubicBezTo>
                  <a:cubicBezTo>
                    <a:pt x="188" y="1066"/>
                    <a:pt x="188" y="1066"/>
                    <a:pt x="188" y="1066"/>
                  </a:cubicBezTo>
                  <a:cubicBezTo>
                    <a:pt x="188" y="1066"/>
                    <a:pt x="188" y="1066"/>
                    <a:pt x="188" y="1066"/>
                  </a:cubicBezTo>
                  <a:cubicBezTo>
                    <a:pt x="188" y="1066"/>
                    <a:pt x="188" y="1066"/>
                    <a:pt x="188" y="1066"/>
                  </a:cubicBezTo>
                  <a:cubicBezTo>
                    <a:pt x="188" y="1066"/>
                    <a:pt x="188" y="1066"/>
                    <a:pt x="188" y="1081"/>
                  </a:cubicBezTo>
                  <a:cubicBezTo>
                    <a:pt x="188" y="1066"/>
                    <a:pt x="180" y="1058"/>
                    <a:pt x="180" y="1050"/>
                  </a:cubicBezTo>
                  <a:cubicBezTo>
                    <a:pt x="180" y="1058"/>
                    <a:pt x="180" y="1058"/>
                    <a:pt x="188" y="1066"/>
                  </a:cubicBezTo>
                  <a:cubicBezTo>
                    <a:pt x="180" y="1058"/>
                    <a:pt x="180" y="1058"/>
                    <a:pt x="180" y="1050"/>
                  </a:cubicBezTo>
                  <a:cubicBezTo>
                    <a:pt x="180" y="1050"/>
                    <a:pt x="180" y="1050"/>
                    <a:pt x="180" y="1050"/>
                  </a:cubicBezTo>
                  <a:cubicBezTo>
                    <a:pt x="172" y="1034"/>
                    <a:pt x="172" y="1026"/>
                    <a:pt x="165" y="1003"/>
                  </a:cubicBezTo>
                  <a:cubicBezTo>
                    <a:pt x="157" y="995"/>
                    <a:pt x="157" y="987"/>
                    <a:pt x="157" y="972"/>
                  </a:cubicBezTo>
                  <a:cubicBezTo>
                    <a:pt x="157" y="987"/>
                    <a:pt x="165" y="1003"/>
                    <a:pt x="172" y="1011"/>
                  </a:cubicBezTo>
                  <a:cubicBezTo>
                    <a:pt x="172" y="1034"/>
                    <a:pt x="172" y="1019"/>
                    <a:pt x="180" y="1034"/>
                  </a:cubicBezTo>
                  <a:cubicBezTo>
                    <a:pt x="180" y="1034"/>
                    <a:pt x="172" y="1019"/>
                    <a:pt x="165" y="995"/>
                  </a:cubicBezTo>
                  <a:cubicBezTo>
                    <a:pt x="165" y="995"/>
                    <a:pt x="165" y="987"/>
                    <a:pt x="172" y="1003"/>
                  </a:cubicBezTo>
                  <a:cubicBezTo>
                    <a:pt x="157" y="964"/>
                    <a:pt x="149" y="932"/>
                    <a:pt x="141" y="901"/>
                  </a:cubicBezTo>
                  <a:cubicBezTo>
                    <a:pt x="141" y="893"/>
                    <a:pt x="141" y="901"/>
                    <a:pt x="141" y="870"/>
                  </a:cubicBezTo>
                  <a:cubicBezTo>
                    <a:pt x="141" y="870"/>
                    <a:pt x="141" y="870"/>
                    <a:pt x="141" y="878"/>
                  </a:cubicBezTo>
                  <a:cubicBezTo>
                    <a:pt x="141" y="878"/>
                    <a:pt x="141" y="878"/>
                    <a:pt x="133" y="846"/>
                  </a:cubicBezTo>
                  <a:cubicBezTo>
                    <a:pt x="133" y="846"/>
                    <a:pt x="133" y="846"/>
                    <a:pt x="133" y="846"/>
                  </a:cubicBezTo>
                  <a:cubicBezTo>
                    <a:pt x="133" y="838"/>
                    <a:pt x="133" y="838"/>
                    <a:pt x="133" y="838"/>
                  </a:cubicBezTo>
                  <a:cubicBezTo>
                    <a:pt x="133" y="838"/>
                    <a:pt x="133" y="838"/>
                    <a:pt x="133" y="831"/>
                  </a:cubicBezTo>
                  <a:cubicBezTo>
                    <a:pt x="133" y="831"/>
                    <a:pt x="133" y="823"/>
                    <a:pt x="133" y="815"/>
                  </a:cubicBezTo>
                  <a:cubicBezTo>
                    <a:pt x="126" y="815"/>
                    <a:pt x="126" y="815"/>
                    <a:pt x="126" y="815"/>
                  </a:cubicBezTo>
                  <a:cubicBezTo>
                    <a:pt x="126" y="815"/>
                    <a:pt x="126" y="815"/>
                    <a:pt x="133" y="823"/>
                  </a:cubicBezTo>
                  <a:cubicBezTo>
                    <a:pt x="126" y="815"/>
                    <a:pt x="126" y="815"/>
                    <a:pt x="126" y="815"/>
                  </a:cubicBezTo>
                  <a:cubicBezTo>
                    <a:pt x="126" y="784"/>
                    <a:pt x="126" y="776"/>
                    <a:pt x="126" y="768"/>
                  </a:cubicBezTo>
                  <a:cubicBezTo>
                    <a:pt x="126" y="752"/>
                    <a:pt x="118" y="737"/>
                    <a:pt x="110" y="705"/>
                  </a:cubicBezTo>
                  <a:cubicBezTo>
                    <a:pt x="110" y="729"/>
                    <a:pt x="118" y="768"/>
                    <a:pt x="126" y="799"/>
                  </a:cubicBezTo>
                  <a:cubicBezTo>
                    <a:pt x="118" y="799"/>
                    <a:pt x="118" y="791"/>
                    <a:pt x="118" y="784"/>
                  </a:cubicBezTo>
                  <a:cubicBezTo>
                    <a:pt x="118" y="784"/>
                    <a:pt x="118" y="784"/>
                    <a:pt x="118" y="791"/>
                  </a:cubicBezTo>
                  <a:cubicBezTo>
                    <a:pt x="118" y="791"/>
                    <a:pt x="118" y="799"/>
                    <a:pt x="118" y="799"/>
                  </a:cubicBezTo>
                  <a:cubicBezTo>
                    <a:pt x="118" y="784"/>
                    <a:pt x="110" y="768"/>
                    <a:pt x="110" y="768"/>
                  </a:cubicBezTo>
                  <a:cubicBezTo>
                    <a:pt x="110" y="768"/>
                    <a:pt x="110" y="768"/>
                    <a:pt x="110" y="768"/>
                  </a:cubicBezTo>
                  <a:cubicBezTo>
                    <a:pt x="110" y="760"/>
                    <a:pt x="110" y="760"/>
                    <a:pt x="110" y="760"/>
                  </a:cubicBezTo>
                  <a:cubicBezTo>
                    <a:pt x="110" y="760"/>
                    <a:pt x="110" y="760"/>
                    <a:pt x="110" y="752"/>
                  </a:cubicBezTo>
                  <a:cubicBezTo>
                    <a:pt x="110" y="752"/>
                    <a:pt x="110" y="752"/>
                    <a:pt x="110" y="752"/>
                  </a:cubicBezTo>
                  <a:cubicBezTo>
                    <a:pt x="110" y="721"/>
                    <a:pt x="110" y="713"/>
                    <a:pt x="102" y="682"/>
                  </a:cubicBezTo>
                  <a:cubicBezTo>
                    <a:pt x="94" y="658"/>
                    <a:pt x="94" y="502"/>
                    <a:pt x="94" y="463"/>
                  </a:cubicBezTo>
                  <a:cubicBezTo>
                    <a:pt x="94" y="470"/>
                    <a:pt x="94" y="478"/>
                    <a:pt x="94" y="494"/>
                  </a:cubicBezTo>
                  <a:cubicBezTo>
                    <a:pt x="94" y="494"/>
                    <a:pt x="94" y="494"/>
                    <a:pt x="94" y="502"/>
                  </a:cubicBezTo>
                  <a:cubicBezTo>
                    <a:pt x="94" y="502"/>
                    <a:pt x="94" y="509"/>
                    <a:pt x="94" y="517"/>
                  </a:cubicBezTo>
                  <a:cubicBezTo>
                    <a:pt x="94" y="517"/>
                    <a:pt x="94" y="525"/>
                    <a:pt x="94" y="525"/>
                  </a:cubicBezTo>
                  <a:cubicBezTo>
                    <a:pt x="94" y="525"/>
                    <a:pt x="94" y="533"/>
                    <a:pt x="94" y="533"/>
                  </a:cubicBezTo>
                  <a:cubicBezTo>
                    <a:pt x="94" y="580"/>
                    <a:pt x="94" y="635"/>
                    <a:pt x="94" y="635"/>
                  </a:cubicBezTo>
                  <a:cubicBezTo>
                    <a:pt x="94" y="643"/>
                    <a:pt x="94" y="650"/>
                    <a:pt x="94" y="658"/>
                  </a:cubicBezTo>
                  <a:cubicBezTo>
                    <a:pt x="94" y="674"/>
                    <a:pt x="102" y="705"/>
                    <a:pt x="102" y="737"/>
                  </a:cubicBezTo>
                  <a:cubicBezTo>
                    <a:pt x="102" y="737"/>
                    <a:pt x="102" y="737"/>
                    <a:pt x="102" y="737"/>
                  </a:cubicBezTo>
                  <a:cubicBezTo>
                    <a:pt x="102" y="721"/>
                    <a:pt x="94" y="705"/>
                    <a:pt x="94" y="690"/>
                  </a:cubicBezTo>
                  <a:cubicBezTo>
                    <a:pt x="94" y="690"/>
                    <a:pt x="94" y="690"/>
                    <a:pt x="94" y="697"/>
                  </a:cubicBezTo>
                  <a:cubicBezTo>
                    <a:pt x="94" y="697"/>
                    <a:pt x="94" y="697"/>
                    <a:pt x="94" y="682"/>
                  </a:cubicBezTo>
                  <a:cubicBezTo>
                    <a:pt x="94" y="682"/>
                    <a:pt x="94" y="682"/>
                    <a:pt x="94" y="682"/>
                  </a:cubicBezTo>
                  <a:cubicBezTo>
                    <a:pt x="94" y="666"/>
                    <a:pt x="94" y="650"/>
                    <a:pt x="94" y="635"/>
                  </a:cubicBezTo>
                  <a:cubicBezTo>
                    <a:pt x="94" y="627"/>
                    <a:pt x="94" y="627"/>
                    <a:pt x="94" y="627"/>
                  </a:cubicBezTo>
                  <a:cubicBezTo>
                    <a:pt x="94" y="627"/>
                    <a:pt x="94" y="627"/>
                    <a:pt x="94" y="627"/>
                  </a:cubicBezTo>
                  <a:cubicBezTo>
                    <a:pt x="94" y="611"/>
                    <a:pt x="94" y="611"/>
                    <a:pt x="94" y="611"/>
                  </a:cubicBezTo>
                  <a:cubicBezTo>
                    <a:pt x="94" y="611"/>
                    <a:pt x="94" y="611"/>
                    <a:pt x="94" y="603"/>
                  </a:cubicBezTo>
                  <a:cubicBezTo>
                    <a:pt x="94" y="572"/>
                    <a:pt x="86" y="486"/>
                    <a:pt x="86" y="463"/>
                  </a:cubicBezTo>
                  <a:cubicBezTo>
                    <a:pt x="86" y="463"/>
                    <a:pt x="86" y="463"/>
                    <a:pt x="86" y="431"/>
                  </a:cubicBezTo>
                  <a:cubicBezTo>
                    <a:pt x="86" y="423"/>
                    <a:pt x="86" y="431"/>
                    <a:pt x="86" y="423"/>
                  </a:cubicBezTo>
                  <a:cubicBezTo>
                    <a:pt x="86" y="423"/>
                    <a:pt x="86" y="423"/>
                    <a:pt x="86" y="408"/>
                  </a:cubicBezTo>
                  <a:cubicBezTo>
                    <a:pt x="86" y="376"/>
                    <a:pt x="86" y="282"/>
                    <a:pt x="86" y="267"/>
                  </a:cubicBezTo>
                  <a:cubicBezTo>
                    <a:pt x="86" y="275"/>
                    <a:pt x="86" y="306"/>
                    <a:pt x="86" y="322"/>
                  </a:cubicBezTo>
                  <a:cubicBezTo>
                    <a:pt x="86" y="329"/>
                    <a:pt x="86" y="329"/>
                    <a:pt x="86" y="329"/>
                  </a:cubicBezTo>
                  <a:cubicBezTo>
                    <a:pt x="86" y="329"/>
                    <a:pt x="86" y="329"/>
                    <a:pt x="86" y="329"/>
                  </a:cubicBezTo>
                  <a:cubicBezTo>
                    <a:pt x="86" y="337"/>
                    <a:pt x="86" y="337"/>
                    <a:pt x="86" y="345"/>
                  </a:cubicBezTo>
                  <a:cubicBezTo>
                    <a:pt x="86" y="345"/>
                    <a:pt x="86" y="345"/>
                    <a:pt x="86" y="353"/>
                  </a:cubicBezTo>
                  <a:cubicBezTo>
                    <a:pt x="86" y="353"/>
                    <a:pt x="86" y="353"/>
                    <a:pt x="86" y="353"/>
                  </a:cubicBezTo>
                  <a:cubicBezTo>
                    <a:pt x="86" y="361"/>
                    <a:pt x="86" y="361"/>
                    <a:pt x="86" y="369"/>
                  </a:cubicBezTo>
                  <a:cubicBezTo>
                    <a:pt x="94" y="353"/>
                    <a:pt x="86" y="329"/>
                    <a:pt x="86" y="314"/>
                  </a:cubicBezTo>
                  <a:cubicBezTo>
                    <a:pt x="86" y="314"/>
                    <a:pt x="86" y="306"/>
                    <a:pt x="86" y="306"/>
                  </a:cubicBezTo>
                  <a:cubicBezTo>
                    <a:pt x="86" y="306"/>
                    <a:pt x="86" y="306"/>
                    <a:pt x="86" y="298"/>
                  </a:cubicBezTo>
                  <a:cubicBezTo>
                    <a:pt x="86" y="282"/>
                    <a:pt x="86" y="251"/>
                    <a:pt x="86" y="235"/>
                  </a:cubicBezTo>
                  <a:cubicBezTo>
                    <a:pt x="86" y="220"/>
                    <a:pt x="86" y="220"/>
                    <a:pt x="86" y="220"/>
                  </a:cubicBezTo>
                  <a:cubicBezTo>
                    <a:pt x="86" y="196"/>
                    <a:pt x="79" y="173"/>
                    <a:pt x="79" y="157"/>
                  </a:cubicBezTo>
                  <a:cubicBezTo>
                    <a:pt x="79" y="149"/>
                    <a:pt x="79" y="149"/>
                    <a:pt x="79" y="149"/>
                  </a:cubicBezTo>
                  <a:cubicBezTo>
                    <a:pt x="79" y="149"/>
                    <a:pt x="79" y="149"/>
                    <a:pt x="79" y="149"/>
                  </a:cubicBezTo>
                  <a:cubicBezTo>
                    <a:pt x="79" y="149"/>
                    <a:pt x="79" y="149"/>
                    <a:pt x="79" y="149"/>
                  </a:cubicBezTo>
                  <a:cubicBezTo>
                    <a:pt x="79" y="141"/>
                    <a:pt x="79" y="141"/>
                    <a:pt x="79" y="134"/>
                  </a:cubicBezTo>
                  <a:cubicBezTo>
                    <a:pt x="79" y="134"/>
                    <a:pt x="79" y="134"/>
                    <a:pt x="79" y="134"/>
                  </a:cubicBezTo>
                  <a:cubicBezTo>
                    <a:pt x="79" y="134"/>
                    <a:pt x="79" y="134"/>
                    <a:pt x="71" y="141"/>
                  </a:cubicBezTo>
                  <a:cubicBezTo>
                    <a:pt x="79" y="181"/>
                    <a:pt x="86" y="220"/>
                    <a:pt x="86" y="251"/>
                  </a:cubicBezTo>
                  <a:cubicBezTo>
                    <a:pt x="86" y="251"/>
                    <a:pt x="86" y="251"/>
                    <a:pt x="86" y="267"/>
                  </a:cubicBezTo>
                  <a:cubicBezTo>
                    <a:pt x="86" y="259"/>
                    <a:pt x="79" y="251"/>
                    <a:pt x="79" y="243"/>
                  </a:cubicBezTo>
                  <a:cubicBezTo>
                    <a:pt x="79" y="204"/>
                    <a:pt x="79" y="204"/>
                    <a:pt x="71" y="157"/>
                  </a:cubicBezTo>
                  <a:cubicBezTo>
                    <a:pt x="71" y="157"/>
                    <a:pt x="71" y="157"/>
                    <a:pt x="71" y="157"/>
                  </a:cubicBezTo>
                  <a:cubicBezTo>
                    <a:pt x="71" y="157"/>
                    <a:pt x="71" y="157"/>
                    <a:pt x="71" y="149"/>
                  </a:cubicBezTo>
                  <a:cubicBezTo>
                    <a:pt x="71" y="134"/>
                    <a:pt x="71" y="134"/>
                    <a:pt x="71" y="118"/>
                  </a:cubicBezTo>
                  <a:cubicBezTo>
                    <a:pt x="71" y="118"/>
                    <a:pt x="71" y="118"/>
                    <a:pt x="63" y="110"/>
                  </a:cubicBezTo>
                  <a:cubicBezTo>
                    <a:pt x="63" y="110"/>
                    <a:pt x="63" y="110"/>
                    <a:pt x="63" y="102"/>
                  </a:cubicBezTo>
                  <a:cubicBezTo>
                    <a:pt x="63" y="102"/>
                    <a:pt x="63" y="102"/>
                    <a:pt x="55" y="71"/>
                  </a:cubicBezTo>
                  <a:cubicBezTo>
                    <a:pt x="55" y="71"/>
                    <a:pt x="55" y="71"/>
                    <a:pt x="63" y="79"/>
                  </a:cubicBezTo>
                  <a:cubicBezTo>
                    <a:pt x="63" y="79"/>
                    <a:pt x="63" y="79"/>
                    <a:pt x="55" y="47"/>
                  </a:cubicBezTo>
                  <a:cubicBezTo>
                    <a:pt x="55" y="47"/>
                    <a:pt x="55" y="47"/>
                    <a:pt x="55" y="40"/>
                  </a:cubicBezTo>
                  <a:cubicBezTo>
                    <a:pt x="55" y="40"/>
                    <a:pt x="55" y="40"/>
                    <a:pt x="55" y="32"/>
                  </a:cubicBezTo>
                  <a:cubicBezTo>
                    <a:pt x="55" y="32"/>
                    <a:pt x="55" y="32"/>
                    <a:pt x="47" y="24"/>
                  </a:cubicBezTo>
                  <a:cubicBezTo>
                    <a:pt x="47" y="40"/>
                    <a:pt x="55" y="63"/>
                    <a:pt x="55" y="79"/>
                  </a:cubicBezTo>
                  <a:cubicBezTo>
                    <a:pt x="55" y="79"/>
                    <a:pt x="55" y="79"/>
                    <a:pt x="55" y="55"/>
                  </a:cubicBezTo>
                  <a:cubicBezTo>
                    <a:pt x="55" y="55"/>
                    <a:pt x="47" y="55"/>
                    <a:pt x="47" y="47"/>
                  </a:cubicBezTo>
                  <a:cubicBezTo>
                    <a:pt x="47" y="47"/>
                    <a:pt x="47" y="47"/>
                    <a:pt x="55" y="87"/>
                  </a:cubicBezTo>
                  <a:cubicBezTo>
                    <a:pt x="55" y="87"/>
                    <a:pt x="55" y="87"/>
                    <a:pt x="55" y="87"/>
                  </a:cubicBezTo>
                  <a:cubicBezTo>
                    <a:pt x="55" y="87"/>
                    <a:pt x="55" y="87"/>
                    <a:pt x="55" y="87"/>
                  </a:cubicBezTo>
                  <a:cubicBezTo>
                    <a:pt x="55" y="87"/>
                    <a:pt x="55" y="87"/>
                    <a:pt x="55" y="102"/>
                  </a:cubicBezTo>
                  <a:cubicBezTo>
                    <a:pt x="55" y="118"/>
                    <a:pt x="55" y="110"/>
                    <a:pt x="55" y="149"/>
                  </a:cubicBezTo>
                  <a:cubicBezTo>
                    <a:pt x="55" y="149"/>
                    <a:pt x="55" y="149"/>
                    <a:pt x="55" y="157"/>
                  </a:cubicBezTo>
                  <a:cubicBezTo>
                    <a:pt x="55" y="157"/>
                    <a:pt x="55" y="157"/>
                    <a:pt x="63" y="157"/>
                  </a:cubicBezTo>
                  <a:cubicBezTo>
                    <a:pt x="63" y="165"/>
                    <a:pt x="63" y="165"/>
                    <a:pt x="63" y="173"/>
                  </a:cubicBezTo>
                  <a:cubicBezTo>
                    <a:pt x="63" y="173"/>
                    <a:pt x="63" y="173"/>
                    <a:pt x="63" y="173"/>
                  </a:cubicBezTo>
                  <a:cubicBezTo>
                    <a:pt x="63" y="173"/>
                    <a:pt x="63" y="173"/>
                    <a:pt x="63" y="173"/>
                  </a:cubicBezTo>
                  <a:cubicBezTo>
                    <a:pt x="63" y="181"/>
                    <a:pt x="63" y="188"/>
                    <a:pt x="71" y="204"/>
                  </a:cubicBezTo>
                  <a:cubicBezTo>
                    <a:pt x="71" y="204"/>
                    <a:pt x="71" y="204"/>
                    <a:pt x="71" y="204"/>
                  </a:cubicBezTo>
                  <a:cubicBezTo>
                    <a:pt x="71" y="220"/>
                    <a:pt x="71" y="251"/>
                    <a:pt x="71" y="267"/>
                  </a:cubicBezTo>
                  <a:cubicBezTo>
                    <a:pt x="71" y="282"/>
                    <a:pt x="71" y="282"/>
                    <a:pt x="71" y="275"/>
                  </a:cubicBezTo>
                  <a:cubicBezTo>
                    <a:pt x="71" y="275"/>
                    <a:pt x="71" y="267"/>
                    <a:pt x="71" y="267"/>
                  </a:cubicBezTo>
                  <a:cubicBezTo>
                    <a:pt x="71" y="259"/>
                    <a:pt x="71" y="259"/>
                    <a:pt x="71" y="251"/>
                  </a:cubicBezTo>
                  <a:cubicBezTo>
                    <a:pt x="71" y="251"/>
                    <a:pt x="71" y="251"/>
                    <a:pt x="63" y="251"/>
                  </a:cubicBezTo>
                  <a:cubicBezTo>
                    <a:pt x="63" y="235"/>
                    <a:pt x="63" y="228"/>
                    <a:pt x="63" y="220"/>
                  </a:cubicBezTo>
                  <a:cubicBezTo>
                    <a:pt x="63" y="220"/>
                    <a:pt x="63" y="220"/>
                    <a:pt x="63" y="220"/>
                  </a:cubicBezTo>
                  <a:cubicBezTo>
                    <a:pt x="63" y="220"/>
                    <a:pt x="63" y="212"/>
                    <a:pt x="63" y="204"/>
                  </a:cubicBezTo>
                  <a:cubicBezTo>
                    <a:pt x="63" y="196"/>
                    <a:pt x="63" y="181"/>
                    <a:pt x="55" y="173"/>
                  </a:cubicBezTo>
                  <a:cubicBezTo>
                    <a:pt x="55" y="157"/>
                    <a:pt x="55" y="149"/>
                    <a:pt x="55" y="134"/>
                  </a:cubicBezTo>
                  <a:cubicBezTo>
                    <a:pt x="55" y="141"/>
                    <a:pt x="55" y="149"/>
                    <a:pt x="55" y="149"/>
                  </a:cubicBezTo>
                  <a:cubicBezTo>
                    <a:pt x="55" y="149"/>
                    <a:pt x="55" y="149"/>
                    <a:pt x="55" y="157"/>
                  </a:cubicBezTo>
                  <a:cubicBezTo>
                    <a:pt x="55" y="173"/>
                    <a:pt x="55" y="181"/>
                    <a:pt x="55" y="188"/>
                  </a:cubicBezTo>
                  <a:cubicBezTo>
                    <a:pt x="55" y="188"/>
                    <a:pt x="55" y="188"/>
                    <a:pt x="55" y="196"/>
                  </a:cubicBezTo>
                  <a:cubicBezTo>
                    <a:pt x="55" y="188"/>
                    <a:pt x="55" y="165"/>
                    <a:pt x="55" y="157"/>
                  </a:cubicBezTo>
                  <a:cubicBezTo>
                    <a:pt x="55" y="149"/>
                    <a:pt x="55" y="157"/>
                    <a:pt x="47" y="149"/>
                  </a:cubicBezTo>
                  <a:cubicBezTo>
                    <a:pt x="47" y="165"/>
                    <a:pt x="47" y="188"/>
                    <a:pt x="55" y="212"/>
                  </a:cubicBezTo>
                  <a:cubicBezTo>
                    <a:pt x="55" y="212"/>
                    <a:pt x="55" y="212"/>
                    <a:pt x="55" y="212"/>
                  </a:cubicBezTo>
                  <a:cubicBezTo>
                    <a:pt x="55" y="212"/>
                    <a:pt x="55" y="212"/>
                    <a:pt x="55" y="212"/>
                  </a:cubicBezTo>
                  <a:cubicBezTo>
                    <a:pt x="55" y="228"/>
                    <a:pt x="55" y="243"/>
                    <a:pt x="55" y="259"/>
                  </a:cubicBezTo>
                  <a:cubicBezTo>
                    <a:pt x="55" y="259"/>
                    <a:pt x="55" y="259"/>
                    <a:pt x="55" y="267"/>
                  </a:cubicBezTo>
                  <a:cubicBezTo>
                    <a:pt x="55" y="267"/>
                    <a:pt x="55" y="267"/>
                    <a:pt x="55" y="267"/>
                  </a:cubicBezTo>
                  <a:cubicBezTo>
                    <a:pt x="55" y="267"/>
                    <a:pt x="55" y="267"/>
                    <a:pt x="55" y="267"/>
                  </a:cubicBezTo>
                  <a:cubicBezTo>
                    <a:pt x="63" y="282"/>
                    <a:pt x="63" y="298"/>
                    <a:pt x="63" y="306"/>
                  </a:cubicBezTo>
                  <a:cubicBezTo>
                    <a:pt x="63" y="306"/>
                    <a:pt x="63" y="306"/>
                    <a:pt x="55" y="306"/>
                  </a:cubicBezTo>
                  <a:cubicBezTo>
                    <a:pt x="55" y="329"/>
                    <a:pt x="63" y="353"/>
                    <a:pt x="63" y="384"/>
                  </a:cubicBezTo>
                  <a:cubicBezTo>
                    <a:pt x="63" y="376"/>
                    <a:pt x="55" y="361"/>
                    <a:pt x="55" y="353"/>
                  </a:cubicBezTo>
                  <a:cubicBezTo>
                    <a:pt x="55" y="345"/>
                    <a:pt x="55" y="188"/>
                    <a:pt x="47" y="173"/>
                  </a:cubicBezTo>
                  <a:cubicBezTo>
                    <a:pt x="47" y="173"/>
                    <a:pt x="47" y="165"/>
                    <a:pt x="47" y="165"/>
                  </a:cubicBezTo>
                  <a:cubicBezTo>
                    <a:pt x="47" y="165"/>
                    <a:pt x="47" y="165"/>
                    <a:pt x="47" y="165"/>
                  </a:cubicBezTo>
                  <a:cubicBezTo>
                    <a:pt x="47" y="165"/>
                    <a:pt x="47" y="165"/>
                    <a:pt x="47" y="157"/>
                  </a:cubicBezTo>
                  <a:cubicBezTo>
                    <a:pt x="47" y="157"/>
                    <a:pt x="47" y="157"/>
                    <a:pt x="47" y="157"/>
                  </a:cubicBezTo>
                  <a:cubicBezTo>
                    <a:pt x="47" y="149"/>
                    <a:pt x="40" y="141"/>
                    <a:pt x="40" y="134"/>
                  </a:cubicBezTo>
                  <a:cubicBezTo>
                    <a:pt x="40" y="134"/>
                    <a:pt x="40" y="134"/>
                    <a:pt x="40" y="134"/>
                  </a:cubicBezTo>
                  <a:cubicBezTo>
                    <a:pt x="40" y="126"/>
                    <a:pt x="40" y="118"/>
                    <a:pt x="40" y="118"/>
                  </a:cubicBezTo>
                  <a:cubicBezTo>
                    <a:pt x="40" y="110"/>
                    <a:pt x="40" y="110"/>
                    <a:pt x="40" y="110"/>
                  </a:cubicBezTo>
                  <a:cubicBezTo>
                    <a:pt x="40" y="110"/>
                    <a:pt x="40" y="118"/>
                    <a:pt x="47" y="118"/>
                  </a:cubicBezTo>
                  <a:cubicBezTo>
                    <a:pt x="47" y="118"/>
                    <a:pt x="47" y="126"/>
                    <a:pt x="47" y="134"/>
                  </a:cubicBezTo>
                  <a:cubicBezTo>
                    <a:pt x="47" y="118"/>
                    <a:pt x="47" y="118"/>
                    <a:pt x="47" y="102"/>
                  </a:cubicBezTo>
                  <a:cubicBezTo>
                    <a:pt x="40" y="94"/>
                    <a:pt x="40" y="94"/>
                    <a:pt x="40" y="79"/>
                  </a:cubicBezTo>
                  <a:cubicBezTo>
                    <a:pt x="40" y="87"/>
                    <a:pt x="40" y="87"/>
                    <a:pt x="40" y="102"/>
                  </a:cubicBezTo>
                  <a:cubicBezTo>
                    <a:pt x="40" y="94"/>
                    <a:pt x="40" y="94"/>
                    <a:pt x="40" y="87"/>
                  </a:cubicBezTo>
                  <a:cubicBezTo>
                    <a:pt x="40" y="94"/>
                    <a:pt x="40" y="102"/>
                    <a:pt x="40" y="110"/>
                  </a:cubicBezTo>
                  <a:cubicBezTo>
                    <a:pt x="40" y="110"/>
                    <a:pt x="40" y="102"/>
                    <a:pt x="40" y="87"/>
                  </a:cubicBezTo>
                  <a:cubicBezTo>
                    <a:pt x="40" y="87"/>
                    <a:pt x="40" y="87"/>
                    <a:pt x="32" y="87"/>
                  </a:cubicBezTo>
                  <a:cubicBezTo>
                    <a:pt x="32" y="87"/>
                    <a:pt x="32" y="87"/>
                    <a:pt x="32" y="87"/>
                  </a:cubicBezTo>
                  <a:cubicBezTo>
                    <a:pt x="32" y="87"/>
                    <a:pt x="32" y="87"/>
                    <a:pt x="32" y="79"/>
                  </a:cubicBezTo>
                  <a:cubicBezTo>
                    <a:pt x="32" y="79"/>
                    <a:pt x="32" y="79"/>
                    <a:pt x="32" y="79"/>
                  </a:cubicBezTo>
                  <a:cubicBezTo>
                    <a:pt x="32" y="79"/>
                    <a:pt x="32" y="79"/>
                    <a:pt x="32" y="79"/>
                  </a:cubicBezTo>
                  <a:cubicBezTo>
                    <a:pt x="32" y="79"/>
                    <a:pt x="32" y="79"/>
                    <a:pt x="32" y="71"/>
                  </a:cubicBezTo>
                  <a:cubicBezTo>
                    <a:pt x="32" y="71"/>
                    <a:pt x="32" y="71"/>
                    <a:pt x="24" y="71"/>
                  </a:cubicBezTo>
                  <a:cubicBezTo>
                    <a:pt x="32" y="94"/>
                    <a:pt x="32" y="102"/>
                    <a:pt x="32" y="102"/>
                  </a:cubicBezTo>
                  <a:cubicBezTo>
                    <a:pt x="32" y="102"/>
                    <a:pt x="32" y="102"/>
                    <a:pt x="40" y="134"/>
                  </a:cubicBezTo>
                  <a:cubicBezTo>
                    <a:pt x="40" y="134"/>
                    <a:pt x="32" y="134"/>
                    <a:pt x="32" y="134"/>
                  </a:cubicBezTo>
                  <a:cubicBezTo>
                    <a:pt x="32" y="134"/>
                    <a:pt x="40" y="134"/>
                    <a:pt x="40" y="141"/>
                  </a:cubicBezTo>
                  <a:cubicBezTo>
                    <a:pt x="40" y="141"/>
                    <a:pt x="40" y="141"/>
                    <a:pt x="40" y="149"/>
                  </a:cubicBezTo>
                  <a:cubicBezTo>
                    <a:pt x="40" y="149"/>
                    <a:pt x="40" y="157"/>
                    <a:pt x="40" y="157"/>
                  </a:cubicBezTo>
                  <a:cubicBezTo>
                    <a:pt x="40" y="157"/>
                    <a:pt x="40" y="157"/>
                    <a:pt x="40" y="157"/>
                  </a:cubicBezTo>
                  <a:cubicBezTo>
                    <a:pt x="40" y="157"/>
                    <a:pt x="40" y="165"/>
                    <a:pt x="40" y="165"/>
                  </a:cubicBezTo>
                  <a:cubicBezTo>
                    <a:pt x="40" y="165"/>
                    <a:pt x="40" y="173"/>
                    <a:pt x="40" y="173"/>
                  </a:cubicBezTo>
                  <a:cubicBezTo>
                    <a:pt x="40" y="173"/>
                    <a:pt x="40" y="181"/>
                    <a:pt x="40" y="173"/>
                  </a:cubicBezTo>
                  <a:cubicBezTo>
                    <a:pt x="40" y="173"/>
                    <a:pt x="40" y="173"/>
                    <a:pt x="40" y="188"/>
                  </a:cubicBezTo>
                  <a:cubicBezTo>
                    <a:pt x="40" y="188"/>
                    <a:pt x="40" y="196"/>
                    <a:pt x="40" y="196"/>
                  </a:cubicBezTo>
                  <a:cubicBezTo>
                    <a:pt x="40" y="196"/>
                    <a:pt x="40" y="204"/>
                    <a:pt x="40" y="204"/>
                  </a:cubicBezTo>
                  <a:cubicBezTo>
                    <a:pt x="40" y="204"/>
                    <a:pt x="40" y="204"/>
                    <a:pt x="40" y="212"/>
                  </a:cubicBezTo>
                  <a:cubicBezTo>
                    <a:pt x="40" y="212"/>
                    <a:pt x="40" y="212"/>
                    <a:pt x="40" y="251"/>
                  </a:cubicBezTo>
                  <a:cubicBezTo>
                    <a:pt x="47" y="267"/>
                    <a:pt x="47" y="282"/>
                    <a:pt x="47" y="290"/>
                  </a:cubicBezTo>
                  <a:cubicBezTo>
                    <a:pt x="40" y="282"/>
                    <a:pt x="40" y="282"/>
                    <a:pt x="40" y="267"/>
                  </a:cubicBezTo>
                  <a:cubicBezTo>
                    <a:pt x="40" y="282"/>
                    <a:pt x="40" y="290"/>
                    <a:pt x="40" y="306"/>
                  </a:cubicBezTo>
                  <a:cubicBezTo>
                    <a:pt x="40" y="306"/>
                    <a:pt x="40" y="314"/>
                    <a:pt x="40" y="314"/>
                  </a:cubicBezTo>
                  <a:cubicBezTo>
                    <a:pt x="40" y="314"/>
                    <a:pt x="40" y="314"/>
                    <a:pt x="47" y="290"/>
                  </a:cubicBezTo>
                  <a:cubicBezTo>
                    <a:pt x="47" y="290"/>
                    <a:pt x="47" y="290"/>
                    <a:pt x="47" y="298"/>
                  </a:cubicBezTo>
                  <a:cubicBezTo>
                    <a:pt x="47" y="298"/>
                    <a:pt x="47" y="298"/>
                    <a:pt x="47" y="322"/>
                  </a:cubicBezTo>
                  <a:cubicBezTo>
                    <a:pt x="47" y="314"/>
                    <a:pt x="40" y="353"/>
                    <a:pt x="40" y="384"/>
                  </a:cubicBezTo>
                  <a:cubicBezTo>
                    <a:pt x="40" y="384"/>
                    <a:pt x="40" y="384"/>
                    <a:pt x="40" y="376"/>
                  </a:cubicBezTo>
                  <a:cubicBezTo>
                    <a:pt x="40" y="345"/>
                    <a:pt x="40" y="337"/>
                    <a:pt x="40" y="314"/>
                  </a:cubicBezTo>
                  <a:cubicBezTo>
                    <a:pt x="40" y="314"/>
                    <a:pt x="40" y="314"/>
                    <a:pt x="40" y="306"/>
                  </a:cubicBezTo>
                  <a:cubicBezTo>
                    <a:pt x="40" y="306"/>
                    <a:pt x="40" y="275"/>
                    <a:pt x="40" y="251"/>
                  </a:cubicBezTo>
                  <a:cubicBezTo>
                    <a:pt x="40" y="259"/>
                    <a:pt x="40" y="267"/>
                    <a:pt x="40" y="275"/>
                  </a:cubicBezTo>
                  <a:cubicBezTo>
                    <a:pt x="40" y="275"/>
                    <a:pt x="40" y="275"/>
                    <a:pt x="40" y="275"/>
                  </a:cubicBezTo>
                  <a:cubicBezTo>
                    <a:pt x="40" y="259"/>
                    <a:pt x="32" y="228"/>
                    <a:pt x="32" y="212"/>
                  </a:cubicBezTo>
                  <a:cubicBezTo>
                    <a:pt x="32" y="212"/>
                    <a:pt x="32" y="212"/>
                    <a:pt x="32" y="204"/>
                  </a:cubicBezTo>
                  <a:cubicBezTo>
                    <a:pt x="32" y="196"/>
                    <a:pt x="32" y="196"/>
                    <a:pt x="32" y="196"/>
                  </a:cubicBezTo>
                  <a:cubicBezTo>
                    <a:pt x="32" y="196"/>
                    <a:pt x="32" y="196"/>
                    <a:pt x="32" y="188"/>
                  </a:cubicBezTo>
                  <a:cubicBezTo>
                    <a:pt x="32" y="188"/>
                    <a:pt x="32" y="181"/>
                    <a:pt x="32" y="181"/>
                  </a:cubicBezTo>
                  <a:cubicBezTo>
                    <a:pt x="32" y="173"/>
                    <a:pt x="32" y="173"/>
                    <a:pt x="32" y="165"/>
                  </a:cubicBezTo>
                  <a:cubicBezTo>
                    <a:pt x="32" y="165"/>
                    <a:pt x="32" y="173"/>
                    <a:pt x="32" y="173"/>
                  </a:cubicBezTo>
                  <a:cubicBezTo>
                    <a:pt x="32" y="173"/>
                    <a:pt x="32" y="173"/>
                    <a:pt x="32" y="181"/>
                  </a:cubicBezTo>
                  <a:cubicBezTo>
                    <a:pt x="32" y="181"/>
                    <a:pt x="32" y="188"/>
                    <a:pt x="32" y="188"/>
                  </a:cubicBezTo>
                  <a:cubicBezTo>
                    <a:pt x="32" y="188"/>
                    <a:pt x="32" y="188"/>
                    <a:pt x="32" y="173"/>
                  </a:cubicBezTo>
                  <a:cubicBezTo>
                    <a:pt x="32" y="173"/>
                    <a:pt x="32" y="157"/>
                    <a:pt x="24" y="141"/>
                  </a:cubicBezTo>
                  <a:cubicBezTo>
                    <a:pt x="24" y="141"/>
                    <a:pt x="24" y="141"/>
                    <a:pt x="24" y="149"/>
                  </a:cubicBezTo>
                  <a:cubicBezTo>
                    <a:pt x="24" y="149"/>
                    <a:pt x="24" y="157"/>
                    <a:pt x="24" y="157"/>
                  </a:cubicBezTo>
                  <a:cubicBezTo>
                    <a:pt x="24" y="157"/>
                    <a:pt x="24" y="157"/>
                    <a:pt x="32" y="165"/>
                  </a:cubicBezTo>
                  <a:cubicBezTo>
                    <a:pt x="32" y="165"/>
                    <a:pt x="24" y="165"/>
                    <a:pt x="24" y="157"/>
                  </a:cubicBezTo>
                  <a:cubicBezTo>
                    <a:pt x="24" y="165"/>
                    <a:pt x="24" y="165"/>
                    <a:pt x="24" y="165"/>
                  </a:cubicBezTo>
                  <a:cubicBezTo>
                    <a:pt x="24" y="157"/>
                    <a:pt x="24" y="149"/>
                    <a:pt x="24" y="134"/>
                  </a:cubicBezTo>
                  <a:cubicBezTo>
                    <a:pt x="24" y="141"/>
                    <a:pt x="24" y="141"/>
                    <a:pt x="24" y="141"/>
                  </a:cubicBezTo>
                  <a:cubicBezTo>
                    <a:pt x="24" y="134"/>
                    <a:pt x="24" y="134"/>
                    <a:pt x="24" y="126"/>
                  </a:cubicBezTo>
                  <a:cubicBezTo>
                    <a:pt x="24" y="126"/>
                    <a:pt x="24" y="126"/>
                    <a:pt x="24" y="102"/>
                  </a:cubicBezTo>
                  <a:cubicBezTo>
                    <a:pt x="24" y="110"/>
                    <a:pt x="24" y="118"/>
                    <a:pt x="24" y="126"/>
                  </a:cubicBezTo>
                  <a:cubicBezTo>
                    <a:pt x="24" y="126"/>
                    <a:pt x="24" y="126"/>
                    <a:pt x="16" y="118"/>
                  </a:cubicBezTo>
                  <a:cubicBezTo>
                    <a:pt x="16" y="118"/>
                    <a:pt x="16" y="118"/>
                    <a:pt x="16" y="126"/>
                  </a:cubicBezTo>
                  <a:cubicBezTo>
                    <a:pt x="16" y="126"/>
                    <a:pt x="16" y="134"/>
                    <a:pt x="16" y="134"/>
                  </a:cubicBezTo>
                  <a:cubicBezTo>
                    <a:pt x="16" y="134"/>
                    <a:pt x="16" y="134"/>
                    <a:pt x="16" y="134"/>
                  </a:cubicBezTo>
                  <a:cubicBezTo>
                    <a:pt x="16" y="134"/>
                    <a:pt x="16" y="141"/>
                    <a:pt x="16" y="141"/>
                  </a:cubicBezTo>
                  <a:cubicBezTo>
                    <a:pt x="16" y="157"/>
                    <a:pt x="24" y="188"/>
                    <a:pt x="24" y="196"/>
                  </a:cubicBezTo>
                  <a:cubicBezTo>
                    <a:pt x="24" y="181"/>
                    <a:pt x="24" y="181"/>
                    <a:pt x="24" y="181"/>
                  </a:cubicBezTo>
                  <a:cubicBezTo>
                    <a:pt x="24" y="173"/>
                    <a:pt x="24" y="165"/>
                    <a:pt x="16" y="149"/>
                  </a:cubicBezTo>
                  <a:cubicBezTo>
                    <a:pt x="24" y="173"/>
                    <a:pt x="24" y="204"/>
                    <a:pt x="24" y="220"/>
                  </a:cubicBezTo>
                  <a:cubicBezTo>
                    <a:pt x="24" y="212"/>
                    <a:pt x="24" y="212"/>
                    <a:pt x="24" y="204"/>
                  </a:cubicBezTo>
                  <a:cubicBezTo>
                    <a:pt x="24" y="204"/>
                    <a:pt x="24" y="204"/>
                    <a:pt x="24" y="196"/>
                  </a:cubicBezTo>
                  <a:cubicBezTo>
                    <a:pt x="24" y="212"/>
                    <a:pt x="24" y="228"/>
                    <a:pt x="24" y="251"/>
                  </a:cubicBezTo>
                  <a:cubicBezTo>
                    <a:pt x="24" y="251"/>
                    <a:pt x="24" y="251"/>
                    <a:pt x="24" y="251"/>
                  </a:cubicBezTo>
                  <a:cubicBezTo>
                    <a:pt x="24" y="251"/>
                    <a:pt x="24" y="251"/>
                    <a:pt x="24" y="251"/>
                  </a:cubicBezTo>
                  <a:cubicBezTo>
                    <a:pt x="32" y="251"/>
                    <a:pt x="32" y="251"/>
                    <a:pt x="32" y="259"/>
                  </a:cubicBezTo>
                  <a:cubicBezTo>
                    <a:pt x="24" y="251"/>
                    <a:pt x="24" y="259"/>
                    <a:pt x="24" y="259"/>
                  </a:cubicBezTo>
                  <a:cubicBezTo>
                    <a:pt x="24" y="259"/>
                    <a:pt x="24" y="259"/>
                    <a:pt x="32" y="259"/>
                  </a:cubicBezTo>
                  <a:cubicBezTo>
                    <a:pt x="32" y="306"/>
                    <a:pt x="32" y="353"/>
                    <a:pt x="32" y="400"/>
                  </a:cubicBezTo>
                  <a:cubicBezTo>
                    <a:pt x="32" y="400"/>
                    <a:pt x="32" y="400"/>
                    <a:pt x="32" y="400"/>
                  </a:cubicBezTo>
                  <a:cubicBezTo>
                    <a:pt x="32" y="376"/>
                    <a:pt x="32" y="345"/>
                    <a:pt x="24" y="322"/>
                  </a:cubicBezTo>
                  <a:cubicBezTo>
                    <a:pt x="24" y="314"/>
                    <a:pt x="24" y="306"/>
                    <a:pt x="24" y="306"/>
                  </a:cubicBezTo>
                  <a:cubicBezTo>
                    <a:pt x="24" y="306"/>
                    <a:pt x="24" y="306"/>
                    <a:pt x="24" y="298"/>
                  </a:cubicBezTo>
                  <a:cubicBezTo>
                    <a:pt x="24" y="290"/>
                    <a:pt x="24" y="290"/>
                    <a:pt x="24" y="282"/>
                  </a:cubicBezTo>
                  <a:cubicBezTo>
                    <a:pt x="24" y="275"/>
                    <a:pt x="24" y="267"/>
                    <a:pt x="24" y="259"/>
                  </a:cubicBezTo>
                  <a:cubicBezTo>
                    <a:pt x="24" y="259"/>
                    <a:pt x="24" y="259"/>
                    <a:pt x="24" y="259"/>
                  </a:cubicBezTo>
                  <a:cubicBezTo>
                    <a:pt x="24" y="251"/>
                    <a:pt x="24" y="251"/>
                    <a:pt x="24" y="251"/>
                  </a:cubicBezTo>
                  <a:cubicBezTo>
                    <a:pt x="24" y="251"/>
                    <a:pt x="24" y="251"/>
                    <a:pt x="24" y="251"/>
                  </a:cubicBezTo>
                  <a:cubicBezTo>
                    <a:pt x="24" y="235"/>
                    <a:pt x="24" y="220"/>
                    <a:pt x="24" y="212"/>
                  </a:cubicBezTo>
                  <a:cubicBezTo>
                    <a:pt x="24" y="212"/>
                    <a:pt x="24" y="212"/>
                    <a:pt x="24" y="204"/>
                  </a:cubicBezTo>
                  <a:cubicBezTo>
                    <a:pt x="24" y="204"/>
                    <a:pt x="24" y="204"/>
                    <a:pt x="24" y="204"/>
                  </a:cubicBezTo>
                  <a:cubicBezTo>
                    <a:pt x="24" y="204"/>
                    <a:pt x="24" y="204"/>
                    <a:pt x="24" y="204"/>
                  </a:cubicBezTo>
                  <a:cubicBezTo>
                    <a:pt x="24" y="188"/>
                    <a:pt x="24" y="196"/>
                    <a:pt x="16" y="157"/>
                  </a:cubicBezTo>
                  <a:cubicBezTo>
                    <a:pt x="16" y="157"/>
                    <a:pt x="16" y="157"/>
                    <a:pt x="16" y="157"/>
                  </a:cubicBezTo>
                  <a:cubicBezTo>
                    <a:pt x="16" y="165"/>
                    <a:pt x="16" y="165"/>
                    <a:pt x="16" y="173"/>
                  </a:cubicBezTo>
                  <a:cubicBezTo>
                    <a:pt x="24" y="188"/>
                    <a:pt x="24" y="196"/>
                    <a:pt x="24" y="204"/>
                  </a:cubicBezTo>
                  <a:cubicBezTo>
                    <a:pt x="24" y="196"/>
                    <a:pt x="24" y="196"/>
                    <a:pt x="16" y="181"/>
                  </a:cubicBezTo>
                  <a:cubicBezTo>
                    <a:pt x="16" y="181"/>
                    <a:pt x="16" y="181"/>
                    <a:pt x="8" y="165"/>
                  </a:cubicBezTo>
                  <a:cubicBezTo>
                    <a:pt x="16" y="165"/>
                    <a:pt x="16" y="157"/>
                    <a:pt x="16" y="157"/>
                  </a:cubicBezTo>
                  <a:cubicBezTo>
                    <a:pt x="16" y="157"/>
                    <a:pt x="16" y="157"/>
                    <a:pt x="8" y="141"/>
                  </a:cubicBezTo>
                  <a:cubicBezTo>
                    <a:pt x="8" y="134"/>
                    <a:pt x="8" y="141"/>
                    <a:pt x="8" y="134"/>
                  </a:cubicBezTo>
                  <a:cubicBezTo>
                    <a:pt x="8" y="134"/>
                    <a:pt x="8" y="134"/>
                    <a:pt x="8" y="118"/>
                  </a:cubicBezTo>
                  <a:cubicBezTo>
                    <a:pt x="8" y="134"/>
                    <a:pt x="8" y="149"/>
                    <a:pt x="8" y="165"/>
                  </a:cubicBezTo>
                  <a:cubicBezTo>
                    <a:pt x="8" y="165"/>
                    <a:pt x="8" y="165"/>
                    <a:pt x="8" y="165"/>
                  </a:cubicBezTo>
                  <a:cubicBezTo>
                    <a:pt x="8" y="157"/>
                    <a:pt x="8" y="141"/>
                    <a:pt x="8" y="134"/>
                  </a:cubicBezTo>
                  <a:cubicBezTo>
                    <a:pt x="8" y="157"/>
                    <a:pt x="8" y="188"/>
                    <a:pt x="8" y="204"/>
                  </a:cubicBezTo>
                  <a:cubicBezTo>
                    <a:pt x="8" y="196"/>
                    <a:pt x="8" y="196"/>
                    <a:pt x="8" y="173"/>
                  </a:cubicBezTo>
                  <a:cubicBezTo>
                    <a:pt x="8" y="173"/>
                    <a:pt x="0" y="173"/>
                    <a:pt x="8" y="188"/>
                  </a:cubicBezTo>
                  <a:cubicBezTo>
                    <a:pt x="8" y="204"/>
                    <a:pt x="8" y="212"/>
                    <a:pt x="8" y="220"/>
                  </a:cubicBezTo>
                  <a:cubicBezTo>
                    <a:pt x="8" y="235"/>
                    <a:pt x="8" y="220"/>
                    <a:pt x="8" y="220"/>
                  </a:cubicBezTo>
                  <a:cubicBezTo>
                    <a:pt x="8" y="235"/>
                    <a:pt x="16" y="282"/>
                    <a:pt x="24" y="298"/>
                  </a:cubicBezTo>
                  <a:cubicBezTo>
                    <a:pt x="24" y="322"/>
                    <a:pt x="24" y="329"/>
                    <a:pt x="16" y="322"/>
                  </a:cubicBezTo>
                  <a:cubicBezTo>
                    <a:pt x="16" y="322"/>
                    <a:pt x="16" y="322"/>
                    <a:pt x="24" y="337"/>
                  </a:cubicBezTo>
                  <a:cubicBezTo>
                    <a:pt x="16" y="361"/>
                    <a:pt x="16" y="345"/>
                    <a:pt x="16" y="431"/>
                  </a:cubicBezTo>
                  <a:cubicBezTo>
                    <a:pt x="16" y="431"/>
                    <a:pt x="16" y="431"/>
                    <a:pt x="8" y="423"/>
                  </a:cubicBezTo>
                  <a:cubicBezTo>
                    <a:pt x="8" y="423"/>
                    <a:pt x="8" y="423"/>
                    <a:pt x="8" y="431"/>
                  </a:cubicBezTo>
                  <a:cubicBezTo>
                    <a:pt x="8" y="431"/>
                    <a:pt x="8" y="431"/>
                    <a:pt x="8" y="439"/>
                  </a:cubicBezTo>
                  <a:cubicBezTo>
                    <a:pt x="8" y="439"/>
                    <a:pt x="8" y="439"/>
                    <a:pt x="8" y="447"/>
                  </a:cubicBezTo>
                  <a:cubicBezTo>
                    <a:pt x="8" y="447"/>
                    <a:pt x="8" y="447"/>
                    <a:pt x="8" y="447"/>
                  </a:cubicBezTo>
                  <a:cubicBezTo>
                    <a:pt x="8" y="447"/>
                    <a:pt x="8" y="447"/>
                    <a:pt x="8" y="447"/>
                  </a:cubicBezTo>
                  <a:cubicBezTo>
                    <a:pt x="8" y="447"/>
                    <a:pt x="8" y="447"/>
                    <a:pt x="8" y="447"/>
                  </a:cubicBezTo>
                  <a:cubicBezTo>
                    <a:pt x="8" y="455"/>
                    <a:pt x="8" y="463"/>
                    <a:pt x="8" y="463"/>
                  </a:cubicBezTo>
                  <a:cubicBezTo>
                    <a:pt x="8" y="478"/>
                    <a:pt x="8" y="478"/>
                    <a:pt x="8" y="478"/>
                  </a:cubicBezTo>
                  <a:cubicBezTo>
                    <a:pt x="8" y="478"/>
                    <a:pt x="8" y="478"/>
                    <a:pt x="8" y="478"/>
                  </a:cubicBezTo>
                  <a:cubicBezTo>
                    <a:pt x="8" y="486"/>
                    <a:pt x="8" y="486"/>
                    <a:pt x="8" y="486"/>
                  </a:cubicBezTo>
                  <a:cubicBezTo>
                    <a:pt x="8" y="486"/>
                    <a:pt x="8" y="486"/>
                    <a:pt x="8" y="486"/>
                  </a:cubicBezTo>
                  <a:cubicBezTo>
                    <a:pt x="8" y="533"/>
                    <a:pt x="8" y="596"/>
                    <a:pt x="16" y="603"/>
                  </a:cubicBezTo>
                  <a:cubicBezTo>
                    <a:pt x="16" y="603"/>
                    <a:pt x="16" y="603"/>
                    <a:pt x="16" y="619"/>
                  </a:cubicBezTo>
                  <a:cubicBezTo>
                    <a:pt x="16" y="619"/>
                    <a:pt x="16" y="619"/>
                    <a:pt x="16" y="619"/>
                  </a:cubicBezTo>
                  <a:cubicBezTo>
                    <a:pt x="16" y="603"/>
                    <a:pt x="8" y="580"/>
                    <a:pt x="8" y="588"/>
                  </a:cubicBezTo>
                  <a:cubicBezTo>
                    <a:pt x="8" y="588"/>
                    <a:pt x="8" y="588"/>
                    <a:pt x="8" y="596"/>
                  </a:cubicBezTo>
                  <a:cubicBezTo>
                    <a:pt x="8" y="603"/>
                    <a:pt x="8" y="611"/>
                    <a:pt x="8" y="619"/>
                  </a:cubicBezTo>
                  <a:cubicBezTo>
                    <a:pt x="8" y="619"/>
                    <a:pt x="8" y="619"/>
                    <a:pt x="8" y="635"/>
                  </a:cubicBezTo>
                  <a:cubicBezTo>
                    <a:pt x="8" y="635"/>
                    <a:pt x="8" y="635"/>
                    <a:pt x="8" y="635"/>
                  </a:cubicBezTo>
                  <a:cubicBezTo>
                    <a:pt x="16" y="643"/>
                    <a:pt x="16" y="650"/>
                    <a:pt x="16" y="658"/>
                  </a:cubicBezTo>
                  <a:cubicBezTo>
                    <a:pt x="16" y="650"/>
                    <a:pt x="8" y="650"/>
                    <a:pt x="8" y="643"/>
                  </a:cubicBezTo>
                  <a:cubicBezTo>
                    <a:pt x="8" y="643"/>
                    <a:pt x="8" y="643"/>
                    <a:pt x="8" y="650"/>
                  </a:cubicBezTo>
                  <a:cubicBezTo>
                    <a:pt x="8" y="650"/>
                    <a:pt x="8" y="650"/>
                    <a:pt x="8" y="658"/>
                  </a:cubicBezTo>
                  <a:cubicBezTo>
                    <a:pt x="8" y="658"/>
                    <a:pt x="8" y="658"/>
                    <a:pt x="16" y="666"/>
                  </a:cubicBezTo>
                  <a:cubicBezTo>
                    <a:pt x="16" y="682"/>
                    <a:pt x="16" y="674"/>
                    <a:pt x="16" y="682"/>
                  </a:cubicBezTo>
                  <a:cubicBezTo>
                    <a:pt x="16" y="682"/>
                    <a:pt x="16" y="682"/>
                    <a:pt x="16" y="682"/>
                  </a:cubicBezTo>
                  <a:cubicBezTo>
                    <a:pt x="16" y="682"/>
                    <a:pt x="16" y="682"/>
                    <a:pt x="24" y="690"/>
                  </a:cubicBezTo>
                  <a:cubicBezTo>
                    <a:pt x="24" y="690"/>
                    <a:pt x="24" y="690"/>
                    <a:pt x="16" y="690"/>
                  </a:cubicBezTo>
                  <a:cubicBezTo>
                    <a:pt x="16" y="690"/>
                    <a:pt x="16" y="690"/>
                    <a:pt x="24" y="705"/>
                  </a:cubicBezTo>
                  <a:cubicBezTo>
                    <a:pt x="24" y="713"/>
                    <a:pt x="24" y="705"/>
                    <a:pt x="24" y="713"/>
                  </a:cubicBezTo>
                  <a:cubicBezTo>
                    <a:pt x="24" y="713"/>
                    <a:pt x="24" y="713"/>
                    <a:pt x="24" y="729"/>
                  </a:cubicBezTo>
                  <a:cubicBezTo>
                    <a:pt x="24" y="729"/>
                    <a:pt x="24" y="729"/>
                    <a:pt x="24" y="729"/>
                  </a:cubicBezTo>
                  <a:cubicBezTo>
                    <a:pt x="24" y="729"/>
                    <a:pt x="24" y="729"/>
                    <a:pt x="24" y="752"/>
                  </a:cubicBezTo>
                  <a:cubicBezTo>
                    <a:pt x="24" y="760"/>
                    <a:pt x="24" y="760"/>
                    <a:pt x="24" y="768"/>
                  </a:cubicBezTo>
                  <a:cubicBezTo>
                    <a:pt x="24" y="752"/>
                    <a:pt x="24" y="752"/>
                    <a:pt x="24" y="729"/>
                  </a:cubicBezTo>
                  <a:cubicBezTo>
                    <a:pt x="24" y="729"/>
                    <a:pt x="24" y="729"/>
                    <a:pt x="16" y="729"/>
                  </a:cubicBezTo>
                  <a:cubicBezTo>
                    <a:pt x="24" y="744"/>
                    <a:pt x="24" y="760"/>
                    <a:pt x="32" y="791"/>
                  </a:cubicBezTo>
                  <a:cubicBezTo>
                    <a:pt x="24" y="784"/>
                    <a:pt x="24" y="784"/>
                    <a:pt x="24" y="784"/>
                  </a:cubicBezTo>
                  <a:cubicBezTo>
                    <a:pt x="24" y="799"/>
                    <a:pt x="24" y="799"/>
                    <a:pt x="24" y="799"/>
                  </a:cubicBezTo>
                  <a:cubicBezTo>
                    <a:pt x="32" y="799"/>
                    <a:pt x="32" y="799"/>
                    <a:pt x="32" y="799"/>
                  </a:cubicBezTo>
                  <a:cubicBezTo>
                    <a:pt x="32" y="831"/>
                    <a:pt x="40" y="862"/>
                    <a:pt x="47" y="885"/>
                  </a:cubicBezTo>
                  <a:cubicBezTo>
                    <a:pt x="47" y="885"/>
                    <a:pt x="40" y="885"/>
                    <a:pt x="40" y="885"/>
                  </a:cubicBezTo>
                  <a:cubicBezTo>
                    <a:pt x="40" y="885"/>
                    <a:pt x="40" y="885"/>
                    <a:pt x="40" y="885"/>
                  </a:cubicBezTo>
                  <a:cubicBezTo>
                    <a:pt x="40" y="885"/>
                    <a:pt x="40" y="878"/>
                    <a:pt x="40" y="878"/>
                  </a:cubicBezTo>
                  <a:cubicBezTo>
                    <a:pt x="40" y="878"/>
                    <a:pt x="40" y="878"/>
                    <a:pt x="40" y="885"/>
                  </a:cubicBezTo>
                  <a:cubicBezTo>
                    <a:pt x="40" y="885"/>
                    <a:pt x="40" y="885"/>
                    <a:pt x="40" y="878"/>
                  </a:cubicBezTo>
                  <a:cubicBezTo>
                    <a:pt x="40" y="893"/>
                    <a:pt x="40" y="878"/>
                    <a:pt x="40" y="893"/>
                  </a:cubicBezTo>
                  <a:cubicBezTo>
                    <a:pt x="40" y="901"/>
                    <a:pt x="40" y="901"/>
                    <a:pt x="40" y="901"/>
                  </a:cubicBezTo>
                  <a:cubicBezTo>
                    <a:pt x="40" y="901"/>
                    <a:pt x="40" y="901"/>
                    <a:pt x="40" y="901"/>
                  </a:cubicBezTo>
                  <a:cubicBezTo>
                    <a:pt x="40" y="901"/>
                    <a:pt x="40" y="901"/>
                    <a:pt x="40" y="901"/>
                  </a:cubicBezTo>
                  <a:cubicBezTo>
                    <a:pt x="40" y="901"/>
                    <a:pt x="40" y="901"/>
                    <a:pt x="40" y="901"/>
                  </a:cubicBezTo>
                  <a:cubicBezTo>
                    <a:pt x="47" y="901"/>
                    <a:pt x="47" y="901"/>
                    <a:pt x="47" y="909"/>
                  </a:cubicBezTo>
                  <a:cubicBezTo>
                    <a:pt x="47" y="909"/>
                    <a:pt x="47" y="901"/>
                    <a:pt x="40" y="901"/>
                  </a:cubicBezTo>
                  <a:cubicBezTo>
                    <a:pt x="47" y="901"/>
                    <a:pt x="47" y="909"/>
                    <a:pt x="47" y="917"/>
                  </a:cubicBezTo>
                  <a:cubicBezTo>
                    <a:pt x="47" y="901"/>
                    <a:pt x="47" y="901"/>
                    <a:pt x="47" y="901"/>
                  </a:cubicBezTo>
                  <a:cubicBezTo>
                    <a:pt x="47" y="901"/>
                    <a:pt x="47" y="909"/>
                    <a:pt x="47" y="909"/>
                  </a:cubicBezTo>
                  <a:cubicBezTo>
                    <a:pt x="47" y="909"/>
                    <a:pt x="47" y="909"/>
                    <a:pt x="47" y="909"/>
                  </a:cubicBezTo>
                  <a:cubicBezTo>
                    <a:pt x="47" y="917"/>
                    <a:pt x="47" y="909"/>
                    <a:pt x="47" y="917"/>
                  </a:cubicBezTo>
                  <a:cubicBezTo>
                    <a:pt x="47" y="917"/>
                    <a:pt x="47" y="917"/>
                    <a:pt x="47" y="909"/>
                  </a:cubicBezTo>
                  <a:cubicBezTo>
                    <a:pt x="47" y="917"/>
                    <a:pt x="47" y="917"/>
                    <a:pt x="47" y="917"/>
                  </a:cubicBezTo>
                  <a:cubicBezTo>
                    <a:pt x="47" y="917"/>
                    <a:pt x="47" y="917"/>
                    <a:pt x="47" y="932"/>
                  </a:cubicBezTo>
                  <a:cubicBezTo>
                    <a:pt x="55" y="932"/>
                    <a:pt x="47" y="932"/>
                    <a:pt x="55" y="948"/>
                  </a:cubicBezTo>
                  <a:cubicBezTo>
                    <a:pt x="55" y="948"/>
                    <a:pt x="55" y="948"/>
                    <a:pt x="55" y="948"/>
                  </a:cubicBezTo>
                  <a:cubicBezTo>
                    <a:pt x="55" y="948"/>
                    <a:pt x="55" y="948"/>
                    <a:pt x="55" y="932"/>
                  </a:cubicBezTo>
                  <a:cubicBezTo>
                    <a:pt x="55" y="932"/>
                    <a:pt x="47" y="932"/>
                    <a:pt x="47" y="917"/>
                  </a:cubicBezTo>
                  <a:cubicBezTo>
                    <a:pt x="47" y="925"/>
                    <a:pt x="47" y="925"/>
                    <a:pt x="47" y="925"/>
                  </a:cubicBezTo>
                  <a:cubicBezTo>
                    <a:pt x="55" y="925"/>
                    <a:pt x="55" y="925"/>
                    <a:pt x="55" y="932"/>
                  </a:cubicBezTo>
                  <a:cubicBezTo>
                    <a:pt x="55" y="948"/>
                    <a:pt x="71" y="972"/>
                    <a:pt x="71" y="995"/>
                  </a:cubicBezTo>
                  <a:cubicBezTo>
                    <a:pt x="79" y="1019"/>
                    <a:pt x="94" y="1042"/>
                    <a:pt x="102" y="1073"/>
                  </a:cubicBezTo>
                  <a:cubicBezTo>
                    <a:pt x="102" y="1073"/>
                    <a:pt x="102" y="1073"/>
                    <a:pt x="102" y="1073"/>
                  </a:cubicBezTo>
                  <a:cubicBezTo>
                    <a:pt x="102" y="1073"/>
                    <a:pt x="110" y="1081"/>
                    <a:pt x="110" y="1081"/>
                  </a:cubicBezTo>
                  <a:cubicBezTo>
                    <a:pt x="110" y="1081"/>
                    <a:pt x="110" y="1081"/>
                    <a:pt x="110" y="1089"/>
                  </a:cubicBezTo>
                  <a:cubicBezTo>
                    <a:pt x="118" y="1113"/>
                    <a:pt x="118" y="1113"/>
                    <a:pt x="118" y="1113"/>
                  </a:cubicBezTo>
                  <a:cubicBezTo>
                    <a:pt x="126" y="1128"/>
                    <a:pt x="126" y="1128"/>
                    <a:pt x="126" y="1128"/>
                  </a:cubicBezTo>
                  <a:cubicBezTo>
                    <a:pt x="133" y="1128"/>
                    <a:pt x="133" y="1128"/>
                    <a:pt x="133" y="1136"/>
                  </a:cubicBezTo>
                  <a:cubicBezTo>
                    <a:pt x="133" y="1136"/>
                    <a:pt x="133" y="1136"/>
                    <a:pt x="133" y="1136"/>
                  </a:cubicBezTo>
                  <a:cubicBezTo>
                    <a:pt x="141" y="1144"/>
                    <a:pt x="141" y="1144"/>
                    <a:pt x="141" y="1144"/>
                  </a:cubicBezTo>
                  <a:cubicBezTo>
                    <a:pt x="141" y="1144"/>
                    <a:pt x="141" y="1144"/>
                    <a:pt x="141" y="1144"/>
                  </a:cubicBezTo>
                  <a:cubicBezTo>
                    <a:pt x="141" y="1144"/>
                    <a:pt x="141" y="1152"/>
                    <a:pt x="141" y="1152"/>
                  </a:cubicBezTo>
                  <a:cubicBezTo>
                    <a:pt x="149" y="1152"/>
                    <a:pt x="149" y="1159"/>
                    <a:pt x="149" y="1159"/>
                  </a:cubicBezTo>
                  <a:cubicBezTo>
                    <a:pt x="149" y="1159"/>
                    <a:pt x="149" y="1159"/>
                    <a:pt x="149" y="1159"/>
                  </a:cubicBezTo>
                  <a:cubicBezTo>
                    <a:pt x="157" y="1167"/>
                    <a:pt x="157" y="1175"/>
                    <a:pt x="157" y="1175"/>
                  </a:cubicBezTo>
                  <a:cubicBezTo>
                    <a:pt x="157" y="1183"/>
                    <a:pt x="157" y="1183"/>
                    <a:pt x="157" y="1183"/>
                  </a:cubicBezTo>
                  <a:cubicBezTo>
                    <a:pt x="165" y="1191"/>
                    <a:pt x="165" y="1191"/>
                    <a:pt x="172" y="1199"/>
                  </a:cubicBezTo>
                  <a:cubicBezTo>
                    <a:pt x="172" y="1199"/>
                    <a:pt x="172" y="1199"/>
                    <a:pt x="172" y="1199"/>
                  </a:cubicBezTo>
                  <a:cubicBezTo>
                    <a:pt x="172" y="1199"/>
                    <a:pt x="180" y="1206"/>
                    <a:pt x="180" y="1206"/>
                  </a:cubicBezTo>
                  <a:cubicBezTo>
                    <a:pt x="180" y="1206"/>
                    <a:pt x="180" y="1206"/>
                    <a:pt x="180" y="1206"/>
                  </a:cubicBezTo>
                  <a:cubicBezTo>
                    <a:pt x="180" y="1206"/>
                    <a:pt x="180" y="1206"/>
                    <a:pt x="180" y="1206"/>
                  </a:cubicBezTo>
                  <a:cubicBezTo>
                    <a:pt x="188" y="1214"/>
                    <a:pt x="188" y="1222"/>
                    <a:pt x="196" y="1230"/>
                  </a:cubicBezTo>
                  <a:cubicBezTo>
                    <a:pt x="196" y="1230"/>
                    <a:pt x="196" y="1230"/>
                    <a:pt x="196" y="1230"/>
                  </a:cubicBezTo>
                  <a:cubicBezTo>
                    <a:pt x="196" y="1230"/>
                    <a:pt x="196" y="1230"/>
                    <a:pt x="196" y="1230"/>
                  </a:cubicBezTo>
                  <a:cubicBezTo>
                    <a:pt x="196" y="1230"/>
                    <a:pt x="204" y="1238"/>
                    <a:pt x="204" y="1238"/>
                  </a:cubicBezTo>
                  <a:cubicBezTo>
                    <a:pt x="204" y="1238"/>
                    <a:pt x="204" y="1238"/>
                    <a:pt x="204" y="1246"/>
                  </a:cubicBezTo>
                  <a:cubicBezTo>
                    <a:pt x="211" y="1253"/>
                    <a:pt x="211" y="1253"/>
                    <a:pt x="211" y="1253"/>
                  </a:cubicBezTo>
                  <a:cubicBezTo>
                    <a:pt x="211" y="1253"/>
                    <a:pt x="219" y="1253"/>
                    <a:pt x="219" y="1253"/>
                  </a:cubicBezTo>
                  <a:cubicBezTo>
                    <a:pt x="219" y="1253"/>
                    <a:pt x="219" y="1253"/>
                    <a:pt x="219" y="1261"/>
                  </a:cubicBezTo>
                  <a:cubicBezTo>
                    <a:pt x="219" y="1261"/>
                    <a:pt x="227" y="1261"/>
                    <a:pt x="227" y="1269"/>
                  </a:cubicBezTo>
                  <a:cubicBezTo>
                    <a:pt x="227" y="1269"/>
                    <a:pt x="227" y="1269"/>
                    <a:pt x="227" y="1269"/>
                  </a:cubicBezTo>
                  <a:cubicBezTo>
                    <a:pt x="227" y="1269"/>
                    <a:pt x="235" y="1269"/>
                    <a:pt x="235" y="1269"/>
                  </a:cubicBezTo>
                  <a:cubicBezTo>
                    <a:pt x="235" y="1269"/>
                    <a:pt x="227" y="1269"/>
                    <a:pt x="227" y="1269"/>
                  </a:cubicBezTo>
                  <a:cubicBezTo>
                    <a:pt x="243" y="1293"/>
                    <a:pt x="251" y="1293"/>
                    <a:pt x="290" y="1316"/>
                  </a:cubicBezTo>
                  <a:cubicBezTo>
                    <a:pt x="290" y="1324"/>
                    <a:pt x="290" y="1324"/>
                    <a:pt x="290" y="1324"/>
                  </a:cubicBezTo>
                  <a:cubicBezTo>
                    <a:pt x="313" y="1340"/>
                    <a:pt x="337" y="1355"/>
                    <a:pt x="368" y="1379"/>
                  </a:cubicBezTo>
                  <a:cubicBezTo>
                    <a:pt x="376" y="1379"/>
                    <a:pt x="376" y="1379"/>
                    <a:pt x="376" y="1379"/>
                  </a:cubicBezTo>
                  <a:cubicBezTo>
                    <a:pt x="376" y="1379"/>
                    <a:pt x="376" y="1379"/>
                    <a:pt x="376" y="1379"/>
                  </a:cubicBezTo>
                  <a:cubicBezTo>
                    <a:pt x="383" y="1379"/>
                    <a:pt x="383" y="1379"/>
                    <a:pt x="391" y="1387"/>
                  </a:cubicBezTo>
                  <a:cubicBezTo>
                    <a:pt x="383" y="1379"/>
                    <a:pt x="391" y="1387"/>
                    <a:pt x="376" y="1379"/>
                  </a:cubicBezTo>
                  <a:cubicBezTo>
                    <a:pt x="376" y="1379"/>
                    <a:pt x="399" y="1387"/>
                    <a:pt x="415" y="1394"/>
                  </a:cubicBezTo>
                  <a:cubicBezTo>
                    <a:pt x="423" y="1394"/>
                    <a:pt x="423" y="1394"/>
                    <a:pt x="423" y="1394"/>
                  </a:cubicBezTo>
                  <a:cubicBezTo>
                    <a:pt x="415" y="1394"/>
                    <a:pt x="415" y="1394"/>
                    <a:pt x="415" y="1394"/>
                  </a:cubicBezTo>
                  <a:cubicBezTo>
                    <a:pt x="430" y="1402"/>
                    <a:pt x="438" y="1402"/>
                    <a:pt x="446" y="1410"/>
                  </a:cubicBezTo>
                  <a:cubicBezTo>
                    <a:pt x="446" y="1410"/>
                    <a:pt x="446" y="1410"/>
                    <a:pt x="446" y="1410"/>
                  </a:cubicBezTo>
                  <a:cubicBezTo>
                    <a:pt x="454" y="1410"/>
                    <a:pt x="469" y="1418"/>
                    <a:pt x="485" y="1418"/>
                  </a:cubicBezTo>
                  <a:cubicBezTo>
                    <a:pt x="485" y="1418"/>
                    <a:pt x="493" y="1426"/>
                    <a:pt x="501" y="1426"/>
                  </a:cubicBezTo>
                  <a:cubicBezTo>
                    <a:pt x="501" y="1426"/>
                    <a:pt x="501" y="1426"/>
                    <a:pt x="493" y="1426"/>
                  </a:cubicBezTo>
                  <a:cubicBezTo>
                    <a:pt x="508" y="1434"/>
                    <a:pt x="508" y="1426"/>
                    <a:pt x="516" y="1434"/>
                  </a:cubicBezTo>
                  <a:cubicBezTo>
                    <a:pt x="524" y="1434"/>
                    <a:pt x="524" y="1434"/>
                    <a:pt x="524" y="1434"/>
                  </a:cubicBezTo>
                  <a:cubicBezTo>
                    <a:pt x="532" y="1434"/>
                    <a:pt x="532" y="1434"/>
                    <a:pt x="532" y="1434"/>
                  </a:cubicBezTo>
                  <a:cubicBezTo>
                    <a:pt x="532" y="1434"/>
                    <a:pt x="532" y="1434"/>
                    <a:pt x="555" y="1441"/>
                  </a:cubicBezTo>
                  <a:cubicBezTo>
                    <a:pt x="540" y="1434"/>
                    <a:pt x="540" y="1434"/>
                    <a:pt x="540" y="1434"/>
                  </a:cubicBezTo>
                  <a:cubicBezTo>
                    <a:pt x="579" y="1449"/>
                    <a:pt x="579" y="1449"/>
                    <a:pt x="579" y="1449"/>
                  </a:cubicBezTo>
                  <a:cubicBezTo>
                    <a:pt x="563" y="1441"/>
                    <a:pt x="563" y="1441"/>
                    <a:pt x="563" y="1441"/>
                  </a:cubicBezTo>
                  <a:cubicBezTo>
                    <a:pt x="563" y="1441"/>
                    <a:pt x="563" y="1441"/>
                    <a:pt x="571" y="1441"/>
                  </a:cubicBezTo>
                  <a:cubicBezTo>
                    <a:pt x="571" y="1441"/>
                    <a:pt x="571" y="1441"/>
                    <a:pt x="579" y="1449"/>
                  </a:cubicBezTo>
                  <a:cubicBezTo>
                    <a:pt x="579" y="1449"/>
                    <a:pt x="579" y="1449"/>
                    <a:pt x="594" y="1449"/>
                  </a:cubicBezTo>
                  <a:cubicBezTo>
                    <a:pt x="594" y="1449"/>
                    <a:pt x="594" y="1449"/>
                    <a:pt x="587" y="1449"/>
                  </a:cubicBezTo>
                  <a:cubicBezTo>
                    <a:pt x="602" y="1449"/>
                    <a:pt x="626" y="1457"/>
                    <a:pt x="610" y="1449"/>
                  </a:cubicBezTo>
                  <a:cubicBezTo>
                    <a:pt x="618" y="1449"/>
                    <a:pt x="618" y="1457"/>
                    <a:pt x="626" y="1457"/>
                  </a:cubicBezTo>
                  <a:cubicBezTo>
                    <a:pt x="626" y="1457"/>
                    <a:pt x="634" y="1457"/>
                    <a:pt x="641" y="1457"/>
                  </a:cubicBezTo>
                  <a:cubicBezTo>
                    <a:pt x="634" y="1457"/>
                    <a:pt x="634" y="1457"/>
                    <a:pt x="634" y="1457"/>
                  </a:cubicBezTo>
                  <a:cubicBezTo>
                    <a:pt x="641" y="1457"/>
                    <a:pt x="649" y="1457"/>
                    <a:pt x="657" y="1465"/>
                  </a:cubicBezTo>
                  <a:cubicBezTo>
                    <a:pt x="665" y="1465"/>
                    <a:pt x="665" y="1465"/>
                    <a:pt x="665" y="1465"/>
                  </a:cubicBezTo>
                  <a:cubicBezTo>
                    <a:pt x="673" y="1465"/>
                    <a:pt x="673" y="1465"/>
                    <a:pt x="673" y="1465"/>
                  </a:cubicBezTo>
                  <a:cubicBezTo>
                    <a:pt x="673" y="1465"/>
                    <a:pt x="673" y="1465"/>
                    <a:pt x="673" y="1465"/>
                  </a:cubicBezTo>
                  <a:cubicBezTo>
                    <a:pt x="688" y="1465"/>
                    <a:pt x="704" y="1465"/>
                    <a:pt x="712" y="1465"/>
                  </a:cubicBezTo>
                  <a:cubicBezTo>
                    <a:pt x="727" y="1465"/>
                    <a:pt x="743" y="1473"/>
                    <a:pt x="751" y="1473"/>
                  </a:cubicBezTo>
                  <a:cubicBezTo>
                    <a:pt x="751" y="1473"/>
                    <a:pt x="751" y="1473"/>
                    <a:pt x="743" y="1473"/>
                  </a:cubicBezTo>
                  <a:cubicBezTo>
                    <a:pt x="743" y="1473"/>
                    <a:pt x="743" y="1473"/>
                    <a:pt x="790" y="1481"/>
                  </a:cubicBezTo>
                  <a:cubicBezTo>
                    <a:pt x="790" y="1481"/>
                    <a:pt x="790" y="1473"/>
                    <a:pt x="790" y="1473"/>
                  </a:cubicBezTo>
                  <a:cubicBezTo>
                    <a:pt x="798" y="1473"/>
                    <a:pt x="813" y="1473"/>
                    <a:pt x="813" y="1481"/>
                  </a:cubicBezTo>
                  <a:cubicBezTo>
                    <a:pt x="821" y="1481"/>
                    <a:pt x="829" y="1481"/>
                    <a:pt x="829" y="1481"/>
                  </a:cubicBezTo>
                  <a:cubicBezTo>
                    <a:pt x="829" y="1481"/>
                    <a:pt x="829" y="1481"/>
                    <a:pt x="829" y="1481"/>
                  </a:cubicBezTo>
                  <a:cubicBezTo>
                    <a:pt x="829" y="1481"/>
                    <a:pt x="837" y="1481"/>
                    <a:pt x="845" y="1481"/>
                  </a:cubicBezTo>
                  <a:cubicBezTo>
                    <a:pt x="845" y="1481"/>
                    <a:pt x="845" y="1481"/>
                    <a:pt x="845" y="1473"/>
                  </a:cubicBezTo>
                  <a:cubicBezTo>
                    <a:pt x="813" y="1473"/>
                    <a:pt x="829" y="1481"/>
                    <a:pt x="790" y="1473"/>
                  </a:cubicBezTo>
                  <a:cubicBezTo>
                    <a:pt x="813" y="1473"/>
                    <a:pt x="821" y="1473"/>
                    <a:pt x="837" y="1473"/>
                  </a:cubicBezTo>
                  <a:cubicBezTo>
                    <a:pt x="837" y="1473"/>
                    <a:pt x="837" y="1473"/>
                    <a:pt x="845" y="1473"/>
                  </a:cubicBezTo>
                  <a:cubicBezTo>
                    <a:pt x="845" y="1473"/>
                    <a:pt x="860" y="1473"/>
                    <a:pt x="884" y="1473"/>
                  </a:cubicBezTo>
                  <a:cubicBezTo>
                    <a:pt x="884" y="1473"/>
                    <a:pt x="884" y="1473"/>
                    <a:pt x="884" y="1481"/>
                  </a:cubicBezTo>
                  <a:cubicBezTo>
                    <a:pt x="899" y="1481"/>
                    <a:pt x="915" y="1481"/>
                    <a:pt x="931" y="1481"/>
                  </a:cubicBezTo>
                  <a:cubicBezTo>
                    <a:pt x="931" y="1481"/>
                    <a:pt x="931" y="1481"/>
                    <a:pt x="931" y="1481"/>
                  </a:cubicBezTo>
                  <a:cubicBezTo>
                    <a:pt x="938" y="1481"/>
                    <a:pt x="938" y="1481"/>
                    <a:pt x="946" y="1481"/>
                  </a:cubicBezTo>
                  <a:cubicBezTo>
                    <a:pt x="946" y="1473"/>
                    <a:pt x="938" y="1473"/>
                    <a:pt x="931" y="1473"/>
                  </a:cubicBezTo>
                  <a:cubicBezTo>
                    <a:pt x="931" y="1473"/>
                    <a:pt x="931" y="1473"/>
                    <a:pt x="931" y="1473"/>
                  </a:cubicBezTo>
                  <a:cubicBezTo>
                    <a:pt x="938" y="1473"/>
                    <a:pt x="938" y="1473"/>
                    <a:pt x="946" y="1473"/>
                  </a:cubicBezTo>
                  <a:cubicBezTo>
                    <a:pt x="954" y="1473"/>
                    <a:pt x="954" y="1473"/>
                    <a:pt x="954" y="1473"/>
                  </a:cubicBezTo>
                  <a:cubicBezTo>
                    <a:pt x="954" y="1473"/>
                    <a:pt x="962" y="1473"/>
                    <a:pt x="962" y="1473"/>
                  </a:cubicBezTo>
                  <a:cubicBezTo>
                    <a:pt x="962" y="1473"/>
                    <a:pt x="962" y="1473"/>
                    <a:pt x="962" y="1473"/>
                  </a:cubicBezTo>
                  <a:cubicBezTo>
                    <a:pt x="962" y="1473"/>
                    <a:pt x="962" y="1473"/>
                    <a:pt x="962" y="1473"/>
                  </a:cubicBezTo>
                  <a:cubicBezTo>
                    <a:pt x="970" y="1473"/>
                    <a:pt x="970" y="1473"/>
                    <a:pt x="970" y="1473"/>
                  </a:cubicBezTo>
                  <a:cubicBezTo>
                    <a:pt x="970" y="1473"/>
                    <a:pt x="977" y="1473"/>
                    <a:pt x="977" y="1473"/>
                  </a:cubicBezTo>
                  <a:cubicBezTo>
                    <a:pt x="977" y="1473"/>
                    <a:pt x="977" y="1473"/>
                    <a:pt x="977" y="1473"/>
                  </a:cubicBezTo>
                  <a:cubicBezTo>
                    <a:pt x="977" y="1473"/>
                    <a:pt x="977" y="1473"/>
                    <a:pt x="993" y="1473"/>
                  </a:cubicBezTo>
                  <a:cubicBezTo>
                    <a:pt x="1009" y="1473"/>
                    <a:pt x="1001" y="1473"/>
                    <a:pt x="1017" y="1473"/>
                  </a:cubicBezTo>
                  <a:cubicBezTo>
                    <a:pt x="1017" y="1473"/>
                    <a:pt x="1017" y="1473"/>
                    <a:pt x="1032" y="1473"/>
                  </a:cubicBezTo>
                  <a:cubicBezTo>
                    <a:pt x="1017" y="1465"/>
                    <a:pt x="1009" y="1473"/>
                    <a:pt x="1024" y="1465"/>
                  </a:cubicBezTo>
                  <a:cubicBezTo>
                    <a:pt x="1024" y="1465"/>
                    <a:pt x="1024" y="1465"/>
                    <a:pt x="1032" y="1465"/>
                  </a:cubicBezTo>
                  <a:cubicBezTo>
                    <a:pt x="1032" y="1465"/>
                    <a:pt x="1040" y="1465"/>
                    <a:pt x="1040" y="1465"/>
                  </a:cubicBezTo>
                  <a:cubicBezTo>
                    <a:pt x="1056" y="1465"/>
                    <a:pt x="1079" y="1465"/>
                    <a:pt x="1079" y="1465"/>
                  </a:cubicBezTo>
                  <a:cubicBezTo>
                    <a:pt x="1087" y="1465"/>
                    <a:pt x="1079" y="1465"/>
                    <a:pt x="1087" y="1465"/>
                  </a:cubicBezTo>
                  <a:cubicBezTo>
                    <a:pt x="1095" y="1465"/>
                    <a:pt x="1095" y="1465"/>
                    <a:pt x="1102" y="1465"/>
                  </a:cubicBezTo>
                  <a:cubicBezTo>
                    <a:pt x="1126" y="1465"/>
                    <a:pt x="1149" y="1457"/>
                    <a:pt x="1157" y="1457"/>
                  </a:cubicBezTo>
                  <a:cubicBezTo>
                    <a:pt x="1173" y="1457"/>
                    <a:pt x="1165" y="1457"/>
                    <a:pt x="1173" y="1457"/>
                  </a:cubicBezTo>
                  <a:cubicBezTo>
                    <a:pt x="1196" y="1449"/>
                    <a:pt x="1196" y="1449"/>
                    <a:pt x="1196" y="1449"/>
                  </a:cubicBezTo>
                  <a:cubicBezTo>
                    <a:pt x="1212" y="1449"/>
                    <a:pt x="1196" y="1449"/>
                    <a:pt x="1220" y="1449"/>
                  </a:cubicBezTo>
                  <a:cubicBezTo>
                    <a:pt x="1220" y="1449"/>
                    <a:pt x="1220" y="1449"/>
                    <a:pt x="1212" y="1449"/>
                  </a:cubicBezTo>
                  <a:cubicBezTo>
                    <a:pt x="1212" y="1449"/>
                    <a:pt x="1212" y="1449"/>
                    <a:pt x="1220" y="1449"/>
                  </a:cubicBezTo>
                  <a:cubicBezTo>
                    <a:pt x="1220" y="1449"/>
                    <a:pt x="1220" y="1449"/>
                    <a:pt x="1235" y="1449"/>
                  </a:cubicBezTo>
                  <a:cubicBezTo>
                    <a:pt x="1243" y="1449"/>
                    <a:pt x="1243" y="1449"/>
                    <a:pt x="1243" y="1449"/>
                  </a:cubicBezTo>
                  <a:cubicBezTo>
                    <a:pt x="1251" y="1449"/>
                    <a:pt x="1259" y="1449"/>
                    <a:pt x="1259" y="1441"/>
                  </a:cubicBezTo>
                  <a:cubicBezTo>
                    <a:pt x="1259" y="1449"/>
                    <a:pt x="1251" y="1449"/>
                    <a:pt x="1243" y="1449"/>
                  </a:cubicBezTo>
                  <a:cubicBezTo>
                    <a:pt x="1243" y="1449"/>
                    <a:pt x="1243" y="1449"/>
                    <a:pt x="1243" y="1449"/>
                  </a:cubicBezTo>
                  <a:cubicBezTo>
                    <a:pt x="1259" y="1441"/>
                    <a:pt x="1259" y="1441"/>
                    <a:pt x="1259" y="1441"/>
                  </a:cubicBezTo>
                  <a:cubicBezTo>
                    <a:pt x="1259" y="1441"/>
                    <a:pt x="1259" y="1441"/>
                    <a:pt x="1259" y="1441"/>
                  </a:cubicBezTo>
                  <a:cubicBezTo>
                    <a:pt x="1267" y="1441"/>
                    <a:pt x="1267" y="1441"/>
                    <a:pt x="1267" y="1441"/>
                  </a:cubicBezTo>
                  <a:cubicBezTo>
                    <a:pt x="1274" y="1441"/>
                    <a:pt x="1274" y="1441"/>
                    <a:pt x="1274" y="1441"/>
                  </a:cubicBezTo>
                  <a:cubicBezTo>
                    <a:pt x="1290" y="1441"/>
                    <a:pt x="1282" y="1441"/>
                    <a:pt x="1314" y="1434"/>
                  </a:cubicBezTo>
                  <a:cubicBezTo>
                    <a:pt x="1306" y="1434"/>
                    <a:pt x="1314" y="1434"/>
                    <a:pt x="1298" y="1434"/>
                  </a:cubicBezTo>
                  <a:cubicBezTo>
                    <a:pt x="1298" y="1434"/>
                    <a:pt x="1298" y="1434"/>
                    <a:pt x="1298" y="1434"/>
                  </a:cubicBezTo>
                  <a:close/>
                  <a:moveTo>
                    <a:pt x="40" y="118"/>
                  </a:moveTo>
                  <a:cubicBezTo>
                    <a:pt x="40" y="118"/>
                    <a:pt x="40" y="118"/>
                    <a:pt x="40" y="118"/>
                  </a:cubicBezTo>
                  <a:cubicBezTo>
                    <a:pt x="40" y="118"/>
                    <a:pt x="40" y="118"/>
                    <a:pt x="40" y="118"/>
                  </a:cubicBezTo>
                  <a:close/>
                  <a:moveTo>
                    <a:pt x="40" y="94"/>
                  </a:moveTo>
                  <a:cubicBezTo>
                    <a:pt x="40" y="102"/>
                    <a:pt x="40" y="102"/>
                    <a:pt x="40" y="102"/>
                  </a:cubicBezTo>
                  <a:cubicBezTo>
                    <a:pt x="40" y="102"/>
                    <a:pt x="40" y="102"/>
                    <a:pt x="40" y="110"/>
                  </a:cubicBezTo>
                  <a:cubicBezTo>
                    <a:pt x="40" y="110"/>
                    <a:pt x="40" y="110"/>
                    <a:pt x="40" y="110"/>
                  </a:cubicBezTo>
                  <a:cubicBezTo>
                    <a:pt x="40" y="110"/>
                    <a:pt x="40" y="102"/>
                    <a:pt x="40" y="102"/>
                  </a:cubicBezTo>
                  <a:cubicBezTo>
                    <a:pt x="40" y="102"/>
                    <a:pt x="40" y="102"/>
                    <a:pt x="40" y="102"/>
                  </a:cubicBezTo>
                  <a:cubicBezTo>
                    <a:pt x="40" y="102"/>
                    <a:pt x="40" y="102"/>
                    <a:pt x="40" y="102"/>
                  </a:cubicBezTo>
                  <a:cubicBezTo>
                    <a:pt x="40" y="102"/>
                    <a:pt x="40" y="102"/>
                    <a:pt x="40" y="94"/>
                  </a:cubicBezTo>
                  <a:close/>
                  <a:moveTo>
                    <a:pt x="40" y="173"/>
                  </a:moveTo>
                  <a:cubicBezTo>
                    <a:pt x="40" y="165"/>
                    <a:pt x="40" y="157"/>
                    <a:pt x="40" y="157"/>
                  </a:cubicBezTo>
                  <a:cubicBezTo>
                    <a:pt x="40" y="157"/>
                    <a:pt x="40" y="157"/>
                    <a:pt x="40" y="157"/>
                  </a:cubicBezTo>
                  <a:cubicBezTo>
                    <a:pt x="40" y="157"/>
                    <a:pt x="40" y="157"/>
                    <a:pt x="40" y="173"/>
                  </a:cubicBezTo>
                  <a:close/>
                  <a:moveTo>
                    <a:pt x="40" y="149"/>
                  </a:moveTo>
                  <a:cubicBezTo>
                    <a:pt x="40" y="141"/>
                    <a:pt x="40" y="134"/>
                    <a:pt x="40" y="118"/>
                  </a:cubicBezTo>
                  <a:cubicBezTo>
                    <a:pt x="40" y="118"/>
                    <a:pt x="40" y="118"/>
                    <a:pt x="40" y="118"/>
                  </a:cubicBezTo>
                  <a:cubicBezTo>
                    <a:pt x="40" y="118"/>
                    <a:pt x="40" y="126"/>
                    <a:pt x="40" y="126"/>
                  </a:cubicBezTo>
                  <a:cubicBezTo>
                    <a:pt x="40" y="134"/>
                    <a:pt x="40" y="141"/>
                    <a:pt x="40" y="157"/>
                  </a:cubicBezTo>
                  <a:cubicBezTo>
                    <a:pt x="40" y="165"/>
                    <a:pt x="40" y="157"/>
                    <a:pt x="40" y="149"/>
                  </a:cubicBezTo>
                  <a:close/>
                  <a:moveTo>
                    <a:pt x="16" y="134"/>
                  </a:moveTo>
                  <a:cubicBezTo>
                    <a:pt x="16" y="134"/>
                    <a:pt x="16" y="134"/>
                    <a:pt x="16" y="134"/>
                  </a:cubicBezTo>
                  <a:cubicBezTo>
                    <a:pt x="16" y="134"/>
                    <a:pt x="16" y="141"/>
                    <a:pt x="16" y="134"/>
                  </a:cubicBezTo>
                  <a:close/>
                  <a:moveTo>
                    <a:pt x="16" y="173"/>
                  </a:moveTo>
                  <a:cubicBezTo>
                    <a:pt x="16" y="181"/>
                    <a:pt x="16" y="181"/>
                    <a:pt x="16" y="181"/>
                  </a:cubicBezTo>
                  <a:cubicBezTo>
                    <a:pt x="16" y="181"/>
                    <a:pt x="16" y="181"/>
                    <a:pt x="16" y="173"/>
                  </a:cubicBezTo>
                  <a:close/>
                  <a:moveTo>
                    <a:pt x="24" y="650"/>
                  </a:moveTo>
                  <a:cubicBezTo>
                    <a:pt x="24" y="650"/>
                    <a:pt x="24" y="650"/>
                    <a:pt x="24" y="650"/>
                  </a:cubicBezTo>
                  <a:cubicBezTo>
                    <a:pt x="24" y="635"/>
                    <a:pt x="24" y="627"/>
                    <a:pt x="24" y="619"/>
                  </a:cubicBezTo>
                  <a:cubicBezTo>
                    <a:pt x="24" y="627"/>
                    <a:pt x="24" y="619"/>
                    <a:pt x="24" y="627"/>
                  </a:cubicBezTo>
                  <a:cubicBezTo>
                    <a:pt x="24" y="627"/>
                    <a:pt x="24" y="627"/>
                    <a:pt x="24" y="650"/>
                  </a:cubicBezTo>
                  <a:cubicBezTo>
                    <a:pt x="24" y="635"/>
                    <a:pt x="16" y="619"/>
                    <a:pt x="24" y="658"/>
                  </a:cubicBezTo>
                  <a:cubicBezTo>
                    <a:pt x="16" y="658"/>
                    <a:pt x="24" y="650"/>
                    <a:pt x="16" y="650"/>
                  </a:cubicBezTo>
                  <a:cubicBezTo>
                    <a:pt x="16" y="643"/>
                    <a:pt x="16" y="650"/>
                    <a:pt x="16" y="643"/>
                  </a:cubicBezTo>
                  <a:cubicBezTo>
                    <a:pt x="16" y="643"/>
                    <a:pt x="16" y="643"/>
                    <a:pt x="16" y="635"/>
                  </a:cubicBezTo>
                  <a:cubicBezTo>
                    <a:pt x="16" y="635"/>
                    <a:pt x="16" y="635"/>
                    <a:pt x="16" y="635"/>
                  </a:cubicBezTo>
                  <a:cubicBezTo>
                    <a:pt x="16" y="619"/>
                    <a:pt x="16" y="619"/>
                    <a:pt x="24" y="619"/>
                  </a:cubicBezTo>
                  <a:cubicBezTo>
                    <a:pt x="24" y="619"/>
                    <a:pt x="24" y="619"/>
                    <a:pt x="16" y="564"/>
                  </a:cubicBezTo>
                  <a:cubicBezTo>
                    <a:pt x="16" y="564"/>
                    <a:pt x="16" y="564"/>
                    <a:pt x="16" y="564"/>
                  </a:cubicBezTo>
                  <a:cubicBezTo>
                    <a:pt x="24" y="603"/>
                    <a:pt x="24" y="603"/>
                    <a:pt x="24" y="643"/>
                  </a:cubicBezTo>
                  <a:cubicBezTo>
                    <a:pt x="24" y="643"/>
                    <a:pt x="24" y="643"/>
                    <a:pt x="24" y="650"/>
                  </a:cubicBezTo>
                  <a:close/>
                  <a:moveTo>
                    <a:pt x="40" y="603"/>
                  </a:moveTo>
                  <a:cubicBezTo>
                    <a:pt x="40" y="580"/>
                    <a:pt x="32" y="533"/>
                    <a:pt x="32" y="525"/>
                  </a:cubicBezTo>
                  <a:cubicBezTo>
                    <a:pt x="32" y="517"/>
                    <a:pt x="32" y="509"/>
                    <a:pt x="32" y="494"/>
                  </a:cubicBezTo>
                  <a:cubicBezTo>
                    <a:pt x="32" y="494"/>
                    <a:pt x="32" y="494"/>
                    <a:pt x="32" y="494"/>
                  </a:cubicBezTo>
                  <a:cubicBezTo>
                    <a:pt x="32" y="486"/>
                    <a:pt x="32" y="486"/>
                    <a:pt x="32" y="486"/>
                  </a:cubicBezTo>
                  <a:cubicBezTo>
                    <a:pt x="32" y="478"/>
                    <a:pt x="32" y="478"/>
                    <a:pt x="32" y="478"/>
                  </a:cubicBezTo>
                  <a:cubicBezTo>
                    <a:pt x="32" y="478"/>
                    <a:pt x="32" y="478"/>
                    <a:pt x="32" y="478"/>
                  </a:cubicBezTo>
                  <a:cubicBezTo>
                    <a:pt x="32" y="470"/>
                    <a:pt x="32" y="455"/>
                    <a:pt x="32" y="447"/>
                  </a:cubicBezTo>
                  <a:cubicBezTo>
                    <a:pt x="32" y="447"/>
                    <a:pt x="32" y="447"/>
                    <a:pt x="32" y="447"/>
                  </a:cubicBezTo>
                  <a:cubicBezTo>
                    <a:pt x="32" y="431"/>
                    <a:pt x="32" y="416"/>
                    <a:pt x="32" y="408"/>
                  </a:cubicBezTo>
                  <a:cubicBezTo>
                    <a:pt x="32" y="423"/>
                    <a:pt x="32" y="447"/>
                    <a:pt x="32" y="463"/>
                  </a:cubicBezTo>
                  <a:cubicBezTo>
                    <a:pt x="32" y="463"/>
                    <a:pt x="32" y="455"/>
                    <a:pt x="32" y="455"/>
                  </a:cubicBezTo>
                  <a:cubicBezTo>
                    <a:pt x="40" y="486"/>
                    <a:pt x="40" y="549"/>
                    <a:pt x="40" y="564"/>
                  </a:cubicBezTo>
                  <a:cubicBezTo>
                    <a:pt x="40" y="556"/>
                    <a:pt x="40" y="556"/>
                    <a:pt x="40" y="556"/>
                  </a:cubicBezTo>
                  <a:cubicBezTo>
                    <a:pt x="40" y="596"/>
                    <a:pt x="40" y="690"/>
                    <a:pt x="55" y="799"/>
                  </a:cubicBezTo>
                  <a:cubicBezTo>
                    <a:pt x="40" y="713"/>
                    <a:pt x="32" y="635"/>
                    <a:pt x="40" y="603"/>
                  </a:cubicBezTo>
                  <a:close/>
                  <a:moveTo>
                    <a:pt x="63" y="392"/>
                  </a:moveTo>
                  <a:cubicBezTo>
                    <a:pt x="63" y="423"/>
                    <a:pt x="63" y="455"/>
                    <a:pt x="63" y="478"/>
                  </a:cubicBezTo>
                  <a:cubicBezTo>
                    <a:pt x="63" y="455"/>
                    <a:pt x="63" y="423"/>
                    <a:pt x="63" y="392"/>
                  </a:cubicBezTo>
                  <a:close/>
                  <a:moveTo>
                    <a:pt x="63" y="290"/>
                  </a:moveTo>
                  <a:cubicBezTo>
                    <a:pt x="63" y="290"/>
                    <a:pt x="63" y="282"/>
                    <a:pt x="63" y="282"/>
                  </a:cubicBezTo>
                  <a:cubicBezTo>
                    <a:pt x="63" y="282"/>
                    <a:pt x="63" y="282"/>
                    <a:pt x="63" y="282"/>
                  </a:cubicBezTo>
                  <a:cubicBezTo>
                    <a:pt x="63" y="282"/>
                    <a:pt x="63" y="282"/>
                    <a:pt x="63" y="290"/>
                  </a:cubicBezTo>
                  <a:close/>
                  <a:moveTo>
                    <a:pt x="102" y="737"/>
                  </a:moveTo>
                  <a:cubicBezTo>
                    <a:pt x="110" y="791"/>
                    <a:pt x="118" y="846"/>
                    <a:pt x="133" y="901"/>
                  </a:cubicBezTo>
                  <a:cubicBezTo>
                    <a:pt x="126" y="862"/>
                    <a:pt x="118" y="823"/>
                    <a:pt x="110" y="784"/>
                  </a:cubicBezTo>
                  <a:cubicBezTo>
                    <a:pt x="110" y="784"/>
                    <a:pt x="110" y="784"/>
                    <a:pt x="110" y="784"/>
                  </a:cubicBezTo>
                  <a:cubicBezTo>
                    <a:pt x="110" y="776"/>
                    <a:pt x="110" y="776"/>
                    <a:pt x="110" y="776"/>
                  </a:cubicBezTo>
                  <a:cubicBezTo>
                    <a:pt x="102" y="768"/>
                    <a:pt x="102" y="752"/>
                    <a:pt x="102" y="737"/>
                  </a:cubicBezTo>
                  <a:close/>
                  <a:moveTo>
                    <a:pt x="71" y="322"/>
                  </a:moveTo>
                  <a:cubicBezTo>
                    <a:pt x="71" y="314"/>
                    <a:pt x="71" y="306"/>
                    <a:pt x="71" y="298"/>
                  </a:cubicBezTo>
                  <a:cubicBezTo>
                    <a:pt x="71" y="298"/>
                    <a:pt x="71" y="298"/>
                    <a:pt x="71" y="306"/>
                  </a:cubicBezTo>
                  <a:cubicBezTo>
                    <a:pt x="71" y="306"/>
                    <a:pt x="71" y="306"/>
                    <a:pt x="71" y="298"/>
                  </a:cubicBezTo>
                  <a:cubicBezTo>
                    <a:pt x="71" y="290"/>
                    <a:pt x="71" y="275"/>
                    <a:pt x="71" y="275"/>
                  </a:cubicBezTo>
                  <a:cubicBezTo>
                    <a:pt x="71" y="275"/>
                    <a:pt x="79" y="282"/>
                    <a:pt x="79" y="298"/>
                  </a:cubicBezTo>
                  <a:cubicBezTo>
                    <a:pt x="79" y="322"/>
                    <a:pt x="71" y="369"/>
                    <a:pt x="71" y="369"/>
                  </a:cubicBezTo>
                  <a:cubicBezTo>
                    <a:pt x="71" y="369"/>
                    <a:pt x="71" y="369"/>
                    <a:pt x="71" y="392"/>
                  </a:cubicBezTo>
                  <a:cubicBezTo>
                    <a:pt x="71" y="392"/>
                    <a:pt x="71" y="392"/>
                    <a:pt x="71" y="416"/>
                  </a:cubicBezTo>
                  <a:cubicBezTo>
                    <a:pt x="71" y="423"/>
                    <a:pt x="71" y="416"/>
                    <a:pt x="71" y="423"/>
                  </a:cubicBezTo>
                  <a:cubicBezTo>
                    <a:pt x="71" y="423"/>
                    <a:pt x="71" y="423"/>
                    <a:pt x="71" y="416"/>
                  </a:cubicBezTo>
                  <a:cubicBezTo>
                    <a:pt x="71" y="408"/>
                    <a:pt x="71" y="353"/>
                    <a:pt x="71" y="322"/>
                  </a:cubicBezTo>
                  <a:close/>
                  <a:moveTo>
                    <a:pt x="86" y="791"/>
                  </a:moveTo>
                  <a:cubicBezTo>
                    <a:pt x="79" y="760"/>
                    <a:pt x="71" y="721"/>
                    <a:pt x="71" y="682"/>
                  </a:cubicBezTo>
                  <a:cubicBezTo>
                    <a:pt x="79" y="776"/>
                    <a:pt x="102" y="901"/>
                    <a:pt x="126" y="995"/>
                  </a:cubicBezTo>
                  <a:cubicBezTo>
                    <a:pt x="110" y="940"/>
                    <a:pt x="94" y="878"/>
                    <a:pt x="86" y="838"/>
                  </a:cubicBezTo>
                  <a:cubicBezTo>
                    <a:pt x="86" y="838"/>
                    <a:pt x="86" y="838"/>
                    <a:pt x="86" y="791"/>
                  </a:cubicBezTo>
                  <a:close/>
                  <a:moveTo>
                    <a:pt x="94" y="964"/>
                  </a:moveTo>
                  <a:cubicBezTo>
                    <a:pt x="118" y="1042"/>
                    <a:pt x="141" y="1105"/>
                    <a:pt x="157" y="1120"/>
                  </a:cubicBezTo>
                  <a:cubicBezTo>
                    <a:pt x="133" y="1097"/>
                    <a:pt x="110" y="1034"/>
                    <a:pt x="94" y="964"/>
                  </a:cubicBezTo>
                  <a:close/>
                  <a:moveTo>
                    <a:pt x="196" y="1136"/>
                  </a:moveTo>
                  <a:cubicBezTo>
                    <a:pt x="188" y="1128"/>
                    <a:pt x="188" y="1120"/>
                    <a:pt x="180" y="1113"/>
                  </a:cubicBezTo>
                  <a:cubicBezTo>
                    <a:pt x="180" y="1113"/>
                    <a:pt x="180" y="1113"/>
                    <a:pt x="188" y="1113"/>
                  </a:cubicBezTo>
                  <a:cubicBezTo>
                    <a:pt x="196" y="1128"/>
                    <a:pt x="204" y="1152"/>
                    <a:pt x="211" y="1167"/>
                  </a:cubicBezTo>
                  <a:cubicBezTo>
                    <a:pt x="204" y="1152"/>
                    <a:pt x="196" y="1136"/>
                    <a:pt x="196" y="1136"/>
                  </a:cubicBezTo>
                  <a:close/>
                  <a:moveTo>
                    <a:pt x="290" y="1191"/>
                  </a:moveTo>
                  <a:cubicBezTo>
                    <a:pt x="290" y="1191"/>
                    <a:pt x="290" y="1191"/>
                    <a:pt x="290" y="1191"/>
                  </a:cubicBezTo>
                  <a:cubicBezTo>
                    <a:pt x="290" y="1191"/>
                    <a:pt x="290" y="1191"/>
                    <a:pt x="282" y="1183"/>
                  </a:cubicBezTo>
                  <a:cubicBezTo>
                    <a:pt x="282" y="1183"/>
                    <a:pt x="290" y="1191"/>
                    <a:pt x="290" y="1191"/>
                  </a:cubicBezTo>
                  <a:close/>
                  <a:moveTo>
                    <a:pt x="266" y="1167"/>
                  </a:moveTo>
                  <a:cubicBezTo>
                    <a:pt x="266" y="1167"/>
                    <a:pt x="266" y="1159"/>
                    <a:pt x="258" y="1159"/>
                  </a:cubicBezTo>
                  <a:cubicBezTo>
                    <a:pt x="266" y="1159"/>
                    <a:pt x="266" y="1159"/>
                    <a:pt x="266" y="1167"/>
                  </a:cubicBezTo>
                  <a:close/>
                  <a:moveTo>
                    <a:pt x="321" y="1246"/>
                  </a:moveTo>
                  <a:cubicBezTo>
                    <a:pt x="321" y="1246"/>
                    <a:pt x="321" y="1246"/>
                    <a:pt x="321" y="1246"/>
                  </a:cubicBezTo>
                  <a:cubicBezTo>
                    <a:pt x="321" y="1246"/>
                    <a:pt x="321" y="1246"/>
                    <a:pt x="321" y="1246"/>
                  </a:cubicBezTo>
                  <a:cubicBezTo>
                    <a:pt x="337" y="1253"/>
                    <a:pt x="352" y="1269"/>
                    <a:pt x="360" y="1277"/>
                  </a:cubicBezTo>
                  <a:cubicBezTo>
                    <a:pt x="376" y="1277"/>
                    <a:pt x="376" y="1277"/>
                    <a:pt x="376" y="1277"/>
                  </a:cubicBezTo>
                  <a:cubicBezTo>
                    <a:pt x="376" y="1277"/>
                    <a:pt x="376" y="1277"/>
                    <a:pt x="376" y="1277"/>
                  </a:cubicBezTo>
                  <a:cubicBezTo>
                    <a:pt x="376" y="1277"/>
                    <a:pt x="376" y="1277"/>
                    <a:pt x="376" y="1277"/>
                  </a:cubicBezTo>
                  <a:cubicBezTo>
                    <a:pt x="383" y="1285"/>
                    <a:pt x="383" y="1285"/>
                    <a:pt x="383" y="1285"/>
                  </a:cubicBezTo>
                  <a:cubicBezTo>
                    <a:pt x="383" y="1285"/>
                    <a:pt x="383" y="1285"/>
                    <a:pt x="368" y="1277"/>
                  </a:cubicBezTo>
                  <a:cubicBezTo>
                    <a:pt x="368" y="1277"/>
                    <a:pt x="376" y="1285"/>
                    <a:pt x="391" y="1293"/>
                  </a:cubicBezTo>
                  <a:cubicBezTo>
                    <a:pt x="391" y="1293"/>
                    <a:pt x="391" y="1293"/>
                    <a:pt x="383" y="1293"/>
                  </a:cubicBezTo>
                  <a:cubicBezTo>
                    <a:pt x="383" y="1293"/>
                    <a:pt x="391" y="1293"/>
                    <a:pt x="391" y="1293"/>
                  </a:cubicBezTo>
                  <a:cubicBezTo>
                    <a:pt x="391" y="1293"/>
                    <a:pt x="391" y="1300"/>
                    <a:pt x="391" y="1300"/>
                  </a:cubicBezTo>
                  <a:cubicBezTo>
                    <a:pt x="407" y="1308"/>
                    <a:pt x="423" y="1316"/>
                    <a:pt x="415" y="1308"/>
                  </a:cubicBezTo>
                  <a:cubicBezTo>
                    <a:pt x="415" y="1316"/>
                    <a:pt x="423" y="1316"/>
                    <a:pt x="423" y="1316"/>
                  </a:cubicBezTo>
                  <a:cubicBezTo>
                    <a:pt x="423" y="1316"/>
                    <a:pt x="415" y="1316"/>
                    <a:pt x="407" y="1308"/>
                  </a:cubicBezTo>
                  <a:cubicBezTo>
                    <a:pt x="407" y="1308"/>
                    <a:pt x="407" y="1308"/>
                    <a:pt x="407" y="1308"/>
                  </a:cubicBezTo>
                  <a:cubicBezTo>
                    <a:pt x="399" y="1300"/>
                    <a:pt x="383" y="1293"/>
                    <a:pt x="376" y="1293"/>
                  </a:cubicBezTo>
                  <a:cubicBezTo>
                    <a:pt x="376" y="1285"/>
                    <a:pt x="368" y="1285"/>
                    <a:pt x="368" y="1285"/>
                  </a:cubicBezTo>
                  <a:cubicBezTo>
                    <a:pt x="352" y="1277"/>
                    <a:pt x="352" y="1277"/>
                    <a:pt x="352" y="1277"/>
                  </a:cubicBezTo>
                  <a:cubicBezTo>
                    <a:pt x="352" y="1277"/>
                    <a:pt x="352" y="1277"/>
                    <a:pt x="352" y="1277"/>
                  </a:cubicBezTo>
                  <a:cubicBezTo>
                    <a:pt x="360" y="1277"/>
                    <a:pt x="360" y="1285"/>
                    <a:pt x="368" y="1285"/>
                  </a:cubicBezTo>
                  <a:cubicBezTo>
                    <a:pt x="360" y="1285"/>
                    <a:pt x="360" y="1285"/>
                    <a:pt x="360" y="1285"/>
                  </a:cubicBezTo>
                  <a:cubicBezTo>
                    <a:pt x="376" y="1293"/>
                    <a:pt x="376" y="1293"/>
                    <a:pt x="376" y="1293"/>
                  </a:cubicBezTo>
                  <a:cubicBezTo>
                    <a:pt x="376" y="1293"/>
                    <a:pt x="376" y="1293"/>
                    <a:pt x="376" y="1293"/>
                  </a:cubicBezTo>
                  <a:cubicBezTo>
                    <a:pt x="376" y="1293"/>
                    <a:pt x="368" y="1285"/>
                    <a:pt x="360" y="1285"/>
                  </a:cubicBezTo>
                  <a:cubicBezTo>
                    <a:pt x="360" y="1285"/>
                    <a:pt x="360" y="1285"/>
                    <a:pt x="360" y="1285"/>
                  </a:cubicBezTo>
                  <a:cubicBezTo>
                    <a:pt x="360" y="1285"/>
                    <a:pt x="360" y="1285"/>
                    <a:pt x="360" y="1277"/>
                  </a:cubicBezTo>
                  <a:cubicBezTo>
                    <a:pt x="360" y="1277"/>
                    <a:pt x="360" y="1277"/>
                    <a:pt x="360" y="1277"/>
                  </a:cubicBezTo>
                  <a:cubicBezTo>
                    <a:pt x="352" y="1277"/>
                    <a:pt x="352" y="1277"/>
                    <a:pt x="352" y="1277"/>
                  </a:cubicBezTo>
                  <a:cubicBezTo>
                    <a:pt x="352" y="1277"/>
                    <a:pt x="352" y="1277"/>
                    <a:pt x="352" y="1277"/>
                  </a:cubicBezTo>
                  <a:cubicBezTo>
                    <a:pt x="344" y="1269"/>
                    <a:pt x="329" y="1253"/>
                    <a:pt x="313" y="1246"/>
                  </a:cubicBezTo>
                  <a:cubicBezTo>
                    <a:pt x="313" y="1246"/>
                    <a:pt x="313" y="1246"/>
                    <a:pt x="313" y="1246"/>
                  </a:cubicBezTo>
                  <a:cubicBezTo>
                    <a:pt x="313" y="1246"/>
                    <a:pt x="313" y="1246"/>
                    <a:pt x="313" y="1246"/>
                  </a:cubicBezTo>
                  <a:cubicBezTo>
                    <a:pt x="297" y="1238"/>
                    <a:pt x="290" y="1230"/>
                    <a:pt x="290" y="1222"/>
                  </a:cubicBezTo>
                  <a:cubicBezTo>
                    <a:pt x="290" y="1222"/>
                    <a:pt x="290" y="1222"/>
                    <a:pt x="290" y="1222"/>
                  </a:cubicBezTo>
                  <a:cubicBezTo>
                    <a:pt x="297" y="1222"/>
                    <a:pt x="297" y="1222"/>
                    <a:pt x="297" y="1230"/>
                  </a:cubicBezTo>
                  <a:cubicBezTo>
                    <a:pt x="297" y="1222"/>
                    <a:pt x="290" y="1222"/>
                    <a:pt x="290" y="1214"/>
                  </a:cubicBezTo>
                  <a:cubicBezTo>
                    <a:pt x="282" y="1206"/>
                    <a:pt x="266" y="1191"/>
                    <a:pt x="258" y="1183"/>
                  </a:cubicBezTo>
                  <a:cubicBezTo>
                    <a:pt x="258" y="1183"/>
                    <a:pt x="258" y="1183"/>
                    <a:pt x="258" y="1183"/>
                  </a:cubicBezTo>
                  <a:cubicBezTo>
                    <a:pt x="258" y="1183"/>
                    <a:pt x="258" y="1183"/>
                    <a:pt x="258" y="1183"/>
                  </a:cubicBezTo>
                  <a:cubicBezTo>
                    <a:pt x="258" y="1175"/>
                    <a:pt x="251" y="1167"/>
                    <a:pt x="251" y="1167"/>
                  </a:cubicBezTo>
                  <a:cubicBezTo>
                    <a:pt x="274" y="1191"/>
                    <a:pt x="297" y="1222"/>
                    <a:pt x="321" y="1246"/>
                  </a:cubicBezTo>
                  <a:close/>
                  <a:moveTo>
                    <a:pt x="219" y="1113"/>
                  </a:moveTo>
                  <a:cubicBezTo>
                    <a:pt x="219" y="1113"/>
                    <a:pt x="219" y="1113"/>
                    <a:pt x="211" y="1105"/>
                  </a:cubicBezTo>
                  <a:cubicBezTo>
                    <a:pt x="211" y="1105"/>
                    <a:pt x="211" y="1113"/>
                    <a:pt x="219" y="1113"/>
                  </a:cubicBezTo>
                  <a:cubicBezTo>
                    <a:pt x="219" y="1120"/>
                    <a:pt x="219" y="1113"/>
                    <a:pt x="219" y="1120"/>
                  </a:cubicBezTo>
                  <a:cubicBezTo>
                    <a:pt x="227" y="1120"/>
                    <a:pt x="227" y="1120"/>
                    <a:pt x="227" y="1120"/>
                  </a:cubicBezTo>
                  <a:cubicBezTo>
                    <a:pt x="227" y="1120"/>
                    <a:pt x="219" y="1120"/>
                    <a:pt x="219" y="1120"/>
                  </a:cubicBezTo>
                  <a:cubicBezTo>
                    <a:pt x="219" y="1120"/>
                    <a:pt x="219" y="1120"/>
                    <a:pt x="227" y="1144"/>
                  </a:cubicBezTo>
                  <a:cubicBezTo>
                    <a:pt x="235" y="1144"/>
                    <a:pt x="243" y="1152"/>
                    <a:pt x="243" y="1159"/>
                  </a:cubicBezTo>
                  <a:cubicBezTo>
                    <a:pt x="243" y="1159"/>
                    <a:pt x="243" y="1159"/>
                    <a:pt x="243" y="1159"/>
                  </a:cubicBezTo>
                  <a:cubicBezTo>
                    <a:pt x="243" y="1159"/>
                    <a:pt x="243" y="1159"/>
                    <a:pt x="235" y="1152"/>
                  </a:cubicBezTo>
                  <a:cubicBezTo>
                    <a:pt x="235" y="1152"/>
                    <a:pt x="235" y="1152"/>
                    <a:pt x="235" y="1144"/>
                  </a:cubicBezTo>
                  <a:cubicBezTo>
                    <a:pt x="227" y="1144"/>
                    <a:pt x="227" y="1144"/>
                    <a:pt x="227" y="1144"/>
                  </a:cubicBezTo>
                  <a:cubicBezTo>
                    <a:pt x="227" y="1144"/>
                    <a:pt x="227" y="1144"/>
                    <a:pt x="235" y="1144"/>
                  </a:cubicBezTo>
                  <a:cubicBezTo>
                    <a:pt x="227" y="1144"/>
                    <a:pt x="227" y="1144"/>
                    <a:pt x="227" y="1144"/>
                  </a:cubicBezTo>
                  <a:cubicBezTo>
                    <a:pt x="227" y="1136"/>
                    <a:pt x="227" y="1136"/>
                    <a:pt x="227" y="1144"/>
                  </a:cubicBezTo>
                  <a:cubicBezTo>
                    <a:pt x="227" y="1144"/>
                    <a:pt x="227" y="1144"/>
                    <a:pt x="227" y="1136"/>
                  </a:cubicBezTo>
                  <a:cubicBezTo>
                    <a:pt x="227" y="1136"/>
                    <a:pt x="227" y="1136"/>
                    <a:pt x="219" y="1113"/>
                  </a:cubicBezTo>
                  <a:close/>
                  <a:moveTo>
                    <a:pt x="368" y="1371"/>
                  </a:moveTo>
                  <a:cubicBezTo>
                    <a:pt x="368" y="1371"/>
                    <a:pt x="368" y="1371"/>
                    <a:pt x="368" y="1371"/>
                  </a:cubicBezTo>
                  <a:cubicBezTo>
                    <a:pt x="368" y="1371"/>
                    <a:pt x="368" y="1371"/>
                    <a:pt x="368" y="1371"/>
                  </a:cubicBezTo>
                  <a:cubicBezTo>
                    <a:pt x="368" y="1371"/>
                    <a:pt x="368" y="1371"/>
                    <a:pt x="368" y="1371"/>
                  </a:cubicBezTo>
                  <a:close/>
                  <a:moveTo>
                    <a:pt x="774" y="1473"/>
                  </a:moveTo>
                  <a:cubicBezTo>
                    <a:pt x="774" y="1473"/>
                    <a:pt x="774" y="1473"/>
                    <a:pt x="751" y="1465"/>
                  </a:cubicBezTo>
                  <a:cubicBezTo>
                    <a:pt x="751" y="1465"/>
                    <a:pt x="751" y="1465"/>
                    <a:pt x="759" y="1465"/>
                  </a:cubicBezTo>
                  <a:cubicBezTo>
                    <a:pt x="766" y="1473"/>
                    <a:pt x="774" y="1473"/>
                    <a:pt x="790" y="1473"/>
                  </a:cubicBezTo>
                  <a:cubicBezTo>
                    <a:pt x="782" y="1473"/>
                    <a:pt x="774" y="1473"/>
                    <a:pt x="774" y="1473"/>
                  </a:cubicBezTo>
                  <a:close/>
                  <a:moveTo>
                    <a:pt x="727" y="1418"/>
                  </a:moveTo>
                  <a:cubicBezTo>
                    <a:pt x="712" y="1418"/>
                    <a:pt x="688" y="1418"/>
                    <a:pt x="657" y="1410"/>
                  </a:cubicBezTo>
                  <a:cubicBezTo>
                    <a:pt x="649" y="1410"/>
                    <a:pt x="657" y="1410"/>
                    <a:pt x="641" y="1410"/>
                  </a:cubicBezTo>
                  <a:cubicBezTo>
                    <a:pt x="579" y="1410"/>
                    <a:pt x="329" y="1316"/>
                    <a:pt x="290" y="1253"/>
                  </a:cubicBezTo>
                  <a:cubicBezTo>
                    <a:pt x="290" y="1253"/>
                    <a:pt x="290" y="1253"/>
                    <a:pt x="290" y="1246"/>
                  </a:cubicBezTo>
                  <a:cubicBezTo>
                    <a:pt x="282" y="1246"/>
                    <a:pt x="243" y="1199"/>
                    <a:pt x="219" y="1167"/>
                  </a:cubicBezTo>
                  <a:cubicBezTo>
                    <a:pt x="243" y="1206"/>
                    <a:pt x="305" y="1261"/>
                    <a:pt x="329" y="1285"/>
                  </a:cubicBezTo>
                  <a:cubicBezTo>
                    <a:pt x="391" y="1340"/>
                    <a:pt x="571" y="1394"/>
                    <a:pt x="594" y="1394"/>
                  </a:cubicBezTo>
                  <a:cubicBezTo>
                    <a:pt x="618" y="1402"/>
                    <a:pt x="673" y="1410"/>
                    <a:pt x="712" y="1418"/>
                  </a:cubicBezTo>
                  <a:cubicBezTo>
                    <a:pt x="712" y="1418"/>
                    <a:pt x="712" y="1418"/>
                    <a:pt x="696" y="1418"/>
                  </a:cubicBezTo>
                  <a:cubicBezTo>
                    <a:pt x="727" y="1418"/>
                    <a:pt x="798" y="1426"/>
                    <a:pt x="821" y="1426"/>
                  </a:cubicBezTo>
                  <a:cubicBezTo>
                    <a:pt x="790" y="1426"/>
                    <a:pt x="759" y="1426"/>
                    <a:pt x="727" y="1418"/>
                  </a:cubicBezTo>
                  <a:close/>
                  <a:moveTo>
                    <a:pt x="798" y="1402"/>
                  </a:moveTo>
                  <a:cubicBezTo>
                    <a:pt x="798" y="1402"/>
                    <a:pt x="798" y="1402"/>
                    <a:pt x="798" y="1402"/>
                  </a:cubicBezTo>
                  <a:cubicBezTo>
                    <a:pt x="813" y="1402"/>
                    <a:pt x="813" y="1402"/>
                    <a:pt x="837" y="1402"/>
                  </a:cubicBezTo>
                  <a:cubicBezTo>
                    <a:pt x="821" y="1402"/>
                    <a:pt x="805" y="1402"/>
                    <a:pt x="798" y="1402"/>
                  </a:cubicBezTo>
                  <a:close/>
                  <a:moveTo>
                    <a:pt x="1196" y="1434"/>
                  </a:moveTo>
                  <a:cubicBezTo>
                    <a:pt x="1181" y="1434"/>
                    <a:pt x="1165" y="1434"/>
                    <a:pt x="1142" y="1434"/>
                  </a:cubicBezTo>
                  <a:cubicBezTo>
                    <a:pt x="1142" y="1434"/>
                    <a:pt x="1142" y="1434"/>
                    <a:pt x="1142" y="1434"/>
                  </a:cubicBezTo>
                  <a:cubicBezTo>
                    <a:pt x="1157" y="1434"/>
                    <a:pt x="1181" y="1434"/>
                    <a:pt x="1196" y="1434"/>
                  </a:cubicBezTo>
                  <a:close/>
                  <a:moveTo>
                    <a:pt x="954" y="1402"/>
                  </a:moveTo>
                  <a:cubicBezTo>
                    <a:pt x="954" y="1410"/>
                    <a:pt x="954" y="1410"/>
                    <a:pt x="954" y="1410"/>
                  </a:cubicBezTo>
                  <a:cubicBezTo>
                    <a:pt x="954" y="1402"/>
                    <a:pt x="954" y="1402"/>
                    <a:pt x="954" y="1402"/>
                  </a:cubicBezTo>
                  <a:cubicBezTo>
                    <a:pt x="977" y="1402"/>
                    <a:pt x="1001" y="1402"/>
                    <a:pt x="1024" y="1402"/>
                  </a:cubicBezTo>
                  <a:cubicBezTo>
                    <a:pt x="1017" y="1402"/>
                    <a:pt x="1024" y="1402"/>
                    <a:pt x="1024" y="1410"/>
                  </a:cubicBezTo>
                  <a:cubicBezTo>
                    <a:pt x="1001" y="1410"/>
                    <a:pt x="985" y="1410"/>
                    <a:pt x="970" y="1410"/>
                  </a:cubicBezTo>
                  <a:cubicBezTo>
                    <a:pt x="970" y="1410"/>
                    <a:pt x="970" y="1410"/>
                    <a:pt x="946" y="1410"/>
                  </a:cubicBezTo>
                  <a:cubicBezTo>
                    <a:pt x="954" y="1410"/>
                    <a:pt x="954" y="1410"/>
                    <a:pt x="954" y="1402"/>
                  </a:cubicBezTo>
                  <a:close/>
                  <a:moveTo>
                    <a:pt x="1017" y="1465"/>
                  </a:moveTo>
                  <a:cubicBezTo>
                    <a:pt x="1001" y="1465"/>
                    <a:pt x="1009" y="1465"/>
                    <a:pt x="1009" y="1465"/>
                  </a:cubicBezTo>
                  <a:cubicBezTo>
                    <a:pt x="1009" y="1465"/>
                    <a:pt x="1009" y="1465"/>
                    <a:pt x="1009" y="1465"/>
                  </a:cubicBezTo>
                  <a:cubicBezTo>
                    <a:pt x="1009" y="1465"/>
                    <a:pt x="1009" y="1465"/>
                    <a:pt x="1024" y="1465"/>
                  </a:cubicBezTo>
                  <a:cubicBezTo>
                    <a:pt x="1024" y="1465"/>
                    <a:pt x="1024" y="1465"/>
                    <a:pt x="1032" y="1465"/>
                  </a:cubicBezTo>
                  <a:cubicBezTo>
                    <a:pt x="1024" y="1465"/>
                    <a:pt x="1032" y="1465"/>
                    <a:pt x="1017" y="1465"/>
                  </a:cubicBezTo>
                  <a:close/>
                  <a:moveTo>
                    <a:pt x="1001" y="1449"/>
                  </a:moveTo>
                  <a:cubicBezTo>
                    <a:pt x="1001" y="1449"/>
                    <a:pt x="1001" y="1449"/>
                    <a:pt x="993" y="1449"/>
                  </a:cubicBezTo>
                  <a:cubicBezTo>
                    <a:pt x="1017" y="1449"/>
                    <a:pt x="1040" y="1449"/>
                    <a:pt x="1063" y="1441"/>
                  </a:cubicBezTo>
                  <a:cubicBezTo>
                    <a:pt x="1040" y="1449"/>
                    <a:pt x="1017" y="1449"/>
                    <a:pt x="1001" y="1449"/>
                  </a:cubicBezTo>
                  <a:close/>
                  <a:moveTo>
                    <a:pt x="1024" y="1418"/>
                  </a:moveTo>
                  <a:cubicBezTo>
                    <a:pt x="1009" y="1418"/>
                    <a:pt x="1017" y="1418"/>
                    <a:pt x="1009" y="1418"/>
                  </a:cubicBezTo>
                  <a:cubicBezTo>
                    <a:pt x="1001" y="1418"/>
                    <a:pt x="993" y="1418"/>
                    <a:pt x="993" y="1418"/>
                  </a:cubicBezTo>
                  <a:cubicBezTo>
                    <a:pt x="977" y="1418"/>
                    <a:pt x="970" y="1418"/>
                    <a:pt x="954" y="1418"/>
                  </a:cubicBezTo>
                  <a:cubicBezTo>
                    <a:pt x="954" y="1418"/>
                    <a:pt x="954" y="1418"/>
                    <a:pt x="946" y="1418"/>
                  </a:cubicBezTo>
                  <a:cubicBezTo>
                    <a:pt x="977" y="1418"/>
                    <a:pt x="970" y="1418"/>
                    <a:pt x="993" y="1418"/>
                  </a:cubicBezTo>
                  <a:cubicBezTo>
                    <a:pt x="1009" y="1418"/>
                    <a:pt x="993" y="1418"/>
                    <a:pt x="1009" y="1418"/>
                  </a:cubicBezTo>
                  <a:cubicBezTo>
                    <a:pt x="1009" y="1418"/>
                    <a:pt x="1009" y="1418"/>
                    <a:pt x="1024" y="1418"/>
                  </a:cubicBezTo>
                  <a:cubicBezTo>
                    <a:pt x="1040" y="1418"/>
                    <a:pt x="1040" y="1418"/>
                    <a:pt x="1040" y="1418"/>
                  </a:cubicBezTo>
                  <a:cubicBezTo>
                    <a:pt x="1040" y="1418"/>
                    <a:pt x="1040" y="1418"/>
                    <a:pt x="1040" y="1418"/>
                  </a:cubicBezTo>
                  <a:cubicBezTo>
                    <a:pt x="1063" y="1418"/>
                    <a:pt x="1118" y="1410"/>
                    <a:pt x="1126" y="1410"/>
                  </a:cubicBezTo>
                  <a:cubicBezTo>
                    <a:pt x="1126" y="1410"/>
                    <a:pt x="1126" y="1410"/>
                    <a:pt x="1142" y="1410"/>
                  </a:cubicBezTo>
                  <a:cubicBezTo>
                    <a:pt x="1134" y="1410"/>
                    <a:pt x="1134" y="1410"/>
                    <a:pt x="1134" y="1410"/>
                  </a:cubicBezTo>
                  <a:cubicBezTo>
                    <a:pt x="1063" y="1418"/>
                    <a:pt x="1063" y="1418"/>
                    <a:pt x="1024" y="1418"/>
                  </a:cubicBezTo>
                  <a:close/>
                  <a:moveTo>
                    <a:pt x="1126" y="1457"/>
                  </a:moveTo>
                  <a:cubicBezTo>
                    <a:pt x="1126" y="1457"/>
                    <a:pt x="1134" y="1457"/>
                    <a:pt x="1149" y="1457"/>
                  </a:cubicBezTo>
                  <a:cubicBezTo>
                    <a:pt x="1142" y="1457"/>
                    <a:pt x="1142" y="1457"/>
                    <a:pt x="1126" y="1457"/>
                  </a:cubicBezTo>
                  <a:close/>
                  <a:moveTo>
                    <a:pt x="1149" y="1457"/>
                  </a:moveTo>
                  <a:cubicBezTo>
                    <a:pt x="1149" y="1457"/>
                    <a:pt x="1149" y="1457"/>
                    <a:pt x="1157" y="1457"/>
                  </a:cubicBezTo>
                  <a:cubicBezTo>
                    <a:pt x="1157" y="1457"/>
                    <a:pt x="1165" y="1457"/>
                    <a:pt x="1165" y="1449"/>
                  </a:cubicBezTo>
                  <a:cubicBezTo>
                    <a:pt x="1165" y="1457"/>
                    <a:pt x="1165" y="1457"/>
                    <a:pt x="1149" y="1457"/>
                  </a:cubicBezTo>
                  <a:close/>
                  <a:moveTo>
                    <a:pt x="1173" y="1449"/>
                  </a:moveTo>
                  <a:cubicBezTo>
                    <a:pt x="1173" y="1449"/>
                    <a:pt x="1181" y="1449"/>
                    <a:pt x="1188" y="1449"/>
                  </a:cubicBezTo>
                  <a:cubicBezTo>
                    <a:pt x="1188" y="1449"/>
                    <a:pt x="1181" y="1449"/>
                    <a:pt x="1188" y="1449"/>
                  </a:cubicBezTo>
                  <a:cubicBezTo>
                    <a:pt x="1188" y="1449"/>
                    <a:pt x="1188" y="1449"/>
                    <a:pt x="1173" y="1449"/>
                  </a:cubicBezTo>
                  <a:close/>
                  <a:moveTo>
                    <a:pt x="1188" y="1449"/>
                  </a:moveTo>
                  <a:cubicBezTo>
                    <a:pt x="1188" y="1449"/>
                    <a:pt x="1188" y="1449"/>
                    <a:pt x="1181" y="1449"/>
                  </a:cubicBezTo>
                  <a:cubicBezTo>
                    <a:pt x="1188" y="1449"/>
                    <a:pt x="1188" y="1449"/>
                    <a:pt x="1188" y="1449"/>
                  </a:cubicBezTo>
                  <a:cubicBezTo>
                    <a:pt x="1188" y="1449"/>
                    <a:pt x="1188" y="1449"/>
                    <a:pt x="1188" y="1449"/>
                  </a:cubicBezTo>
                  <a:close/>
                  <a:moveTo>
                    <a:pt x="1173" y="1441"/>
                  </a:moveTo>
                  <a:cubicBezTo>
                    <a:pt x="1165" y="1441"/>
                    <a:pt x="1173" y="1441"/>
                    <a:pt x="1181" y="1434"/>
                  </a:cubicBezTo>
                  <a:cubicBezTo>
                    <a:pt x="1188" y="1434"/>
                    <a:pt x="1188" y="1434"/>
                    <a:pt x="1196" y="1434"/>
                  </a:cubicBezTo>
                  <a:cubicBezTo>
                    <a:pt x="1204" y="1434"/>
                    <a:pt x="1212" y="1434"/>
                    <a:pt x="1220" y="1434"/>
                  </a:cubicBezTo>
                  <a:cubicBezTo>
                    <a:pt x="1220" y="1434"/>
                    <a:pt x="1220" y="1434"/>
                    <a:pt x="1212" y="1434"/>
                  </a:cubicBezTo>
                  <a:cubicBezTo>
                    <a:pt x="1188" y="1434"/>
                    <a:pt x="1196" y="1434"/>
                    <a:pt x="1173" y="1441"/>
                  </a:cubicBezTo>
                  <a:close/>
                  <a:moveTo>
                    <a:pt x="540" y="1355"/>
                  </a:moveTo>
                  <a:cubicBezTo>
                    <a:pt x="548" y="1363"/>
                    <a:pt x="555" y="1363"/>
                    <a:pt x="555" y="1363"/>
                  </a:cubicBezTo>
                  <a:cubicBezTo>
                    <a:pt x="563" y="1363"/>
                    <a:pt x="563" y="1363"/>
                    <a:pt x="563" y="1363"/>
                  </a:cubicBezTo>
                  <a:cubicBezTo>
                    <a:pt x="555" y="1363"/>
                    <a:pt x="548" y="1363"/>
                    <a:pt x="540" y="1355"/>
                  </a:cubicBezTo>
                  <a:close/>
                  <a:moveTo>
                    <a:pt x="47" y="149"/>
                  </a:moveTo>
                  <a:cubicBezTo>
                    <a:pt x="47" y="141"/>
                    <a:pt x="47" y="141"/>
                    <a:pt x="47" y="134"/>
                  </a:cubicBezTo>
                  <a:cubicBezTo>
                    <a:pt x="47" y="141"/>
                    <a:pt x="47" y="141"/>
                    <a:pt x="47" y="149"/>
                  </a:cubicBezTo>
                  <a:cubicBezTo>
                    <a:pt x="47" y="149"/>
                    <a:pt x="47" y="149"/>
                    <a:pt x="47" y="149"/>
                  </a:cubicBezTo>
                  <a:close/>
                  <a:moveTo>
                    <a:pt x="55" y="314"/>
                  </a:moveTo>
                  <a:cubicBezTo>
                    <a:pt x="55" y="306"/>
                    <a:pt x="55" y="306"/>
                    <a:pt x="55" y="306"/>
                  </a:cubicBezTo>
                  <a:cubicBezTo>
                    <a:pt x="55" y="298"/>
                    <a:pt x="55" y="290"/>
                    <a:pt x="55" y="298"/>
                  </a:cubicBezTo>
                  <a:cubicBezTo>
                    <a:pt x="55" y="306"/>
                    <a:pt x="55" y="298"/>
                    <a:pt x="55" y="314"/>
                  </a:cubicBezTo>
                  <a:close/>
                  <a:moveTo>
                    <a:pt x="360" y="1277"/>
                  </a:moveTo>
                  <a:cubicBezTo>
                    <a:pt x="360" y="1277"/>
                    <a:pt x="360" y="1277"/>
                    <a:pt x="360" y="1277"/>
                  </a:cubicBezTo>
                  <a:cubicBezTo>
                    <a:pt x="352" y="1277"/>
                    <a:pt x="360" y="1277"/>
                    <a:pt x="360" y="1277"/>
                  </a:cubicBezTo>
                  <a:close/>
                  <a:moveTo>
                    <a:pt x="360" y="1277"/>
                  </a:moveTo>
                  <a:cubicBezTo>
                    <a:pt x="360" y="1277"/>
                    <a:pt x="360" y="1277"/>
                    <a:pt x="360" y="1277"/>
                  </a:cubicBezTo>
                  <a:cubicBezTo>
                    <a:pt x="368" y="1285"/>
                    <a:pt x="368" y="1285"/>
                    <a:pt x="368" y="1285"/>
                  </a:cubicBezTo>
                  <a:cubicBezTo>
                    <a:pt x="360" y="1277"/>
                    <a:pt x="360" y="1277"/>
                    <a:pt x="360" y="1277"/>
                  </a:cubicBezTo>
                  <a:close/>
                  <a:moveTo>
                    <a:pt x="383" y="1293"/>
                  </a:moveTo>
                  <a:cubicBezTo>
                    <a:pt x="383" y="1293"/>
                    <a:pt x="383" y="1293"/>
                    <a:pt x="383" y="1293"/>
                  </a:cubicBezTo>
                  <a:cubicBezTo>
                    <a:pt x="383" y="1293"/>
                    <a:pt x="383" y="1293"/>
                    <a:pt x="383" y="1293"/>
                  </a:cubicBezTo>
                  <a:cubicBezTo>
                    <a:pt x="383" y="1293"/>
                    <a:pt x="383" y="1293"/>
                    <a:pt x="383" y="1293"/>
                  </a:cubicBezTo>
                  <a:close/>
                  <a:moveTo>
                    <a:pt x="32" y="87"/>
                  </a:moveTo>
                  <a:cubicBezTo>
                    <a:pt x="32" y="79"/>
                    <a:pt x="32" y="79"/>
                    <a:pt x="32" y="79"/>
                  </a:cubicBezTo>
                  <a:cubicBezTo>
                    <a:pt x="32" y="79"/>
                    <a:pt x="32" y="79"/>
                    <a:pt x="32" y="79"/>
                  </a:cubicBezTo>
                  <a:cubicBezTo>
                    <a:pt x="32" y="79"/>
                    <a:pt x="32" y="79"/>
                    <a:pt x="32" y="87"/>
                  </a:cubicBezTo>
                  <a:close/>
                  <a:moveTo>
                    <a:pt x="383" y="1293"/>
                  </a:moveTo>
                  <a:cubicBezTo>
                    <a:pt x="383" y="1293"/>
                    <a:pt x="383" y="1293"/>
                    <a:pt x="383" y="1293"/>
                  </a:cubicBezTo>
                  <a:cubicBezTo>
                    <a:pt x="383" y="1293"/>
                    <a:pt x="383" y="1293"/>
                    <a:pt x="391" y="1293"/>
                  </a:cubicBezTo>
                  <a:cubicBezTo>
                    <a:pt x="391" y="1293"/>
                    <a:pt x="391" y="1293"/>
                    <a:pt x="383" y="1293"/>
                  </a:cubicBezTo>
                  <a:close/>
                  <a:moveTo>
                    <a:pt x="337" y="1253"/>
                  </a:moveTo>
                  <a:cubicBezTo>
                    <a:pt x="337" y="1253"/>
                    <a:pt x="337" y="1253"/>
                    <a:pt x="337" y="1261"/>
                  </a:cubicBezTo>
                  <a:cubicBezTo>
                    <a:pt x="337" y="1253"/>
                    <a:pt x="329" y="1253"/>
                    <a:pt x="329" y="1246"/>
                  </a:cubicBezTo>
                  <a:cubicBezTo>
                    <a:pt x="329" y="1253"/>
                    <a:pt x="337" y="1261"/>
                    <a:pt x="329" y="1253"/>
                  </a:cubicBezTo>
                  <a:cubicBezTo>
                    <a:pt x="337" y="1261"/>
                    <a:pt x="337" y="1261"/>
                    <a:pt x="337" y="1261"/>
                  </a:cubicBezTo>
                  <a:cubicBezTo>
                    <a:pt x="337" y="1261"/>
                    <a:pt x="337" y="1261"/>
                    <a:pt x="360" y="1277"/>
                  </a:cubicBezTo>
                  <a:cubicBezTo>
                    <a:pt x="360" y="1277"/>
                    <a:pt x="360" y="1277"/>
                    <a:pt x="376" y="1285"/>
                  </a:cubicBezTo>
                  <a:cubicBezTo>
                    <a:pt x="376" y="1285"/>
                    <a:pt x="376" y="1285"/>
                    <a:pt x="376" y="1285"/>
                  </a:cubicBezTo>
                  <a:cubicBezTo>
                    <a:pt x="368" y="1277"/>
                    <a:pt x="368" y="1277"/>
                    <a:pt x="360" y="1277"/>
                  </a:cubicBezTo>
                  <a:cubicBezTo>
                    <a:pt x="360" y="1277"/>
                    <a:pt x="360" y="1277"/>
                    <a:pt x="352" y="1269"/>
                  </a:cubicBezTo>
                  <a:cubicBezTo>
                    <a:pt x="352" y="1269"/>
                    <a:pt x="352" y="1269"/>
                    <a:pt x="337" y="1253"/>
                  </a:cubicBezTo>
                  <a:close/>
                  <a:moveTo>
                    <a:pt x="32" y="134"/>
                  </a:moveTo>
                  <a:cubicBezTo>
                    <a:pt x="32" y="118"/>
                    <a:pt x="32" y="118"/>
                    <a:pt x="32" y="118"/>
                  </a:cubicBezTo>
                  <a:cubicBezTo>
                    <a:pt x="32" y="126"/>
                    <a:pt x="32" y="126"/>
                    <a:pt x="32" y="134"/>
                  </a:cubicBezTo>
                  <a:close/>
                  <a:moveTo>
                    <a:pt x="47" y="87"/>
                  </a:moveTo>
                  <a:cubicBezTo>
                    <a:pt x="47" y="94"/>
                    <a:pt x="47" y="94"/>
                    <a:pt x="47" y="102"/>
                  </a:cubicBezTo>
                  <a:cubicBezTo>
                    <a:pt x="55" y="118"/>
                    <a:pt x="47" y="118"/>
                    <a:pt x="55" y="118"/>
                  </a:cubicBezTo>
                  <a:cubicBezTo>
                    <a:pt x="55" y="110"/>
                    <a:pt x="55" y="94"/>
                    <a:pt x="47" y="87"/>
                  </a:cubicBezTo>
                  <a:close/>
                  <a:moveTo>
                    <a:pt x="188" y="1066"/>
                  </a:moveTo>
                  <a:cubicBezTo>
                    <a:pt x="188" y="1066"/>
                    <a:pt x="188" y="1066"/>
                    <a:pt x="188" y="1066"/>
                  </a:cubicBezTo>
                  <a:cubicBezTo>
                    <a:pt x="188" y="1066"/>
                    <a:pt x="188" y="1058"/>
                    <a:pt x="188" y="1050"/>
                  </a:cubicBezTo>
                  <a:cubicBezTo>
                    <a:pt x="188" y="1066"/>
                    <a:pt x="188" y="1066"/>
                    <a:pt x="188" y="1066"/>
                  </a:cubicBezTo>
                  <a:close/>
                  <a:moveTo>
                    <a:pt x="235" y="1152"/>
                  </a:moveTo>
                  <a:cubicBezTo>
                    <a:pt x="227" y="1144"/>
                    <a:pt x="227" y="1144"/>
                    <a:pt x="227" y="1144"/>
                  </a:cubicBezTo>
                  <a:cubicBezTo>
                    <a:pt x="227" y="1144"/>
                    <a:pt x="227" y="1144"/>
                    <a:pt x="227" y="1144"/>
                  </a:cubicBezTo>
                  <a:lnTo>
                    <a:pt x="235" y="1152"/>
                  </a:lnTo>
                  <a:close/>
                  <a:moveTo>
                    <a:pt x="469" y="1332"/>
                  </a:moveTo>
                  <a:cubicBezTo>
                    <a:pt x="462" y="1332"/>
                    <a:pt x="462" y="1332"/>
                    <a:pt x="462" y="1332"/>
                  </a:cubicBezTo>
                  <a:cubicBezTo>
                    <a:pt x="462" y="1332"/>
                    <a:pt x="462" y="1332"/>
                    <a:pt x="469" y="1332"/>
                  </a:cubicBezTo>
                  <a:close/>
                  <a:moveTo>
                    <a:pt x="305" y="1238"/>
                  </a:moveTo>
                  <a:cubicBezTo>
                    <a:pt x="305" y="1230"/>
                    <a:pt x="305" y="1230"/>
                    <a:pt x="305" y="1230"/>
                  </a:cubicBezTo>
                  <a:cubicBezTo>
                    <a:pt x="297" y="1230"/>
                    <a:pt x="297" y="1230"/>
                    <a:pt x="297" y="1230"/>
                  </a:cubicBezTo>
                  <a:lnTo>
                    <a:pt x="305" y="1238"/>
                  </a:lnTo>
                  <a:close/>
                  <a:moveTo>
                    <a:pt x="477" y="1340"/>
                  </a:moveTo>
                  <a:cubicBezTo>
                    <a:pt x="485" y="1347"/>
                    <a:pt x="485" y="1347"/>
                    <a:pt x="485" y="1347"/>
                  </a:cubicBezTo>
                  <a:cubicBezTo>
                    <a:pt x="477" y="1340"/>
                    <a:pt x="469" y="1332"/>
                    <a:pt x="477" y="1340"/>
                  </a:cubicBezTo>
                  <a:close/>
                  <a:moveTo>
                    <a:pt x="1009" y="1402"/>
                  </a:moveTo>
                  <a:cubicBezTo>
                    <a:pt x="1017" y="1402"/>
                    <a:pt x="1017" y="1402"/>
                    <a:pt x="1024" y="1394"/>
                  </a:cubicBezTo>
                  <a:cubicBezTo>
                    <a:pt x="1024" y="1394"/>
                    <a:pt x="1024" y="1394"/>
                    <a:pt x="1009" y="1402"/>
                  </a:cubicBezTo>
                  <a:close/>
                  <a:moveTo>
                    <a:pt x="352" y="1277"/>
                  </a:moveTo>
                  <a:cubicBezTo>
                    <a:pt x="352" y="1277"/>
                    <a:pt x="352" y="1277"/>
                    <a:pt x="360" y="1277"/>
                  </a:cubicBezTo>
                  <a:cubicBezTo>
                    <a:pt x="352" y="1277"/>
                    <a:pt x="352" y="1277"/>
                    <a:pt x="352" y="1277"/>
                  </a:cubicBezTo>
                  <a:close/>
                  <a:moveTo>
                    <a:pt x="47" y="55"/>
                  </a:moveTo>
                  <a:cubicBezTo>
                    <a:pt x="47" y="55"/>
                    <a:pt x="47" y="55"/>
                    <a:pt x="47" y="55"/>
                  </a:cubicBezTo>
                  <a:cubicBezTo>
                    <a:pt x="47" y="55"/>
                    <a:pt x="47" y="63"/>
                    <a:pt x="47" y="63"/>
                  </a:cubicBezTo>
                  <a:cubicBezTo>
                    <a:pt x="47" y="63"/>
                    <a:pt x="47" y="63"/>
                    <a:pt x="47" y="55"/>
                  </a:cubicBezTo>
                  <a:close/>
                  <a:moveTo>
                    <a:pt x="40" y="47"/>
                  </a:moveTo>
                  <a:cubicBezTo>
                    <a:pt x="40" y="55"/>
                    <a:pt x="40" y="55"/>
                    <a:pt x="47" y="55"/>
                  </a:cubicBezTo>
                  <a:cubicBezTo>
                    <a:pt x="40" y="47"/>
                    <a:pt x="40" y="47"/>
                    <a:pt x="40" y="47"/>
                  </a:cubicBezTo>
                  <a:close/>
                  <a:moveTo>
                    <a:pt x="32" y="47"/>
                  </a:moveTo>
                  <a:cubicBezTo>
                    <a:pt x="32" y="47"/>
                    <a:pt x="32" y="47"/>
                    <a:pt x="32" y="47"/>
                  </a:cubicBezTo>
                  <a:cubicBezTo>
                    <a:pt x="32" y="47"/>
                    <a:pt x="32" y="47"/>
                    <a:pt x="32" y="47"/>
                  </a:cubicBezTo>
                  <a:cubicBezTo>
                    <a:pt x="32" y="40"/>
                    <a:pt x="32" y="24"/>
                    <a:pt x="24" y="8"/>
                  </a:cubicBezTo>
                  <a:lnTo>
                    <a:pt x="32" y="47"/>
                  </a:lnTo>
                  <a:close/>
                  <a:moveTo>
                    <a:pt x="47" y="134"/>
                  </a:moveTo>
                  <a:cubicBezTo>
                    <a:pt x="47" y="134"/>
                    <a:pt x="47" y="126"/>
                    <a:pt x="47" y="118"/>
                  </a:cubicBezTo>
                  <a:cubicBezTo>
                    <a:pt x="40" y="118"/>
                    <a:pt x="40" y="118"/>
                    <a:pt x="40" y="118"/>
                  </a:cubicBezTo>
                  <a:cubicBezTo>
                    <a:pt x="40" y="126"/>
                    <a:pt x="40" y="118"/>
                    <a:pt x="47" y="134"/>
                  </a:cubicBezTo>
                  <a:close/>
                  <a:moveTo>
                    <a:pt x="40" y="79"/>
                  </a:moveTo>
                  <a:cubicBezTo>
                    <a:pt x="40" y="63"/>
                    <a:pt x="40" y="55"/>
                    <a:pt x="32" y="47"/>
                  </a:cubicBezTo>
                  <a:cubicBezTo>
                    <a:pt x="40" y="55"/>
                    <a:pt x="40" y="63"/>
                    <a:pt x="40" y="79"/>
                  </a:cubicBezTo>
                  <a:close/>
                  <a:moveTo>
                    <a:pt x="24" y="47"/>
                  </a:moveTo>
                  <a:cubicBezTo>
                    <a:pt x="24" y="47"/>
                    <a:pt x="24" y="40"/>
                    <a:pt x="24" y="32"/>
                  </a:cubicBezTo>
                  <a:cubicBezTo>
                    <a:pt x="24" y="32"/>
                    <a:pt x="24" y="32"/>
                    <a:pt x="24" y="16"/>
                  </a:cubicBezTo>
                  <a:cubicBezTo>
                    <a:pt x="24" y="8"/>
                    <a:pt x="16" y="8"/>
                    <a:pt x="16" y="8"/>
                  </a:cubicBezTo>
                  <a:cubicBezTo>
                    <a:pt x="24" y="24"/>
                    <a:pt x="16" y="16"/>
                    <a:pt x="24" y="32"/>
                  </a:cubicBezTo>
                  <a:cubicBezTo>
                    <a:pt x="24" y="32"/>
                    <a:pt x="24" y="32"/>
                    <a:pt x="24" y="47"/>
                  </a:cubicBezTo>
                  <a:close/>
                  <a:moveTo>
                    <a:pt x="40" y="181"/>
                  </a:moveTo>
                  <a:cubicBezTo>
                    <a:pt x="40" y="188"/>
                    <a:pt x="40" y="188"/>
                    <a:pt x="40" y="196"/>
                  </a:cubicBezTo>
                  <a:cubicBezTo>
                    <a:pt x="40" y="196"/>
                    <a:pt x="40" y="188"/>
                    <a:pt x="40" y="181"/>
                  </a:cubicBezTo>
                  <a:cubicBezTo>
                    <a:pt x="40" y="181"/>
                    <a:pt x="40" y="181"/>
                    <a:pt x="40" y="181"/>
                  </a:cubicBezTo>
                  <a:close/>
                  <a:moveTo>
                    <a:pt x="40" y="181"/>
                  </a:moveTo>
                  <a:cubicBezTo>
                    <a:pt x="40" y="181"/>
                    <a:pt x="40" y="173"/>
                    <a:pt x="32" y="165"/>
                  </a:cubicBezTo>
                  <a:cubicBezTo>
                    <a:pt x="40" y="165"/>
                    <a:pt x="40" y="165"/>
                    <a:pt x="40" y="165"/>
                  </a:cubicBezTo>
                  <a:cubicBezTo>
                    <a:pt x="32" y="165"/>
                    <a:pt x="32" y="165"/>
                    <a:pt x="32" y="165"/>
                  </a:cubicBezTo>
                  <a:cubicBezTo>
                    <a:pt x="32" y="165"/>
                    <a:pt x="32" y="157"/>
                    <a:pt x="32" y="157"/>
                  </a:cubicBezTo>
                  <a:cubicBezTo>
                    <a:pt x="32" y="157"/>
                    <a:pt x="32" y="157"/>
                    <a:pt x="32" y="165"/>
                  </a:cubicBezTo>
                  <a:cubicBezTo>
                    <a:pt x="32" y="157"/>
                    <a:pt x="32" y="157"/>
                    <a:pt x="32" y="157"/>
                  </a:cubicBezTo>
                  <a:cubicBezTo>
                    <a:pt x="32" y="165"/>
                    <a:pt x="32" y="165"/>
                    <a:pt x="32" y="165"/>
                  </a:cubicBezTo>
                  <a:cubicBezTo>
                    <a:pt x="32" y="165"/>
                    <a:pt x="32" y="165"/>
                    <a:pt x="32" y="165"/>
                  </a:cubicBezTo>
                  <a:cubicBezTo>
                    <a:pt x="32" y="173"/>
                    <a:pt x="40" y="181"/>
                    <a:pt x="40" y="181"/>
                  </a:cubicBezTo>
                  <a:close/>
                  <a:moveTo>
                    <a:pt x="32" y="157"/>
                  </a:moveTo>
                  <a:cubicBezTo>
                    <a:pt x="32" y="149"/>
                    <a:pt x="32" y="149"/>
                    <a:pt x="32" y="149"/>
                  </a:cubicBezTo>
                  <a:cubicBezTo>
                    <a:pt x="32" y="149"/>
                    <a:pt x="32" y="149"/>
                    <a:pt x="32" y="149"/>
                  </a:cubicBezTo>
                  <a:cubicBezTo>
                    <a:pt x="32" y="149"/>
                    <a:pt x="32" y="149"/>
                    <a:pt x="32" y="157"/>
                  </a:cubicBezTo>
                  <a:cubicBezTo>
                    <a:pt x="32" y="157"/>
                    <a:pt x="32" y="149"/>
                    <a:pt x="32" y="149"/>
                  </a:cubicBezTo>
                  <a:cubicBezTo>
                    <a:pt x="32" y="157"/>
                    <a:pt x="32" y="157"/>
                    <a:pt x="32" y="157"/>
                  </a:cubicBezTo>
                  <a:close/>
                  <a:moveTo>
                    <a:pt x="32" y="157"/>
                  </a:moveTo>
                  <a:cubicBezTo>
                    <a:pt x="32" y="157"/>
                    <a:pt x="32" y="165"/>
                    <a:pt x="32" y="157"/>
                  </a:cubicBezTo>
                  <a:close/>
                  <a:moveTo>
                    <a:pt x="24" y="102"/>
                  </a:moveTo>
                  <a:cubicBezTo>
                    <a:pt x="24" y="102"/>
                    <a:pt x="24" y="102"/>
                    <a:pt x="24" y="102"/>
                  </a:cubicBezTo>
                  <a:cubicBezTo>
                    <a:pt x="24" y="110"/>
                    <a:pt x="24" y="110"/>
                    <a:pt x="24" y="118"/>
                  </a:cubicBezTo>
                  <a:cubicBezTo>
                    <a:pt x="24" y="118"/>
                    <a:pt x="24" y="118"/>
                    <a:pt x="24" y="102"/>
                  </a:cubicBezTo>
                  <a:close/>
                  <a:moveTo>
                    <a:pt x="24" y="87"/>
                  </a:moveTo>
                  <a:cubicBezTo>
                    <a:pt x="24" y="87"/>
                    <a:pt x="24" y="87"/>
                    <a:pt x="24" y="87"/>
                  </a:cubicBezTo>
                  <a:cubicBezTo>
                    <a:pt x="24" y="87"/>
                    <a:pt x="24" y="87"/>
                    <a:pt x="24" y="87"/>
                  </a:cubicBezTo>
                  <a:cubicBezTo>
                    <a:pt x="24" y="79"/>
                    <a:pt x="24" y="79"/>
                    <a:pt x="24" y="79"/>
                  </a:cubicBezTo>
                  <a:cubicBezTo>
                    <a:pt x="24" y="79"/>
                    <a:pt x="24" y="71"/>
                    <a:pt x="24" y="55"/>
                  </a:cubicBezTo>
                  <a:cubicBezTo>
                    <a:pt x="16" y="55"/>
                    <a:pt x="16" y="55"/>
                    <a:pt x="16" y="55"/>
                  </a:cubicBezTo>
                  <a:cubicBezTo>
                    <a:pt x="24" y="87"/>
                    <a:pt x="24" y="71"/>
                    <a:pt x="24" y="102"/>
                  </a:cubicBezTo>
                  <a:cubicBezTo>
                    <a:pt x="24" y="94"/>
                    <a:pt x="24" y="94"/>
                    <a:pt x="24" y="87"/>
                  </a:cubicBezTo>
                  <a:close/>
                  <a:moveTo>
                    <a:pt x="40" y="235"/>
                  </a:moveTo>
                  <a:cubicBezTo>
                    <a:pt x="40" y="228"/>
                    <a:pt x="40" y="220"/>
                    <a:pt x="40" y="212"/>
                  </a:cubicBezTo>
                  <a:cubicBezTo>
                    <a:pt x="40" y="220"/>
                    <a:pt x="40" y="220"/>
                    <a:pt x="40" y="220"/>
                  </a:cubicBezTo>
                  <a:cubicBezTo>
                    <a:pt x="40" y="228"/>
                    <a:pt x="40" y="228"/>
                    <a:pt x="40" y="235"/>
                  </a:cubicBezTo>
                  <a:close/>
                  <a:moveTo>
                    <a:pt x="40" y="251"/>
                  </a:moveTo>
                  <a:cubicBezTo>
                    <a:pt x="40" y="243"/>
                    <a:pt x="40" y="243"/>
                    <a:pt x="40" y="235"/>
                  </a:cubicBezTo>
                  <a:cubicBezTo>
                    <a:pt x="40" y="235"/>
                    <a:pt x="40" y="243"/>
                    <a:pt x="40" y="251"/>
                  </a:cubicBezTo>
                  <a:close/>
                  <a:moveTo>
                    <a:pt x="40" y="204"/>
                  </a:moveTo>
                  <a:cubicBezTo>
                    <a:pt x="40" y="196"/>
                    <a:pt x="40" y="196"/>
                    <a:pt x="40" y="196"/>
                  </a:cubicBezTo>
                  <a:cubicBezTo>
                    <a:pt x="40" y="196"/>
                    <a:pt x="40" y="196"/>
                    <a:pt x="40" y="196"/>
                  </a:cubicBezTo>
                  <a:cubicBezTo>
                    <a:pt x="40" y="196"/>
                    <a:pt x="40" y="196"/>
                    <a:pt x="40" y="188"/>
                  </a:cubicBezTo>
                  <a:cubicBezTo>
                    <a:pt x="40" y="188"/>
                    <a:pt x="40" y="188"/>
                    <a:pt x="32" y="196"/>
                  </a:cubicBezTo>
                  <a:cubicBezTo>
                    <a:pt x="32" y="196"/>
                    <a:pt x="32" y="196"/>
                    <a:pt x="40" y="212"/>
                  </a:cubicBezTo>
                  <a:cubicBezTo>
                    <a:pt x="40" y="212"/>
                    <a:pt x="40" y="204"/>
                    <a:pt x="40" y="204"/>
                  </a:cubicBezTo>
                  <a:close/>
                  <a:moveTo>
                    <a:pt x="40" y="181"/>
                  </a:moveTo>
                  <a:cubicBezTo>
                    <a:pt x="40" y="181"/>
                    <a:pt x="40" y="181"/>
                    <a:pt x="32" y="165"/>
                  </a:cubicBezTo>
                  <a:cubicBezTo>
                    <a:pt x="32" y="165"/>
                    <a:pt x="32" y="173"/>
                    <a:pt x="32" y="173"/>
                  </a:cubicBezTo>
                  <a:cubicBezTo>
                    <a:pt x="40" y="181"/>
                    <a:pt x="32" y="173"/>
                    <a:pt x="40" y="188"/>
                  </a:cubicBezTo>
                  <a:cubicBezTo>
                    <a:pt x="40" y="188"/>
                    <a:pt x="40" y="188"/>
                    <a:pt x="40" y="181"/>
                  </a:cubicBezTo>
                  <a:close/>
                  <a:moveTo>
                    <a:pt x="8" y="71"/>
                  </a:moveTo>
                  <a:cubicBezTo>
                    <a:pt x="8" y="55"/>
                    <a:pt x="8" y="55"/>
                    <a:pt x="8" y="55"/>
                  </a:cubicBezTo>
                  <a:cubicBezTo>
                    <a:pt x="8" y="71"/>
                    <a:pt x="8" y="63"/>
                    <a:pt x="8" y="79"/>
                  </a:cubicBezTo>
                  <a:cubicBezTo>
                    <a:pt x="8" y="79"/>
                    <a:pt x="8" y="79"/>
                    <a:pt x="8" y="71"/>
                  </a:cubicBezTo>
                  <a:close/>
                  <a:moveTo>
                    <a:pt x="8" y="126"/>
                  </a:moveTo>
                  <a:cubicBezTo>
                    <a:pt x="8" y="134"/>
                    <a:pt x="8" y="134"/>
                    <a:pt x="8" y="134"/>
                  </a:cubicBezTo>
                  <a:cubicBezTo>
                    <a:pt x="16" y="141"/>
                    <a:pt x="16" y="141"/>
                    <a:pt x="16" y="141"/>
                  </a:cubicBezTo>
                  <a:lnTo>
                    <a:pt x="8" y="126"/>
                  </a:lnTo>
                  <a:close/>
                  <a:moveTo>
                    <a:pt x="16" y="282"/>
                  </a:moveTo>
                  <a:cubicBezTo>
                    <a:pt x="8" y="275"/>
                    <a:pt x="8" y="275"/>
                    <a:pt x="8" y="275"/>
                  </a:cubicBezTo>
                  <a:cubicBezTo>
                    <a:pt x="16" y="306"/>
                    <a:pt x="16" y="306"/>
                    <a:pt x="16" y="306"/>
                  </a:cubicBezTo>
                  <a:lnTo>
                    <a:pt x="16" y="282"/>
                  </a:lnTo>
                  <a:close/>
                  <a:moveTo>
                    <a:pt x="172" y="1199"/>
                  </a:moveTo>
                  <a:cubicBezTo>
                    <a:pt x="172" y="1199"/>
                    <a:pt x="172" y="1199"/>
                    <a:pt x="180" y="1206"/>
                  </a:cubicBezTo>
                  <a:cubicBezTo>
                    <a:pt x="172" y="1199"/>
                    <a:pt x="172" y="1199"/>
                    <a:pt x="172" y="1199"/>
                  </a:cubicBezTo>
                  <a:cubicBezTo>
                    <a:pt x="172" y="1199"/>
                    <a:pt x="172" y="1199"/>
                    <a:pt x="172" y="1199"/>
                  </a:cubicBezTo>
                  <a:close/>
                  <a:moveTo>
                    <a:pt x="407" y="1394"/>
                  </a:moveTo>
                  <a:cubicBezTo>
                    <a:pt x="415" y="1394"/>
                    <a:pt x="407" y="1394"/>
                    <a:pt x="415" y="1394"/>
                  </a:cubicBezTo>
                  <a:cubicBezTo>
                    <a:pt x="430" y="1402"/>
                    <a:pt x="430" y="1402"/>
                    <a:pt x="430" y="1402"/>
                  </a:cubicBezTo>
                  <a:cubicBezTo>
                    <a:pt x="423" y="1394"/>
                    <a:pt x="423" y="1394"/>
                    <a:pt x="423" y="1394"/>
                  </a:cubicBezTo>
                  <a:cubicBezTo>
                    <a:pt x="407" y="1394"/>
                    <a:pt x="407" y="1394"/>
                    <a:pt x="407" y="1394"/>
                  </a:cubicBezTo>
                  <a:cubicBezTo>
                    <a:pt x="407" y="1394"/>
                    <a:pt x="407" y="1394"/>
                    <a:pt x="407" y="1394"/>
                  </a:cubicBezTo>
                  <a:close/>
                  <a:moveTo>
                    <a:pt x="634" y="1457"/>
                  </a:moveTo>
                  <a:cubicBezTo>
                    <a:pt x="634" y="1457"/>
                    <a:pt x="634" y="1457"/>
                    <a:pt x="610" y="1449"/>
                  </a:cubicBezTo>
                  <a:cubicBezTo>
                    <a:pt x="610" y="1457"/>
                    <a:pt x="610" y="1457"/>
                    <a:pt x="610" y="1457"/>
                  </a:cubicBezTo>
                  <a:cubicBezTo>
                    <a:pt x="610" y="1449"/>
                    <a:pt x="610" y="1457"/>
                    <a:pt x="618" y="1457"/>
                  </a:cubicBezTo>
                  <a:cubicBezTo>
                    <a:pt x="618" y="1457"/>
                    <a:pt x="618" y="1457"/>
                    <a:pt x="634" y="1457"/>
                  </a:cubicBezTo>
                  <a:close/>
                  <a:moveTo>
                    <a:pt x="610" y="1457"/>
                  </a:moveTo>
                  <a:cubicBezTo>
                    <a:pt x="618" y="1457"/>
                    <a:pt x="618" y="1457"/>
                    <a:pt x="626" y="1465"/>
                  </a:cubicBezTo>
                  <a:cubicBezTo>
                    <a:pt x="626" y="1457"/>
                    <a:pt x="618" y="1457"/>
                    <a:pt x="610" y="1457"/>
                  </a:cubicBezTo>
                  <a:close/>
                  <a:moveTo>
                    <a:pt x="610" y="1457"/>
                  </a:moveTo>
                  <a:cubicBezTo>
                    <a:pt x="610" y="1457"/>
                    <a:pt x="610" y="1457"/>
                    <a:pt x="610" y="1457"/>
                  </a:cubicBezTo>
                  <a:cubicBezTo>
                    <a:pt x="610" y="1457"/>
                    <a:pt x="602" y="1457"/>
                    <a:pt x="602" y="1457"/>
                  </a:cubicBezTo>
                  <a:cubicBezTo>
                    <a:pt x="610" y="1457"/>
                    <a:pt x="610" y="1457"/>
                    <a:pt x="610" y="1457"/>
                  </a:cubicBezTo>
                  <a:close/>
                  <a:moveTo>
                    <a:pt x="602" y="1457"/>
                  </a:moveTo>
                  <a:cubicBezTo>
                    <a:pt x="602" y="1457"/>
                    <a:pt x="594" y="1457"/>
                    <a:pt x="594" y="1449"/>
                  </a:cubicBezTo>
                  <a:cubicBezTo>
                    <a:pt x="602" y="1457"/>
                    <a:pt x="594" y="1457"/>
                    <a:pt x="602" y="1457"/>
                  </a:cubicBezTo>
                  <a:close/>
                  <a:moveTo>
                    <a:pt x="32" y="846"/>
                  </a:moveTo>
                  <a:cubicBezTo>
                    <a:pt x="32" y="846"/>
                    <a:pt x="40" y="878"/>
                    <a:pt x="40" y="878"/>
                  </a:cubicBezTo>
                  <a:cubicBezTo>
                    <a:pt x="40" y="878"/>
                    <a:pt x="40" y="878"/>
                    <a:pt x="40" y="878"/>
                  </a:cubicBezTo>
                  <a:cubicBezTo>
                    <a:pt x="40" y="870"/>
                    <a:pt x="32" y="862"/>
                    <a:pt x="32" y="846"/>
                  </a:cubicBezTo>
                  <a:close/>
                  <a:moveTo>
                    <a:pt x="40" y="878"/>
                  </a:moveTo>
                  <a:cubicBezTo>
                    <a:pt x="40" y="878"/>
                    <a:pt x="40" y="878"/>
                    <a:pt x="40" y="878"/>
                  </a:cubicBezTo>
                  <a:cubicBezTo>
                    <a:pt x="40" y="878"/>
                    <a:pt x="40" y="878"/>
                    <a:pt x="40" y="878"/>
                  </a:cubicBezTo>
                  <a:close/>
                  <a:moveTo>
                    <a:pt x="24" y="799"/>
                  </a:moveTo>
                  <a:cubicBezTo>
                    <a:pt x="24" y="784"/>
                    <a:pt x="24" y="784"/>
                    <a:pt x="24" y="776"/>
                  </a:cubicBezTo>
                  <a:cubicBezTo>
                    <a:pt x="24" y="768"/>
                    <a:pt x="16" y="752"/>
                    <a:pt x="24" y="752"/>
                  </a:cubicBezTo>
                  <a:cubicBezTo>
                    <a:pt x="24" y="752"/>
                    <a:pt x="24" y="752"/>
                    <a:pt x="16" y="737"/>
                  </a:cubicBezTo>
                  <a:cubicBezTo>
                    <a:pt x="16" y="737"/>
                    <a:pt x="16" y="737"/>
                    <a:pt x="8" y="737"/>
                  </a:cubicBezTo>
                  <a:cubicBezTo>
                    <a:pt x="8" y="737"/>
                    <a:pt x="8" y="737"/>
                    <a:pt x="16" y="737"/>
                  </a:cubicBezTo>
                  <a:cubicBezTo>
                    <a:pt x="16" y="768"/>
                    <a:pt x="24" y="791"/>
                    <a:pt x="24" y="815"/>
                  </a:cubicBezTo>
                  <a:cubicBezTo>
                    <a:pt x="24" y="815"/>
                    <a:pt x="24" y="815"/>
                    <a:pt x="24" y="815"/>
                  </a:cubicBezTo>
                  <a:cubicBezTo>
                    <a:pt x="24" y="831"/>
                    <a:pt x="24" y="831"/>
                    <a:pt x="24" y="831"/>
                  </a:cubicBezTo>
                  <a:cubicBezTo>
                    <a:pt x="24" y="831"/>
                    <a:pt x="24" y="823"/>
                    <a:pt x="24" y="815"/>
                  </a:cubicBezTo>
                  <a:cubicBezTo>
                    <a:pt x="24" y="815"/>
                    <a:pt x="24" y="807"/>
                    <a:pt x="24" y="807"/>
                  </a:cubicBezTo>
                  <a:cubicBezTo>
                    <a:pt x="24" y="807"/>
                    <a:pt x="24" y="807"/>
                    <a:pt x="24" y="799"/>
                  </a:cubicBezTo>
                  <a:cubicBezTo>
                    <a:pt x="24" y="799"/>
                    <a:pt x="24" y="799"/>
                    <a:pt x="24" y="799"/>
                  </a:cubicBezTo>
                  <a:close/>
                  <a:moveTo>
                    <a:pt x="71" y="979"/>
                  </a:moveTo>
                  <a:cubicBezTo>
                    <a:pt x="63" y="972"/>
                    <a:pt x="71" y="979"/>
                    <a:pt x="63" y="964"/>
                  </a:cubicBezTo>
                  <a:cubicBezTo>
                    <a:pt x="63" y="964"/>
                    <a:pt x="63" y="964"/>
                    <a:pt x="63" y="979"/>
                  </a:cubicBezTo>
                  <a:cubicBezTo>
                    <a:pt x="71" y="987"/>
                    <a:pt x="71" y="987"/>
                    <a:pt x="71" y="1003"/>
                  </a:cubicBezTo>
                  <a:cubicBezTo>
                    <a:pt x="71" y="1003"/>
                    <a:pt x="71" y="1003"/>
                    <a:pt x="71" y="979"/>
                  </a:cubicBezTo>
                  <a:close/>
                  <a:moveTo>
                    <a:pt x="94" y="1073"/>
                  </a:moveTo>
                  <a:cubicBezTo>
                    <a:pt x="94" y="1073"/>
                    <a:pt x="94" y="1073"/>
                    <a:pt x="94" y="1073"/>
                  </a:cubicBezTo>
                  <a:cubicBezTo>
                    <a:pt x="94" y="1073"/>
                    <a:pt x="94" y="1073"/>
                    <a:pt x="94" y="1073"/>
                  </a:cubicBezTo>
                  <a:close/>
                  <a:moveTo>
                    <a:pt x="79" y="1019"/>
                  </a:moveTo>
                  <a:cubicBezTo>
                    <a:pt x="79" y="1011"/>
                    <a:pt x="71" y="1011"/>
                    <a:pt x="71" y="1003"/>
                  </a:cubicBezTo>
                  <a:lnTo>
                    <a:pt x="79" y="1019"/>
                  </a:lnTo>
                  <a:close/>
                  <a:moveTo>
                    <a:pt x="102" y="1081"/>
                  </a:moveTo>
                  <a:cubicBezTo>
                    <a:pt x="102" y="1081"/>
                    <a:pt x="102" y="1081"/>
                    <a:pt x="94" y="1066"/>
                  </a:cubicBezTo>
                  <a:cubicBezTo>
                    <a:pt x="94" y="1058"/>
                    <a:pt x="94" y="1058"/>
                    <a:pt x="94" y="1050"/>
                  </a:cubicBezTo>
                  <a:cubicBezTo>
                    <a:pt x="86" y="1042"/>
                    <a:pt x="86" y="1042"/>
                    <a:pt x="86" y="1042"/>
                  </a:cubicBezTo>
                  <a:cubicBezTo>
                    <a:pt x="86" y="1042"/>
                    <a:pt x="86" y="1042"/>
                    <a:pt x="86" y="1034"/>
                  </a:cubicBezTo>
                  <a:cubicBezTo>
                    <a:pt x="86" y="1034"/>
                    <a:pt x="86" y="1034"/>
                    <a:pt x="86" y="1042"/>
                  </a:cubicBezTo>
                  <a:cubicBezTo>
                    <a:pt x="79" y="1019"/>
                    <a:pt x="79" y="1019"/>
                    <a:pt x="79" y="1019"/>
                  </a:cubicBezTo>
                  <a:cubicBezTo>
                    <a:pt x="79" y="1026"/>
                    <a:pt x="79" y="1034"/>
                    <a:pt x="86" y="1042"/>
                  </a:cubicBezTo>
                  <a:cubicBezTo>
                    <a:pt x="86" y="1042"/>
                    <a:pt x="86" y="1042"/>
                    <a:pt x="86" y="1050"/>
                  </a:cubicBezTo>
                  <a:cubicBezTo>
                    <a:pt x="86" y="1050"/>
                    <a:pt x="86" y="1050"/>
                    <a:pt x="94" y="1066"/>
                  </a:cubicBezTo>
                  <a:cubicBezTo>
                    <a:pt x="94" y="1066"/>
                    <a:pt x="94" y="1066"/>
                    <a:pt x="94" y="1066"/>
                  </a:cubicBezTo>
                  <a:cubicBezTo>
                    <a:pt x="94" y="1066"/>
                    <a:pt x="94" y="1066"/>
                    <a:pt x="94" y="1066"/>
                  </a:cubicBezTo>
                  <a:cubicBezTo>
                    <a:pt x="94" y="1066"/>
                    <a:pt x="94" y="1066"/>
                    <a:pt x="94" y="1073"/>
                  </a:cubicBezTo>
                  <a:cubicBezTo>
                    <a:pt x="94" y="1073"/>
                    <a:pt x="102" y="1073"/>
                    <a:pt x="102" y="1081"/>
                  </a:cubicBezTo>
                  <a:close/>
                  <a:moveTo>
                    <a:pt x="110" y="1089"/>
                  </a:moveTo>
                  <a:cubicBezTo>
                    <a:pt x="102" y="1081"/>
                    <a:pt x="102" y="1081"/>
                    <a:pt x="102" y="1081"/>
                  </a:cubicBezTo>
                  <a:cubicBezTo>
                    <a:pt x="110" y="1097"/>
                    <a:pt x="110" y="1097"/>
                    <a:pt x="110" y="1097"/>
                  </a:cubicBezTo>
                  <a:cubicBezTo>
                    <a:pt x="110" y="1097"/>
                    <a:pt x="110" y="1097"/>
                    <a:pt x="110" y="1097"/>
                  </a:cubicBezTo>
                  <a:cubicBezTo>
                    <a:pt x="110" y="1105"/>
                    <a:pt x="110" y="1105"/>
                    <a:pt x="110" y="1105"/>
                  </a:cubicBezTo>
                  <a:cubicBezTo>
                    <a:pt x="110" y="1105"/>
                    <a:pt x="110" y="1105"/>
                    <a:pt x="126" y="1144"/>
                  </a:cubicBezTo>
                  <a:cubicBezTo>
                    <a:pt x="118" y="1120"/>
                    <a:pt x="118" y="1113"/>
                    <a:pt x="110" y="1105"/>
                  </a:cubicBezTo>
                  <a:lnTo>
                    <a:pt x="110" y="1089"/>
                  </a:lnTo>
                  <a:close/>
                  <a:moveTo>
                    <a:pt x="172" y="1206"/>
                  </a:moveTo>
                  <a:cubicBezTo>
                    <a:pt x="172" y="1206"/>
                    <a:pt x="172" y="1206"/>
                    <a:pt x="172" y="1199"/>
                  </a:cubicBezTo>
                  <a:cubicBezTo>
                    <a:pt x="165" y="1199"/>
                    <a:pt x="165" y="1199"/>
                    <a:pt x="165" y="1199"/>
                  </a:cubicBezTo>
                  <a:cubicBezTo>
                    <a:pt x="165" y="1199"/>
                    <a:pt x="165" y="1199"/>
                    <a:pt x="172" y="1206"/>
                  </a:cubicBezTo>
                  <a:close/>
                  <a:moveTo>
                    <a:pt x="8" y="549"/>
                  </a:moveTo>
                  <a:cubicBezTo>
                    <a:pt x="0" y="541"/>
                    <a:pt x="0" y="541"/>
                    <a:pt x="0" y="541"/>
                  </a:cubicBezTo>
                  <a:cubicBezTo>
                    <a:pt x="8" y="556"/>
                    <a:pt x="0" y="549"/>
                    <a:pt x="8" y="549"/>
                  </a:cubicBezTo>
                  <a:close/>
                  <a:moveTo>
                    <a:pt x="86" y="1034"/>
                  </a:moveTo>
                  <a:cubicBezTo>
                    <a:pt x="86" y="1034"/>
                    <a:pt x="86" y="1034"/>
                    <a:pt x="86" y="1026"/>
                  </a:cubicBezTo>
                  <a:cubicBezTo>
                    <a:pt x="86" y="1034"/>
                    <a:pt x="86" y="1034"/>
                    <a:pt x="86" y="1034"/>
                  </a:cubicBezTo>
                  <a:close/>
                  <a:moveTo>
                    <a:pt x="235" y="1285"/>
                  </a:moveTo>
                  <a:cubicBezTo>
                    <a:pt x="251" y="1293"/>
                    <a:pt x="251" y="1293"/>
                    <a:pt x="251" y="1293"/>
                  </a:cubicBezTo>
                  <a:cubicBezTo>
                    <a:pt x="243" y="1293"/>
                    <a:pt x="243" y="1293"/>
                    <a:pt x="243" y="1293"/>
                  </a:cubicBezTo>
                  <a:lnTo>
                    <a:pt x="235" y="1285"/>
                  </a:lnTo>
                  <a:close/>
                  <a:moveTo>
                    <a:pt x="266" y="1308"/>
                  </a:moveTo>
                  <a:cubicBezTo>
                    <a:pt x="274" y="1316"/>
                    <a:pt x="274" y="1316"/>
                    <a:pt x="274" y="1308"/>
                  </a:cubicBezTo>
                  <a:lnTo>
                    <a:pt x="266" y="1308"/>
                  </a:lnTo>
                  <a:close/>
                  <a:moveTo>
                    <a:pt x="446" y="1418"/>
                  </a:moveTo>
                  <a:cubicBezTo>
                    <a:pt x="438" y="1410"/>
                    <a:pt x="446" y="1418"/>
                    <a:pt x="438" y="1410"/>
                  </a:cubicBezTo>
                  <a:cubicBezTo>
                    <a:pt x="446" y="1418"/>
                    <a:pt x="446" y="1418"/>
                    <a:pt x="446" y="1418"/>
                  </a:cubicBezTo>
                  <a:close/>
                  <a:moveTo>
                    <a:pt x="102" y="1089"/>
                  </a:moveTo>
                  <a:cubicBezTo>
                    <a:pt x="102" y="1089"/>
                    <a:pt x="102" y="1089"/>
                    <a:pt x="110" y="1089"/>
                  </a:cubicBezTo>
                  <a:cubicBezTo>
                    <a:pt x="102" y="1081"/>
                    <a:pt x="102" y="1081"/>
                    <a:pt x="102" y="1081"/>
                  </a:cubicBezTo>
                  <a:lnTo>
                    <a:pt x="102" y="1089"/>
                  </a:lnTo>
                  <a:close/>
                  <a:moveTo>
                    <a:pt x="110" y="1097"/>
                  </a:moveTo>
                  <a:cubicBezTo>
                    <a:pt x="110" y="1097"/>
                    <a:pt x="110" y="1097"/>
                    <a:pt x="110" y="1089"/>
                  </a:cubicBezTo>
                  <a:cubicBezTo>
                    <a:pt x="110" y="1097"/>
                    <a:pt x="110" y="1097"/>
                    <a:pt x="110" y="1097"/>
                  </a:cubicBezTo>
                  <a:close/>
                  <a:moveTo>
                    <a:pt x="258" y="1308"/>
                  </a:moveTo>
                  <a:cubicBezTo>
                    <a:pt x="258" y="1308"/>
                    <a:pt x="258" y="1308"/>
                    <a:pt x="251" y="1300"/>
                  </a:cubicBezTo>
                  <a:cubicBezTo>
                    <a:pt x="251" y="1300"/>
                    <a:pt x="251" y="1300"/>
                    <a:pt x="258" y="1308"/>
                  </a:cubicBezTo>
                  <a:close/>
                  <a:moveTo>
                    <a:pt x="251" y="1300"/>
                  </a:moveTo>
                  <a:cubicBezTo>
                    <a:pt x="251" y="1300"/>
                    <a:pt x="251" y="1300"/>
                    <a:pt x="251" y="1293"/>
                  </a:cubicBezTo>
                  <a:cubicBezTo>
                    <a:pt x="251" y="1293"/>
                    <a:pt x="251" y="1300"/>
                    <a:pt x="251" y="1300"/>
                  </a:cubicBezTo>
                  <a:close/>
                  <a:moveTo>
                    <a:pt x="634" y="1465"/>
                  </a:moveTo>
                  <a:cubicBezTo>
                    <a:pt x="626" y="1465"/>
                    <a:pt x="626" y="1465"/>
                    <a:pt x="626" y="1465"/>
                  </a:cubicBezTo>
                  <a:cubicBezTo>
                    <a:pt x="626" y="1465"/>
                    <a:pt x="626" y="1465"/>
                    <a:pt x="626" y="1465"/>
                  </a:cubicBezTo>
                  <a:lnTo>
                    <a:pt x="634" y="1465"/>
                  </a:lnTo>
                  <a:close/>
                  <a:moveTo>
                    <a:pt x="63" y="979"/>
                  </a:moveTo>
                  <a:cubicBezTo>
                    <a:pt x="63" y="979"/>
                    <a:pt x="63" y="979"/>
                    <a:pt x="55" y="964"/>
                  </a:cubicBezTo>
                  <a:cubicBezTo>
                    <a:pt x="55" y="964"/>
                    <a:pt x="55" y="964"/>
                    <a:pt x="63" y="979"/>
                  </a:cubicBezTo>
                  <a:close/>
                  <a:moveTo>
                    <a:pt x="55" y="964"/>
                  </a:moveTo>
                  <a:cubicBezTo>
                    <a:pt x="63" y="979"/>
                    <a:pt x="63" y="972"/>
                    <a:pt x="55" y="964"/>
                  </a:cubicBezTo>
                  <a:close/>
                  <a:moveTo>
                    <a:pt x="540" y="1449"/>
                  </a:moveTo>
                  <a:cubicBezTo>
                    <a:pt x="563" y="1449"/>
                    <a:pt x="563" y="1449"/>
                    <a:pt x="563" y="1449"/>
                  </a:cubicBezTo>
                  <a:cubicBezTo>
                    <a:pt x="548" y="1449"/>
                    <a:pt x="548" y="1449"/>
                    <a:pt x="548" y="1449"/>
                  </a:cubicBezTo>
                  <a:lnTo>
                    <a:pt x="540" y="1449"/>
                  </a:lnTo>
                  <a:close/>
                  <a:moveTo>
                    <a:pt x="40" y="893"/>
                  </a:moveTo>
                  <a:cubicBezTo>
                    <a:pt x="40" y="893"/>
                    <a:pt x="40" y="893"/>
                    <a:pt x="40" y="893"/>
                  </a:cubicBezTo>
                  <a:cubicBezTo>
                    <a:pt x="40" y="893"/>
                    <a:pt x="40" y="893"/>
                    <a:pt x="40" y="893"/>
                  </a:cubicBezTo>
                  <a:cubicBezTo>
                    <a:pt x="40" y="893"/>
                    <a:pt x="40" y="893"/>
                    <a:pt x="40" y="893"/>
                  </a:cubicBezTo>
                  <a:cubicBezTo>
                    <a:pt x="40" y="901"/>
                    <a:pt x="40" y="901"/>
                    <a:pt x="40" y="901"/>
                  </a:cubicBezTo>
                  <a:cubicBezTo>
                    <a:pt x="40" y="901"/>
                    <a:pt x="40" y="901"/>
                    <a:pt x="40" y="901"/>
                  </a:cubicBezTo>
                  <a:cubicBezTo>
                    <a:pt x="40" y="893"/>
                    <a:pt x="40" y="893"/>
                    <a:pt x="40" y="893"/>
                  </a:cubicBezTo>
                  <a:close/>
                  <a:moveTo>
                    <a:pt x="204" y="1253"/>
                  </a:moveTo>
                  <a:cubicBezTo>
                    <a:pt x="219" y="1261"/>
                    <a:pt x="219" y="1261"/>
                    <a:pt x="219" y="1261"/>
                  </a:cubicBezTo>
                  <a:cubicBezTo>
                    <a:pt x="211" y="1261"/>
                    <a:pt x="211" y="1261"/>
                    <a:pt x="211" y="1261"/>
                  </a:cubicBezTo>
                  <a:lnTo>
                    <a:pt x="204" y="1253"/>
                  </a:lnTo>
                  <a:close/>
                  <a:moveTo>
                    <a:pt x="24" y="838"/>
                  </a:moveTo>
                  <a:cubicBezTo>
                    <a:pt x="24" y="831"/>
                    <a:pt x="24" y="831"/>
                    <a:pt x="24" y="831"/>
                  </a:cubicBezTo>
                  <a:cubicBezTo>
                    <a:pt x="24" y="838"/>
                    <a:pt x="24" y="846"/>
                    <a:pt x="24" y="838"/>
                  </a:cubicBezTo>
                  <a:close/>
                  <a:moveTo>
                    <a:pt x="24" y="831"/>
                  </a:moveTo>
                  <a:cubicBezTo>
                    <a:pt x="24" y="831"/>
                    <a:pt x="24" y="831"/>
                    <a:pt x="24" y="831"/>
                  </a:cubicBezTo>
                  <a:cubicBezTo>
                    <a:pt x="24" y="831"/>
                    <a:pt x="24" y="831"/>
                    <a:pt x="24" y="815"/>
                  </a:cubicBezTo>
                  <a:cubicBezTo>
                    <a:pt x="24" y="815"/>
                    <a:pt x="24" y="815"/>
                    <a:pt x="24" y="831"/>
                  </a:cubicBezTo>
                  <a:close/>
                  <a:moveTo>
                    <a:pt x="219" y="1277"/>
                  </a:moveTo>
                  <a:cubicBezTo>
                    <a:pt x="227" y="1285"/>
                    <a:pt x="227" y="1285"/>
                    <a:pt x="227" y="1285"/>
                  </a:cubicBezTo>
                  <a:cubicBezTo>
                    <a:pt x="227" y="1277"/>
                    <a:pt x="227" y="1277"/>
                    <a:pt x="227" y="1277"/>
                  </a:cubicBezTo>
                  <a:lnTo>
                    <a:pt x="219" y="1277"/>
                  </a:lnTo>
                  <a:close/>
                </a:path>
              </a:pathLst>
            </a:custGeom>
            <a:solidFill>
              <a:srgbClr val="00336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solidFill>
                  <a:schemeClr val="accent2"/>
                </a:solidFill>
              </a:endParaRPr>
            </a:p>
          </p:txBody>
        </p:sp>
      </p:grpSp>
    </p:spTree>
    <p:extLst>
      <p:ext uri="{BB962C8B-B14F-4D97-AF65-F5344CB8AC3E}">
        <p14:creationId xmlns:p14="http://schemas.microsoft.com/office/powerpoint/2010/main" val="130004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4197136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14" imgW="484" imgH="486" progId="TCLayout.ActiveDocument.1">
                  <p:embed/>
                </p:oleObj>
              </mc:Choice>
              <mc:Fallback>
                <p:oleObj name="think-cell Folie" r:id="rId14"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67" name="Rechteck 66">
            <a:extLst>
              <a:ext uri="{FF2B5EF4-FFF2-40B4-BE49-F238E27FC236}">
                <a16:creationId xmlns:a16="http://schemas.microsoft.com/office/drawing/2014/main" id="{9FC3CD99-3728-82E2-5216-BA2F7038C578}"/>
              </a:ext>
            </a:extLst>
          </p:cNvPr>
          <p:cNvSpPr/>
          <p:nvPr/>
        </p:nvSpPr>
        <p:spPr>
          <a:xfrm>
            <a:off x="334963" y="1484313"/>
            <a:ext cx="3413550" cy="4824412"/>
          </a:xfrm>
          <a:prstGeom prst="rect">
            <a:avLst/>
          </a:prstGeom>
          <a:solidFill>
            <a:schemeClr val="bg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pic>
        <p:nvPicPr>
          <p:cNvPr id="6" name="Grafik 5" descr="Ein Bild, das Text, Screenshot, Diagramm, Schrift enthält.&#10;&#10;Automatisch generierte Beschreibung">
            <a:extLst>
              <a:ext uri="{FF2B5EF4-FFF2-40B4-BE49-F238E27FC236}">
                <a16:creationId xmlns:a16="http://schemas.microsoft.com/office/drawing/2014/main" id="{EB04527E-2B7E-D4CA-D6AD-8C31E17219F0}"/>
              </a:ext>
            </a:extLst>
          </p:cNvPr>
          <p:cNvPicPr>
            <a:picLocks noChangeAspect="1"/>
          </p:cNvPicPr>
          <p:nvPr/>
        </p:nvPicPr>
        <p:blipFill rotWithShape="1">
          <a:blip r:embed="rId16">
            <a:extLst>
              <a:ext uri="{28A0092B-C50C-407E-A947-70E740481C1C}">
                <a14:useLocalDpi xmlns:a14="http://schemas.microsoft.com/office/drawing/2010/main" val="0"/>
              </a:ext>
            </a:extLst>
          </a:blip>
          <a:srcRect l="1765" t="25857" r="25058" b="19028"/>
          <a:stretch/>
        </p:blipFill>
        <p:spPr>
          <a:xfrm>
            <a:off x="4071398" y="2010121"/>
            <a:ext cx="2319530" cy="1091894"/>
          </a:xfrm>
          <a:prstGeom prst="rect">
            <a:avLst/>
          </a:prstGeom>
        </p:spPr>
      </p:pic>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2. </a:t>
            </a:r>
            <a:r>
              <a:rPr lang="de-DE" sz="1400" spc="245" dirty="0">
                <a:solidFill>
                  <a:srgbClr val="003366"/>
                </a:solidFill>
                <a:cs typeface="Calibri"/>
              </a:rPr>
              <a:t>Vorstellung von aktiven und passiven Investitionen</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DEEPDIVE:</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dirty="0"/>
          </a:p>
        </p:txBody>
      </p:sp>
      <p:sp>
        <p:nvSpPr>
          <p:cNvPr id="2" name="object 25">
            <a:extLst>
              <a:ext uri="{FF2B5EF4-FFF2-40B4-BE49-F238E27FC236}">
                <a16:creationId xmlns:a16="http://schemas.microsoft.com/office/drawing/2014/main" id="{82499237-A288-49F0-ACBF-9F1D3D81B5E2}"/>
              </a:ext>
            </a:extLst>
          </p:cNvPr>
          <p:cNvSpPr/>
          <p:nvPr/>
        </p:nvSpPr>
        <p:spPr>
          <a:xfrm>
            <a:off x="4087908" y="1506686"/>
            <a:ext cx="7762875" cy="0"/>
          </a:xfrm>
          <a:custGeom>
            <a:avLst/>
            <a:gdLst/>
            <a:ahLst/>
            <a:cxnLst/>
            <a:rect l="l" t="t" r="r" b="b"/>
            <a:pathLst>
              <a:path w="7762875">
                <a:moveTo>
                  <a:pt x="0" y="0"/>
                </a:moveTo>
                <a:lnTo>
                  <a:pt x="7762875" y="0"/>
                </a:lnTo>
              </a:path>
            </a:pathLst>
          </a:custGeom>
          <a:ln w="25400">
            <a:solidFill>
              <a:schemeClr val="bg2"/>
            </a:solidFill>
          </a:ln>
        </p:spPr>
        <p:txBody>
          <a:bodyPr wrap="square" lIns="0" tIns="0" rIns="0" bIns="0" rtlCol="0"/>
          <a:lstStyle/>
          <a:p>
            <a:endParaRPr/>
          </a:p>
        </p:txBody>
      </p:sp>
      <p:grpSp>
        <p:nvGrpSpPr>
          <p:cNvPr id="24" name="Gruppieren 23">
            <a:extLst>
              <a:ext uri="{FF2B5EF4-FFF2-40B4-BE49-F238E27FC236}">
                <a16:creationId xmlns:a16="http://schemas.microsoft.com/office/drawing/2014/main" id="{06478F00-6F9A-3D9F-C139-4F3F90AF691B}"/>
              </a:ext>
            </a:extLst>
          </p:cNvPr>
          <p:cNvGrpSpPr/>
          <p:nvPr/>
        </p:nvGrpSpPr>
        <p:grpSpPr>
          <a:xfrm>
            <a:off x="394804" y="1575159"/>
            <a:ext cx="2949131" cy="338023"/>
            <a:chOff x="394804" y="1667755"/>
            <a:chExt cx="2949131" cy="338023"/>
          </a:xfrm>
        </p:grpSpPr>
        <p:sp>
          <p:nvSpPr>
            <p:cNvPr id="28" name="Rechteck 27">
              <a:extLst>
                <a:ext uri="{FF2B5EF4-FFF2-40B4-BE49-F238E27FC236}">
                  <a16:creationId xmlns:a16="http://schemas.microsoft.com/office/drawing/2014/main" id="{DE378F55-529E-DD3C-8D24-FADCDEFE8907}"/>
                </a:ext>
              </a:extLst>
            </p:cNvPr>
            <p:cNvSpPr/>
            <p:nvPr/>
          </p:nvSpPr>
          <p:spPr>
            <a:xfrm>
              <a:off x="394804" y="1667755"/>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1</a:t>
              </a:r>
            </a:p>
          </p:txBody>
        </p:sp>
        <p:sp>
          <p:nvSpPr>
            <p:cNvPr id="26" name="Textfeld 25">
              <a:extLst>
                <a:ext uri="{FF2B5EF4-FFF2-40B4-BE49-F238E27FC236}">
                  <a16:creationId xmlns:a16="http://schemas.microsoft.com/office/drawing/2014/main" id="{ACAB0E88-4FFF-AED6-7803-C465F5400B61}"/>
                </a:ext>
              </a:extLst>
            </p:cNvPr>
            <p:cNvSpPr txBox="1"/>
            <p:nvPr/>
          </p:nvSpPr>
          <p:spPr>
            <a:xfrm>
              <a:off x="859935" y="1682878"/>
              <a:ext cx="2484000" cy="307777"/>
            </a:xfrm>
            <a:prstGeom prst="rect">
              <a:avLst/>
            </a:prstGeom>
            <a:noFill/>
          </p:spPr>
          <p:txBody>
            <a:bodyPr wrap="square">
              <a:spAutoFit/>
            </a:bodyPr>
            <a:lstStyle/>
            <a:p>
              <a:r>
                <a:rPr lang="de-DE" sz="1400" b="1" spc="245" dirty="0">
                  <a:solidFill>
                    <a:srgbClr val="003366"/>
                  </a:solidFill>
                  <a:cs typeface="Calibri"/>
                </a:rPr>
                <a:t>Aktives Investieren</a:t>
              </a:r>
              <a:endParaRPr lang="de-DE" sz="1400" b="1" dirty="0">
                <a:solidFill>
                  <a:srgbClr val="003366"/>
                </a:solidFill>
              </a:endParaRPr>
            </a:p>
          </p:txBody>
        </p:sp>
      </p:grpSp>
      <p:sp>
        <p:nvSpPr>
          <p:cNvPr id="29" name="object 21">
            <a:extLst>
              <a:ext uri="{FF2B5EF4-FFF2-40B4-BE49-F238E27FC236}">
                <a16:creationId xmlns:a16="http://schemas.microsoft.com/office/drawing/2014/main" id="{5F4DE589-6B01-A246-A593-2ECBF467F592}"/>
              </a:ext>
            </a:extLst>
          </p:cNvPr>
          <p:cNvSpPr/>
          <p:nvPr/>
        </p:nvSpPr>
        <p:spPr>
          <a:xfrm>
            <a:off x="494379" y="2171629"/>
            <a:ext cx="340851" cy="289432"/>
          </a:xfrm>
          <a:custGeom>
            <a:avLst/>
            <a:gdLst/>
            <a:ahLst/>
            <a:cxnLst/>
            <a:rect l="l" t="t" r="r" b="b"/>
            <a:pathLst>
              <a:path w="408305" h="346710">
                <a:moveTo>
                  <a:pt x="21460" y="6176"/>
                </a:moveTo>
                <a:lnTo>
                  <a:pt x="0" y="6176"/>
                </a:lnTo>
                <a:lnTo>
                  <a:pt x="0" y="346143"/>
                </a:lnTo>
                <a:lnTo>
                  <a:pt x="407735" y="346143"/>
                </a:lnTo>
                <a:lnTo>
                  <a:pt x="407735" y="324787"/>
                </a:lnTo>
                <a:lnTo>
                  <a:pt x="21460" y="324787"/>
                </a:lnTo>
                <a:lnTo>
                  <a:pt x="21460" y="6176"/>
                </a:lnTo>
                <a:close/>
              </a:path>
              <a:path w="408305" h="346710">
                <a:moveTo>
                  <a:pt x="118030" y="234566"/>
                </a:moveTo>
                <a:lnTo>
                  <a:pt x="53650" y="274015"/>
                </a:lnTo>
                <a:lnTo>
                  <a:pt x="53650" y="324787"/>
                </a:lnTo>
                <a:lnTo>
                  <a:pt x="75105" y="324787"/>
                </a:lnTo>
                <a:lnTo>
                  <a:pt x="75105" y="283112"/>
                </a:lnTo>
                <a:lnTo>
                  <a:pt x="96565" y="269954"/>
                </a:lnTo>
                <a:lnTo>
                  <a:pt x="118030" y="269954"/>
                </a:lnTo>
                <a:lnTo>
                  <a:pt x="118030" y="234566"/>
                </a:lnTo>
                <a:close/>
              </a:path>
              <a:path w="408305" h="346710">
                <a:moveTo>
                  <a:pt x="118030" y="269954"/>
                </a:moveTo>
                <a:lnTo>
                  <a:pt x="96565" y="269954"/>
                </a:lnTo>
                <a:lnTo>
                  <a:pt x="96565" y="324787"/>
                </a:lnTo>
                <a:lnTo>
                  <a:pt x="118030" y="324787"/>
                </a:lnTo>
                <a:lnTo>
                  <a:pt x="118030" y="269954"/>
                </a:lnTo>
                <a:close/>
              </a:path>
              <a:path w="408305" h="346710">
                <a:moveTo>
                  <a:pt x="214595" y="175335"/>
                </a:moveTo>
                <a:lnTo>
                  <a:pt x="150220" y="214824"/>
                </a:lnTo>
                <a:lnTo>
                  <a:pt x="150220" y="324787"/>
                </a:lnTo>
                <a:lnTo>
                  <a:pt x="214595" y="324787"/>
                </a:lnTo>
                <a:lnTo>
                  <a:pt x="171680" y="324782"/>
                </a:lnTo>
                <a:lnTo>
                  <a:pt x="171680" y="223881"/>
                </a:lnTo>
                <a:lnTo>
                  <a:pt x="193135" y="210718"/>
                </a:lnTo>
                <a:lnTo>
                  <a:pt x="214595" y="210718"/>
                </a:lnTo>
                <a:lnTo>
                  <a:pt x="214595" y="175335"/>
                </a:lnTo>
                <a:close/>
              </a:path>
              <a:path w="408305" h="346710">
                <a:moveTo>
                  <a:pt x="311352" y="115989"/>
                </a:moveTo>
                <a:lnTo>
                  <a:pt x="246790" y="155588"/>
                </a:lnTo>
                <a:lnTo>
                  <a:pt x="246790" y="324787"/>
                </a:lnTo>
                <a:lnTo>
                  <a:pt x="268245" y="324787"/>
                </a:lnTo>
                <a:lnTo>
                  <a:pt x="268245" y="164655"/>
                </a:lnTo>
                <a:lnTo>
                  <a:pt x="289705" y="151623"/>
                </a:lnTo>
                <a:lnTo>
                  <a:pt x="311321" y="151623"/>
                </a:lnTo>
                <a:lnTo>
                  <a:pt x="311352" y="115989"/>
                </a:lnTo>
                <a:close/>
              </a:path>
              <a:path w="408305" h="346710">
                <a:moveTo>
                  <a:pt x="311321" y="151623"/>
                </a:moveTo>
                <a:lnTo>
                  <a:pt x="289705" y="151623"/>
                </a:lnTo>
                <a:lnTo>
                  <a:pt x="289705" y="324787"/>
                </a:lnTo>
                <a:lnTo>
                  <a:pt x="311170" y="324787"/>
                </a:lnTo>
                <a:lnTo>
                  <a:pt x="311321" y="151623"/>
                </a:lnTo>
                <a:close/>
              </a:path>
              <a:path w="408305" h="346710">
                <a:moveTo>
                  <a:pt x="214595" y="210718"/>
                </a:moveTo>
                <a:lnTo>
                  <a:pt x="193135" y="210718"/>
                </a:lnTo>
                <a:lnTo>
                  <a:pt x="193135" y="324782"/>
                </a:lnTo>
                <a:lnTo>
                  <a:pt x="214595" y="324782"/>
                </a:lnTo>
                <a:lnTo>
                  <a:pt x="214595" y="210718"/>
                </a:lnTo>
                <a:close/>
              </a:path>
              <a:path w="408305" h="346710">
                <a:moveTo>
                  <a:pt x="294976" y="0"/>
                </a:moveTo>
                <a:lnTo>
                  <a:pt x="272315" y="13992"/>
                </a:lnTo>
                <a:lnTo>
                  <a:pt x="307610" y="31914"/>
                </a:lnTo>
                <a:lnTo>
                  <a:pt x="171685" y="115908"/>
                </a:lnTo>
                <a:lnTo>
                  <a:pt x="171685" y="141164"/>
                </a:lnTo>
                <a:lnTo>
                  <a:pt x="319052" y="50194"/>
                </a:lnTo>
                <a:lnTo>
                  <a:pt x="342674" y="50194"/>
                </a:lnTo>
                <a:lnTo>
                  <a:pt x="343360" y="22440"/>
                </a:lnTo>
                <a:lnTo>
                  <a:pt x="294976" y="0"/>
                </a:lnTo>
                <a:close/>
              </a:path>
              <a:path w="408305" h="346710">
                <a:moveTo>
                  <a:pt x="342674" y="50194"/>
                </a:moveTo>
                <a:lnTo>
                  <a:pt x="319052" y="50194"/>
                </a:lnTo>
                <a:lnTo>
                  <a:pt x="319385" y="89532"/>
                </a:lnTo>
                <a:lnTo>
                  <a:pt x="342047" y="75545"/>
                </a:lnTo>
                <a:lnTo>
                  <a:pt x="342674" y="50194"/>
                </a:lnTo>
                <a:close/>
              </a:path>
            </a:pathLst>
          </a:custGeom>
          <a:solidFill>
            <a:srgbClr val="003366"/>
          </a:solidFill>
        </p:spPr>
        <p:txBody>
          <a:bodyPr wrap="square" lIns="0" tIns="0" rIns="0" bIns="0" rtlCol="0"/>
          <a:lstStyle/>
          <a:p>
            <a:endParaRPr/>
          </a:p>
        </p:txBody>
      </p:sp>
      <p:sp>
        <p:nvSpPr>
          <p:cNvPr id="33" name="Textfeld 32">
            <a:extLst>
              <a:ext uri="{FF2B5EF4-FFF2-40B4-BE49-F238E27FC236}">
                <a16:creationId xmlns:a16="http://schemas.microsoft.com/office/drawing/2014/main" id="{9EA8D675-C5B7-BE08-92DD-AFBEE75D7473}"/>
              </a:ext>
            </a:extLst>
          </p:cNvPr>
          <p:cNvSpPr txBox="1"/>
          <p:nvPr/>
        </p:nvSpPr>
        <p:spPr>
          <a:xfrm>
            <a:off x="934804" y="2177846"/>
            <a:ext cx="823892" cy="276999"/>
          </a:xfrm>
          <a:prstGeom prst="rect">
            <a:avLst/>
          </a:prstGeom>
          <a:noFill/>
        </p:spPr>
        <p:txBody>
          <a:bodyPr wrap="square">
            <a:spAutoFit/>
          </a:bodyPr>
          <a:lstStyle/>
          <a:p>
            <a:r>
              <a:rPr lang="de-DE" sz="1200" b="1" dirty="0">
                <a:solidFill>
                  <a:srgbClr val="003366"/>
                </a:solidFill>
              </a:rPr>
              <a:t>Vorteile</a:t>
            </a:r>
            <a:endParaRPr lang="de-DE" sz="1200" dirty="0">
              <a:solidFill>
                <a:srgbClr val="003366"/>
              </a:solidFill>
            </a:endParaRPr>
          </a:p>
        </p:txBody>
      </p:sp>
      <p:sp>
        <p:nvSpPr>
          <p:cNvPr id="36" name="Textfeld 35">
            <a:extLst>
              <a:ext uri="{FF2B5EF4-FFF2-40B4-BE49-F238E27FC236}">
                <a16:creationId xmlns:a16="http://schemas.microsoft.com/office/drawing/2014/main" id="{2E3E89E8-7402-DD1D-8323-C94D7FC95F96}"/>
              </a:ext>
            </a:extLst>
          </p:cNvPr>
          <p:cNvSpPr txBox="1"/>
          <p:nvPr/>
        </p:nvSpPr>
        <p:spPr>
          <a:xfrm>
            <a:off x="934803" y="4558825"/>
            <a:ext cx="1524311" cy="461665"/>
          </a:xfrm>
          <a:prstGeom prst="rect">
            <a:avLst/>
          </a:prstGeom>
          <a:noFill/>
        </p:spPr>
        <p:txBody>
          <a:bodyPr wrap="square">
            <a:spAutoFit/>
          </a:bodyPr>
          <a:lstStyle/>
          <a:p>
            <a:r>
              <a:rPr lang="de-DE" sz="1200" b="1" dirty="0">
                <a:solidFill>
                  <a:srgbClr val="003366"/>
                </a:solidFill>
              </a:rPr>
              <a:t>Unsicherheiten und Risiken</a:t>
            </a:r>
            <a:endParaRPr lang="de-DE" sz="1200" dirty="0">
              <a:solidFill>
                <a:srgbClr val="003366"/>
              </a:solidFill>
            </a:endParaRPr>
          </a:p>
        </p:txBody>
      </p:sp>
      <p:grpSp>
        <p:nvGrpSpPr>
          <p:cNvPr id="40" name="Group 3">
            <a:extLst>
              <a:ext uri="{FF2B5EF4-FFF2-40B4-BE49-F238E27FC236}">
                <a16:creationId xmlns:a16="http://schemas.microsoft.com/office/drawing/2014/main" id="{C765F73D-91EB-7354-111C-562900AC14A0}"/>
              </a:ext>
            </a:extLst>
          </p:cNvPr>
          <p:cNvGrpSpPr>
            <a:grpSpLocks noChangeAspect="1"/>
          </p:cNvGrpSpPr>
          <p:nvPr/>
        </p:nvGrpSpPr>
        <p:grpSpPr>
          <a:xfrm>
            <a:off x="484804" y="4597225"/>
            <a:ext cx="360000" cy="360000"/>
            <a:chOff x="4032009" y="2888999"/>
            <a:chExt cx="1080000" cy="1080000"/>
          </a:xfrm>
          <a:solidFill>
            <a:srgbClr val="003366"/>
          </a:solidFill>
        </p:grpSpPr>
        <p:sp>
          <p:nvSpPr>
            <p:cNvPr id="41" name="Frame 1">
              <a:extLst>
                <a:ext uri="{FF2B5EF4-FFF2-40B4-BE49-F238E27FC236}">
                  <a16:creationId xmlns:a16="http://schemas.microsoft.com/office/drawing/2014/main" id="{DADCB1C8-89C8-33EC-5DD1-BF44E8C20DF7}"/>
                </a:ext>
              </a:extLst>
            </p:cNvPr>
            <p:cNvSpPr>
              <a:spLocks noChangeAspect="1"/>
            </p:cNvSpPr>
            <p:nvPr/>
          </p:nvSpPr>
          <p:spPr>
            <a:xfrm>
              <a:off x="4032009" y="2888999"/>
              <a:ext cx="1080000" cy="1080000"/>
            </a:xfrm>
            <a:prstGeom prst="frame">
              <a:avLst>
                <a:gd name="adj1" fmla="val 0"/>
              </a:avLst>
            </a:prstGeom>
            <a:grp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42" name="Graphic 1">
              <a:extLst>
                <a:ext uri="{FF2B5EF4-FFF2-40B4-BE49-F238E27FC236}">
                  <a16:creationId xmlns:a16="http://schemas.microsoft.com/office/drawing/2014/main" id="{32B19EC5-6AD8-B2F0-91D5-07EBBBA0EC64}"/>
                </a:ext>
              </a:extLst>
            </p:cNvPr>
            <p:cNvSpPr>
              <a:spLocks noChangeAspect="1"/>
            </p:cNvSpPr>
            <p:nvPr/>
          </p:nvSpPr>
          <p:spPr>
            <a:xfrm>
              <a:off x="4063636" y="2957710"/>
              <a:ext cx="1016746" cy="942578"/>
            </a:xfrm>
            <a:custGeom>
              <a:avLst/>
              <a:gdLst>
                <a:gd name="connsiteX0" fmla="*/ 1010132 w 1016746"/>
                <a:gd name="connsiteY0" fmla="*/ 865362 h 942578"/>
                <a:gd name="connsiteX1" fmla="*/ 990185 w 1016746"/>
                <a:gd name="connsiteY1" fmla="*/ 935974 h 942578"/>
                <a:gd name="connsiteX2" fmla="*/ 964853 w 1016746"/>
                <a:gd name="connsiteY2" fmla="*/ 942578 h 942578"/>
                <a:gd name="connsiteX3" fmla="*/ 878933 w 1016746"/>
                <a:gd name="connsiteY3" fmla="*/ 942578 h 942578"/>
                <a:gd name="connsiteX4" fmla="*/ 878933 w 1016746"/>
                <a:gd name="connsiteY4" fmla="*/ 922258 h 942578"/>
                <a:gd name="connsiteX5" fmla="*/ 964853 w 1016746"/>
                <a:gd name="connsiteY5" fmla="*/ 922258 h 942578"/>
                <a:gd name="connsiteX6" fmla="*/ 996403 w 1016746"/>
                <a:gd name="connsiteY6" fmla="*/ 890681 h 942578"/>
                <a:gd name="connsiteX7" fmla="*/ 992386 w 1016746"/>
                <a:gd name="connsiteY7" fmla="*/ 875285 h 942578"/>
                <a:gd name="connsiteX8" fmla="*/ 522791 w 1016746"/>
                <a:gd name="connsiteY8" fmla="*/ 36476 h 942578"/>
                <a:gd name="connsiteX9" fmla="*/ 479889 w 1016746"/>
                <a:gd name="connsiteY9" fmla="*/ 24321 h 942578"/>
                <a:gd name="connsiteX10" fmla="*/ 467385 w 1016746"/>
                <a:gd name="connsiteY10" fmla="*/ 37119 h 942578"/>
                <a:gd name="connsiteX11" fmla="*/ 24070 w 1016746"/>
                <a:gd name="connsiteY11" fmla="*/ 875963 h 942578"/>
                <a:gd name="connsiteX12" fmla="*/ 37253 w 1016746"/>
                <a:gd name="connsiteY12" fmla="*/ 918611 h 942578"/>
                <a:gd name="connsiteX13" fmla="*/ 51977 w 1016746"/>
                <a:gd name="connsiteY13" fmla="*/ 922258 h 942578"/>
                <a:gd name="connsiteX14" fmla="*/ 769137 w 1016746"/>
                <a:gd name="connsiteY14" fmla="*/ 922258 h 942578"/>
                <a:gd name="connsiteX15" fmla="*/ 769137 w 1016746"/>
                <a:gd name="connsiteY15" fmla="*/ 942578 h 942578"/>
                <a:gd name="connsiteX16" fmla="*/ 51875 w 1016746"/>
                <a:gd name="connsiteY16" fmla="*/ 942578 h 942578"/>
                <a:gd name="connsiteX17" fmla="*/ 0 w 1016746"/>
                <a:gd name="connsiteY17" fmla="*/ 890752 h 942578"/>
                <a:gd name="connsiteX18" fmla="*/ 6020 w 1016746"/>
                <a:gd name="connsiteY18" fmla="*/ 866480 h 942578"/>
                <a:gd name="connsiteX19" fmla="*/ 449402 w 1016746"/>
                <a:gd name="connsiteY19" fmla="*/ 27636 h 942578"/>
                <a:gd name="connsiteX20" fmla="*/ 494817 w 1016746"/>
                <a:gd name="connsiteY20" fmla="*/ 1 h 942578"/>
                <a:gd name="connsiteX21" fmla="*/ 495461 w 1016746"/>
                <a:gd name="connsiteY21" fmla="*/ 1 h 942578"/>
                <a:gd name="connsiteX22" fmla="*/ 540707 w 1016746"/>
                <a:gd name="connsiteY22" fmla="*/ 26519 h 942578"/>
                <a:gd name="connsiteX23" fmla="*/ 459765 w 1016746"/>
                <a:gd name="connsiteY23" fmla="*/ 626365 h 942578"/>
                <a:gd name="connsiteX24" fmla="*/ 444356 w 1016746"/>
                <a:gd name="connsiteY24" fmla="*/ 300195 h 942578"/>
                <a:gd name="connsiteX25" fmla="*/ 447167 w 1016746"/>
                <a:gd name="connsiteY25" fmla="*/ 292711 h 942578"/>
                <a:gd name="connsiteX26" fmla="*/ 454516 w 1016746"/>
                <a:gd name="connsiteY26" fmla="*/ 289561 h 942578"/>
                <a:gd name="connsiteX27" fmla="*/ 559503 w 1016746"/>
                <a:gd name="connsiteY27" fmla="*/ 289561 h 942578"/>
                <a:gd name="connsiteX28" fmla="*/ 566852 w 1016746"/>
                <a:gd name="connsiteY28" fmla="*/ 292711 h 942578"/>
                <a:gd name="connsiteX29" fmla="*/ 569663 w 1016746"/>
                <a:gd name="connsiteY29" fmla="*/ 300195 h 942578"/>
                <a:gd name="connsiteX30" fmla="*/ 554253 w 1016746"/>
                <a:gd name="connsiteY30" fmla="*/ 626365 h 942578"/>
                <a:gd name="connsiteX31" fmla="*/ 544093 w 1016746"/>
                <a:gd name="connsiteY31" fmla="*/ 636051 h 942578"/>
                <a:gd name="connsiteX32" fmla="*/ 469925 w 1016746"/>
                <a:gd name="connsiteY32" fmla="*/ 636051 h 942578"/>
                <a:gd name="connsiteX33" fmla="*/ 459765 w 1016746"/>
                <a:gd name="connsiteY33" fmla="*/ 626365 h 942578"/>
                <a:gd name="connsiteX34" fmla="*/ 465150 w 1016746"/>
                <a:gd name="connsiteY34" fmla="*/ 309881 h 942578"/>
                <a:gd name="connsiteX35" fmla="*/ 479577 w 1016746"/>
                <a:gd name="connsiteY35" fmla="*/ 615731 h 942578"/>
                <a:gd name="connsiteX36" fmla="*/ 534373 w 1016746"/>
                <a:gd name="connsiteY36" fmla="*/ 615731 h 942578"/>
                <a:gd name="connsiteX37" fmla="*/ 548801 w 1016746"/>
                <a:gd name="connsiteY37" fmla="*/ 309881 h 942578"/>
                <a:gd name="connsiteX38" fmla="*/ 444356 w 1016746"/>
                <a:gd name="connsiteY38" fmla="*/ 759834 h 942578"/>
                <a:gd name="connsiteX39" fmla="*/ 508364 w 1016746"/>
                <a:gd name="connsiteY39" fmla="*/ 695826 h 942578"/>
                <a:gd name="connsiteX40" fmla="*/ 572372 w 1016746"/>
                <a:gd name="connsiteY40" fmla="*/ 759834 h 942578"/>
                <a:gd name="connsiteX41" fmla="*/ 508364 w 1016746"/>
                <a:gd name="connsiteY41" fmla="*/ 823842 h 942578"/>
                <a:gd name="connsiteX42" fmla="*/ 444356 w 1016746"/>
                <a:gd name="connsiteY42" fmla="*/ 759834 h 942578"/>
                <a:gd name="connsiteX43" fmla="*/ 464676 w 1016746"/>
                <a:gd name="connsiteY43" fmla="*/ 759834 h 942578"/>
                <a:gd name="connsiteX44" fmla="*/ 508364 w 1016746"/>
                <a:gd name="connsiteY44" fmla="*/ 803522 h 942578"/>
                <a:gd name="connsiteX45" fmla="*/ 552052 w 1016746"/>
                <a:gd name="connsiteY45" fmla="*/ 759834 h 942578"/>
                <a:gd name="connsiteX46" fmla="*/ 508364 w 1016746"/>
                <a:gd name="connsiteY46" fmla="*/ 716146 h 942578"/>
                <a:gd name="connsiteX47" fmla="*/ 464676 w 1016746"/>
                <a:gd name="connsiteY47" fmla="*/ 759834 h 94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16746" h="942578">
                  <a:moveTo>
                    <a:pt x="1010132" y="865362"/>
                  </a:moveTo>
                  <a:cubicBezTo>
                    <a:pt x="1024123" y="890369"/>
                    <a:pt x="1015192" y="921984"/>
                    <a:pt x="990185" y="935974"/>
                  </a:cubicBezTo>
                  <a:cubicBezTo>
                    <a:pt x="982443" y="940306"/>
                    <a:pt x="973722" y="942578"/>
                    <a:pt x="964853" y="942578"/>
                  </a:cubicBezTo>
                  <a:lnTo>
                    <a:pt x="878933" y="942578"/>
                  </a:lnTo>
                  <a:lnTo>
                    <a:pt x="878933" y="922258"/>
                  </a:lnTo>
                  <a:lnTo>
                    <a:pt x="964853" y="922258"/>
                  </a:lnTo>
                  <a:cubicBezTo>
                    <a:pt x="982284" y="922252"/>
                    <a:pt x="996410" y="908112"/>
                    <a:pt x="996403" y="890681"/>
                  </a:cubicBezTo>
                  <a:cubicBezTo>
                    <a:pt x="996399" y="885289"/>
                    <a:pt x="995018" y="879989"/>
                    <a:pt x="992386" y="875285"/>
                  </a:cubicBezTo>
                  <a:lnTo>
                    <a:pt x="522791" y="36476"/>
                  </a:lnTo>
                  <a:cubicBezTo>
                    <a:pt x="514301" y="21272"/>
                    <a:pt x="495091" y="15830"/>
                    <a:pt x="479889" y="24321"/>
                  </a:cubicBezTo>
                  <a:cubicBezTo>
                    <a:pt x="474572" y="27290"/>
                    <a:pt x="470230" y="31735"/>
                    <a:pt x="467385" y="37119"/>
                  </a:cubicBezTo>
                  <a:lnTo>
                    <a:pt x="24070" y="875963"/>
                  </a:lnTo>
                  <a:cubicBezTo>
                    <a:pt x="15934" y="891379"/>
                    <a:pt x="21836" y="910473"/>
                    <a:pt x="37253" y="918611"/>
                  </a:cubicBezTo>
                  <a:cubicBezTo>
                    <a:pt x="41792" y="921005"/>
                    <a:pt x="46845" y="922258"/>
                    <a:pt x="51977" y="922258"/>
                  </a:cubicBezTo>
                  <a:lnTo>
                    <a:pt x="769137" y="922258"/>
                  </a:lnTo>
                  <a:lnTo>
                    <a:pt x="769137" y="942578"/>
                  </a:lnTo>
                  <a:lnTo>
                    <a:pt x="51875" y="942578"/>
                  </a:lnTo>
                  <a:cubicBezTo>
                    <a:pt x="23239" y="942592"/>
                    <a:pt x="14" y="919390"/>
                    <a:pt x="0" y="890752"/>
                  </a:cubicBezTo>
                  <a:cubicBezTo>
                    <a:pt x="-4" y="882292"/>
                    <a:pt x="2063" y="873958"/>
                    <a:pt x="6020" y="866480"/>
                  </a:cubicBezTo>
                  <a:lnTo>
                    <a:pt x="449402" y="27636"/>
                  </a:lnTo>
                  <a:cubicBezTo>
                    <a:pt x="458204" y="10678"/>
                    <a:pt x="475710" y="25"/>
                    <a:pt x="494817" y="1"/>
                  </a:cubicBezTo>
                  <a:lnTo>
                    <a:pt x="495461" y="1"/>
                  </a:lnTo>
                  <a:cubicBezTo>
                    <a:pt x="514267" y="-132"/>
                    <a:pt x="531634" y="10046"/>
                    <a:pt x="540707" y="26519"/>
                  </a:cubicBezTo>
                  <a:close/>
                  <a:moveTo>
                    <a:pt x="459765" y="626365"/>
                  </a:moveTo>
                  <a:lnTo>
                    <a:pt x="444356" y="300195"/>
                  </a:lnTo>
                  <a:cubicBezTo>
                    <a:pt x="444231" y="297421"/>
                    <a:pt x="445247" y="294717"/>
                    <a:pt x="447167" y="292711"/>
                  </a:cubicBezTo>
                  <a:cubicBezTo>
                    <a:pt x="449084" y="290701"/>
                    <a:pt x="451739" y="289563"/>
                    <a:pt x="454516" y="289561"/>
                  </a:cubicBezTo>
                  <a:lnTo>
                    <a:pt x="559503" y="289561"/>
                  </a:lnTo>
                  <a:cubicBezTo>
                    <a:pt x="562280" y="289563"/>
                    <a:pt x="564935" y="290701"/>
                    <a:pt x="566852" y="292711"/>
                  </a:cubicBezTo>
                  <a:cubicBezTo>
                    <a:pt x="568772" y="294717"/>
                    <a:pt x="569788" y="297421"/>
                    <a:pt x="569663" y="300195"/>
                  </a:cubicBezTo>
                  <a:lnTo>
                    <a:pt x="554253" y="626365"/>
                  </a:lnTo>
                  <a:cubicBezTo>
                    <a:pt x="553999" y="631791"/>
                    <a:pt x="549525" y="636058"/>
                    <a:pt x="544093" y="636051"/>
                  </a:cubicBezTo>
                  <a:lnTo>
                    <a:pt x="469925" y="636051"/>
                  </a:lnTo>
                  <a:cubicBezTo>
                    <a:pt x="464493" y="636058"/>
                    <a:pt x="460019" y="631791"/>
                    <a:pt x="459765" y="626365"/>
                  </a:cubicBezTo>
                  <a:close/>
                  <a:moveTo>
                    <a:pt x="465150" y="309881"/>
                  </a:moveTo>
                  <a:lnTo>
                    <a:pt x="479577" y="615731"/>
                  </a:lnTo>
                  <a:lnTo>
                    <a:pt x="534373" y="615731"/>
                  </a:lnTo>
                  <a:lnTo>
                    <a:pt x="548801" y="309881"/>
                  </a:lnTo>
                  <a:close/>
                  <a:moveTo>
                    <a:pt x="444356" y="759834"/>
                  </a:moveTo>
                  <a:cubicBezTo>
                    <a:pt x="444356" y="724484"/>
                    <a:pt x="473014" y="695826"/>
                    <a:pt x="508364" y="695826"/>
                  </a:cubicBezTo>
                  <a:cubicBezTo>
                    <a:pt x="543714" y="695826"/>
                    <a:pt x="572372" y="724484"/>
                    <a:pt x="572372" y="759834"/>
                  </a:cubicBezTo>
                  <a:cubicBezTo>
                    <a:pt x="572372" y="795184"/>
                    <a:pt x="543714" y="823842"/>
                    <a:pt x="508364" y="823842"/>
                  </a:cubicBezTo>
                  <a:cubicBezTo>
                    <a:pt x="473027" y="823805"/>
                    <a:pt x="444393" y="795170"/>
                    <a:pt x="444356" y="759834"/>
                  </a:cubicBezTo>
                  <a:close/>
                  <a:moveTo>
                    <a:pt x="464676" y="759834"/>
                  </a:moveTo>
                  <a:cubicBezTo>
                    <a:pt x="464676" y="783960"/>
                    <a:pt x="484237" y="803522"/>
                    <a:pt x="508364" y="803522"/>
                  </a:cubicBezTo>
                  <a:cubicBezTo>
                    <a:pt x="532490" y="803522"/>
                    <a:pt x="552052" y="783960"/>
                    <a:pt x="552052" y="759834"/>
                  </a:cubicBezTo>
                  <a:cubicBezTo>
                    <a:pt x="552052" y="735707"/>
                    <a:pt x="532490" y="716146"/>
                    <a:pt x="508364" y="716146"/>
                  </a:cubicBezTo>
                  <a:cubicBezTo>
                    <a:pt x="484251" y="716183"/>
                    <a:pt x="464713" y="735721"/>
                    <a:pt x="464676" y="759834"/>
                  </a:cubicBezTo>
                  <a:close/>
                </a:path>
              </a:pathLst>
            </a:custGeom>
            <a:grpFill/>
            <a:ln w="3365" cap="flat">
              <a:noFill/>
              <a:prstDash val="solid"/>
              <a:miter/>
            </a:ln>
          </p:spPr>
          <p:txBody>
            <a:bodyPr rtlCol="0" anchor="ctr"/>
            <a:lstStyle/>
            <a:p>
              <a:endParaRPr lang="de-DE" dirty="0"/>
            </a:p>
          </p:txBody>
        </p:sp>
      </p:grpSp>
      <p:sp>
        <p:nvSpPr>
          <p:cNvPr id="44" name="Textfeld 43">
            <a:extLst>
              <a:ext uri="{FF2B5EF4-FFF2-40B4-BE49-F238E27FC236}">
                <a16:creationId xmlns:a16="http://schemas.microsoft.com/office/drawing/2014/main" id="{9DECC6C2-F2C7-1C4C-109A-0FC7A254FB67}"/>
              </a:ext>
            </a:extLst>
          </p:cNvPr>
          <p:cNvSpPr txBox="1"/>
          <p:nvPr/>
        </p:nvSpPr>
        <p:spPr>
          <a:xfrm>
            <a:off x="394804" y="2521468"/>
            <a:ext cx="3116314" cy="1631216"/>
          </a:xfrm>
          <a:prstGeom prst="rect">
            <a:avLst/>
          </a:prstGeom>
          <a:noFill/>
        </p:spPr>
        <p:txBody>
          <a:bodyPr wrap="square">
            <a:spAutoFit/>
          </a:bodyPr>
          <a:lstStyle/>
          <a:p>
            <a:r>
              <a:rPr lang="de-DE" sz="1000" b="1" i="0" dirty="0">
                <a:solidFill>
                  <a:srgbClr val="003366"/>
                </a:solidFill>
                <a:effectLst/>
              </a:rPr>
              <a:t>Wertentwicklung:</a:t>
            </a:r>
            <a:r>
              <a:rPr lang="de-DE" sz="1000" b="0" i="0" dirty="0">
                <a:solidFill>
                  <a:srgbClr val="003366"/>
                </a:solidFill>
                <a:effectLst/>
              </a:rPr>
              <a:t> Aktiv verwaltete Fonds haben die Chance, sich besser als der allgemeine Aktienmarkt zu entwickeln. Das Dilemma liegt darin, dass man in der Regel erst im Nachhinein weiß, welcher Fonds den Markt übertroffen hat.</a:t>
            </a:r>
          </a:p>
          <a:p>
            <a:endParaRPr lang="de-DE" sz="1000" b="0" i="0" dirty="0">
              <a:solidFill>
                <a:srgbClr val="003366"/>
              </a:solidFill>
              <a:effectLst/>
            </a:endParaRPr>
          </a:p>
          <a:p>
            <a:r>
              <a:rPr lang="de-DE" sz="1000" b="1" i="0" dirty="0">
                <a:solidFill>
                  <a:srgbClr val="003366"/>
                </a:solidFill>
                <a:effectLst/>
              </a:rPr>
              <a:t>Risikomanagement:</a:t>
            </a:r>
            <a:r>
              <a:rPr lang="de-DE" sz="1000" b="0" i="0" dirty="0">
                <a:solidFill>
                  <a:srgbClr val="003366"/>
                </a:solidFill>
                <a:effectLst/>
              </a:rPr>
              <a:t> Aktive Fonds haben grundsätzlich die Möglichkeit, in bestimmten Marktphasen Verluste zu begrenzen, indem sie gezielt bestimmte Aktien verkaufen</a:t>
            </a:r>
            <a:endParaRPr lang="de-DE" sz="1000" dirty="0">
              <a:solidFill>
                <a:srgbClr val="003366"/>
              </a:solidFill>
            </a:endParaRPr>
          </a:p>
        </p:txBody>
      </p:sp>
      <p:sp>
        <p:nvSpPr>
          <p:cNvPr id="46" name="Textfeld 45">
            <a:extLst>
              <a:ext uri="{FF2B5EF4-FFF2-40B4-BE49-F238E27FC236}">
                <a16:creationId xmlns:a16="http://schemas.microsoft.com/office/drawing/2014/main" id="{4E97D07A-70B5-E9F8-6A15-0026BF1AE14E}"/>
              </a:ext>
            </a:extLst>
          </p:cNvPr>
          <p:cNvSpPr txBox="1"/>
          <p:nvPr/>
        </p:nvSpPr>
        <p:spPr>
          <a:xfrm>
            <a:off x="394804" y="5018289"/>
            <a:ext cx="3353708" cy="1169551"/>
          </a:xfrm>
          <a:prstGeom prst="rect">
            <a:avLst/>
          </a:prstGeom>
          <a:noFill/>
        </p:spPr>
        <p:txBody>
          <a:bodyPr wrap="square">
            <a:spAutoFit/>
          </a:bodyPr>
          <a:lstStyle/>
          <a:p>
            <a:r>
              <a:rPr lang="de-DE" sz="1000" b="1" dirty="0">
                <a:solidFill>
                  <a:srgbClr val="003366"/>
                </a:solidFill>
              </a:rPr>
              <a:t>Kosten: </a:t>
            </a:r>
            <a:r>
              <a:rPr lang="de-DE" sz="1000" dirty="0">
                <a:solidFill>
                  <a:srgbClr val="003366"/>
                </a:solidFill>
              </a:rPr>
              <a:t>Fonds verlangen deutlich höhere Gebühren als ETFs. </a:t>
            </a:r>
          </a:p>
          <a:p>
            <a:r>
              <a:rPr lang="de-DE" sz="1000" b="1" dirty="0">
                <a:solidFill>
                  <a:srgbClr val="003366"/>
                </a:solidFill>
              </a:rPr>
              <a:t>Transparenz: </a:t>
            </a:r>
            <a:r>
              <a:rPr lang="de-DE" sz="1000" dirty="0">
                <a:solidFill>
                  <a:srgbClr val="003366"/>
                </a:solidFill>
              </a:rPr>
              <a:t>Die kompletten Aktienbestände können bei Fonds mit aktivem Management nur in den Jahres- und Halbjahresberichten einsehen. </a:t>
            </a:r>
          </a:p>
          <a:p>
            <a:r>
              <a:rPr lang="de-DE" sz="1000" b="1" dirty="0">
                <a:solidFill>
                  <a:srgbClr val="003366"/>
                </a:solidFill>
              </a:rPr>
              <a:t>Liquidität</a:t>
            </a:r>
            <a:r>
              <a:rPr lang="de-DE" sz="1000" dirty="0">
                <a:solidFill>
                  <a:srgbClr val="003366"/>
                </a:solidFill>
              </a:rPr>
              <a:t>: Fonds können nur einmal am Tag verkaufen. </a:t>
            </a:r>
          </a:p>
        </p:txBody>
      </p:sp>
      <p:sp>
        <p:nvSpPr>
          <p:cNvPr id="4" name="Textfeld 3">
            <a:extLst>
              <a:ext uri="{FF2B5EF4-FFF2-40B4-BE49-F238E27FC236}">
                <a16:creationId xmlns:a16="http://schemas.microsoft.com/office/drawing/2014/main" id="{6A418079-E5D9-7768-DE5B-D9348A27E93B}"/>
              </a:ext>
            </a:extLst>
          </p:cNvPr>
          <p:cNvSpPr txBox="1"/>
          <p:nvPr/>
        </p:nvSpPr>
        <p:spPr>
          <a:xfrm>
            <a:off x="9447798" y="2184062"/>
            <a:ext cx="2591801" cy="276999"/>
          </a:xfrm>
          <a:prstGeom prst="rect">
            <a:avLst/>
          </a:prstGeom>
          <a:solidFill>
            <a:schemeClr val="bg1"/>
          </a:solidFill>
        </p:spPr>
        <p:txBody>
          <a:bodyPr wrap="square">
            <a:spAutoFit/>
          </a:bodyPr>
          <a:lstStyle/>
          <a:p>
            <a:endParaRPr lang="de-DE" sz="1200" dirty="0">
              <a:solidFill>
                <a:srgbClr val="003366"/>
              </a:solidFill>
            </a:endParaRPr>
          </a:p>
        </p:txBody>
      </p:sp>
      <p:sp>
        <p:nvSpPr>
          <p:cNvPr id="5" name="Textfeld 4">
            <a:extLst>
              <a:ext uri="{FF2B5EF4-FFF2-40B4-BE49-F238E27FC236}">
                <a16:creationId xmlns:a16="http://schemas.microsoft.com/office/drawing/2014/main" id="{B7EF792D-A2FD-A8D4-ED84-1A6530BC02E5}"/>
              </a:ext>
            </a:extLst>
          </p:cNvPr>
          <p:cNvSpPr txBox="1"/>
          <p:nvPr/>
        </p:nvSpPr>
        <p:spPr>
          <a:xfrm>
            <a:off x="4011555" y="1568031"/>
            <a:ext cx="4343398" cy="276999"/>
          </a:xfrm>
          <a:prstGeom prst="rect">
            <a:avLst/>
          </a:prstGeom>
          <a:solidFill>
            <a:schemeClr val="bg1"/>
          </a:solidFill>
        </p:spPr>
        <p:txBody>
          <a:bodyPr wrap="square">
            <a:spAutoFit/>
          </a:bodyPr>
          <a:lstStyle/>
          <a:p>
            <a:r>
              <a:rPr lang="de-DE" sz="1200" b="1" dirty="0">
                <a:solidFill>
                  <a:schemeClr val="bg2"/>
                </a:solidFill>
              </a:rPr>
              <a:t>Metzler European </a:t>
            </a:r>
            <a:r>
              <a:rPr lang="de-DE" sz="1200" b="1" dirty="0" err="1">
                <a:solidFill>
                  <a:schemeClr val="bg2"/>
                </a:solidFill>
              </a:rPr>
              <a:t>Smaller</a:t>
            </a:r>
            <a:r>
              <a:rPr lang="de-DE" sz="1200" b="1" dirty="0">
                <a:solidFill>
                  <a:schemeClr val="bg2"/>
                </a:solidFill>
              </a:rPr>
              <a:t> Companies </a:t>
            </a:r>
            <a:r>
              <a:rPr lang="de-DE" sz="1200" b="1" dirty="0" err="1">
                <a:solidFill>
                  <a:schemeClr val="bg2"/>
                </a:solidFill>
              </a:rPr>
              <a:t>Sustainability</a:t>
            </a:r>
            <a:endParaRPr lang="de-DE" sz="1200" dirty="0">
              <a:solidFill>
                <a:schemeClr val="bg2"/>
              </a:solidFill>
            </a:endParaRPr>
          </a:p>
        </p:txBody>
      </p:sp>
      <p:grpSp>
        <p:nvGrpSpPr>
          <p:cNvPr id="19" name="Group 3">
            <a:extLst>
              <a:ext uri="{FF2B5EF4-FFF2-40B4-BE49-F238E27FC236}">
                <a16:creationId xmlns:a16="http://schemas.microsoft.com/office/drawing/2014/main" id="{C8AE37FC-EE8D-FC56-B1A8-7F53F165C667}"/>
              </a:ext>
            </a:extLst>
          </p:cNvPr>
          <p:cNvGrpSpPr>
            <a:grpSpLocks noChangeAspect="1"/>
          </p:cNvGrpSpPr>
          <p:nvPr/>
        </p:nvGrpSpPr>
        <p:grpSpPr>
          <a:xfrm>
            <a:off x="5857218" y="2776360"/>
            <a:ext cx="754231" cy="754231"/>
            <a:chOff x="4032003" y="2888525"/>
            <a:chExt cx="1080000" cy="1080000"/>
          </a:xfrm>
          <a:solidFill>
            <a:srgbClr val="003366"/>
          </a:solidFill>
        </p:grpSpPr>
        <p:sp>
          <p:nvSpPr>
            <p:cNvPr id="21" name="Frame 1">
              <a:extLst>
                <a:ext uri="{FF2B5EF4-FFF2-40B4-BE49-F238E27FC236}">
                  <a16:creationId xmlns:a16="http://schemas.microsoft.com/office/drawing/2014/main" id="{5A53BE06-914D-9E56-A186-15B768B90BE0}"/>
                </a:ext>
              </a:extLst>
            </p:cNvPr>
            <p:cNvSpPr>
              <a:spLocks noChangeAspect="1"/>
            </p:cNvSpPr>
            <p:nvPr/>
          </p:nvSpPr>
          <p:spPr>
            <a:xfrm>
              <a:off x="4032003" y="2888525"/>
              <a:ext cx="1080000" cy="1080000"/>
            </a:xfrm>
            <a:prstGeom prst="frame">
              <a:avLst>
                <a:gd name="adj1" fmla="val 0"/>
              </a:avLst>
            </a:prstGeom>
            <a:grp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22" name="Graphic 1">
              <a:extLst>
                <a:ext uri="{FF2B5EF4-FFF2-40B4-BE49-F238E27FC236}">
                  <a16:creationId xmlns:a16="http://schemas.microsoft.com/office/drawing/2014/main" id="{5D4F6496-2869-CEF1-46EE-DA5D433FE7AC}"/>
                </a:ext>
              </a:extLst>
            </p:cNvPr>
            <p:cNvSpPr>
              <a:spLocks noChangeAspect="1"/>
            </p:cNvSpPr>
            <p:nvPr/>
          </p:nvSpPr>
          <p:spPr>
            <a:xfrm>
              <a:off x="4064318" y="2920921"/>
              <a:ext cx="1015371" cy="1015209"/>
            </a:xfrm>
            <a:custGeom>
              <a:avLst/>
              <a:gdLst>
                <a:gd name="connsiteX0" fmla="*/ 919974 w 1015371"/>
                <a:gd name="connsiteY0" fmla="*/ 95380 h 1015209"/>
                <a:gd name="connsiteX1" fmla="*/ 459513 w 1015371"/>
                <a:gd name="connsiteY1" fmla="*/ 95349 h 1015209"/>
                <a:gd name="connsiteX2" fmla="*/ 423421 w 1015371"/>
                <a:gd name="connsiteY2" fmla="*/ 512922 h 1015209"/>
                <a:gd name="connsiteX3" fmla="*/ 343157 w 1015371"/>
                <a:gd name="connsiteY3" fmla="*/ 593186 h 1015209"/>
                <a:gd name="connsiteX4" fmla="*/ 327714 w 1015371"/>
                <a:gd name="connsiteY4" fmla="*/ 577709 h 1015209"/>
                <a:gd name="connsiteX5" fmla="*/ 313345 w 1015371"/>
                <a:gd name="connsiteY5" fmla="*/ 577685 h 1015209"/>
                <a:gd name="connsiteX6" fmla="*/ 313320 w 1015371"/>
                <a:gd name="connsiteY6" fmla="*/ 577709 h 1015209"/>
                <a:gd name="connsiteX7" fmla="*/ 25217 w 1015371"/>
                <a:gd name="connsiteY7" fmla="*/ 865813 h 1015209"/>
                <a:gd name="connsiteX8" fmla="*/ 25217 w 1015371"/>
                <a:gd name="connsiteY8" fmla="*/ 987733 h 1015209"/>
                <a:gd name="connsiteX9" fmla="*/ 27520 w 1015371"/>
                <a:gd name="connsiteY9" fmla="*/ 990035 h 1015209"/>
                <a:gd name="connsiteX10" fmla="*/ 149440 w 1015371"/>
                <a:gd name="connsiteY10" fmla="*/ 990035 h 1015209"/>
                <a:gd name="connsiteX11" fmla="*/ 307936 w 1015371"/>
                <a:gd name="connsiteY11" fmla="*/ 831539 h 1015209"/>
                <a:gd name="connsiteX12" fmla="*/ 293644 w 1015371"/>
                <a:gd name="connsiteY12" fmla="*/ 817282 h 1015209"/>
                <a:gd name="connsiteX13" fmla="*/ 135148 w 1015371"/>
                <a:gd name="connsiteY13" fmla="*/ 975744 h 1015209"/>
                <a:gd name="connsiteX14" fmla="*/ 41845 w 1015371"/>
                <a:gd name="connsiteY14" fmla="*/ 975744 h 1015209"/>
                <a:gd name="connsiteX15" fmla="*/ 39576 w 1015371"/>
                <a:gd name="connsiteY15" fmla="*/ 973475 h 1015209"/>
                <a:gd name="connsiteX16" fmla="*/ 39524 w 1015371"/>
                <a:gd name="connsiteY16" fmla="*/ 880223 h 1015209"/>
                <a:gd name="connsiteX17" fmla="*/ 39576 w 1015371"/>
                <a:gd name="connsiteY17" fmla="*/ 880172 h 1015209"/>
                <a:gd name="connsiteX18" fmla="*/ 320500 w 1015371"/>
                <a:gd name="connsiteY18" fmla="*/ 599079 h 1015209"/>
                <a:gd name="connsiteX19" fmla="*/ 335943 w 1015371"/>
                <a:gd name="connsiteY19" fmla="*/ 614556 h 1015209"/>
                <a:gd name="connsiteX20" fmla="*/ 335943 w 1015371"/>
                <a:gd name="connsiteY20" fmla="*/ 614556 h 1015209"/>
                <a:gd name="connsiteX21" fmla="*/ 400595 w 1015371"/>
                <a:gd name="connsiteY21" fmla="*/ 679207 h 1015209"/>
                <a:gd name="connsiteX22" fmla="*/ 400595 w 1015371"/>
                <a:gd name="connsiteY22" fmla="*/ 679207 h 1015209"/>
                <a:gd name="connsiteX23" fmla="*/ 416072 w 1015371"/>
                <a:gd name="connsiteY23" fmla="*/ 694684 h 1015209"/>
                <a:gd name="connsiteX24" fmla="*/ 368659 w 1015371"/>
                <a:gd name="connsiteY24" fmla="*/ 742098 h 1015209"/>
                <a:gd name="connsiteX25" fmla="*/ 383018 w 1015371"/>
                <a:gd name="connsiteY25" fmla="*/ 756457 h 1015209"/>
                <a:gd name="connsiteX26" fmla="*/ 437543 w 1015371"/>
                <a:gd name="connsiteY26" fmla="*/ 701966 h 1015209"/>
                <a:gd name="connsiteX27" fmla="*/ 437567 w 1015371"/>
                <a:gd name="connsiteY27" fmla="*/ 687596 h 1015209"/>
                <a:gd name="connsiteX28" fmla="*/ 437543 w 1015371"/>
                <a:gd name="connsiteY28" fmla="*/ 687572 h 1015209"/>
                <a:gd name="connsiteX29" fmla="*/ 422066 w 1015371"/>
                <a:gd name="connsiteY29" fmla="*/ 672129 h 1015209"/>
                <a:gd name="connsiteX30" fmla="*/ 502330 w 1015371"/>
                <a:gd name="connsiteY30" fmla="*/ 591865 h 1015209"/>
                <a:gd name="connsiteX31" fmla="*/ 956001 w 1015371"/>
                <a:gd name="connsiteY31" fmla="*/ 513081 h 1015209"/>
                <a:gd name="connsiteX32" fmla="*/ 919974 w 1015371"/>
                <a:gd name="connsiteY32" fmla="*/ 95380 h 1015209"/>
                <a:gd name="connsiteX33" fmla="*/ 407808 w 1015371"/>
                <a:gd name="connsiteY33" fmla="*/ 657837 h 1015209"/>
                <a:gd name="connsiteX34" fmla="*/ 382679 w 1015371"/>
                <a:gd name="connsiteY34" fmla="*/ 632674 h 1015209"/>
                <a:gd name="connsiteX35" fmla="*/ 357550 w 1015371"/>
                <a:gd name="connsiteY35" fmla="*/ 607545 h 1015209"/>
                <a:gd name="connsiteX36" fmla="*/ 435715 w 1015371"/>
                <a:gd name="connsiteY36" fmla="*/ 529347 h 1015209"/>
                <a:gd name="connsiteX37" fmla="*/ 486007 w 1015371"/>
                <a:gd name="connsiteY37" fmla="*/ 579639 h 1015209"/>
                <a:gd name="connsiteX38" fmla="*/ 905648 w 1015371"/>
                <a:gd name="connsiteY38" fmla="*/ 541505 h 1015209"/>
                <a:gd name="connsiteX39" fmla="*/ 474069 w 1015371"/>
                <a:gd name="connsiteY39" fmla="*/ 541353 h 1015209"/>
                <a:gd name="connsiteX40" fmla="*/ 474221 w 1015371"/>
                <a:gd name="connsiteY40" fmla="*/ 109773 h 1015209"/>
                <a:gd name="connsiteX41" fmla="*/ 905648 w 1015371"/>
                <a:gd name="connsiteY41" fmla="*/ 109773 h 1015209"/>
                <a:gd name="connsiteX42" fmla="*/ 905615 w 1015371"/>
                <a:gd name="connsiteY42" fmla="*/ 541505 h 1015209"/>
                <a:gd name="connsiteX43" fmla="*/ 964881 w 1015371"/>
                <a:gd name="connsiteY43" fmla="*/ 325639 h 1015209"/>
                <a:gd name="connsiteX44" fmla="*/ 884245 w 1015371"/>
                <a:gd name="connsiteY44" fmla="*/ 520305 h 1015209"/>
                <a:gd name="connsiteX45" fmla="*/ 870055 w 1015371"/>
                <a:gd name="connsiteY45" fmla="*/ 505945 h 1015209"/>
                <a:gd name="connsiteX46" fmla="*/ 870055 w 1015371"/>
                <a:gd name="connsiteY46" fmla="*/ 145333 h 1015209"/>
                <a:gd name="connsiteX47" fmla="*/ 884414 w 1015371"/>
                <a:gd name="connsiteY47" fmla="*/ 130974 h 1015209"/>
                <a:gd name="connsiteX48" fmla="*/ 964881 w 1015371"/>
                <a:gd name="connsiteY48" fmla="*/ 325639 h 1015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015371" h="1015209">
                  <a:moveTo>
                    <a:pt x="919974" y="95380"/>
                  </a:moveTo>
                  <a:cubicBezTo>
                    <a:pt x="792828" y="-31781"/>
                    <a:pt x="586675" y="-31795"/>
                    <a:pt x="459513" y="95349"/>
                  </a:cubicBezTo>
                  <a:cubicBezTo>
                    <a:pt x="347583" y="207264"/>
                    <a:pt x="332355" y="383460"/>
                    <a:pt x="423421" y="512922"/>
                  </a:cubicBezTo>
                  <a:lnTo>
                    <a:pt x="343157" y="593186"/>
                  </a:lnTo>
                  <a:lnTo>
                    <a:pt x="327714" y="577709"/>
                  </a:lnTo>
                  <a:cubicBezTo>
                    <a:pt x="323753" y="573733"/>
                    <a:pt x="317320" y="573723"/>
                    <a:pt x="313345" y="577685"/>
                  </a:cubicBezTo>
                  <a:cubicBezTo>
                    <a:pt x="313337" y="577692"/>
                    <a:pt x="313329" y="577702"/>
                    <a:pt x="313320" y="577709"/>
                  </a:cubicBezTo>
                  <a:lnTo>
                    <a:pt x="25217" y="865813"/>
                  </a:lnTo>
                  <a:cubicBezTo>
                    <a:pt x="-8406" y="899500"/>
                    <a:pt x="-8406" y="954045"/>
                    <a:pt x="25217" y="987733"/>
                  </a:cubicBezTo>
                  <a:lnTo>
                    <a:pt x="27520" y="990035"/>
                  </a:lnTo>
                  <a:cubicBezTo>
                    <a:pt x="61229" y="1023601"/>
                    <a:pt x="115730" y="1023601"/>
                    <a:pt x="149440" y="990035"/>
                  </a:cubicBezTo>
                  <a:lnTo>
                    <a:pt x="307936" y="831539"/>
                  </a:lnTo>
                  <a:lnTo>
                    <a:pt x="293644" y="817282"/>
                  </a:lnTo>
                  <a:lnTo>
                    <a:pt x="135148" y="975744"/>
                  </a:lnTo>
                  <a:cubicBezTo>
                    <a:pt x="109376" y="1001493"/>
                    <a:pt x="67617" y="1001493"/>
                    <a:pt x="41845" y="975744"/>
                  </a:cubicBezTo>
                  <a:lnTo>
                    <a:pt x="39576" y="973475"/>
                  </a:lnTo>
                  <a:cubicBezTo>
                    <a:pt x="13811" y="947739"/>
                    <a:pt x="13788" y="905989"/>
                    <a:pt x="39524" y="880223"/>
                  </a:cubicBezTo>
                  <a:cubicBezTo>
                    <a:pt x="39542" y="880206"/>
                    <a:pt x="39559" y="880189"/>
                    <a:pt x="39576" y="880172"/>
                  </a:cubicBezTo>
                  <a:lnTo>
                    <a:pt x="320500" y="599079"/>
                  </a:lnTo>
                  <a:lnTo>
                    <a:pt x="335943" y="614556"/>
                  </a:lnTo>
                  <a:lnTo>
                    <a:pt x="335943" y="614556"/>
                  </a:lnTo>
                  <a:lnTo>
                    <a:pt x="400595" y="679207"/>
                  </a:lnTo>
                  <a:lnTo>
                    <a:pt x="400595" y="679207"/>
                  </a:lnTo>
                  <a:lnTo>
                    <a:pt x="416072" y="694684"/>
                  </a:lnTo>
                  <a:lnTo>
                    <a:pt x="368659" y="742098"/>
                  </a:lnTo>
                  <a:lnTo>
                    <a:pt x="383018" y="756457"/>
                  </a:lnTo>
                  <a:lnTo>
                    <a:pt x="437543" y="701966"/>
                  </a:lnTo>
                  <a:cubicBezTo>
                    <a:pt x="441519" y="698003"/>
                    <a:pt x="441529" y="691572"/>
                    <a:pt x="437567" y="687596"/>
                  </a:cubicBezTo>
                  <a:cubicBezTo>
                    <a:pt x="437560" y="687589"/>
                    <a:pt x="437550" y="687579"/>
                    <a:pt x="437543" y="687572"/>
                  </a:cubicBezTo>
                  <a:lnTo>
                    <a:pt x="422066" y="672129"/>
                  </a:lnTo>
                  <a:lnTo>
                    <a:pt x="502330" y="591865"/>
                  </a:lnTo>
                  <a:cubicBezTo>
                    <a:pt x="649362" y="695385"/>
                    <a:pt x="852478" y="660113"/>
                    <a:pt x="956001" y="513081"/>
                  </a:cubicBezTo>
                  <a:cubicBezTo>
                    <a:pt x="1047157" y="383609"/>
                    <a:pt x="1031951" y="207330"/>
                    <a:pt x="919974" y="95380"/>
                  </a:cubicBezTo>
                  <a:close/>
                  <a:moveTo>
                    <a:pt x="407808" y="657837"/>
                  </a:moveTo>
                  <a:lnTo>
                    <a:pt x="382679" y="632674"/>
                  </a:lnTo>
                  <a:lnTo>
                    <a:pt x="357550" y="607545"/>
                  </a:lnTo>
                  <a:lnTo>
                    <a:pt x="435715" y="529347"/>
                  </a:lnTo>
                  <a:cubicBezTo>
                    <a:pt x="450551" y="547933"/>
                    <a:pt x="467420" y="564802"/>
                    <a:pt x="486007" y="579639"/>
                  </a:cubicBezTo>
                  <a:close/>
                  <a:moveTo>
                    <a:pt x="905648" y="541505"/>
                  </a:moveTo>
                  <a:cubicBezTo>
                    <a:pt x="786428" y="660642"/>
                    <a:pt x="593205" y="660570"/>
                    <a:pt x="474069" y="541353"/>
                  </a:cubicBezTo>
                  <a:cubicBezTo>
                    <a:pt x="354936" y="422132"/>
                    <a:pt x="355003" y="228908"/>
                    <a:pt x="474221" y="109773"/>
                  </a:cubicBezTo>
                  <a:cubicBezTo>
                    <a:pt x="593381" y="-9302"/>
                    <a:pt x="786489" y="-9302"/>
                    <a:pt x="905648" y="109773"/>
                  </a:cubicBezTo>
                  <a:cubicBezTo>
                    <a:pt x="1024656" y="229085"/>
                    <a:pt x="1024642" y="422210"/>
                    <a:pt x="905615" y="541505"/>
                  </a:cubicBezTo>
                  <a:close/>
                  <a:moveTo>
                    <a:pt x="964881" y="325639"/>
                  </a:moveTo>
                  <a:cubicBezTo>
                    <a:pt x="965074" y="398693"/>
                    <a:pt x="936040" y="468787"/>
                    <a:pt x="884245" y="520305"/>
                  </a:cubicBezTo>
                  <a:lnTo>
                    <a:pt x="870055" y="505945"/>
                  </a:lnTo>
                  <a:cubicBezTo>
                    <a:pt x="969623" y="406360"/>
                    <a:pt x="969623" y="244919"/>
                    <a:pt x="870055" y="145333"/>
                  </a:cubicBezTo>
                  <a:lnTo>
                    <a:pt x="884414" y="130974"/>
                  </a:lnTo>
                  <a:cubicBezTo>
                    <a:pt x="936145" y="182519"/>
                    <a:pt x="965118" y="252611"/>
                    <a:pt x="964881" y="325639"/>
                  </a:cubicBezTo>
                  <a:close/>
                </a:path>
              </a:pathLst>
            </a:custGeom>
            <a:grpFill/>
            <a:ln w="3365" cap="flat">
              <a:noFill/>
              <a:prstDash val="solid"/>
              <a:miter/>
            </a:ln>
          </p:spPr>
          <p:txBody>
            <a:bodyPr rtlCol="0" anchor="ctr"/>
            <a:lstStyle/>
            <a:p>
              <a:endParaRPr lang="de-DE" dirty="0"/>
            </a:p>
          </p:txBody>
        </p:sp>
      </p:grpSp>
      <p:cxnSp>
        <p:nvCxnSpPr>
          <p:cNvPr id="31" name="Gerader Verbinder 30">
            <a:extLst>
              <a:ext uri="{FF2B5EF4-FFF2-40B4-BE49-F238E27FC236}">
                <a16:creationId xmlns:a16="http://schemas.microsoft.com/office/drawing/2014/main" id="{7EC80015-2A5F-3BCE-9BF4-798DC5750144}"/>
              </a:ext>
            </a:extLst>
          </p:cNvPr>
          <p:cNvCxnSpPr>
            <a:cxnSpLocks/>
            <a:stCxn id="22" idx="0"/>
          </p:cNvCxnSpPr>
          <p:nvPr/>
        </p:nvCxnSpPr>
        <p:spPr>
          <a:xfrm flipV="1">
            <a:off x="6522261" y="1913182"/>
            <a:ext cx="1013602" cy="952412"/>
          </a:xfrm>
          <a:prstGeom prst="line">
            <a:avLst/>
          </a:prstGeom>
          <a:ln w="12700">
            <a:solidFill>
              <a:srgbClr val="003366"/>
            </a:solidFill>
            <a:prstDash val="dash"/>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B4A8A020-E6F2-2704-057C-40E0E65D69E2}"/>
              </a:ext>
            </a:extLst>
          </p:cNvPr>
          <p:cNvCxnSpPr>
            <a:cxnSpLocks/>
          </p:cNvCxnSpPr>
          <p:nvPr/>
        </p:nvCxnSpPr>
        <p:spPr>
          <a:xfrm>
            <a:off x="6411278" y="3241358"/>
            <a:ext cx="1091882" cy="3067367"/>
          </a:xfrm>
          <a:prstGeom prst="line">
            <a:avLst/>
          </a:prstGeom>
          <a:ln w="12700">
            <a:solidFill>
              <a:srgbClr val="003366"/>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1" name="Chart 3">
            <a:extLst>
              <a:ext uri="{FF2B5EF4-FFF2-40B4-BE49-F238E27FC236}">
                <a16:creationId xmlns:a16="http://schemas.microsoft.com/office/drawing/2014/main" id="{141545F9-2F5F-B65A-8E75-EE6FFC842626}"/>
              </a:ext>
            </a:extLst>
          </p:cNvPr>
          <p:cNvGraphicFramePr/>
          <p:nvPr>
            <p:custDataLst>
              <p:tags r:id="rId2"/>
            </p:custDataLst>
            <p:extLst>
              <p:ext uri="{D42A27DB-BD31-4B8C-83A1-F6EECF244321}">
                <p14:modId xmlns:p14="http://schemas.microsoft.com/office/powerpoint/2010/main" val="1246207398"/>
              </p:ext>
            </p:extLst>
          </p:nvPr>
        </p:nvGraphicFramePr>
        <p:xfrm>
          <a:off x="8272463" y="1865313"/>
          <a:ext cx="3270250" cy="4629150"/>
        </p:xfrm>
        <a:graphic>
          <a:graphicData uri="http://schemas.openxmlformats.org/drawingml/2006/chart">
            <c:chart xmlns:c="http://schemas.openxmlformats.org/drawingml/2006/chart" xmlns:r="http://schemas.openxmlformats.org/officeDocument/2006/relationships" r:id="rId17"/>
          </a:graphicData>
        </a:graphic>
      </p:graphicFrame>
      <p:cxnSp>
        <p:nvCxnSpPr>
          <p:cNvPr id="56" name="Gerader Verbinder 55">
            <a:extLst>
              <a:ext uri="{FF2B5EF4-FFF2-40B4-BE49-F238E27FC236}">
                <a16:creationId xmlns:a16="http://schemas.microsoft.com/office/drawing/2014/main" id="{8E44F32E-E9D5-0527-5D70-8C6375282CCA}"/>
              </a:ext>
            </a:extLst>
          </p:cNvPr>
          <p:cNvCxnSpPr/>
          <p:nvPr>
            <p:custDataLst>
              <p:tags r:id="rId3"/>
            </p:custDataLst>
          </p:nvPr>
        </p:nvCxnSpPr>
        <p:spPr bwMode="gray">
          <a:xfrm flipH="1">
            <a:off x="9675813" y="2325688"/>
            <a:ext cx="198438" cy="104775"/>
          </a:xfrm>
          <a:prstGeom prst="line">
            <a:avLst/>
          </a:prstGeom>
          <a:ln w="6350" cap="flat" cmpd="sng" algn="ctr">
            <a:solidFill>
              <a:schemeClr val="bg2"/>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5" name="Textplatzhalter 2">
            <a:extLst>
              <a:ext uri="{FF2B5EF4-FFF2-40B4-BE49-F238E27FC236}">
                <a16:creationId xmlns:a16="http://schemas.microsoft.com/office/drawing/2014/main" id="{8AB32ABA-706E-40FA-8703-09EB697D722B}"/>
              </a:ext>
            </a:extLst>
          </p:cNvPr>
          <p:cNvSpPr>
            <a:spLocks noGrp="1"/>
          </p:cNvSpPr>
          <p:nvPr>
            <p:custDataLst>
              <p:tags r:id="rId4"/>
            </p:custDataLst>
          </p:nvPr>
        </p:nvSpPr>
        <p:spPr bwMode="auto">
          <a:xfrm>
            <a:off x="7899400" y="2733675"/>
            <a:ext cx="3381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ct val="0"/>
              </a:spcBef>
              <a:spcAft>
                <a:spcPct val="0"/>
              </a:spcAft>
              <a:buClr>
                <a:srgbClr val="00A9EB"/>
              </a:buClr>
              <a:buSzPct val="85000"/>
              <a:buNone/>
              <a:defRPr/>
            </a:pPr>
            <a:fld id="{9E8F66A1-8DA6-4E7B-8A68-F149432FDD17}" type="datetime'''''''''''T''''e''''''''''''''''''''''''''''''x''''''t'''''">
              <a:rPr lang="de-DE" altLang="en-US" sz="1400" smtClean="0">
                <a:effectLst/>
                <a:latin typeface="+mn-lt"/>
              </a:rPr>
              <a:pPr marL="0" indent="0" algn="r">
                <a:lnSpc>
                  <a:spcPct val="100000"/>
                </a:lnSpc>
                <a:spcBef>
                  <a:spcPct val="0"/>
                </a:spcBef>
                <a:spcAft>
                  <a:spcPct val="0"/>
                </a:spcAft>
                <a:buClr>
                  <a:srgbClr val="00A9EB"/>
                </a:buClr>
                <a:buSzPct val="85000"/>
                <a:buNone/>
                <a:defRPr/>
              </a:pPr>
              <a:t>Text</a:t>
            </a:fld>
            <a:endParaRPr lang="de-DE" sz="1400" dirty="0">
              <a:latin typeface="+mn-lt"/>
            </a:endParaRPr>
          </a:p>
        </p:txBody>
      </p:sp>
      <p:sp>
        <p:nvSpPr>
          <p:cNvPr id="48" name="Textplatzhalter 2">
            <a:extLst>
              <a:ext uri="{FF2B5EF4-FFF2-40B4-BE49-F238E27FC236}">
                <a16:creationId xmlns:a16="http://schemas.microsoft.com/office/drawing/2014/main" id="{8AB32ABA-706E-40FA-8703-09EB697D722B}"/>
              </a:ext>
            </a:extLst>
          </p:cNvPr>
          <p:cNvSpPr>
            <a:spLocks noGrp="1"/>
          </p:cNvSpPr>
          <p:nvPr>
            <p:custDataLst>
              <p:tags r:id="rId5"/>
            </p:custDataLst>
          </p:nvPr>
        </p:nvSpPr>
        <p:spPr bwMode="auto">
          <a:xfrm>
            <a:off x="7899400" y="4071938"/>
            <a:ext cx="3381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ct val="0"/>
              </a:spcBef>
              <a:spcAft>
                <a:spcPct val="0"/>
              </a:spcAft>
              <a:buClr>
                <a:srgbClr val="00A9EB"/>
              </a:buClr>
              <a:buSzPct val="85000"/>
              <a:buNone/>
              <a:defRPr/>
            </a:pPr>
            <a:fld id="{32C2DCFF-954F-4C00-94CF-4260D1D1199D}" type="datetime'T''''''''''''''''''''''''''''e''''''x''''''''t'''''''''">
              <a:rPr lang="de-DE" altLang="en-US" sz="1400" smtClean="0">
                <a:effectLst/>
                <a:latin typeface="+mn-lt"/>
              </a:rPr>
              <a:pPr marL="0" indent="0" algn="r">
                <a:lnSpc>
                  <a:spcPct val="100000"/>
                </a:lnSpc>
                <a:spcBef>
                  <a:spcPct val="0"/>
                </a:spcBef>
                <a:spcAft>
                  <a:spcPct val="0"/>
                </a:spcAft>
                <a:buClr>
                  <a:srgbClr val="00A9EB"/>
                </a:buClr>
                <a:buSzPct val="85000"/>
                <a:buNone/>
                <a:defRPr/>
              </a:pPr>
              <a:t>Text</a:t>
            </a:fld>
            <a:endParaRPr lang="de-DE" sz="1400" dirty="0">
              <a:latin typeface="+mn-lt"/>
            </a:endParaRPr>
          </a:p>
        </p:txBody>
      </p:sp>
      <p:sp>
        <p:nvSpPr>
          <p:cNvPr id="49" name="Textplatzhalter 2">
            <a:extLst>
              <a:ext uri="{FF2B5EF4-FFF2-40B4-BE49-F238E27FC236}">
                <a16:creationId xmlns:a16="http://schemas.microsoft.com/office/drawing/2014/main" id="{8AB32ABA-706E-40FA-8703-09EB697D722B}"/>
              </a:ext>
            </a:extLst>
          </p:cNvPr>
          <p:cNvSpPr>
            <a:spLocks noGrp="1"/>
          </p:cNvSpPr>
          <p:nvPr>
            <p:custDataLst>
              <p:tags r:id="rId6"/>
            </p:custDataLst>
          </p:nvPr>
        </p:nvSpPr>
        <p:spPr bwMode="auto">
          <a:xfrm>
            <a:off x="7899400" y="5411788"/>
            <a:ext cx="3381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ct val="0"/>
              </a:spcBef>
              <a:spcAft>
                <a:spcPct val="0"/>
              </a:spcAft>
              <a:buClr>
                <a:srgbClr val="00A9EB"/>
              </a:buClr>
              <a:buSzPct val="85000"/>
              <a:buNone/>
              <a:defRPr/>
            </a:pPr>
            <a:fld id="{EC3457BD-CBC4-47C0-8078-4D407E78C817}" type="datetime'''T''''e''''''''''x''''''''''''''''''''''''''''''t'">
              <a:rPr lang="de-DE" altLang="en-US" sz="1400" smtClean="0">
                <a:effectLst/>
                <a:latin typeface="+mn-lt"/>
              </a:rPr>
              <a:pPr marL="0" indent="0" algn="r">
                <a:lnSpc>
                  <a:spcPct val="100000"/>
                </a:lnSpc>
                <a:spcBef>
                  <a:spcPct val="0"/>
                </a:spcBef>
                <a:spcAft>
                  <a:spcPct val="0"/>
                </a:spcAft>
                <a:buClr>
                  <a:srgbClr val="00A9EB"/>
                </a:buClr>
                <a:buSzPct val="85000"/>
                <a:buNone/>
                <a:defRPr/>
              </a:pPr>
              <a:t>Text</a:t>
            </a:fld>
            <a:endParaRPr lang="de-DE" sz="1400" dirty="0">
              <a:latin typeface="+mn-lt"/>
            </a:endParaRPr>
          </a:p>
        </p:txBody>
      </p:sp>
      <p:sp>
        <p:nvSpPr>
          <p:cNvPr id="50" name="Textplatzhalter 2">
            <a:extLst>
              <a:ext uri="{FF2B5EF4-FFF2-40B4-BE49-F238E27FC236}">
                <a16:creationId xmlns:a16="http://schemas.microsoft.com/office/drawing/2014/main" id="{8AB32ABA-706E-40FA-8703-09EB697D722B}"/>
              </a:ext>
            </a:extLst>
          </p:cNvPr>
          <p:cNvSpPr>
            <a:spLocks noGrp="1"/>
          </p:cNvSpPr>
          <p:nvPr>
            <p:custDataLst>
              <p:tags r:id="rId7"/>
            </p:custDataLst>
          </p:nvPr>
        </p:nvSpPr>
        <p:spPr bwMode="auto">
          <a:xfrm>
            <a:off x="9596438" y="2112963"/>
            <a:ext cx="5572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Clr>
                <a:srgbClr val="00A9EB"/>
              </a:buClr>
              <a:buSzPct val="85000"/>
              <a:buNone/>
              <a:defRPr/>
            </a:pPr>
            <a:fld id="{D6AAE953-AE3C-427C-B41E-219E5DDEE4FC}" type="datetime'''''''''''''Se''''r''i''''e'''''''''' ''''''''''3'''''''''''">
              <a:rPr lang="de-DE" altLang="en-US" sz="1400" smtClean="0">
                <a:effectLst/>
                <a:latin typeface="+mn-lt"/>
              </a:rPr>
              <a:pPr marL="0" indent="0" algn="ctr">
                <a:lnSpc>
                  <a:spcPct val="100000"/>
                </a:lnSpc>
                <a:spcBef>
                  <a:spcPct val="0"/>
                </a:spcBef>
                <a:spcAft>
                  <a:spcPct val="0"/>
                </a:spcAft>
                <a:buClr>
                  <a:srgbClr val="00A9EB"/>
                </a:buClr>
                <a:buSzPct val="85000"/>
                <a:buNone/>
                <a:defRPr/>
              </a:pPr>
              <a:t>Serie 3</a:t>
            </a:fld>
            <a:endParaRPr lang="de-DE" sz="1400" dirty="0">
              <a:latin typeface="+mn-lt"/>
            </a:endParaRPr>
          </a:p>
        </p:txBody>
      </p:sp>
      <p:sp>
        <p:nvSpPr>
          <p:cNvPr id="51" name="Textplatzhalter 2">
            <a:extLst>
              <a:ext uri="{FF2B5EF4-FFF2-40B4-BE49-F238E27FC236}">
                <a16:creationId xmlns:a16="http://schemas.microsoft.com/office/drawing/2014/main" id="{8AB32ABA-706E-40FA-8703-09EB697D722B}"/>
              </a:ext>
            </a:extLst>
          </p:cNvPr>
          <p:cNvSpPr>
            <a:spLocks noGrp="1"/>
          </p:cNvSpPr>
          <p:nvPr>
            <p:custDataLst>
              <p:tags r:id="rId8"/>
            </p:custDataLst>
          </p:nvPr>
        </p:nvSpPr>
        <p:spPr bwMode="auto">
          <a:xfrm>
            <a:off x="8988425" y="2112963"/>
            <a:ext cx="5572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Clr>
                <a:srgbClr val="00A9EB"/>
              </a:buClr>
              <a:buSzPct val="85000"/>
              <a:buNone/>
              <a:defRPr/>
            </a:pPr>
            <a:fld id="{76B41598-238E-4632-B358-842594E6E7EA}" type="datetime'''S''''''''''''''''''''''''''''''e''r''''i''e'''' 2'''''">
              <a:rPr lang="de-DE" altLang="en-US" sz="1400" smtClean="0">
                <a:effectLst/>
                <a:latin typeface="+mn-lt"/>
              </a:rPr>
              <a:pPr marL="0" indent="0" algn="ctr">
                <a:lnSpc>
                  <a:spcPct val="100000"/>
                </a:lnSpc>
                <a:spcBef>
                  <a:spcPct val="0"/>
                </a:spcBef>
                <a:spcAft>
                  <a:spcPct val="0"/>
                </a:spcAft>
                <a:buClr>
                  <a:srgbClr val="00A9EB"/>
                </a:buClr>
                <a:buSzPct val="85000"/>
                <a:buNone/>
                <a:defRPr/>
              </a:pPr>
              <a:t>Serie 2</a:t>
            </a:fld>
            <a:endParaRPr lang="de-DE" sz="1400" dirty="0">
              <a:latin typeface="+mn-lt"/>
            </a:endParaRPr>
          </a:p>
        </p:txBody>
      </p:sp>
      <p:sp>
        <p:nvSpPr>
          <p:cNvPr id="52" name="Textplatzhalter 2">
            <a:extLst>
              <a:ext uri="{FF2B5EF4-FFF2-40B4-BE49-F238E27FC236}">
                <a16:creationId xmlns:a16="http://schemas.microsoft.com/office/drawing/2014/main" id="{8AB32ABA-706E-40FA-8703-09EB697D722B}"/>
              </a:ext>
            </a:extLst>
          </p:cNvPr>
          <p:cNvSpPr>
            <a:spLocks noGrp="1"/>
          </p:cNvSpPr>
          <p:nvPr>
            <p:custDataLst>
              <p:tags r:id="rId9"/>
            </p:custDataLst>
          </p:nvPr>
        </p:nvSpPr>
        <p:spPr bwMode="auto">
          <a:xfrm>
            <a:off x="8380413" y="2112963"/>
            <a:ext cx="5572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0"/>
              </a:spcBef>
              <a:spcAft>
                <a:spcPct val="0"/>
              </a:spcAft>
              <a:buClr>
                <a:srgbClr val="00A9EB"/>
              </a:buClr>
              <a:buSzPct val="85000"/>
              <a:buNone/>
              <a:defRPr/>
            </a:pPr>
            <a:fld id="{2CAA703A-E112-4522-9AFD-DB28FF486ACE}" type="datetime'''''''''''Se''''r''''''''''i''''''''e'''' ''1'''''''''''">
              <a:rPr lang="de-DE" altLang="en-US" sz="1400" smtClean="0">
                <a:effectLst/>
                <a:latin typeface="+mn-lt"/>
              </a:rPr>
              <a:pPr marL="0" indent="0" algn="ctr">
                <a:lnSpc>
                  <a:spcPct val="100000"/>
                </a:lnSpc>
                <a:spcBef>
                  <a:spcPct val="0"/>
                </a:spcBef>
                <a:spcAft>
                  <a:spcPct val="0"/>
                </a:spcAft>
                <a:buClr>
                  <a:srgbClr val="00A9EB"/>
                </a:buClr>
                <a:buSzPct val="85000"/>
                <a:buNone/>
                <a:defRPr/>
              </a:pPr>
              <a:t>Serie 1</a:t>
            </a:fld>
            <a:endParaRPr lang="de-DE" sz="1400" dirty="0">
              <a:latin typeface="+mn-lt"/>
            </a:endParaRPr>
          </a:p>
        </p:txBody>
      </p:sp>
      <p:sp>
        <p:nvSpPr>
          <p:cNvPr id="53" name="Textplatzhalter 2">
            <a:extLst>
              <a:ext uri="{FF2B5EF4-FFF2-40B4-BE49-F238E27FC236}">
                <a16:creationId xmlns:a16="http://schemas.microsoft.com/office/drawing/2014/main" id="{8AB32ABA-706E-40FA-8703-09EB697D722B}"/>
              </a:ext>
            </a:extLst>
          </p:cNvPr>
          <p:cNvSpPr>
            <a:spLocks noGrp="1"/>
          </p:cNvSpPr>
          <p:nvPr>
            <p:custDataLst>
              <p:tags r:id="rId10"/>
            </p:custDataLst>
          </p:nvPr>
        </p:nvSpPr>
        <p:spPr bwMode="gray">
          <a:xfrm>
            <a:off x="9818688" y="2733675"/>
            <a:ext cx="2476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Clr>
                <a:srgbClr val="00A9EB"/>
              </a:buClr>
              <a:buSzPct val="85000"/>
              <a:buNone/>
              <a:defRPr/>
            </a:pPr>
            <a:fld id="{893971E0-160C-4173-B189-B0765926CD0D}" type="datetime'''''''''''''2''''''''''''''''''2'''''''''''''''''''''''''''">
              <a:rPr lang="de-DE" altLang="en-US" sz="1400" smtClean="0">
                <a:effectLst/>
                <a:latin typeface="+mn-lt"/>
              </a:rPr>
              <a:pPr marL="0" indent="0">
                <a:lnSpc>
                  <a:spcPct val="100000"/>
                </a:lnSpc>
                <a:spcBef>
                  <a:spcPct val="0"/>
                </a:spcBef>
                <a:spcAft>
                  <a:spcPct val="0"/>
                </a:spcAft>
                <a:buClr>
                  <a:srgbClr val="00A9EB"/>
                </a:buClr>
                <a:buSzPct val="85000"/>
                <a:buNone/>
                <a:defRPr/>
              </a:pPr>
              <a:t>22</a:t>
            </a:fld>
            <a:endParaRPr lang="de-DE" sz="1400" dirty="0">
              <a:latin typeface="+mn-lt"/>
            </a:endParaRPr>
          </a:p>
        </p:txBody>
      </p:sp>
      <p:sp>
        <p:nvSpPr>
          <p:cNvPr id="54" name="Textplatzhalter 2">
            <a:extLst>
              <a:ext uri="{FF2B5EF4-FFF2-40B4-BE49-F238E27FC236}">
                <a16:creationId xmlns:a16="http://schemas.microsoft.com/office/drawing/2014/main" id="{8AB32ABA-706E-40FA-8703-09EB697D722B}"/>
              </a:ext>
            </a:extLst>
          </p:cNvPr>
          <p:cNvSpPr>
            <a:spLocks noGrp="1"/>
          </p:cNvSpPr>
          <p:nvPr>
            <p:custDataLst>
              <p:tags r:id="rId11"/>
            </p:custDataLst>
          </p:nvPr>
        </p:nvSpPr>
        <p:spPr bwMode="gray">
          <a:xfrm>
            <a:off x="10455275" y="4071938"/>
            <a:ext cx="2476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Clr>
                <a:srgbClr val="00A9EB"/>
              </a:buClr>
              <a:buSzPct val="85000"/>
              <a:buNone/>
              <a:defRPr/>
            </a:pPr>
            <a:fld id="{F3A7080D-5F4E-4637-BBA6-4249A6C75181}" type="datetime'3''''1'''''''''''''''''''''''''''''''''''''''''''''''">
              <a:rPr lang="de-DE" altLang="en-US" sz="1400" smtClean="0">
                <a:effectLst/>
                <a:latin typeface="+mn-lt"/>
              </a:rPr>
              <a:pPr marL="0" indent="0">
                <a:lnSpc>
                  <a:spcPct val="100000"/>
                </a:lnSpc>
                <a:spcBef>
                  <a:spcPct val="0"/>
                </a:spcBef>
                <a:spcAft>
                  <a:spcPct val="0"/>
                </a:spcAft>
                <a:buClr>
                  <a:srgbClr val="00A9EB"/>
                </a:buClr>
                <a:buSzPct val="85000"/>
                <a:buNone/>
                <a:defRPr/>
              </a:pPr>
              <a:t>31</a:t>
            </a:fld>
            <a:endParaRPr lang="de-DE" sz="1400" dirty="0">
              <a:latin typeface="+mn-lt"/>
            </a:endParaRPr>
          </a:p>
        </p:txBody>
      </p:sp>
      <p:sp>
        <p:nvSpPr>
          <p:cNvPr id="55" name="Textplatzhalter 2">
            <a:extLst>
              <a:ext uri="{FF2B5EF4-FFF2-40B4-BE49-F238E27FC236}">
                <a16:creationId xmlns:a16="http://schemas.microsoft.com/office/drawing/2014/main" id="{8AB32ABA-706E-40FA-8703-09EB697D722B}"/>
              </a:ext>
            </a:extLst>
          </p:cNvPr>
          <p:cNvSpPr>
            <a:spLocks noGrp="1"/>
          </p:cNvSpPr>
          <p:nvPr>
            <p:custDataLst>
              <p:tags r:id="rId12"/>
            </p:custDataLst>
          </p:nvPr>
        </p:nvSpPr>
        <p:spPr bwMode="gray">
          <a:xfrm>
            <a:off x="11485563" y="5411788"/>
            <a:ext cx="2476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5400" tIns="0" rIns="25400" bIns="0" rtlCol="0" anchor="ctr">
            <a:noAutofit/>
          </a:bodyPr>
          <a:lstStyle>
            <a:lvl1pPr marL="285750" indent="-285750" algn="l" defTabSz="914400" rtl="0" eaLnBrk="1" latinLnBrk="0" hangingPunct="1">
              <a:lnSpc>
                <a:spcPct val="90000"/>
              </a:lnSpc>
              <a:spcBef>
                <a:spcPts val="1000"/>
              </a:spcBef>
              <a:buClr>
                <a:schemeClr val="accent3"/>
              </a:buClr>
              <a:buFont typeface="Wingdings" panose="05000000000000000000" pitchFamily="2" charset="2"/>
              <a:buChar char="§"/>
              <a:defRPr lang="de-DE" sz="1600" b="0" kern="1200" dirty="0">
                <a:solidFill>
                  <a:schemeClr val="bg2"/>
                </a:solidFill>
                <a:latin typeface="+mj-lt"/>
                <a:ea typeface="+mn-ea"/>
                <a:cs typeface="Calibri" panose="020F0502020204030204" pitchFamily="34" charset="0"/>
              </a:defRPr>
            </a:lvl1pPr>
            <a:lvl2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lang="de-DE" sz="1800" kern="1200">
                <a:solidFill>
                  <a:schemeClr val="tx1"/>
                </a:solidFill>
                <a:latin typeface="+mn-lt"/>
                <a:ea typeface="+mn-ea"/>
                <a:cs typeface="Calibri" panose="020F0502020204030204" pitchFamily="34" charset="0"/>
              </a:defRPr>
            </a:lvl2pPr>
            <a:lvl3pPr marL="0" indent="0" algn="l" defTabSz="914400" rtl="0" eaLnBrk="1" latinLnBrk="0" hangingPunct="1">
              <a:lnSpc>
                <a:spcPct val="90000"/>
              </a:lnSpc>
              <a:spcBef>
                <a:spcPts val="500"/>
              </a:spcBef>
              <a:buClr>
                <a:schemeClr val="accent3"/>
              </a:buClr>
              <a:buFont typeface="Wingdings" panose="05000000000000000000" pitchFamily="2" charset="2"/>
              <a:buNone/>
              <a:defRPr kumimoji="0" lang="en-US" sz="1600" b="0" i="0" u="none" strike="noStrike" kern="1200" cap="none" spc="0" normalizeH="0" baseline="0" dirty="0">
                <a:ln>
                  <a:noFill/>
                </a:ln>
                <a:solidFill>
                  <a:srgbClr val="575757"/>
                </a:solidFill>
                <a:effectLst/>
                <a:uLnTx/>
                <a:uFillTx/>
                <a:latin typeface="Century Gothic"/>
                <a:ea typeface="+mn-ea"/>
                <a:cs typeface="+mn-cs"/>
              </a:defRPr>
            </a:lvl3pPr>
            <a:lvl4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4pPr>
            <a:lvl5pPr marL="285750" indent="-285750" algn="l" defTabSz="914400" rtl="0" eaLnBrk="1" latinLnBrk="0" hangingPunct="1">
              <a:lnSpc>
                <a:spcPct val="90000"/>
              </a:lnSpc>
              <a:spcBef>
                <a:spcPts val="500"/>
              </a:spcBef>
              <a:buClr>
                <a:schemeClr val="accent3"/>
              </a:buClr>
              <a:buFont typeface="Wingdings" panose="05000000000000000000" pitchFamily="2" charset="2"/>
              <a:buChar char="§"/>
              <a:defRPr kumimoji="0" lang="de-DE" sz="1600" b="0" i="0" u="none" strike="noStrike" kern="1200" cap="none" spc="0" normalizeH="0" baseline="0" dirty="0">
                <a:ln>
                  <a:noFill/>
                </a:ln>
                <a:solidFill>
                  <a:srgbClr val="575757"/>
                </a:solidFill>
                <a:effectLst/>
                <a:uLnTx/>
                <a:uFillTx/>
                <a:latin typeface="Century Gothic"/>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Clr>
                <a:srgbClr val="00A9EB"/>
              </a:buClr>
              <a:buSzPct val="85000"/>
              <a:buNone/>
              <a:defRPr/>
            </a:pPr>
            <a:fld id="{75F927BB-B47F-4B63-A31C-0E06920E2D1E}" type="datetime'''''''''''''''''''''''''46'''''''''''''''''''''''''''''''''''">
              <a:rPr lang="de-DE" altLang="en-US" sz="1400" smtClean="0">
                <a:effectLst/>
                <a:latin typeface="+mn-lt"/>
              </a:rPr>
              <a:pPr marL="0" indent="0">
                <a:lnSpc>
                  <a:spcPct val="100000"/>
                </a:lnSpc>
                <a:spcBef>
                  <a:spcPct val="0"/>
                </a:spcBef>
                <a:spcAft>
                  <a:spcPct val="0"/>
                </a:spcAft>
                <a:buClr>
                  <a:srgbClr val="00A9EB"/>
                </a:buClr>
                <a:buSzPct val="85000"/>
                <a:buNone/>
                <a:defRPr/>
              </a:pPr>
              <a:t>46</a:t>
            </a:fld>
            <a:endParaRPr lang="de-DE" sz="1400" dirty="0">
              <a:latin typeface="+mn-lt"/>
            </a:endParaRPr>
          </a:p>
        </p:txBody>
      </p:sp>
    </p:spTree>
    <p:extLst>
      <p:ext uri="{BB962C8B-B14F-4D97-AF65-F5344CB8AC3E}">
        <p14:creationId xmlns:p14="http://schemas.microsoft.com/office/powerpoint/2010/main" val="354624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3489430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484" imgH="486" progId="TCLayout.ActiveDocument.1">
                  <p:embed/>
                </p:oleObj>
              </mc:Choice>
              <mc:Fallback>
                <p:oleObj name="think-cell Folie" r:id="rId4"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1" name="Rechteck 40">
            <a:extLst>
              <a:ext uri="{FF2B5EF4-FFF2-40B4-BE49-F238E27FC236}">
                <a16:creationId xmlns:a16="http://schemas.microsoft.com/office/drawing/2014/main" id="{C9BE3140-F014-9188-6722-3D00F921C05B}"/>
              </a:ext>
            </a:extLst>
          </p:cNvPr>
          <p:cNvSpPr/>
          <p:nvPr/>
        </p:nvSpPr>
        <p:spPr>
          <a:xfrm>
            <a:off x="334963" y="1484313"/>
            <a:ext cx="3413550" cy="4824412"/>
          </a:xfrm>
          <a:prstGeom prst="rect">
            <a:avLst/>
          </a:prstGeom>
          <a:solidFill>
            <a:schemeClr val="bg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2. </a:t>
            </a:r>
            <a:r>
              <a:rPr lang="de-DE" sz="1400" spc="245" dirty="0">
                <a:solidFill>
                  <a:srgbClr val="003366"/>
                </a:solidFill>
                <a:cs typeface="Calibri"/>
              </a:rPr>
              <a:t>Vorstellung von aktiven und passiven Investitionen</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BEURTEILUNG DES PASSIVEN INVESTIERENS</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dirty="0"/>
          </a:p>
        </p:txBody>
      </p:sp>
      <p:pic>
        <p:nvPicPr>
          <p:cNvPr id="10" name="Grafik 9" descr="Ein Bild, das Text, Screenshot, Schrift, Reihe enthält.&#10;&#10;Automatisch generierte Beschreibung">
            <a:extLst>
              <a:ext uri="{FF2B5EF4-FFF2-40B4-BE49-F238E27FC236}">
                <a16:creationId xmlns:a16="http://schemas.microsoft.com/office/drawing/2014/main" id="{97B25D66-21AB-90B4-838F-1F8263E7E4A8}"/>
              </a:ext>
            </a:extLst>
          </p:cNvPr>
          <p:cNvPicPr>
            <a:picLocks noChangeAspect="1"/>
          </p:cNvPicPr>
          <p:nvPr/>
        </p:nvPicPr>
        <p:blipFill rotWithShape="1">
          <a:blip r:embed="rId6">
            <a:extLst>
              <a:ext uri="{28A0092B-C50C-407E-A947-70E740481C1C}">
                <a14:useLocalDpi xmlns:a14="http://schemas.microsoft.com/office/drawing/2010/main" val="0"/>
              </a:ext>
            </a:extLst>
          </a:blip>
          <a:srcRect l="1765" t="25838" r="25058" b="19028"/>
          <a:stretch/>
        </p:blipFill>
        <p:spPr>
          <a:xfrm>
            <a:off x="4071397" y="2010121"/>
            <a:ext cx="8029576" cy="3781134"/>
          </a:xfrm>
          <a:prstGeom prst="rect">
            <a:avLst/>
          </a:prstGeom>
        </p:spPr>
      </p:pic>
      <p:sp>
        <p:nvSpPr>
          <p:cNvPr id="12" name="Textfeld 11">
            <a:extLst>
              <a:ext uri="{FF2B5EF4-FFF2-40B4-BE49-F238E27FC236}">
                <a16:creationId xmlns:a16="http://schemas.microsoft.com/office/drawing/2014/main" id="{1C43EEBD-CB51-43C5-6E00-1371CACFE696}"/>
              </a:ext>
            </a:extLst>
          </p:cNvPr>
          <p:cNvSpPr txBox="1"/>
          <p:nvPr/>
        </p:nvSpPr>
        <p:spPr>
          <a:xfrm>
            <a:off x="4011555" y="2171629"/>
            <a:ext cx="2591801" cy="276999"/>
          </a:xfrm>
          <a:prstGeom prst="rect">
            <a:avLst/>
          </a:prstGeom>
          <a:solidFill>
            <a:schemeClr val="bg1"/>
          </a:solidFill>
        </p:spPr>
        <p:txBody>
          <a:bodyPr wrap="square">
            <a:spAutoFit/>
          </a:bodyPr>
          <a:lstStyle/>
          <a:p>
            <a:r>
              <a:rPr lang="de-DE" sz="1200" b="1" dirty="0">
                <a:solidFill>
                  <a:srgbClr val="003366"/>
                </a:solidFill>
              </a:rPr>
              <a:t>Prozentuale Wertentwicklung</a:t>
            </a:r>
            <a:endParaRPr lang="de-DE" sz="1200" dirty="0">
              <a:solidFill>
                <a:srgbClr val="003366"/>
              </a:solidFill>
            </a:endParaRPr>
          </a:p>
        </p:txBody>
      </p:sp>
      <p:sp>
        <p:nvSpPr>
          <p:cNvPr id="18" name="Textfeld 17">
            <a:extLst>
              <a:ext uri="{FF2B5EF4-FFF2-40B4-BE49-F238E27FC236}">
                <a16:creationId xmlns:a16="http://schemas.microsoft.com/office/drawing/2014/main" id="{276B1BF8-B5C6-93D5-5589-41C9061812E2}"/>
              </a:ext>
            </a:extLst>
          </p:cNvPr>
          <p:cNvSpPr txBox="1"/>
          <p:nvPr/>
        </p:nvSpPr>
        <p:spPr>
          <a:xfrm>
            <a:off x="9447798" y="2184062"/>
            <a:ext cx="2591801" cy="276999"/>
          </a:xfrm>
          <a:prstGeom prst="rect">
            <a:avLst/>
          </a:prstGeom>
          <a:solidFill>
            <a:schemeClr val="bg1"/>
          </a:solidFill>
        </p:spPr>
        <p:txBody>
          <a:bodyPr wrap="square">
            <a:spAutoFit/>
          </a:bodyPr>
          <a:lstStyle/>
          <a:p>
            <a:endParaRPr lang="de-DE" sz="1200" dirty="0">
              <a:solidFill>
                <a:srgbClr val="003366"/>
              </a:solidFill>
            </a:endParaRPr>
          </a:p>
        </p:txBody>
      </p:sp>
      <p:grpSp>
        <p:nvGrpSpPr>
          <p:cNvPr id="21" name="Gruppieren 20">
            <a:extLst>
              <a:ext uri="{FF2B5EF4-FFF2-40B4-BE49-F238E27FC236}">
                <a16:creationId xmlns:a16="http://schemas.microsoft.com/office/drawing/2014/main" id="{86661093-3898-2B6F-FD66-D7C6B455FAC4}"/>
              </a:ext>
            </a:extLst>
          </p:cNvPr>
          <p:cNvGrpSpPr/>
          <p:nvPr/>
        </p:nvGrpSpPr>
        <p:grpSpPr>
          <a:xfrm>
            <a:off x="394804" y="1575159"/>
            <a:ext cx="3008971" cy="338023"/>
            <a:chOff x="394804" y="1667755"/>
            <a:chExt cx="3008971" cy="338023"/>
          </a:xfrm>
        </p:grpSpPr>
        <p:sp>
          <p:nvSpPr>
            <p:cNvPr id="22" name="Rechteck 21">
              <a:extLst>
                <a:ext uri="{FF2B5EF4-FFF2-40B4-BE49-F238E27FC236}">
                  <a16:creationId xmlns:a16="http://schemas.microsoft.com/office/drawing/2014/main" id="{E8FDE839-21B2-32E2-67C8-B3A800124B76}"/>
                </a:ext>
              </a:extLst>
            </p:cNvPr>
            <p:cNvSpPr/>
            <p:nvPr/>
          </p:nvSpPr>
          <p:spPr>
            <a:xfrm>
              <a:off x="394804" y="1667755"/>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2</a:t>
              </a:r>
            </a:p>
          </p:txBody>
        </p:sp>
        <p:sp>
          <p:nvSpPr>
            <p:cNvPr id="23" name="Textfeld 22">
              <a:extLst>
                <a:ext uri="{FF2B5EF4-FFF2-40B4-BE49-F238E27FC236}">
                  <a16:creationId xmlns:a16="http://schemas.microsoft.com/office/drawing/2014/main" id="{5B8E5428-52B4-C46F-D508-1E4913EF4FF6}"/>
                </a:ext>
              </a:extLst>
            </p:cNvPr>
            <p:cNvSpPr txBox="1"/>
            <p:nvPr/>
          </p:nvSpPr>
          <p:spPr>
            <a:xfrm>
              <a:off x="859934" y="1682878"/>
              <a:ext cx="2543841" cy="307777"/>
            </a:xfrm>
            <a:prstGeom prst="rect">
              <a:avLst/>
            </a:prstGeom>
            <a:noFill/>
          </p:spPr>
          <p:txBody>
            <a:bodyPr wrap="square">
              <a:spAutoFit/>
            </a:bodyPr>
            <a:lstStyle/>
            <a:p>
              <a:r>
                <a:rPr lang="de-DE" sz="1400" b="1" spc="245" dirty="0">
                  <a:solidFill>
                    <a:srgbClr val="003366"/>
                  </a:solidFill>
                  <a:cs typeface="Calibri"/>
                </a:rPr>
                <a:t>Passives Investieren</a:t>
              </a:r>
              <a:endParaRPr lang="de-DE" sz="1400" b="1" dirty="0">
                <a:solidFill>
                  <a:srgbClr val="003366"/>
                </a:solidFill>
              </a:endParaRPr>
            </a:p>
          </p:txBody>
        </p:sp>
      </p:grpSp>
      <p:sp>
        <p:nvSpPr>
          <p:cNvPr id="24" name="object 25">
            <a:extLst>
              <a:ext uri="{FF2B5EF4-FFF2-40B4-BE49-F238E27FC236}">
                <a16:creationId xmlns:a16="http://schemas.microsoft.com/office/drawing/2014/main" id="{A5AD528F-9480-3736-8270-2D8C0AD02B38}"/>
              </a:ext>
            </a:extLst>
          </p:cNvPr>
          <p:cNvSpPr/>
          <p:nvPr/>
        </p:nvSpPr>
        <p:spPr>
          <a:xfrm>
            <a:off x="4087908" y="1506686"/>
            <a:ext cx="7762875" cy="0"/>
          </a:xfrm>
          <a:custGeom>
            <a:avLst/>
            <a:gdLst/>
            <a:ahLst/>
            <a:cxnLst/>
            <a:rect l="l" t="t" r="r" b="b"/>
            <a:pathLst>
              <a:path w="7762875">
                <a:moveTo>
                  <a:pt x="0" y="0"/>
                </a:moveTo>
                <a:lnTo>
                  <a:pt x="7762875" y="0"/>
                </a:lnTo>
              </a:path>
            </a:pathLst>
          </a:custGeom>
          <a:ln w="25400">
            <a:solidFill>
              <a:schemeClr val="bg2"/>
            </a:solidFill>
          </a:ln>
        </p:spPr>
        <p:txBody>
          <a:bodyPr wrap="square" lIns="0" tIns="0" rIns="0" bIns="0" rtlCol="0"/>
          <a:lstStyle/>
          <a:p>
            <a:endParaRPr/>
          </a:p>
        </p:txBody>
      </p:sp>
      <p:sp>
        <p:nvSpPr>
          <p:cNvPr id="25" name="Textfeld 24">
            <a:extLst>
              <a:ext uri="{FF2B5EF4-FFF2-40B4-BE49-F238E27FC236}">
                <a16:creationId xmlns:a16="http://schemas.microsoft.com/office/drawing/2014/main" id="{EF7584B2-EB9A-B244-75C5-D4EAB7F79160}"/>
              </a:ext>
            </a:extLst>
          </p:cNvPr>
          <p:cNvSpPr txBox="1"/>
          <p:nvPr/>
        </p:nvSpPr>
        <p:spPr>
          <a:xfrm>
            <a:off x="4011555" y="1568031"/>
            <a:ext cx="4343398" cy="276999"/>
          </a:xfrm>
          <a:prstGeom prst="rect">
            <a:avLst/>
          </a:prstGeom>
          <a:solidFill>
            <a:schemeClr val="bg1"/>
          </a:solidFill>
        </p:spPr>
        <p:txBody>
          <a:bodyPr wrap="square">
            <a:spAutoFit/>
          </a:bodyPr>
          <a:lstStyle/>
          <a:p>
            <a:r>
              <a:rPr lang="de-DE" sz="1200" b="1" dirty="0">
                <a:solidFill>
                  <a:schemeClr val="bg2"/>
                </a:solidFill>
              </a:rPr>
              <a:t>MSCI Europe Mid Cap ETF EUR</a:t>
            </a:r>
            <a:endParaRPr lang="de-DE" sz="1200" dirty="0">
              <a:solidFill>
                <a:schemeClr val="bg2"/>
              </a:solidFill>
            </a:endParaRPr>
          </a:p>
        </p:txBody>
      </p:sp>
      <p:sp>
        <p:nvSpPr>
          <p:cNvPr id="26" name="object 21">
            <a:extLst>
              <a:ext uri="{FF2B5EF4-FFF2-40B4-BE49-F238E27FC236}">
                <a16:creationId xmlns:a16="http://schemas.microsoft.com/office/drawing/2014/main" id="{1277753D-3041-71DC-A6CC-AFE694C0D437}"/>
              </a:ext>
            </a:extLst>
          </p:cNvPr>
          <p:cNvSpPr/>
          <p:nvPr/>
        </p:nvSpPr>
        <p:spPr>
          <a:xfrm>
            <a:off x="494379" y="2171629"/>
            <a:ext cx="340851" cy="289432"/>
          </a:xfrm>
          <a:custGeom>
            <a:avLst/>
            <a:gdLst/>
            <a:ahLst/>
            <a:cxnLst/>
            <a:rect l="l" t="t" r="r" b="b"/>
            <a:pathLst>
              <a:path w="408305" h="346710">
                <a:moveTo>
                  <a:pt x="21460" y="6176"/>
                </a:moveTo>
                <a:lnTo>
                  <a:pt x="0" y="6176"/>
                </a:lnTo>
                <a:lnTo>
                  <a:pt x="0" y="346143"/>
                </a:lnTo>
                <a:lnTo>
                  <a:pt x="407735" y="346143"/>
                </a:lnTo>
                <a:lnTo>
                  <a:pt x="407735" y="324787"/>
                </a:lnTo>
                <a:lnTo>
                  <a:pt x="21460" y="324787"/>
                </a:lnTo>
                <a:lnTo>
                  <a:pt x="21460" y="6176"/>
                </a:lnTo>
                <a:close/>
              </a:path>
              <a:path w="408305" h="346710">
                <a:moveTo>
                  <a:pt x="118030" y="234566"/>
                </a:moveTo>
                <a:lnTo>
                  <a:pt x="53650" y="274015"/>
                </a:lnTo>
                <a:lnTo>
                  <a:pt x="53650" y="324787"/>
                </a:lnTo>
                <a:lnTo>
                  <a:pt x="75105" y="324787"/>
                </a:lnTo>
                <a:lnTo>
                  <a:pt x="75105" y="283112"/>
                </a:lnTo>
                <a:lnTo>
                  <a:pt x="96565" y="269954"/>
                </a:lnTo>
                <a:lnTo>
                  <a:pt x="118030" y="269954"/>
                </a:lnTo>
                <a:lnTo>
                  <a:pt x="118030" y="234566"/>
                </a:lnTo>
                <a:close/>
              </a:path>
              <a:path w="408305" h="346710">
                <a:moveTo>
                  <a:pt x="118030" y="269954"/>
                </a:moveTo>
                <a:lnTo>
                  <a:pt x="96565" y="269954"/>
                </a:lnTo>
                <a:lnTo>
                  <a:pt x="96565" y="324787"/>
                </a:lnTo>
                <a:lnTo>
                  <a:pt x="118030" y="324787"/>
                </a:lnTo>
                <a:lnTo>
                  <a:pt x="118030" y="269954"/>
                </a:lnTo>
                <a:close/>
              </a:path>
              <a:path w="408305" h="346710">
                <a:moveTo>
                  <a:pt x="214595" y="175335"/>
                </a:moveTo>
                <a:lnTo>
                  <a:pt x="150220" y="214824"/>
                </a:lnTo>
                <a:lnTo>
                  <a:pt x="150220" y="324787"/>
                </a:lnTo>
                <a:lnTo>
                  <a:pt x="214595" y="324787"/>
                </a:lnTo>
                <a:lnTo>
                  <a:pt x="171680" y="324782"/>
                </a:lnTo>
                <a:lnTo>
                  <a:pt x="171680" y="223881"/>
                </a:lnTo>
                <a:lnTo>
                  <a:pt x="193135" y="210718"/>
                </a:lnTo>
                <a:lnTo>
                  <a:pt x="214595" y="210718"/>
                </a:lnTo>
                <a:lnTo>
                  <a:pt x="214595" y="175335"/>
                </a:lnTo>
                <a:close/>
              </a:path>
              <a:path w="408305" h="346710">
                <a:moveTo>
                  <a:pt x="311352" y="115989"/>
                </a:moveTo>
                <a:lnTo>
                  <a:pt x="246790" y="155588"/>
                </a:lnTo>
                <a:lnTo>
                  <a:pt x="246790" y="324787"/>
                </a:lnTo>
                <a:lnTo>
                  <a:pt x="268245" y="324787"/>
                </a:lnTo>
                <a:lnTo>
                  <a:pt x="268245" y="164655"/>
                </a:lnTo>
                <a:lnTo>
                  <a:pt x="289705" y="151623"/>
                </a:lnTo>
                <a:lnTo>
                  <a:pt x="311321" y="151623"/>
                </a:lnTo>
                <a:lnTo>
                  <a:pt x="311352" y="115989"/>
                </a:lnTo>
                <a:close/>
              </a:path>
              <a:path w="408305" h="346710">
                <a:moveTo>
                  <a:pt x="311321" y="151623"/>
                </a:moveTo>
                <a:lnTo>
                  <a:pt x="289705" y="151623"/>
                </a:lnTo>
                <a:lnTo>
                  <a:pt x="289705" y="324787"/>
                </a:lnTo>
                <a:lnTo>
                  <a:pt x="311170" y="324787"/>
                </a:lnTo>
                <a:lnTo>
                  <a:pt x="311321" y="151623"/>
                </a:lnTo>
                <a:close/>
              </a:path>
              <a:path w="408305" h="346710">
                <a:moveTo>
                  <a:pt x="214595" y="210718"/>
                </a:moveTo>
                <a:lnTo>
                  <a:pt x="193135" y="210718"/>
                </a:lnTo>
                <a:lnTo>
                  <a:pt x="193135" y="324782"/>
                </a:lnTo>
                <a:lnTo>
                  <a:pt x="214595" y="324782"/>
                </a:lnTo>
                <a:lnTo>
                  <a:pt x="214595" y="210718"/>
                </a:lnTo>
                <a:close/>
              </a:path>
              <a:path w="408305" h="346710">
                <a:moveTo>
                  <a:pt x="294976" y="0"/>
                </a:moveTo>
                <a:lnTo>
                  <a:pt x="272315" y="13992"/>
                </a:lnTo>
                <a:lnTo>
                  <a:pt x="307610" y="31914"/>
                </a:lnTo>
                <a:lnTo>
                  <a:pt x="171685" y="115908"/>
                </a:lnTo>
                <a:lnTo>
                  <a:pt x="171685" y="141164"/>
                </a:lnTo>
                <a:lnTo>
                  <a:pt x="319052" y="50194"/>
                </a:lnTo>
                <a:lnTo>
                  <a:pt x="342674" y="50194"/>
                </a:lnTo>
                <a:lnTo>
                  <a:pt x="343360" y="22440"/>
                </a:lnTo>
                <a:lnTo>
                  <a:pt x="294976" y="0"/>
                </a:lnTo>
                <a:close/>
              </a:path>
              <a:path w="408305" h="346710">
                <a:moveTo>
                  <a:pt x="342674" y="50194"/>
                </a:moveTo>
                <a:lnTo>
                  <a:pt x="319052" y="50194"/>
                </a:lnTo>
                <a:lnTo>
                  <a:pt x="319385" y="89532"/>
                </a:lnTo>
                <a:lnTo>
                  <a:pt x="342047" y="75545"/>
                </a:lnTo>
                <a:lnTo>
                  <a:pt x="342674" y="50194"/>
                </a:lnTo>
                <a:close/>
              </a:path>
            </a:pathLst>
          </a:custGeom>
          <a:solidFill>
            <a:srgbClr val="003366"/>
          </a:solidFill>
        </p:spPr>
        <p:txBody>
          <a:bodyPr wrap="square" lIns="0" tIns="0" rIns="0" bIns="0" rtlCol="0"/>
          <a:lstStyle/>
          <a:p>
            <a:endParaRPr/>
          </a:p>
        </p:txBody>
      </p:sp>
      <p:sp>
        <p:nvSpPr>
          <p:cNvPr id="27" name="Textfeld 26">
            <a:extLst>
              <a:ext uri="{FF2B5EF4-FFF2-40B4-BE49-F238E27FC236}">
                <a16:creationId xmlns:a16="http://schemas.microsoft.com/office/drawing/2014/main" id="{C48BE2CA-74A7-FD20-7F62-787EA0071B08}"/>
              </a:ext>
            </a:extLst>
          </p:cNvPr>
          <p:cNvSpPr txBox="1"/>
          <p:nvPr/>
        </p:nvSpPr>
        <p:spPr>
          <a:xfrm>
            <a:off x="934804" y="2177846"/>
            <a:ext cx="823892" cy="276999"/>
          </a:xfrm>
          <a:prstGeom prst="rect">
            <a:avLst/>
          </a:prstGeom>
          <a:noFill/>
        </p:spPr>
        <p:txBody>
          <a:bodyPr wrap="square">
            <a:spAutoFit/>
          </a:bodyPr>
          <a:lstStyle/>
          <a:p>
            <a:r>
              <a:rPr lang="de-DE" sz="1200" b="1" dirty="0">
                <a:solidFill>
                  <a:srgbClr val="003366"/>
                </a:solidFill>
              </a:rPr>
              <a:t>Vorteile</a:t>
            </a:r>
            <a:endParaRPr lang="de-DE" sz="1200" dirty="0">
              <a:solidFill>
                <a:srgbClr val="003366"/>
              </a:solidFill>
            </a:endParaRPr>
          </a:p>
        </p:txBody>
      </p:sp>
      <p:sp>
        <p:nvSpPr>
          <p:cNvPr id="28" name="Textfeld 27">
            <a:extLst>
              <a:ext uri="{FF2B5EF4-FFF2-40B4-BE49-F238E27FC236}">
                <a16:creationId xmlns:a16="http://schemas.microsoft.com/office/drawing/2014/main" id="{AC18E390-7CED-031E-3767-9D4B7880B27C}"/>
              </a:ext>
            </a:extLst>
          </p:cNvPr>
          <p:cNvSpPr txBox="1"/>
          <p:nvPr/>
        </p:nvSpPr>
        <p:spPr>
          <a:xfrm>
            <a:off x="934803" y="4558825"/>
            <a:ext cx="1524311" cy="461665"/>
          </a:xfrm>
          <a:prstGeom prst="rect">
            <a:avLst/>
          </a:prstGeom>
          <a:noFill/>
        </p:spPr>
        <p:txBody>
          <a:bodyPr wrap="square">
            <a:spAutoFit/>
          </a:bodyPr>
          <a:lstStyle/>
          <a:p>
            <a:r>
              <a:rPr lang="de-DE" sz="1200" b="1" dirty="0">
                <a:solidFill>
                  <a:srgbClr val="003366"/>
                </a:solidFill>
              </a:rPr>
              <a:t>Unsicherheiten und Risiken</a:t>
            </a:r>
            <a:endParaRPr lang="de-DE" sz="1200" dirty="0">
              <a:solidFill>
                <a:srgbClr val="003366"/>
              </a:solidFill>
            </a:endParaRPr>
          </a:p>
        </p:txBody>
      </p:sp>
      <p:grpSp>
        <p:nvGrpSpPr>
          <p:cNvPr id="29" name="Group 3">
            <a:extLst>
              <a:ext uri="{FF2B5EF4-FFF2-40B4-BE49-F238E27FC236}">
                <a16:creationId xmlns:a16="http://schemas.microsoft.com/office/drawing/2014/main" id="{ED129D96-6457-CEF1-B985-A3C54E140733}"/>
              </a:ext>
            </a:extLst>
          </p:cNvPr>
          <p:cNvGrpSpPr>
            <a:grpSpLocks noChangeAspect="1"/>
          </p:cNvGrpSpPr>
          <p:nvPr/>
        </p:nvGrpSpPr>
        <p:grpSpPr>
          <a:xfrm>
            <a:off x="484804" y="4597225"/>
            <a:ext cx="360000" cy="360000"/>
            <a:chOff x="4032009" y="2888999"/>
            <a:chExt cx="1080000" cy="1080000"/>
          </a:xfrm>
          <a:solidFill>
            <a:srgbClr val="003366"/>
          </a:solidFill>
        </p:grpSpPr>
        <p:sp>
          <p:nvSpPr>
            <p:cNvPr id="30" name="Frame 1">
              <a:extLst>
                <a:ext uri="{FF2B5EF4-FFF2-40B4-BE49-F238E27FC236}">
                  <a16:creationId xmlns:a16="http://schemas.microsoft.com/office/drawing/2014/main" id="{D2B526C9-CC53-C5C3-9F3B-D8717CB81E37}"/>
                </a:ext>
              </a:extLst>
            </p:cNvPr>
            <p:cNvSpPr>
              <a:spLocks noChangeAspect="1"/>
            </p:cNvSpPr>
            <p:nvPr/>
          </p:nvSpPr>
          <p:spPr>
            <a:xfrm>
              <a:off x="4032009" y="2888999"/>
              <a:ext cx="1080000" cy="1080000"/>
            </a:xfrm>
            <a:prstGeom prst="frame">
              <a:avLst>
                <a:gd name="adj1" fmla="val 0"/>
              </a:avLst>
            </a:prstGeom>
            <a:grp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31" name="Graphic 1">
              <a:extLst>
                <a:ext uri="{FF2B5EF4-FFF2-40B4-BE49-F238E27FC236}">
                  <a16:creationId xmlns:a16="http://schemas.microsoft.com/office/drawing/2014/main" id="{B7111A80-0A18-9246-3149-B1317C9844A9}"/>
                </a:ext>
              </a:extLst>
            </p:cNvPr>
            <p:cNvSpPr>
              <a:spLocks noChangeAspect="1"/>
            </p:cNvSpPr>
            <p:nvPr/>
          </p:nvSpPr>
          <p:spPr>
            <a:xfrm>
              <a:off x="4063636" y="2957710"/>
              <a:ext cx="1016746" cy="942578"/>
            </a:xfrm>
            <a:custGeom>
              <a:avLst/>
              <a:gdLst>
                <a:gd name="connsiteX0" fmla="*/ 1010132 w 1016746"/>
                <a:gd name="connsiteY0" fmla="*/ 865362 h 942578"/>
                <a:gd name="connsiteX1" fmla="*/ 990185 w 1016746"/>
                <a:gd name="connsiteY1" fmla="*/ 935974 h 942578"/>
                <a:gd name="connsiteX2" fmla="*/ 964853 w 1016746"/>
                <a:gd name="connsiteY2" fmla="*/ 942578 h 942578"/>
                <a:gd name="connsiteX3" fmla="*/ 878933 w 1016746"/>
                <a:gd name="connsiteY3" fmla="*/ 942578 h 942578"/>
                <a:gd name="connsiteX4" fmla="*/ 878933 w 1016746"/>
                <a:gd name="connsiteY4" fmla="*/ 922258 h 942578"/>
                <a:gd name="connsiteX5" fmla="*/ 964853 w 1016746"/>
                <a:gd name="connsiteY5" fmla="*/ 922258 h 942578"/>
                <a:gd name="connsiteX6" fmla="*/ 996403 w 1016746"/>
                <a:gd name="connsiteY6" fmla="*/ 890681 h 942578"/>
                <a:gd name="connsiteX7" fmla="*/ 992386 w 1016746"/>
                <a:gd name="connsiteY7" fmla="*/ 875285 h 942578"/>
                <a:gd name="connsiteX8" fmla="*/ 522791 w 1016746"/>
                <a:gd name="connsiteY8" fmla="*/ 36476 h 942578"/>
                <a:gd name="connsiteX9" fmla="*/ 479889 w 1016746"/>
                <a:gd name="connsiteY9" fmla="*/ 24321 h 942578"/>
                <a:gd name="connsiteX10" fmla="*/ 467385 w 1016746"/>
                <a:gd name="connsiteY10" fmla="*/ 37119 h 942578"/>
                <a:gd name="connsiteX11" fmla="*/ 24070 w 1016746"/>
                <a:gd name="connsiteY11" fmla="*/ 875963 h 942578"/>
                <a:gd name="connsiteX12" fmla="*/ 37253 w 1016746"/>
                <a:gd name="connsiteY12" fmla="*/ 918611 h 942578"/>
                <a:gd name="connsiteX13" fmla="*/ 51977 w 1016746"/>
                <a:gd name="connsiteY13" fmla="*/ 922258 h 942578"/>
                <a:gd name="connsiteX14" fmla="*/ 769137 w 1016746"/>
                <a:gd name="connsiteY14" fmla="*/ 922258 h 942578"/>
                <a:gd name="connsiteX15" fmla="*/ 769137 w 1016746"/>
                <a:gd name="connsiteY15" fmla="*/ 942578 h 942578"/>
                <a:gd name="connsiteX16" fmla="*/ 51875 w 1016746"/>
                <a:gd name="connsiteY16" fmla="*/ 942578 h 942578"/>
                <a:gd name="connsiteX17" fmla="*/ 0 w 1016746"/>
                <a:gd name="connsiteY17" fmla="*/ 890752 h 942578"/>
                <a:gd name="connsiteX18" fmla="*/ 6020 w 1016746"/>
                <a:gd name="connsiteY18" fmla="*/ 866480 h 942578"/>
                <a:gd name="connsiteX19" fmla="*/ 449402 w 1016746"/>
                <a:gd name="connsiteY19" fmla="*/ 27636 h 942578"/>
                <a:gd name="connsiteX20" fmla="*/ 494817 w 1016746"/>
                <a:gd name="connsiteY20" fmla="*/ 1 h 942578"/>
                <a:gd name="connsiteX21" fmla="*/ 495461 w 1016746"/>
                <a:gd name="connsiteY21" fmla="*/ 1 h 942578"/>
                <a:gd name="connsiteX22" fmla="*/ 540707 w 1016746"/>
                <a:gd name="connsiteY22" fmla="*/ 26519 h 942578"/>
                <a:gd name="connsiteX23" fmla="*/ 459765 w 1016746"/>
                <a:gd name="connsiteY23" fmla="*/ 626365 h 942578"/>
                <a:gd name="connsiteX24" fmla="*/ 444356 w 1016746"/>
                <a:gd name="connsiteY24" fmla="*/ 300195 h 942578"/>
                <a:gd name="connsiteX25" fmla="*/ 447167 w 1016746"/>
                <a:gd name="connsiteY25" fmla="*/ 292711 h 942578"/>
                <a:gd name="connsiteX26" fmla="*/ 454516 w 1016746"/>
                <a:gd name="connsiteY26" fmla="*/ 289561 h 942578"/>
                <a:gd name="connsiteX27" fmla="*/ 559503 w 1016746"/>
                <a:gd name="connsiteY27" fmla="*/ 289561 h 942578"/>
                <a:gd name="connsiteX28" fmla="*/ 566852 w 1016746"/>
                <a:gd name="connsiteY28" fmla="*/ 292711 h 942578"/>
                <a:gd name="connsiteX29" fmla="*/ 569663 w 1016746"/>
                <a:gd name="connsiteY29" fmla="*/ 300195 h 942578"/>
                <a:gd name="connsiteX30" fmla="*/ 554253 w 1016746"/>
                <a:gd name="connsiteY30" fmla="*/ 626365 h 942578"/>
                <a:gd name="connsiteX31" fmla="*/ 544093 w 1016746"/>
                <a:gd name="connsiteY31" fmla="*/ 636051 h 942578"/>
                <a:gd name="connsiteX32" fmla="*/ 469925 w 1016746"/>
                <a:gd name="connsiteY32" fmla="*/ 636051 h 942578"/>
                <a:gd name="connsiteX33" fmla="*/ 459765 w 1016746"/>
                <a:gd name="connsiteY33" fmla="*/ 626365 h 942578"/>
                <a:gd name="connsiteX34" fmla="*/ 465150 w 1016746"/>
                <a:gd name="connsiteY34" fmla="*/ 309881 h 942578"/>
                <a:gd name="connsiteX35" fmla="*/ 479577 w 1016746"/>
                <a:gd name="connsiteY35" fmla="*/ 615731 h 942578"/>
                <a:gd name="connsiteX36" fmla="*/ 534373 w 1016746"/>
                <a:gd name="connsiteY36" fmla="*/ 615731 h 942578"/>
                <a:gd name="connsiteX37" fmla="*/ 548801 w 1016746"/>
                <a:gd name="connsiteY37" fmla="*/ 309881 h 942578"/>
                <a:gd name="connsiteX38" fmla="*/ 444356 w 1016746"/>
                <a:gd name="connsiteY38" fmla="*/ 759834 h 942578"/>
                <a:gd name="connsiteX39" fmla="*/ 508364 w 1016746"/>
                <a:gd name="connsiteY39" fmla="*/ 695826 h 942578"/>
                <a:gd name="connsiteX40" fmla="*/ 572372 w 1016746"/>
                <a:gd name="connsiteY40" fmla="*/ 759834 h 942578"/>
                <a:gd name="connsiteX41" fmla="*/ 508364 w 1016746"/>
                <a:gd name="connsiteY41" fmla="*/ 823842 h 942578"/>
                <a:gd name="connsiteX42" fmla="*/ 444356 w 1016746"/>
                <a:gd name="connsiteY42" fmla="*/ 759834 h 942578"/>
                <a:gd name="connsiteX43" fmla="*/ 464676 w 1016746"/>
                <a:gd name="connsiteY43" fmla="*/ 759834 h 942578"/>
                <a:gd name="connsiteX44" fmla="*/ 508364 w 1016746"/>
                <a:gd name="connsiteY44" fmla="*/ 803522 h 942578"/>
                <a:gd name="connsiteX45" fmla="*/ 552052 w 1016746"/>
                <a:gd name="connsiteY45" fmla="*/ 759834 h 942578"/>
                <a:gd name="connsiteX46" fmla="*/ 508364 w 1016746"/>
                <a:gd name="connsiteY46" fmla="*/ 716146 h 942578"/>
                <a:gd name="connsiteX47" fmla="*/ 464676 w 1016746"/>
                <a:gd name="connsiteY47" fmla="*/ 759834 h 94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16746" h="942578">
                  <a:moveTo>
                    <a:pt x="1010132" y="865362"/>
                  </a:moveTo>
                  <a:cubicBezTo>
                    <a:pt x="1024123" y="890369"/>
                    <a:pt x="1015192" y="921984"/>
                    <a:pt x="990185" y="935974"/>
                  </a:cubicBezTo>
                  <a:cubicBezTo>
                    <a:pt x="982443" y="940306"/>
                    <a:pt x="973722" y="942578"/>
                    <a:pt x="964853" y="942578"/>
                  </a:cubicBezTo>
                  <a:lnTo>
                    <a:pt x="878933" y="942578"/>
                  </a:lnTo>
                  <a:lnTo>
                    <a:pt x="878933" y="922258"/>
                  </a:lnTo>
                  <a:lnTo>
                    <a:pt x="964853" y="922258"/>
                  </a:lnTo>
                  <a:cubicBezTo>
                    <a:pt x="982284" y="922252"/>
                    <a:pt x="996410" y="908112"/>
                    <a:pt x="996403" y="890681"/>
                  </a:cubicBezTo>
                  <a:cubicBezTo>
                    <a:pt x="996399" y="885289"/>
                    <a:pt x="995018" y="879989"/>
                    <a:pt x="992386" y="875285"/>
                  </a:cubicBezTo>
                  <a:lnTo>
                    <a:pt x="522791" y="36476"/>
                  </a:lnTo>
                  <a:cubicBezTo>
                    <a:pt x="514301" y="21272"/>
                    <a:pt x="495091" y="15830"/>
                    <a:pt x="479889" y="24321"/>
                  </a:cubicBezTo>
                  <a:cubicBezTo>
                    <a:pt x="474572" y="27290"/>
                    <a:pt x="470230" y="31735"/>
                    <a:pt x="467385" y="37119"/>
                  </a:cubicBezTo>
                  <a:lnTo>
                    <a:pt x="24070" y="875963"/>
                  </a:lnTo>
                  <a:cubicBezTo>
                    <a:pt x="15934" y="891379"/>
                    <a:pt x="21836" y="910473"/>
                    <a:pt x="37253" y="918611"/>
                  </a:cubicBezTo>
                  <a:cubicBezTo>
                    <a:pt x="41792" y="921005"/>
                    <a:pt x="46845" y="922258"/>
                    <a:pt x="51977" y="922258"/>
                  </a:cubicBezTo>
                  <a:lnTo>
                    <a:pt x="769137" y="922258"/>
                  </a:lnTo>
                  <a:lnTo>
                    <a:pt x="769137" y="942578"/>
                  </a:lnTo>
                  <a:lnTo>
                    <a:pt x="51875" y="942578"/>
                  </a:lnTo>
                  <a:cubicBezTo>
                    <a:pt x="23239" y="942592"/>
                    <a:pt x="14" y="919390"/>
                    <a:pt x="0" y="890752"/>
                  </a:cubicBezTo>
                  <a:cubicBezTo>
                    <a:pt x="-4" y="882292"/>
                    <a:pt x="2063" y="873958"/>
                    <a:pt x="6020" y="866480"/>
                  </a:cubicBezTo>
                  <a:lnTo>
                    <a:pt x="449402" y="27636"/>
                  </a:lnTo>
                  <a:cubicBezTo>
                    <a:pt x="458204" y="10678"/>
                    <a:pt x="475710" y="25"/>
                    <a:pt x="494817" y="1"/>
                  </a:cubicBezTo>
                  <a:lnTo>
                    <a:pt x="495461" y="1"/>
                  </a:lnTo>
                  <a:cubicBezTo>
                    <a:pt x="514267" y="-132"/>
                    <a:pt x="531634" y="10046"/>
                    <a:pt x="540707" y="26519"/>
                  </a:cubicBezTo>
                  <a:close/>
                  <a:moveTo>
                    <a:pt x="459765" y="626365"/>
                  </a:moveTo>
                  <a:lnTo>
                    <a:pt x="444356" y="300195"/>
                  </a:lnTo>
                  <a:cubicBezTo>
                    <a:pt x="444231" y="297421"/>
                    <a:pt x="445247" y="294717"/>
                    <a:pt x="447167" y="292711"/>
                  </a:cubicBezTo>
                  <a:cubicBezTo>
                    <a:pt x="449084" y="290701"/>
                    <a:pt x="451739" y="289563"/>
                    <a:pt x="454516" y="289561"/>
                  </a:cubicBezTo>
                  <a:lnTo>
                    <a:pt x="559503" y="289561"/>
                  </a:lnTo>
                  <a:cubicBezTo>
                    <a:pt x="562280" y="289563"/>
                    <a:pt x="564935" y="290701"/>
                    <a:pt x="566852" y="292711"/>
                  </a:cubicBezTo>
                  <a:cubicBezTo>
                    <a:pt x="568772" y="294717"/>
                    <a:pt x="569788" y="297421"/>
                    <a:pt x="569663" y="300195"/>
                  </a:cubicBezTo>
                  <a:lnTo>
                    <a:pt x="554253" y="626365"/>
                  </a:lnTo>
                  <a:cubicBezTo>
                    <a:pt x="553999" y="631791"/>
                    <a:pt x="549525" y="636058"/>
                    <a:pt x="544093" y="636051"/>
                  </a:cubicBezTo>
                  <a:lnTo>
                    <a:pt x="469925" y="636051"/>
                  </a:lnTo>
                  <a:cubicBezTo>
                    <a:pt x="464493" y="636058"/>
                    <a:pt x="460019" y="631791"/>
                    <a:pt x="459765" y="626365"/>
                  </a:cubicBezTo>
                  <a:close/>
                  <a:moveTo>
                    <a:pt x="465150" y="309881"/>
                  </a:moveTo>
                  <a:lnTo>
                    <a:pt x="479577" y="615731"/>
                  </a:lnTo>
                  <a:lnTo>
                    <a:pt x="534373" y="615731"/>
                  </a:lnTo>
                  <a:lnTo>
                    <a:pt x="548801" y="309881"/>
                  </a:lnTo>
                  <a:close/>
                  <a:moveTo>
                    <a:pt x="444356" y="759834"/>
                  </a:moveTo>
                  <a:cubicBezTo>
                    <a:pt x="444356" y="724484"/>
                    <a:pt x="473014" y="695826"/>
                    <a:pt x="508364" y="695826"/>
                  </a:cubicBezTo>
                  <a:cubicBezTo>
                    <a:pt x="543714" y="695826"/>
                    <a:pt x="572372" y="724484"/>
                    <a:pt x="572372" y="759834"/>
                  </a:cubicBezTo>
                  <a:cubicBezTo>
                    <a:pt x="572372" y="795184"/>
                    <a:pt x="543714" y="823842"/>
                    <a:pt x="508364" y="823842"/>
                  </a:cubicBezTo>
                  <a:cubicBezTo>
                    <a:pt x="473027" y="823805"/>
                    <a:pt x="444393" y="795170"/>
                    <a:pt x="444356" y="759834"/>
                  </a:cubicBezTo>
                  <a:close/>
                  <a:moveTo>
                    <a:pt x="464676" y="759834"/>
                  </a:moveTo>
                  <a:cubicBezTo>
                    <a:pt x="464676" y="783960"/>
                    <a:pt x="484237" y="803522"/>
                    <a:pt x="508364" y="803522"/>
                  </a:cubicBezTo>
                  <a:cubicBezTo>
                    <a:pt x="532490" y="803522"/>
                    <a:pt x="552052" y="783960"/>
                    <a:pt x="552052" y="759834"/>
                  </a:cubicBezTo>
                  <a:cubicBezTo>
                    <a:pt x="552052" y="735707"/>
                    <a:pt x="532490" y="716146"/>
                    <a:pt x="508364" y="716146"/>
                  </a:cubicBezTo>
                  <a:cubicBezTo>
                    <a:pt x="484251" y="716183"/>
                    <a:pt x="464713" y="735721"/>
                    <a:pt x="464676" y="759834"/>
                  </a:cubicBezTo>
                  <a:close/>
                </a:path>
              </a:pathLst>
            </a:custGeom>
            <a:grpFill/>
            <a:ln w="3365" cap="flat">
              <a:noFill/>
              <a:prstDash val="solid"/>
              <a:miter/>
            </a:ln>
          </p:spPr>
          <p:txBody>
            <a:bodyPr rtlCol="0" anchor="ctr"/>
            <a:lstStyle/>
            <a:p>
              <a:endParaRPr lang="de-DE" dirty="0"/>
            </a:p>
          </p:txBody>
        </p:sp>
      </p:grpSp>
      <p:sp>
        <p:nvSpPr>
          <p:cNvPr id="32" name="Textfeld 31">
            <a:extLst>
              <a:ext uri="{FF2B5EF4-FFF2-40B4-BE49-F238E27FC236}">
                <a16:creationId xmlns:a16="http://schemas.microsoft.com/office/drawing/2014/main" id="{27C019DE-3AB4-08F2-71A8-D58AB3E2924F}"/>
              </a:ext>
            </a:extLst>
          </p:cNvPr>
          <p:cNvSpPr txBox="1"/>
          <p:nvPr/>
        </p:nvSpPr>
        <p:spPr>
          <a:xfrm>
            <a:off x="394804" y="2521468"/>
            <a:ext cx="3116314" cy="1477328"/>
          </a:xfrm>
          <a:prstGeom prst="rect">
            <a:avLst/>
          </a:prstGeom>
          <a:noFill/>
        </p:spPr>
        <p:txBody>
          <a:bodyPr wrap="square">
            <a:spAutoFit/>
          </a:bodyPr>
          <a:lstStyle/>
          <a:p>
            <a:r>
              <a:rPr lang="de-DE" sz="1000" b="1" i="0" dirty="0">
                <a:solidFill>
                  <a:srgbClr val="003366"/>
                </a:solidFill>
                <a:effectLst/>
              </a:rPr>
              <a:t>Gebühren: </a:t>
            </a:r>
            <a:r>
              <a:rPr lang="de-DE" sz="1000" i="0" dirty="0">
                <a:solidFill>
                  <a:srgbClr val="003366"/>
                </a:solidFill>
                <a:effectLst/>
              </a:rPr>
              <a:t>ETFs verlangen deutlich niedrigere Gebühren als aktiv verwaltete Fonds</a:t>
            </a:r>
          </a:p>
          <a:p>
            <a:r>
              <a:rPr lang="de-DE" sz="1000" b="1" i="0" dirty="0">
                <a:solidFill>
                  <a:srgbClr val="003366"/>
                </a:solidFill>
                <a:effectLst/>
              </a:rPr>
              <a:t>Transparenz: </a:t>
            </a:r>
            <a:r>
              <a:rPr lang="de-DE" sz="1000" i="0" dirty="0">
                <a:solidFill>
                  <a:srgbClr val="003366"/>
                </a:solidFill>
                <a:effectLst/>
              </a:rPr>
              <a:t>Die kompletten Aktienbestände eines ETFs sind jederzeit einsehbar</a:t>
            </a:r>
          </a:p>
          <a:p>
            <a:r>
              <a:rPr lang="de-DE" sz="1000" b="1" i="0" dirty="0">
                <a:solidFill>
                  <a:srgbClr val="003366"/>
                </a:solidFill>
                <a:effectLst/>
              </a:rPr>
              <a:t>Liquider Handel: </a:t>
            </a:r>
            <a:r>
              <a:rPr lang="de-DE" sz="1000" i="0" dirty="0">
                <a:solidFill>
                  <a:srgbClr val="003366"/>
                </a:solidFill>
                <a:effectLst/>
              </a:rPr>
              <a:t>ETFs können zu jederzeit innerhalb der üblichen Handelszeiten an den Börsen verkauft werden</a:t>
            </a:r>
          </a:p>
          <a:p>
            <a:r>
              <a:rPr lang="de-DE" sz="1000" b="1" i="0" dirty="0">
                <a:solidFill>
                  <a:srgbClr val="003366"/>
                </a:solidFill>
                <a:effectLst/>
              </a:rPr>
              <a:t>Breitere Streuung: </a:t>
            </a:r>
            <a:r>
              <a:rPr lang="de-DE" sz="1000" i="0" dirty="0">
                <a:solidFill>
                  <a:srgbClr val="003366"/>
                </a:solidFill>
                <a:effectLst/>
              </a:rPr>
              <a:t>Die meisten ETFs halten deutlich mehr Aktien als aktive Fonds</a:t>
            </a:r>
            <a:endParaRPr lang="de-DE" sz="1000" dirty="0">
              <a:solidFill>
                <a:srgbClr val="003366"/>
              </a:solidFill>
            </a:endParaRPr>
          </a:p>
        </p:txBody>
      </p:sp>
      <p:sp>
        <p:nvSpPr>
          <p:cNvPr id="33" name="Textfeld 32">
            <a:extLst>
              <a:ext uri="{FF2B5EF4-FFF2-40B4-BE49-F238E27FC236}">
                <a16:creationId xmlns:a16="http://schemas.microsoft.com/office/drawing/2014/main" id="{1FA15469-6C43-6ECC-FBA5-5E65D1FCF598}"/>
              </a:ext>
            </a:extLst>
          </p:cNvPr>
          <p:cNvSpPr txBox="1"/>
          <p:nvPr/>
        </p:nvSpPr>
        <p:spPr>
          <a:xfrm>
            <a:off x="394804" y="5018289"/>
            <a:ext cx="3353708" cy="400110"/>
          </a:xfrm>
          <a:prstGeom prst="rect">
            <a:avLst/>
          </a:prstGeom>
          <a:noFill/>
        </p:spPr>
        <p:txBody>
          <a:bodyPr wrap="square">
            <a:spAutoFit/>
          </a:bodyPr>
          <a:lstStyle/>
          <a:p>
            <a:r>
              <a:rPr lang="de-DE" sz="1000" b="1" dirty="0">
                <a:solidFill>
                  <a:srgbClr val="003366"/>
                </a:solidFill>
              </a:rPr>
              <a:t>Keine Überrendite: </a:t>
            </a:r>
            <a:r>
              <a:rPr lang="de-DE" sz="1000" dirty="0">
                <a:solidFill>
                  <a:srgbClr val="003366"/>
                </a:solidFill>
              </a:rPr>
              <a:t>ETFs zielen nicht darauf ab, einen bestimmten Index zu überflügeln</a:t>
            </a:r>
          </a:p>
        </p:txBody>
      </p:sp>
      <p:grpSp>
        <p:nvGrpSpPr>
          <p:cNvPr id="37" name="Group 28">
            <a:extLst>
              <a:ext uri="{FF2B5EF4-FFF2-40B4-BE49-F238E27FC236}">
                <a16:creationId xmlns:a16="http://schemas.microsoft.com/office/drawing/2014/main" id="{32C665E6-B676-2B63-5DA8-DDEFF6449448}"/>
              </a:ext>
            </a:extLst>
          </p:cNvPr>
          <p:cNvGrpSpPr/>
          <p:nvPr>
            <p:custDataLst>
              <p:tags r:id="rId2"/>
            </p:custDataLst>
          </p:nvPr>
        </p:nvGrpSpPr>
        <p:grpSpPr>
          <a:xfrm>
            <a:off x="8993976" y="6216041"/>
            <a:ext cx="3120550" cy="264642"/>
            <a:chOff x="5241837" y="6021631"/>
            <a:chExt cx="3120550" cy="264642"/>
          </a:xfrm>
        </p:grpSpPr>
        <p:sp>
          <p:nvSpPr>
            <p:cNvPr id="38" name="TextBox 23">
              <a:extLst>
                <a:ext uri="{FF2B5EF4-FFF2-40B4-BE49-F238E27FC236}">
                  <a16:creationId xmlns:a16="http://schemas.microsoft.com/office/drawing/2014/main" id="{37C2732D-A13C-C1E1-1A80-F3553D8D2881}"/>
                </a:ext>
              </a:extLst>
            </p:cNvPr>
            <p:cNvSpPr txBox="1"/>
            <p:nvPr/>
          </p:nvSpPr>
          <p:spPr>
            <a:xfrm>
              <a:off x="5357571" y="6028904"/>
              <a:ext cx="3004816" cy="257369"/>
            </a:xfrm>
            <a:prstGeom prst="rect">
              <a:avLst/>
            </a:prstGeom>
            <a:noFill/>
          </p:spPr>
          <p:txBody>
            <a:bodyPr wrap="square" lIns="36000" tIns="36000" rIns="36000" bIns="36000" rtlCol="0">
              <a:spAutoFit/>
            </a:bodyPr>
            <a:lstStyle/>
            <a:p>
              <a:pPr algn="ctr"/>
              <a:r>
                <a:rPr lang="de-DE" sz="1200" dirty="0">
                  <a:solidFill>
                    <a:schemeClr val="accent2"/>
                  </a:solidFill>
                  <a:latin typeface="Segoe Print" panose="02000600000000000000" pitchFamily="2" charset="0"/>
                </a:rPr>
                <a:t>Deep </a:t>
              </a:r>
              <a:r>
                <a:rPr lang="de-DE" sz="1200" dirty="0" err="1">
                  <a:solidFill>
                    <a:schemeClr val="accent2"/>
                  </a:solidFill>
                  <a:latin typeface="Segoe Print" panose="02000600000000000000" pitchFamily="2" charset="0"/>
                </a:rPr>
                <a:t>dive</a:t>
              </a:r>
              <a:r>
                <a:rPr lang="de-DE" sz="1200" dirty="0">
                  <a:solidFill>
                    <a:schemeClr val="accent2"/>
                  </a:solidFill>
                  <a:latin typeface="Segoe Print" panose="02000600000000000000" pitchFamily="2" charset="0"/>
                </a:rPr>
                <a:t> auf der folgenden Folie</a:t>
              </a:r>
            </a:p>
          </p:txBody>
        </p:sp>
        <p:sp>
          <p:nvSpPr>
            <p:cNvPr id="39" name="RedArrow2">
              <a:extLst>
                <a:ext uri="{FF2B5EF4-FFF2-40B4-BE49-F238E27FC236}">
                  <a16:creationId xmlns:a16="http://schemas.microsoft.com/office/drawing/2014/main" id="{001F37BC-285A-B490-728F-F310FAAC7D39}"/>
                </a:ext>
              </a:extLst>
            </p:cNvPr>
            <p:cNvSpPr>
              <a:spLocks noEditPoints="1"/>
            </p:cNvSpPr>
            <p:nvPr/>
          </p:nvSpPr>
          <p:spPr bwMode="auto">
            <a:xfrm>
              <a:off x="5241837" y="6021631"/>
              <a:ext cx="276247" cy="206055"/>
            </a:xfrm>
            <a:custGeom>
              <a:avLst/>
              <a:gdLst>
                <a:gd name="T0" fmla="*/ 1689 w 1696"/>
                <a:gd name="T1" fmla="*/ 1347 h 1856"/>
                <a:gd name="T2" fmla="*/ 1548 w 1696"/>
                <a:gd name="T3" fmla="*/ 1246 h 1856"/>
                <a:gd name="T4" fmla="*/ 1306 w 1696"/>
                <a:gd name="T5" fmla="*/ 1081 h 1856"/>
                <a:gd name="T6" fmla="*/ 1337 w 1696"/>
                <a:gd name="T7" fmla="*/ 1113 h 1856"/>
                <a:gd name="T8" fmla="*/ 1399 w 1696"/>
                <a:gd name="T9" fmla="*/ 1183 h 1856"/>
                <a:gd name="T10" fmla="*/ 1431 w 1696"/>
                <a:gd name="T11" fmla="*/ 1253 h 1856"/>
                <a:gd name="T12" fmla="*/ 1509 w 1696"/>
                <a:gd name="T13" fmla="*/ 1441 h 1856"/>
                <a:gd name="T14" fmla="*/ 1399 w 1696"/>
                <a:gd name="T15" fmla="*/ 1645 h 1856"/>
                <a:gd name="T16" fmla="*/ 1399 w 1696"/>
                <a:gd name="T17" fmla="*/ 1731 h 1856"/>
                <a:gd name="T18" fmla="*/ 1485 w 1696"/>
                <a:gd name="T19" fmla="*/ 1622 h 1856"/>
                <a:gd name="T20" fmla="*/ 1626 w 1696"/>
                <a:gd name="T21" fmla="*/ 1410 h 1856"/>
                <a:gd name="T22" fmla="*/ 1665 w 1696"/>
                <a:gd name="T23" fmla="*/ 1394 h 1856"/>
                <a:gd name="T24" fmla="*/ 1407 w 1696"/>
                <a:gd name="T25" fmla="*/ 1731 h 1856"/>
                <a:gd name="T26" fmla="*/ 1665 w 1696"/>
                <a:gd name="T27" fmla="*/ 1340 h 1856"/>
                <a:gd name="T28" fmla="*/ 1642 w 1696"/>
                <a:gd name="T29" fmla="*/ 1324 h 1856"/>
                <a:gd name="T30" fmla="*/ 1626 w 1696"/>
                <a:gd name="T31" fmla="*/ 1347 h 1856"/>
                <a:gd name="T32" fmla="*/ 1681 w 1696"/>
                <a:gd name="T33" fmla="*/ 1347 h 1856"/>
                <a:gd name="T34" fmla="*/ 1579 w 1696"/>
                <a:gd name="T35" fmla="*/ 1488 h 1856"/>
                <a:gd name="T36" fmla="*/ 1603 w 1696"/>
                <a:gd name="T37" fmla="*/ 1473 h 1856"/>
                <a:gd name="T38" fmla="*/ 1282 w 1696"/>
                <a:gd name="T39" fmla="*/ 1050 h 1856"/>
                <a:gd name="T40" fmla="*/ 1329 w 1696"/>
                <a:gd name="T41" fmla="*/ 1066 h 1856"/>
                <a:gd name="T42" fmla="*/ 1345 w 1696"/>
                <a:gd name="T43" fmla="*/ 1081 h 1856"/>
                <a:gd name="T44" fmla="*/ 1392 w 1696"/>
                <a:gd name="T45" fmla="*/ 1128 h 1856"/>
                <a:gd name="T46" fmla="*/ 1462 w 1696"/>
                <a:gd name="T47" fmla="*/ 1520 h 1856"/>
                <a:gd name="T48" fmla="*/ 1454 w 1696"/>
                <a:gd name="T49" fmla="*/ 1535 h 1856"/>
                <a:gd name="T50" fmla="*/ 1446 w 1696"/>
                <a:gd name="T51" fmla="*/ 1551 h 1856"/>
                <a:gd name="T52" fmla="*/ 1360 w 1696"/>
                <a:gd name="T53" fmla="*/ 1833 h 1856"/>
                <a:gd name="T54" fmla="*/ 1556 w 1696"/>
                <a:gd name="T55" fmla="*/ 1512 h 1856"/>
                <a:gd name="T56" fmla="*/ 1321 w 1696"/>
                <a:gd name="T57" fmla="*/ 1113 h 1856"/>
                <a:gd name="T58" fmla="*/ 1337 w 1696"/>
                <a:gd name="T59" fmla="*/ 1159 h 1856"/>
                <a:gd name="T60" fmla="*/ 1493 w 1696"/>
                <a:gd name="T61" fmla="*/ 1457 h 1856"/>
                <a:gd name="T62" fmla="*/ 540 w 1696"/>
                <a:gd name="T63" fmla="*/ 1332 h 1856"/>
                <a:gd name="T64" fmla="*/ 751 w 1696"/>
                <a:gd name="T65" fmla="*/ 1394 h 1856"/>
                <a:gd name="T66" fmla="*/ 188 w 1696"/>
                <a:gd name="T67" fmla="*/ 1026 h 1856"/>
                <a:gd name="T68" fmla="*/ 548 w 1696"/>
                <a:gd name="T69" fmla="*/ 1347 h 1856"/>
                <a:gd name="T70" fmla="*/ 774 w 1696"/>
                <a:gd name="T71" fmla="*/ 1379 h 1856"/>
                <a:gd name="T72" fmla="*/ 71 w 1696"/>
                <a:gd name="T73" fmla="*/ 94 h 1856"/>
                <a:gd name="T74" fmla="*/ 673 w 1696"/>
                <a:gd name="T75" fmla="*/ 1465 h 1856"/>
                <a:gd name="T76" fmla="*/ 71 w 1696"/>
                <a:gd name="T77" fmla="*/ 235 h 1856"/>
                <a:gd name="T78" fmla="*/ 383 w 1696"/>
                <a:gd name="T79" fmla="*/ 1293 h 1856"/>
                <a:gd name="T80" fmla="*/ 1423 w 1696"/>
                <a:gd name="T81" fmla="*/ 1379 h 1856"/>
                <a:gd name="T82" fmla="*/ 1063 w 1696"/>
                <a:gd name="T83" fmla="*/ 1402 h 1856"/>
                <a:gd name="T84" fmla="*/ 594 w 1696"/>
                <a:gd name="T85" fmla="*/ 1379 h 1856"/>
                <a:gd name="T86" fmla="*/ 485 w 1696"/>
                <a:gd name="T87" fmla="*/ 1324 h 1856"/>
                <a:gd name="T88" fmla="*/ 188 w 1696"/>
                <a:gd name="T89" fmla="*/ 1042 h 1856"/>
                <a:gd name="T90" fmla="*/ 94 w 1696"/>
                <a:gd name="T91" fmla="*/ 502 h 1856"/>
                <a:gd name="T92" fmla="*/ 55 w 1696"/>
                <a:gd name="T93" fmla="*/ 79 h 1856"/>
                <a:gd name="T94" fmla="*/ 40 w 1696"/>
                <a:gd name="T95" fmla="*/ 87 h 1856"/>
                <a:gd name="T96" fmla="*/ 24 w 1696"/>
                <a:gd name="T97" fmla="*/ 141 h 1856"/>
                <a:gd name="T98" fmla="*/ 16 w 1696"/>
                <a:gd name="T99" fmla="*/ 431 h 1856"/>
                <a:gd name="T100" fmla="*/ 47 w 1696"/>
                <a:gd name="T101" fmla="*/ 901 h 1856"/>
                <a:gd name="T102" fmla="*/ 446 w 1696"/>
                <a:gd name="T103" fmla="*/ 1410 h 1856"/>
                <a:gd name="T104" fmla="*/ 1032 w 1696"/>
                <a:gd name="T105" fmla="*/ 1465 h 1856"/>
                <a:gd name="T106" fmla="*/ 16 w 1696"/>
                <a:gd name="T107" fmla="*/ 650 h 1856"/>
                <a:gd name="T108" fmla="*/ 157 w 1696"/>
                <a:gd name="T109" fmla="*/ 1120 h 1856"/>
                <a:gd name="T110" fmla="*/ 321 w 1696"/>
                <a:gd name="T111" fmla="*/ 1246 h 1856"/>
                <a:gd name="T112" fmla="*/ 1009 w 1696"/>
                <a:gd name="T113" fmla="*/ 1465 h 1856"/>
                <a:gd name="T114" fmla="*/ 360 w 1696"/>
                <a:gd name="T115" fmla="*/ 1277 h 1856"/>
                <a:gd name="T116" fmla="*/ 1024 w 1696"/>
                <a:gd name="T117" fmla="*/ 1394 h 1856"/>
                <a:gd name="T118" fmla="*/ 24 w 1696"/>
                <a:gd name="T119" fmla="*/ 87 h 1856"/>
                <a:gd name="T120" fmla="*/ 610 w 1696"/>
                <a:gd name="T121" fmla="*/ 1457 h 1856"/>
                <a:gd name="T122" fmla="*/ 110 w 1696"/>
                <a:gd name="T123" fmla="*/ 1097 h 1856"/>
                <a:gd name="T124" fmla="*/ 40 w 1696"/>
                <a:gd name="T125" fmla="*/ 901 h 1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96" h="1856">
                  <a:moveTo>
                    <a:pt x="1493" y="1645"/>
                  </a:moveTo>
                  <a:cubicBezTo>
                    <a:pt x="1485" y="1645"/>
                    <a:pt x="1485" y="1645"/>
                    <a:pt x="1485" y="1645"/>
                  </a:cubicBezTo>
                  <a:cubicBezTo>
                    <a:pt x="1485" y="1645"/>
                    <a:pt x="1485" y="1645"/>
                    <a:pt x="1493" y="1653"/>
                  </a:cubicBezTo>
                  <a:cubicBezTo>
                    <a:pt x="1493" y="1645"/>
                    <a:pt x="1493" y="1645"/>
                    <a:pt x="1493" y="1645"/>
                  </a:cubicBezTo>
                  <a:close/>
                  <a:moveTo>
                    <a:pt x="1493" y="1653"/>
                  </a:moveTo>
                  <a:cubicBezTo>
                    <a:pt x="1501" y="1653"/>
                    <a:pt x="1501" y="1653"/>
                    <a:pt x="1501" y="1653"/>
                  </a:cubicBezTo>
                  <a:cubicBezTo>
                    <a:pt x="1501" y="1653"/>
                    <a:pt x="1501" y="1653"/>
                    <a:pt x="1493" y="1653"/>
                  </a:cubicBezTo>
                  <a:close/>
                  <a:moveTo>
                    <a:pt x="1462" y="1144"/>
                  </a:moveTo>
                  <a:cubicBezTo>
                    <a:pt x="1462" y="1144"/>
                    <a:pt x="1462" y="1144"/>
                    <a:pt x="1454" y="1136"/>
                  </a:cubicBezTo>
                  <a:cubicBezTo>
                    <a:pt x="1454" y="1136"/>
                    <a:pt x="1454" y="1136"/>
                    <a:pt x="1454" y="1136"/>
                  </a:cubicBezTo>
                  <a:cubicBezTo>
                    <a:pt x="1454" y="1136"/>
                    <a:pt x="1454" y="1136"/>
                    <a:pt x="1462" y="1144"/>
                  </a:cubicBezTo>
                  <a:cubicBezTo>
                    <a:pt x="1462" y="1144"/>
                    <a:pt x="1462" y="1144"/>
                    <a:pt x="1462" y="1144"/>
                  </a:cubicBezTo>
                  <a:close/>
                  <a:moveTo>
                    <a:pt x="1446" y="1128"/>
                  </a:moveTo>
                  <a:cubicBezTo>
                    <a:pt x="1439" y="1128"/>
                    <a:pt x="1439" y="1128"/>
                    <a:pt x="1439" y="1128"/>
                  </a:cubicBezTo>
                  <a:cubicBezTo>
                    <a:pt x="1439" y="1128"/>
                    <a:pt x="1446" y="1136"/>
                    <a:pt x="1454" y="1136"/>
                  </a:cubicBezTo>
                  <a:cubicBezTo>
                    <a:pt x="1446" y="1136"/>
                    <a:pt x="1446" y="1128"/>
                    <a:pt x="1446" y="1128"/>
                  </a:cubicBezTo>
                  <a:close/>
                  <a:moveTo>
                    <a:pt x="1525" y="1575"/>
                  </a:moveTo>
                  <a:cubicBezTo>
                    <a:pt x="1525" y="1575"/>
                    <a:pt x="1525" y="1575"/>
                    <a:pt x="1525" y="1575"/>
                  </a:cubicBezTo>
                  <a:cubicBezTo>
                    <a:pt x="1525" y="1575"/>
                    <a:pt x="1525" y="1575"/>
                    <a:pt x="1525" y="1575"/>
                  </a:cubicBezTo>
                  <a:cubicBezTo>
                    <a:pt x="1525" y="1575"/>
                    <a:pt x="1525" y="1575"/>
                    <a:pt x="1525" y="1575"/>
                  </a:cubicBezTo>
                  <a:close/>
                  <a:moveTo>
                    <a:pt x="1517" y="1582"/>
                  </a:moveTo>
                  <a:cubicBezTo>
                    <a:pt x="1525" y="1575"/>
                    <a:pt x="1525" y="1575"/>
                    <a:pt x="1525" y="1575"/>
                  </a:cubicBezTo>
                  <a:cubicBezTo>
                    <a:pt x="1525" y="1575"/>
                    <a:pt x="1517" y="1582"/>
                    <a:pt x="1517" y="1582"/>
                  </a:cubicBezTo>
                  <a:cubicBezTo>
                    <a:pt x="1517" y="1582"/>
                    <a:pt x="1517" y="1582"/>
                    <a:pt x="1517" y="1582"/>
                  </a:cubicBezTo>
                  <a:close/>
                  <a:moveTo>
                    <a:pt x="1548" y="1528"/>
                  </a:moveTo>
                  <a:cubicBezTo>
                    <a:pt x="1548" y="1528"/>
                    <a:pt x="1548" y="1528"/>
                    <a:pt x="1548" y="1528"/>
                  </a:cubicBezTo>
                  <a:cubicBezTo>
                    <a:pt x="1548" y="1535"/>
                    <a:pt x="1548" y="1543"/>
                    <a:pt x="1540" y="1543"/>
                  </a:cubicBezTo>
                  <a:cubicBezTo>
                    <a:pt x="1548" y="1543"/>
                    <a:pt x="1540" y="1543"/>
                    <a:pt x="1548" y="1543"/>
                  </a:cubicBezTo>
                  <a:cubicBezTo>
                    <a:pt x="1540" y="1543"/>
                    <a:pt x="1540" y="1551"/>
                    <a:pt x="1532" y="1559"/>
                  </a:cubicBezTo>
                  <a:cubicBezTo>
                    <a:pt x="1532" y="1559"/>
                    <a:pt x="1532" y="1559"/>
                    <a:pt x="1532" y="1551"/>
                  </a:cubicBezTo>
                  <a:cubicBezTo>
                    <a:pt x="1532" y="1551"/>
                    <a:pt x="1532" y="1559"/>
                    <a:pt x="1532" y="1559"/>
                  </a:cubicBezTo>
                  <a:cubicBezTo>
                    <a:pt x="1532" y="1559"/>
                    <a:pt x="1532" y="1559"/>
                    <a:pt x="1532" y="1559"/>
                  </a:cubicBezTo>
                  <a:cubicBezTo>
                    <a:pt x="1532" y="1559"/>
                    <a:pt x="1532" y="1559"/>
                    <a:pt x="1525" y="1567"/>
                  </a:cubicBezTo>
                  <a:cubicBezTo>
                    <a:pt x="1525" y="1567"/>
                    <a:pt x="1525" y="1567"/>
                    <a:pt x="1532" y="1567"/>
                  </a:cubicBezTo>
                  <a:cubicBezTo>
                    <a:pt x="1532" y="1567"/>
                    <a:pt x="1525" y="1567"/>
                    <a:pt x="1525" y="1575"/>
                  </a:cubicBezTo>
                  <a:cubicBezTo>
                    <a:pt x="1532" y="1567"/>
                    <a:pt x="1532" y="1575"/>
                    <a:pt x="1532" y="1575"/>
                  </a:cubicBezTo>
                  <a:cubicBezTo>
                    <a:pt x="1532" y="1575"/>
                    <a:pt x="1532" y="1575"/>
                    <a:pt x="1532" y="1559"/>
                  </a:cubicBezTo>
                  <a:cubicBezTo>
                    <a:pt x="1540" y="1559"/>
                    <a:pt x="1540" y="1559"/>
                    <a:pt x="1540" y="1559"/>
                  </a:cubicBezTo>
                  <a:cubicBezTo>
                    <a:pt x="1540" y="1559"/>
                    <a:pt x="1540" y="1559"/>
                    <a:pt x="1540" y="1559"/>
                  </a:cubicBezTo>
                  <a:cubicBezTo>
                    <a:pt x="1540" y="1551"/>
                    <a:pt x="1540" y="1551"/>
                    <a:pt x="1540" y="1551"/>
                  </a:cubicBezTo>
                  <a:cubicBezTo>
                    <a:pt x="1548" y="1543"/>
                    <a:pt x="1548" y="1535"/>
                    <a:pt x="1556" y="1528"/>
                  </a:cubicBezTo>
                  <a:cubicBezTo>
                    <a:pt x="1556" y="1528"/>
                    <a:pt x="1548" y="1528"/>
                    <a:pt x="1548" y="1528"/>
                  </a:cubicBezTo>
                  <a:close/>
                  <a:moveTo>
                    <a:pt x="1532" y="1551"/>
                  </a:moveTo>
                  <a:cubicBezTo>
                    <a:pt x="1532" y="1551"/>
                    <a:pt x="1532" y="1551"/>
                    <a:pt x="1532" y="1551"/>
                  </a:cubicBezTo>
                  <a:cubicBezTo>
                    <a:pt x="1540" y="1551"/>
                    <a:pt x="1540" y="1551"/>
                    <a:pt x="1540" y="1543"/>
                  </a:cubicBezTo>
                  <a:cubicBezTo>
                    <a:pt x="1532" y="1551"/>
                    <a:pt x="1532" y="1551"/>
                    <a:pt x="1532" y="1551"/>
                  </a:cubicBezTo>
                  <a:close/>
                  <a:moveTo>
                    <a:pt x="1517" y="1598"/>
                  </a:moveTo>
                  <a:cubicBezTo>
                    <a:pt x="1517" y="1590"/>
                    <a:pt x="1517" y="1590"/>
                    <a:pt x="1517" y="1590"/>
                  </a:cubicBezTo>
                  <a:cubicBezTo>
                    <a:pt x="1517" y="1582"/>
                    <a:pt x="1517" y="1582"/>
                    <a:pt x="1517" y="1582"/>
                  </a:cubicBezTo>
                  <a:cubicBezTo>
                    <a:pt x="1517" y="1582"/>
                    <a:pt x="1517" y="1582"/>
                    <a:pt x="1509" y="1590"/>
                  </a:cubicBezTo>
                  <a:cubicBezTo>
                    <a:pt x="1517" y="1590"/>
                    <a:pt x="1517" y="1590"/>
                    <a:pt x="1517" y="1598"/>
                  </a:cubicBezTo>
                  <a:close/>
                  <a:moveTo>
                    <a:pt x="1642" y="1316"/>
                  </a:moveTo>
                  <a:cubicBezTo>
                    <a:pt x="1642" y="1316"/>
                    <a:pt x="1650" y="1316"/>
                    <a:pt x="1650" y="1316"/>
                  </a:cubicBezTo>
                  <a:cubicBezTo>
                    <a:pt x="1650" y="1316"/>
                    <a:pt x="1650" y="1316"/>
                    <a:pt x="1650" y="1316"/>
                  </a:cubicBezTo>
                  <a:cubicBezTo>
                    <a:pt x="1642" y="1316"/>
                    <a:pt x="1642" y="1316"/>
                    <a:pt x="1642" y="1316"/>
                  </a:cubicBezTo>
                  <a:close/>
                  <a:moveTo>
                    <a:pt x="1689" y="1347"/>
                  </a:moveTo>
                  <a:cubicBezTo>
                    <a:pt x="1689" y="1340"/>
                    <a:pt x="1689" y="1340"/>
                    <a:pt x="1681" y="1332"/>
                  </a:cubicBezTo>
                  <a:cubicBezTo>
                    <a:pt x="1681" y="1332"/>
                    <a:pt x="1689" y="1332"/>
                    <a:pt x="1689" y="1332"/>
                  </a:cubicBezTo>
                  <a:cubicBezTo>
                    <a:pt x="1689" y="1332"/>
                    <a:pt x="1689" y="1332"/>
                    <a:pt x="1681" y="1332"/>
                  </a:cubicBezTo>
                  <a:cubicBezTo>
                    <a:pt x="1681" y="1332"/>
                    <a:pt x="1681" y="1332"/>
                    <a:pt x="1673" y="1324"/>
                  </a:cubicBezTo>
                  <a:cubicBezTo>
                    <a:pt x="1673" y="1324"/>
                    <a:pt x="1673" y="1324"/>
                    <a:pt x="1673" y="1324"/>
                  </a:cubicBezTo>
                  <a:cubicBezTo>
                    <a:pt x="1665" y="1324"/>
                    <a:pt x="1665" y="1324"/>
                    <a:pt x="1665" y="1316"/>
                  </a:cubicBezTo>
                  <a:cubicBezTo>
                    <a:pt x="1657" y="1316"/>
                    <a:pt x="1665" y="1316"/>
                    <a:pt x="1657" y="1308"/>
                  </a:cubicBezTo>
                  <a:cubicBezTo>
                    <a:pt x="1657" y="1316"/>
                    <a:pt x="1657" y="1316"/>
                    <a:pt x="1657" y="1316"/>
                  </a:cubicBezTo>
                  <a:cubicBezTo>
                    <a:pt x="1657" y="1316"/>
                    <a:pt x="1657" y="1316"/>
                    <a:pt x="1650" y="1308"/>
                  </a:cubicBezTo>
                  <a:cubicBezTo>
                    <a:pt x="1650" y="1308"/>
                    <a:pt x="1650" y="1308"/>
                    <a:pt x="1650" y="1308"/>
                  </a:cubicBezTo>
                  <a:cubicBezTo>
                    <a:pt x="1650" y="1308"/>
                    <a:pt x="1650" y="1308"/>
                    <a:pt x="1642" y="1308"/>
                  </a:cubicBezTo>
                  <a:cubicBezTo>
                    <a:pt x="1650" y="1308"/>
                    <a:pt x="1650" y="1308"/>
                    <a:pt x="1650" y="1308"/>
                  </a:cubicBezTo>
                  <a:cubicBezTo>
                    <a:pt x="1650" y="1308"/>
                    <a:pt x="1650" y="1308"/>
                    <a:pt x="1650" y="1316"/>
                  </a:cubicBezTo>
                  <a:cubicBezTo>
                    <a:pt x="1650" y="1308"/>
                    <a:pt x="1650" y="1308"/>
                    <a:pt x="1657" y="1316"/>
                  </a:cubicBezTo>
                  <a:cubicBezTo>
                    <a:pt x="1665" y="1324"/>
                    <a:pt x="1650" y="1316"/>
                    <a:pt x="1665" y="1324"/>
                  </a:cubicBezTo>
                  <a:cubicBezTo>
                    <a:pt x="1657" y="1324"/>
                    <a:pt x="1657" y="1324"/>
                    <a:pt x="1657" y="1324"/>
                  </a:cubicBezTo>
                  <a:cubicBezTo>
                    <a:pt x="1657" y="1316"/>
                    <a:pt x="1657" y="1324"/>
                    <a:pt x="1650" y="1316"/>
                  </a:cubicBezTo>
                  <a:cubicBezTo>
                    <a:pt x="1650" y="1316"/>
                    <a:pt x="1650" y="1316"/>
                    <a:pt x="1650" y="1316"/>
                  </a:cubicBezTo>
                  <a:cubicBezTo>
                    <a:pt x="1650" y="1316"/>
                    <a:pt x="1650" y="1316"/>
                    <a:pt x="1650" y="1316"/>
                  </a:cubicBezTo>
                  <a:cubicBezTo>
                    <a:pt x="1650" y="1316"/>
                    <a:pt x="1650" y="1316"/>
                    <a:pt x="1650" y="1316"/>
                  </a:cubicBezTo>
                  <a:cubicBezTo>
                    <a:pt x="1650" y="1324"/>
                    <a:pt x="1650" y="1324"/>
                    <a:pt x="1650" y="1324"/>
                  </a:cubicBezTo>
                  <a:cubicBezTo>
                    <a:pt x="1650" y="1324"/>
                    <a:pt x="1650" y="1324"/>
                    <a:pt x="1650" y="1324"/>
                  </a:cubicBezTo>
                  <a:cubicBezTo>
                    <a:pt x="1650" y="1324"/>
                    <a:pt x="1642" y="1324"/>
                    <a:pt x="1642" y="1324"/>
                  </a:cubicBezTo>
                  <a:cubicBezTo>
                    <a:pt x="1642" y="1316"/>
                    <a:pt x="1642" y="1316"/>
                    <a:pt x="1642" y="1316"/>
                  </a:cubicBezTo>
                  <a:cubicBezTo>
                    <a:pt x="1642" y="1316"/>
                    <a:pt x="1642" y="1316"/>
                    <a:pt x="1642" y="1316"/>
                  </a:cubicBezTo>
                  <a:cubicBezTo>
                    <a:pt x="1650" y="1316"/>
                    <a:pt x="1642" y="1316"/>
                    <a:pt x="1642" y="1308"/>
                  </a:cubicBezTo>
                  <a:cubicBezTo>
                    <a:pt x="1634" y="1308"/>
                    <a:pt x="1634" y="1308"/>
                    <a:pt x="1634" y="1300"/>
                  </a:cubicBezTo>
                  <a:cubicBezTo>
                    <a:pt x="1634" y="1300"/>
                    <a:pt x="1634" y="1300"/>
                    <a:pt x="1634" y="1300"/>
                  </a:cubicBezTo>
                  <a:cubicBezTo>
                    <a:pt x="1634" y="1300"/>
                    <a:pt x="1634" y="1300"/>
                    <a:pt x="1634" y="1300"/>
                  </a:cubicBezTo>
                  <a:cubicBezTo>
                    <a:pt x="1634" y="1300"/>
                    <a:pt x="1634" y="1300"/>
                    <a:pt x="1634" y="1300"/>
                  </a:cubicBezTo>
                  <a:cubicBezTo>
                    <a:pt x="1634" y="1300"/>
                    <a:pt x="1634" y="1300"/>
                    <a:pt x="1634" y="1300"/>
                  </a:cubicBezTo>
                  <a:cubicBezTo>
                    <a:pt x="1634" y="1293"/>
                    <a:pt x="1634" y="1293"/>
                    <a:pt x="1634" y="1293"/>
                  </a:cubicBezTo>
                  <a:cubicBezTo>
                    <a:pt x="1634" y="1293"/>
                    <a:pt x="1634" y="1293"/>
                    <a:pt x="1634" y="1293"/>
                  </a:cubicBezTo>
                  <a:cubicBezTo>
                    <a:pt x="1634" y="1293"/>
                    <a:pt x="1634" y="1293"/>
                    <a:pt x="1634" y="1300"/>
                  </a:cubicBezTo>
                  <a:cubicBezTo>
                    <a:pt x="1634" y="1300"/>
                    <a:pt x="1634" y="1300"/>
                    <a:pt x="1634" y="1300"/>
                  </a:cubicBezTo>
                  <a:cubicBezTo>
                    <a:pt x="1626" y="1293"/>
                    <a:pt x="1626" y="1293"/>
                    <a:pt x="1626" y="1293"/>
                  </a:cubicBezTo>
                  <a:cubicBezTo>
                    <a:pt x="1626" y="1293"/>
                    <a:pt x="1634" y="1293"/>
                    <a:pt x="1634" y="1300"/>
                  </a:cubicBezTo>
                  <a:cubicBezTo>
                    <a:pt x="1634" y="1300"/>
                    <a:pt x="1634" y="1300"/>
                    <a:pt x="1634" y="1300"/>
                  </a:cubicBezTo>
                  <a:cubicBezTo>
                    <a:pt x="1618" y="1293"/>
                    <a:pt x="1610" y="1285"/>
                    <a:pt x="1603" y="1277"/>
                  </a:cubicBezTo>
                  <a:cubicBezTo>
                    <a:pt x="1603" y="1277"/>
                    <a:pt x="1603" y="1277"/>
                    <a:pt x="1595" y="1269"/>
                  </a:cubicBezTo>
                  <a:cubicBezTo>
                    <a:pt x="1595" y="1269"/>
                    <a:pt x="1595" y="1269"/>
                    <a:pt x="1587" y="1261"/>
                  </a:cubicBezTo>
                  <a:cubicBezTo>
                    <a:pt x="1587" y="1261"/>
                    <a:pt x="1587" y="1261"/>
                    <a:pt x="1579" y="1261"/>
                  </a:cubicBezTo>
                  <a:cubicBezTo>
                    <a:pt x="1579" y="1261"/>
                    <a:pt x="1579" y="1261"/>
                    <a:pt x="1579" y="1253"/>
                  </a:cubicBezTo>
                  <a:cubicBezTo>
                    <a:pt x="1579" y="1253"/>
                    <a:pt x="1579" y="1253"/>
                    <a:pt x="1571" y="1246"/>
                  </a:cubicBezTo>
                  <a:cubicBezTo>
                    <a:pt x="1564" y="1246"/>
                    <a:pt x="1564" y="1238"/>
                    <a:pt x="1564" y="1238"/>
                  </a:cubicBezTo>
                  <a:cubicBezTo>
                    <a:pt x="1556" y="1230"/>
                    <a:pt x="1548" y="1230"/>
                    <a:pt x="1532" y="1214"/>
                  </a:cubicBezTo>
                  <a:cubicBezTo>
                    <a:pt x="1540" y="1222"/>
                    <a:pt x="1556" y="1230"/>
                    <a:pt x="1564" y="1246"/>
                  </a:cubicBezTo>
                  <a:cubicBezTo>
                    <a:pt x="1564" y="1246"/>
                    <a:pt x="1564" y="1246"/>
                    <a:pt x="1564" y="1246"/>
                  </a:cubicBezTo>
                  <a:cubicBezTo>
                    <a:pt x="1564" y="1246"/>
                    <a:pt x="1564" y="1246"/>
                    <a:pt x="1564" y="1246"/>
                  </a:cubicBezTo>
                  <a:cubicBezTo>
                    <a:pt x="1564" y="1246"/>
                    <a:pt x="1571" y="1253"/>
                    <a:pt x="1571" y="1253"/>
                  </a:cubicBezTo>
                  <a:cubicBezTo>
                    <a:pt x="1564" y="1246"/>
                    <a:pt x="1564" y="1246"/>
                    <a:pt x="1564" y="1246"/>
                  </a:cubicBezTo>
                  <a:cubicBezTo>
                    <a:pt x="1564" y="1246"/>
                    <a:pt x="1564" y="1246"/>
                    <a:pt x="1564" y="1246"/>
                  </a:cubicBezTo>
                  <a:cubicBezTo>
                    <a:pt x="1564" y="1246"/>
                    <a:pt x="1564" y="1246"/>
                    <a:pt x="1564" y="1246"/>
                  </a:cubicBezTo>
                  <a:cubicBezTo>
                    <a:pt x="1564" y="1246"/>
                    <a:pt x="1564" y="1246"/>
                    <a:pt x="1564" y="1253"/>
                  </a:cubicBezTo>
                  <a:cubicBezTo>
                    <a:pt x="1564" y="1253"/>
                    <a:pt x="1564" y="1253"/>
                    <a:pt x="1564" y="1253"/>
                  </a:cubicBezTo>
                  <a:cubicBezTo>
                    <a:pt x="1564" y="1246"/>
                    <a:pt x="1556" y="1246"/>
                    <a:pt x="1548" y="1246"/>
                  </a:cubicBezTo>
                  <a:cubicBezTo>
                    <a:pt x="1548" y="1246"/>
                    <a:pt x="1548" y="1246"/>
                    <a:pt x="1548" y="1238"/>
                  </a:cubicBezTo>
                  <a:cubicBezTo>
                    <a:pt x="1548" y="1238"/>
                    <a:pt x="1556" y="1246"/>
                    <a:pt x="1556" y="1246"/>
                  </a:cubicBezTo>
                  <a:cubicBezTo>
                    <a:pt x="1548" y="1238"/>
                    <a:pt x="1548" y="1238"/>
                    <a:pt x="1548" y="1238"/>
                  </a:cubicBezTo>
                  <a:cubicBezTo>
                    <a:pt x="1548" y="1238"/>
                    <a:pt x="1548" y="1238"/>
                    <a:pt x="1548" y="1230"/>
                  </a:cubicBezTo>
                  <a:cubicBezTo>
                    <a:pt x="1540" y="1230"/>
                    <a:pt x="1532" y="1222"/>
                    <a:pt x="1525" y="1214"/>
                  </a:cubicBezTo>
                  <a:cubicBezTo>
                    <a:pt x="1517" y="1214"/>
                    <a:pt x="1470" y="1167"/>
                    <a:pt x="1454" y="1152"/>
                  </a:cubicBezTo>
                  <a:cubicBezTo>
                    <a:pt x="1462" y="1159"/>
                    <a:pt x="1462" y="1159"/>
                    <a:pt x="1470" y="1167"/>
                  </a:cubicBezTo>
                  <a:cubicBezTo>
                    <a:pt x="1470" y="1167"/>
                    <a:pt x="1470" y="1167"/>
                    <a:pt x="1478" y="1167"/>
                  </a:cubicBezTo>
                  <a:cubicBezTo>
                    <a:pt x="1470" y="1167"/>
                    <a:pt x="1462" y="1167"/>
                    <a:pt x="1462" y="1167"/>
                  </a:cubicBezTo>
                  <a:cubicBezTo>
                    <a:pt x="1470" y="1167"/>
                    <a:pt x="1470" y="1167"/>
                    <a:pt x="1478" y="1175"/>
                  </a:cubicBezTo>
                  <a:cubicBezTo>
                    <a:pt x="1485" y="1191"/>
                    <a:pt x="1501" y="1206"/>
                    <a:pt x="1509" y="1206"/>
                  </a:cubicBezTo>
                  <a:cubicBezTo>
                    <a:pt x="1509" y="1214"/>
                    <a:pt x="1509" y="1214"/>
                    <a:pt x="1517" y="1214"/>
                  </a:cubicBezTo>
                  <a:cubicBezTo>
                    <a:pt x="1532" y="1230"/>
                    <a:pt x="1587" y="1277"/>
                    <a:pt x="1618" y="1300"/>
                  </a:cubicBezTo>
                  <a:cubicBezTo>
                    <a:pt x="1618" y="1300"/>
                    <a:pt x="1618" y="1300"/>
                    <a:pt x="1618" y="1300"/>
                  </a:cubicBezTo>
                  <a:cubicBezTo>
                    <a:pt x="1618" y="1300"/>
                    <a:pt x="1618" y="1300"/>
                    <a:pt x="1618" y="1308"/>
                  </a:cubicBezTo>
                  <a:cubicBezTo>
                    <a:pt x="1610" y="1300"/>
                    <a:pt x="1595" y="1285"/>
                    <a:pt x="1587" y="1277"/>
                  </a:cubicBezTo>
                  <a:cubicBezTo>
                    <a:pt x="1587" y="1277"/>
                    <a:pt x="1579" y="1277"/>
                    <a:pt x="1579" y="1277"/>
                  </a:cubicBezTo>
                  <a:cubicBezTo>
                    <a:pt x="1579" y="1269"/>
                    <a:pt x="1579" y="1269"/>
                    <a:pt x="1571" y="1269"/>
                  </a:cubicBezTo>
                  <a:cubicBezTo>
                    <a:pt x="1571" y="1269"/>
                    <a:pt x="1564" y="1261"/>
                    <a:pt x="1564" y="1261"/>
                  </a:cubicBezTo>
                  <a:cubicBezTo>
                    <a:pt x="1564" y="1261"/>
                    <a:pt x="1564" y="1261"/>
                    <a:pt x="1564" y="1261"/>
                  </a:cubicBezTo>
                  <a:cubicBezTo>
                    <a:pt x="1564" y="1261"/>
                    <a:pt x="1564" y="1261"/>
                    <a:pt x="1564" y="1261"/>
                  </a:cubicBezTo>
                  <a:cubicBezTo>
                    <a:pt x="1548" y="1246"/>
                    <a:pt x="1532" y="1238"/>
                    <a:pt x="1525" y="1230"/>
                  </a:cubicBezTo>
                  <a:cubicBezTo>
                    <a:pt x="1525" y="1230"/>
                    <a:pt x="1525" y="1230"/>
                    <a:pt x="1525" y="1230"/>
                  </a:cubicBezTo>
                  <a:cubicBezTo>
                    <a:pt x="1525" y="1230"/>
                    <a:pt x="1525" y="1230"/>
                    <a:pt x="1517" y="1222"/>
                  </a:cubicBezTo>
                  <a:cubicBezTo>
                    <a:pt x="1517" y="1222"/>
                    <a:pt x="1517" y="1222"/>
                    <a:pt x="1517" y="1222"/>
                  </a:cubicBezTo>
                  <a:cubicBezTo>
                    <a:pt x="1517" y="1214"/>
                    <a:pt x="1509" y="1214"/>
                    <a:pt x="1501" y="1206"/>
                  </a:cubicBezTo>
                  <a:cubicBezTo>
                    <a:pt x="1501" y="1206"/>
                    <a:pt x="1501" y="1206"/>
                    <a:pt x="1501" y="1214"/>
                  </a:cubicBezTo>
                  <a:cubicBezTo>
                    <a:pt x="1501" y="1206"/>
                    <a:pt x="1501" y="1206"/>
                    <a:pt x="1501" y="1206"/>
                  </a:cubicBezTo>
                  <a:cubicBezTo>
                    <a:pt x="1501" y="1199"/>
                    <a:pt x="1501" y="1199"/>
                    <a:pt x="1501" y="1199"/>
                  </a:cubicBezTo>
                  <a:cubicBezTo>
                    <a:pt x="1501" y="1199"/>
                    <a:pt x="1501" y="1199"/>
                    <a:pt x="1493" y="1199"/>
                  </a:cubicBezTo>
                  <a:cubicBezTo>
                    <a:pt x="1493" y="1199"/>
                    <a:pt x="1493" y="1199"/>
                    <a:pt x="1493" y="1199"/>
                  </a:cubicBezTo>
                  <a:cubicBezTo>
                    <a:pt x="1485" y="1191"/>
                    <a:pt x="1478" y="1183"/>
                    <a:pt x="1470" y="1175"/>
                  </a:cubicBezTo>
                  <a:cubicBezTo>
                    <a:pt x="1470" y="1175"/>
                    <a:pt x="1470" y="1175"/>
                    <a:pt x="1470" y="1175"/>
                  </a:cubicBezTo>
                  <a:cubicBezTo>
                    <a:pt x="1470" y="1175"/>
                    <a:pt x="1470" y="1175"/>
                    <a:pt x="1470" y="1175"/>
                  </a:cubicBezTo>
                  <a:cubicBezTo>
                    <a:pt x="1462" y="1167"/>
                    <a:pt x="1454" y="1159"/>
                    <a:pt x="1446" y="1159"/>
                  </a:cubicBezTo>
                  <a:cubicBezTo>
                    <a:pt x="1446" y="1159"/>
                    <a:pt x="1446" y="1159"/>
                    <a:pt x="1439" y="1144"/>
                  </a:cubicBezTo>
                  <a:cubicBezTo>
                    <a:pt x="1439" y="1144"/>
                    <a:pt x="1439" y="1144"/>
                    <a:pt x="1431" y="1144"/>
                  </a:cubicBezTo>
                  <a:cubicBezTo>
                    <a:pt x="1423" y="1136"/>
                    <a:pt x="1384" y="1105"/>
                    <a:pt x="1384" y="1105"/>
                  </a:cubicBezTo>
                  <a:cubicBezTo>
                    <a:pt x="1376" y="1097"/>
                    <a:pt x="1376" y="1097"/>
                    <a:pt x="1376" y="1097"/>
                  </a:cubicBezTo>
                  <a:cubicBezTo>
                    <a:pt x="1368" y="1089"/>
                    <a:pt x="1360" y="1089"/>
                    <a:pt x="1345" y="1081"/>
                  </a:cubicBezTo>
                  <a:cubicBezTo>
                    <a:pt x="1345" y="1081"/>
                    <a:pt x="1345" y="1081"/>
                    <a:pt x="1353" y="1081"/>
                  </a:cubicBezTo>
                  <a:cubicBezTo>
                    <a:pt x="1345" y="1081"/>
                    <a:pt x="1345" y="1081"/>
                    <a:pt x="1345" y="1081"/>
                  </a:cubicBezTo>
                  <a:cubicBezTo>
                    <a:pt x="1345" y="1081"/>
                    <a:pt x="1345" y="1081"/>
                    <a:pt x="1345" y="1081"/>
                  </a:cubicBezTo>
                  <a:cubicBezTo>
                    <a:pt x="1337" y="1081"/>
                    <a:pt x="1329" y="1073"/>
                    <a:pt x="1329" y="1073"/>
                  </a:cubicBezTo>
                  <a:cubicBezTo>
                    <a:pt x="1329" y="1073"/>
                    <a:pt x="1329" y="1073"/>
                    <a:pt x="1321" y="1073"/>
                  </a:cubicBezTo>
                  <a:cubicBezTo>
                    <a:pt x="1321" y="1073"/>
                    <a:pt x="1321" y="1073"/>
                    <a:pt x="1306" y="1066"/>
                  </a:cubicBezTo>
                  <a:cubicBezTo>
                    <a:pt x="1306" y="1066"/>
                    <a:pt x="1306" y="1066"/>
                    <a:pt x="1314" y="1066"/>
                  </a:cubicBezTo>
                  <a:cubicBezTo>
                    <a:pt x="1314" y="1066"/>
                    <a:pt x="1314" y="1066"/>
                    <a:pt x="1298" y="1066"/>
                  </a:cubicBezTo>
                  <a:cubicBezTo>
                    <a:pt x="1298" y="1066"/>
                    <a:pt x="1298" y="1066"/>
                    <a:pt x="1290" y="1066"/>
                  </a:cubicBezTo>
                  <a:cubicBezTo>
                    <a:pt x="1290" y="1066"/>
                    <a:pt x="1290" y="1066"/>
                    <a:pt x="1282" y="1066"/>
                  </a:cubicBezTo>
                  <a:cubicBezTo>
                    <a:pt x="1274" y="1058"/>
                    <a:pt x="1282" y="1066"/>
                    <a:pt x="1282" y="1058"/>
                  </a:cubicBezTo>
                  <a:cubicBezTo>
                    <a:pt x="1282" y="1058"/>
                    <a:pt x="1282" y="1058"/>
                    <a:pt x="1274" y="1066"/>
                  </a:cubicBezTo>
                  <a:cubicBezTo>
                    <a:pt x="1274" y="1066"/>
                    <a:pt x="1282" y="1066"/>
                    <a:pt x="1282" y="1066"/>
                  </a:cubicBezTo>
                  <a:cubicBezTo>
                    <a:pt x="1282" y="1066"/>
                    <a:pt x="1290" y="1066"/>
                    <a:pt x="1298" y="1066"/>
                  </a:cubicBezTo>
                  <a:cubicBezTo>
                    <a:pt x="1298" y="1073"/>
                    <a:pt x="1298" y="1073"/>
                    <a:pt x="1290" y="1073"/>
                  </a:cubicBezTo>
                  <a:cubicBezTo>
                    <a:pt x="1290" y="1073"/>
                    <a:pt x="1290" y="1073"/>
                    <a:pt x="1306" y="1081"/>
                  </a:cubicBezTo>
                  <a:cubicBezTo>
                    <a:pt x="1306" y="1081"/>
                    <a:pt x="1306" y="1081"/>
                    <a:pt x="1314" y="1081"/>
                  </a:cubicBezTo>
                  <a:cubicBezTo>
                    <a:pt x="1321" y="1081"/>
                    <a:pt x="1314" y="1081"/>
                    <a:pt x="1329" y="1089"/>
                  </a:cubicBezTo>
                  <a:cubicBezTo>
                    <a:pt x="1329" y="1089"/>
                    <a:pt x="1329" y="1089"/>
                    <a:pt x="1329" y="1097"/>
                  </a:cubicBezTo>
                  <a:cubicBezTo>
                    <a:pt x="1329" y="1097"/>
                    <a:pt x="1329" y="1089"/>
                    <a:pt x="1321" y="1089"/>
                  </a:cubicBezTo>
                  <a:cubicBezTo>
                    <a:pt x="1329" y="1097"/>
                    <a:pt x="1329" y="1097"/>
                    <a:pt x="1329" y="1097"/>
                  </a:cubicBezTo>
                  <a:cubicBezTo>
                    <a:pt x="1329" y="1097"/>
                    <a:pt x="1329" y="1097"/>
                    <a:pt x="1329" y="1097"/>
                  </a:cubicBezTo>
                  <a:cubicBezTo>
                    <a:pt x="1329" y="1097"/>
                    <a:pt x="1329" y="1097"/>
                    <a:pt x="1329" y="1097"/>
                  </a:cubicBezTo>
                  <a:cubicBezTo>
                    <a:pt x="1337" y="1097"/>
                    <a:pt x="1345" y="1097"/>
                    <a:pt x="1345" y="1105"/>
                  </a:cubicBezTo>
                  <a:cubicBezTo>
                    <a:pt x="1345" y="1105"/>
                    <a:pt x="1337" y="1097"/>
                    <a:pt x="1329" y="1097"/>
                  </a:cubicBezTo>
                  <a:cubicBezTo>
                    <a:pt x="1329" y="1097"/>
                    <a:pt x="1329" y="1097"/>
                    <a:pt x="1329" y="1097"/>
                  </a:cubicBezTo>
                  <a:cubicBezTo>
                    <a:pt x="1329" y="1097"/>
                    <a:pt x="1329" y="1097"/>
                    <a:pt x="1321" y="1097"/>
                  </a:cubicBezTo>
                  <a:cubicBezTo>
                    <a:pt x="1329" y="1105"/>
                    <a:pt x="1353" y="1113"/>
                    <a:pt x="1368" y="1128"/>
                  </a:cubicBezTo>
                  <a:cubicBezTo>
                    <a:pt x="1368" y="1128"/>
                    <a:pt x="1376" y="1128"/>
                    <a:pt x="1376" y="1128"/>
                  </a:cubicBezTo>
                  <a:cubicBezTo>
                    <a:pt x="1376" y="1128"/>
                    <a:pt x="1376" y="1128"/>
                    <a:pt x="1376" y="1128"/>
                  </a:cubicBezTo>
                  <a:cubicBezTo>
                    <a:pt x="1384" y="1128"/>
                    <a:pt x="1384" y="1128"/>
                    <a:pt x="1384" y="1128"/>
                  </a:cubicBezTo>
                  <a:cubicBezTo>
                    <a:pt x="1384" y="1128"/>
                    <a:pt x="1384" y="1128"/>
                    <a:pt x="1392" y="1136"/>
                  </a:cubicBezTo>
                  <a:cubicBezTo>
                    <a:pt x="1384" y="1136"/>
                    <a:pt x="1384" y="1136"/>
                    <a:pt x="1384" y="1136"/>
                  </a:cubicBezTo>
                  <a:cubicBezTo>
                    <a:pt x="1399" y="1144"/>
                    <a:pt x="1446" y="1191"/>
                    <a:pt x="1462" y="1199"/>
                  </a:cubicBezTo>
                  <a:cubicBezTo>
                    <a:pt x="1470" y="1222"/>
                    <a:pt x="1540" y="1277"/>
                    <a:pt x="1595" y="1316"/>
                  </a:cubicBezTo>
                  <a:cubicBezTo>
                    <a:pt x="1595" y="1316"/>
                    <a:pt x="1595" y="1316"/>
                    <a:pt x="1595" y="1316"/>
                  </a:cubicBezTo>
                  <a:cubicBezTo>
                    <a:pt x="1579" y="1308"/>
                    <a:pt x="1564" y="1300"/>
                    <a:pt x="1548" y="1293"/>
                  </a:cubicBezTo>
                  <a:cubicBezTo>
                    <a:pt x="1548" y="1293"/>
                    <a:pt x="1548" y="1293"/>
                    <a:pt x="1532" y="1277"/>
                  </a:cubicBezTo>
                  <a:cubicBezTo>
                    <a:pt x="1509" y="1253"/>
                    <a:pt x="1470" y="1214"/>
                    <a:pt x="1446" y="1191"/>
                  </a:cubicBezTo>
                  <a:cubicBezTo>
                    <a:pt x="1431" y="1175"/>
                    <a:pt x="1415" y="1159"/>
                    <a:pt x="1399" y="1152"/>
                  </a:cubicBezTo>
                  <a:cubicBezTo>
                    <a:pt x="1399" y="1144"/>
                    <a:pt x="1345" y="1113"/>
                    <a:pt x="1337" y="1113"/>
                  </a:cubicBezTo>
                  <a:cubicBezTo>
                    <a:pt x="1329" y="1105"/>
                    <a:pt x="1337" y="1105"/>
                    <a:pt x="1329" y="1105"/>
                  </a:cubicBezTo>
                  <a:cubicBezTo>
                    <a:pt x="1329" y="1105"/>
                    <a:pt x="1329" y="1105"/>
                    <a:pt x="1329" y="1105"/>
                  </a:cubicBezTo>
                  <a:cubicBezTo>
                    <a:pt x="1321" y="1097"/>
                    <a:pt x="1321" y="1097"/>
                    <a:pt x="1321" y="1097"/>
                  </a:cubicBezTo>
                  <a:cubicBezTo>
                    <a:pt x="1321" y="1097"/>
                    <a:pt x="1321" y="1097"/>
                    <a:pt x="1314" y="1097"/>
                  </a:cubicBezTo>
                  <a:cubicBezTo>
                    <a:pt x="1314" y="1097"/>
                    <a:pt x="1314" y="1097"/>
                    <a:pt x="1306" y="1097"/>
                  </a:cubicBezTo>
                  <a:cubicBezTo>
                    <a:pt x="1306" y="1097"/>
                    <a:pt x="1306" y="1097"/>
                    <a:pt x="1298" y="1089"/>
                  </a:cubicBezTo>
                  <a:cubicBezTo>
                    <a:pt x="1298" y="1089"/>
                    <a:pt x="1298" y="1089"/>
                    <a:pt x="1298" y="1089"/>
                  </a:cubicBezTo>
                  <a:cubicBezTo>
                    <a:pt x="1290" y="1089"/>
                    <a:pt x="1298" y="1097"/>
                    <a:pt x="1298" y="1097"/>
                  </a:cubicBezTo>
                  <a:cubicBezTo>
                    <a:pt x="1298" y="1097"/>
                    <a:pt x="1298" y="1097"/>
                    <a:pt x="1298" y="1097"/>
                  </a:cubicBezTo>
                  <a:cubicBezTo>
                    <a:pt x="1298" y="1097"/>
                    <a:pt x="1298" y="1097"/>
                    <a:pt x="1306" y="1097"/>
                  </a:cubicBezTo>
                  <a:cubicBezTo>
                    <a:pt x="1306" y="1097"/>
                    <a:pt x="1306" y="1097"/>
                    <a:pt x="1306" y="1097"/>
                  </a:cubicBezTo>
                  <a:cubicBezTo>
                    <a:pt x="1306" y="1097"/>
                    <a:pt x="1306" y="1097"/>
                    <a:pt x="1298" y="1097"/>
                  </a:cubicBezTo>
                  <a:cubicBezTo>
                    <a:pt x="1298" y="1097"/>
                    <a:pt x="1298" y="1097"/>
                    <a:pt x="1298" y="1097"/>
                  </a:cubicBezTo>
                  <a:cubicBezTo>
                    <a:pt x="1298" y="1097"/>
                    <a:pt x="1298" y="1097"/>
                    <a:pt x="1314" y="1105"/>
                  </a:cubicBezTo>
                  <a:cubicBezTo>
                    <a:pt x="1314" y="1105"/>
                    <a:pt x="1314" y="1105"/>
                    <a:pt x="1314" y="1113"/>
                  </a:cubicBezTo>
                  <a:cubicBezTo>
                    <a:pt x="1321" y="1113"/>
                    <a:pt x="1321" y="1113"/>
                    <a:pt x="1321" y="1113"/>
                  </a:cubicBezTo>
                  <a:cubicBezTo>
                    <a:pt x="1321" y="1113"/>
                    <a:pt x="1321" y="1113"/>
                    <a:pt x="1321" y="1113"/>
                  </a:cubicBezTo>
                  <a:cubicBezTo>
                    <a:pt x="1321" y="1113"/>
                    <a:pt x="1321" y="1113"/>
                    <a:pt x="1329" y="1113"/>
                  </a:cubicBezTo>
                  <a:cubicBezTo>
                    <a:pt x="1321" y="1105"/>
                    <a:pt x="1321" y="1105"/>
                    <a:pt x="1314" y="1105"/>
                  </a:cubicBezTo>
                  <a:cubicBezTo>
                    <a:pt x="1321" y="1105"/>
                    <a:pt x="1321" y="1105"/>
                    <a:pt x="1321" y="1105"/>
                  </a:cubicBezTo>
                  <a:cubicBezTo>
                    <a:pt x="1329" y="1105"/>
                    <a:pt x="1329" y="1105"/>
                    <a:pt x="1329" y="1105"/>
                  </a:cubicBezTo>
                  <a:cubicBezTo>
                    <a:pt x="1329" y="1113"/>
                    <a:pt x="1329" y="1105"/>
                    <a:pt x="1321" y="1105"/>
                  </a:cubicBezTo>
                  <a:cubicBezTo>
                    <a:pt x="1329" y="1113"/>
                    <a:pt x="1321" y="1105"/>
                    <a:pt x="1329" y="1113"/>
                  </a:cubicBezTo>
                  <a:cubicBezTo>
                    <a:pt x="1329" y="1113"/>
                    <a:pt x="1329" y="1113"/>
                    <a:pt x="1329" y="1113"/>
                  </a:cubicBezTo>
                  <a:cubicBezTo>
                    <a:pt x="1329" y="1113"/>
                    <a:pt x="1329" y="1113"/>
                    <a:pt x="1329" y="1113"/>
                  </a:cubicBezTo>
                  <a:cubicBezTo>
                    <a:pt x="1329" y="1113"/>
                    <a:pt x="1329" y="1113"/>
                    <a:pt x="1329" y="1113"/>
                  </a:cubicBezTo>
                  <a:cubicBezTo>
                    <a:pt x="1329" y="1113"/>
                    <a:pt x="1329" y="1113"/>
                    <a:pt x="1329" y="1113"/>
                  </a:cubicBezTo>
                  <a:cubicBezTo>
                    <a:pt x="1329" y="1113"/>
                    <a:pt x="1337" y="1120"/>
                    <a:pt x="1337" y="1120"/>
                  </a:cubicBezTo>
                  <a:cubicBezTo>
                    <a:pt x="1337" y="1113"/>
                    <a:pt x="1337" y="1120"/>
                    <a:pt x="1329" y="1113"/>
                  </a:cubicBezTo>
                  <a:cubicBezTo>
                    <a:pt x="1329" y="1113"/>
                    <a:pt x="1337" y="1113"/>
                    <a:pt x="1337" y="1113"/>
                  </a:cubicBezTo>
                  <a:cubicBezTo>
                    <a:pt x="1337" y="1113"/>
                    <a:pt x="1337" y="1113"/>
                    <a:pt x="1337" y="1113"/>
                  </a:cubicBezTo>
                  <a:cubicBezTo>
                    <a:pt x="1337" y="1113"/>
                    <a:pt x="1337" y="1113"/>
                    <a:pt x="1345" y="1120"/>
                  </a:cubicBezTo>
                  <a:cubicBezTo>
                    <a:pt x="1345" y="1120"/>
                    <a:pt x="1345" y="1120"/>
                    <a:pt x="1360" y="1128"/>
                  </a:cubicBezTo>
                  <a:cubicBezTo>
                    <a:pt x="1368" y="1136"/>
                    <a:pt x="1376" y="1144"/>
                    <a:pt x="1376" y="1144"/>
                  </a:cubicBezTo>
                  <a:cubicBezTo>
                    <a:pt x="1376" y="1144"/>
                    <a:pt x="1376" y="1144"/>
                    <a:pt x="1384" y="1144"/>
                  </a:cubicBezTo>
                  <a:cubicBezTo>
                    <a:pt x="1376" y="1144"/>
                    <a:pt x="1392" y="1159"/>
                    <a:pt x="1399" y="1167"/>
                  </a:cubicBezTo>
                  <a:cubicBezTo>
                    <a:pt x="1399" y="1167"/>
                    <a:pt x="1399" y="1167"/>
                    <a:pt x="1392" y="1167"/>
                  </a:cubicBezTo>
                  <a:cubicBezTo>
                    <a:pt x="1384" y="1159"/>
                    <a:pt x="1384" y="1159"/>
                    <a:pt x="1376" y="1152"/>
                  </a:cubicBezTo>
                  <a:cubicBezTo>
                    <a:pt x="1376" y="1152"/>
                    <a:pt x="1376" y="1152"/>
                    <a:pt x="1384" y="1152"/>
                  </a:cubicBezTo>
                  <a:cubicBezTo>
                    <a:pt x="1384" y="1152"/>
                    <a:pt x="1384" y="1152"/>
                    <a:pt x="1376" y="1144"/>
                  </a:cubicBezTo>
                  <a:cubicBezTo>
                    <a:pt x="1376" y="1144"/>
                    <a:pt x="1376" y="1144"/>
                    <a:pt x="1376" y="1144"/>
                  </a:cubicBezTo>
                  <a:cubicBezTo>
                    <a:pt x="1368" y="1144"/>
                    <a:pt x="1368" y="1144"/>
                    <a:pt x="1360" y="1136"/>
                  </a:cubicBezTo>
                  <a:cubicBezTo>
                    <a:pt x="1368" y="1136"/>
                    <a:pt x="1368" y="1144"/>
                    <a:pt x="1368" y="1144"/>
                  </a:cubicBezTo>
                  <a:cubicBezTo>
                    <a:pt x="1368" y="1144"/>
                    <a:pt x="1360" y="1136"/>
                    <a:pt x="1360" y="1136"/>
                  </a:cubicBezTo>
                  <a:cubicBezTo>
                    <a:pt x="1353" y="1136"/>
                    <a:pt x="1353" y="1136"/>
                    <a:pt x="1353" y="1136"/>
                  </a:cubicBezTo>
                  <a:cubicBezTo>
                    <a:pt x="1353" y="1136"/>
                    <a:pt x="1353" y="1136"/>
                    <a:pt x="1360" y="1144"/>
                  </a:cubicBezTo>
                  <a:cubicBezTo>
                    <a:pt x="1360" y="1144"/>
                    <a:pt x="1360" y="1144"/>
                    <a:pt x="1368" y="1144"/>
                  </a:cubicBezTo>
                  <a:cubicBezTo>
                    <a:pt x="1360" y="1144"/>
                    <a:pt x="1353" y="1136"/>
                    <a:pt x="1345" y="1136"/>
                  </a:cubicBezTo>
                  <a:cubicBezTo>
                    <a:pt x="1345" y="1136"/>
                    <a:pt x="1345" y="1136"/>
                    <a:pt x="1345" y="1136"/>
                  </a:cubicBezTo>
                  <a:cubicBezTo>
                    <a:pt x="1345" y="1136"/>
                    <a:pt x="1345" y="1136"/>
                    <a:pt x="1337" y="1128"/>
                  </a:cubicBezTo>
                  <a:cubicBezTo>
                    <a:pt x="1337" y="1128"/>
                    <a:pt x="1337" y="1128"/>
                    <a:pt x="1337" y="1128"/>
                  </a:cubicBezTo>
                  <a:cubicBezTo>
                    <a:pt x="1337" y="1128"/>
                    <a:pt x="1337" y="1128"/>
                    <a:pt x="1337" y="1128"/>
                  </a:cubicBezTo>
                  <a:cubicBezTo>
                    <a:pt x="1337" y="1128"/>
                    <a:pt x="1337" y="1128"/>
                    <a:pt x="1337" y="1128"/>
                  </a:cubicBezTo>
                  <a:cubicBezTo>
                    <a:pt x="1329" y="1128"/>
                    <a:pt x="1329" y="1128"/>
                    <a:pt x="1329" y="1128"/>
                  </a:cubicBezTo>
                  <a:cubicBezTo>
                    <a:pt x="1329" y="1120"/>
                    <a:pt x="1329" y="1120"/>
                    <a:pt x="1329" y="1120"/>
                  </a:cubicBezTo>
                  <a:cubicBezTo>
                    <a:pt x="1329" y="1120"/>
                    <a:pt x="1329" y="1120"/>
                    <a:pt x="1329" y="1120"/>
                  </a:cubicBezTo>
                  <a:cubicBezTo>
                    <a:pt x="1314" y="1120"/>
                    <a:pt x="1321" y="1120"/>
                    <a:pt x="1298" y="1113"/>
                  </a:cubicBezTo>
                  <a:cubicBezTo>
                    <a:pt x="1298" y="1113"/>
                    <a:pt x="1298" y="1113"/>
                    <a:pt x="1306" y="1120"/>
                  </a:cubicBezTo>
                  <a:cubicBezTo>
                    <a:pt x="1306" y="1120"/>
                    <a:pt x="1306" y="1120"/>
                    <a:pt x="1298" y="1120"/>
                  </a:cubicBezTo>
                  <a:cubicBezTo>
                    <a:pt x="1306" y="1120"/>
                    <a:pt x="1306" y="1120"/>
                    <a:pt x="1306" y="1120"/>
                  </a:cubicBezTo>
                  <a:cubicBezTo>
                    <a:pt x="1314" y="1128"/>
                    <a:pt x="1321" y="1128"/>
                    <a:pt x="1321" y="1128"/>
                  </a:cubicBezTo>
                  <a:cubicBezTo>
                    <a:pt x="1321" y="1128"/>
                    <a:pt x="1321" y="1128"/>
                    <a:pt x="1329" y="1128"/>
                  </a:cubicBezTo>
                  <a:cubicBezTo>
                    <a:pt x="1321" y="1128"/>
                    <a:pt x="1321" y="1128"/>
                    <a:pt x="1321" y="1128"/>
                  </a:cubicBezTo>
                  <a:cubicBezTo>
                    <a:pt x="1321" y="1128"/>
                    <a:pt x="1321" y="1128"/>
                    <a:pt x="1329" y="1128"/>
                  </a:cubicBezTo>
                  <a:cubicBezTo>
                    <a:pt x="1329" y="1128"/>
                    <a:pt x="1329" y="1128"/>
                    <a:pt x="1329" y="1128"/>
                  </a:cubicBezTo>
                  <a:cubicBezTo>
                    <a:pt x="1329" y="1128"/>
                    <a:pt x="1329" y="1136"/>
                    <a:pt x="1337" y="1136"/>
                  </a:cubicBezTo>
                  <a:cubicBezTo>
                    <a:pt x="1337" y="1136"/>
                    <a:pt x="1337" y="1136"/>
                    <a:pt x="1337" y="1136"/>
                  </a:cubicBezTo>
                  <a:cubicBezTo>
                    <a:pt x="1337" y="1136"/>
                    <a:pt x="1337" y="1136"/>
                    <a:pt x="1337" y="1136"/>
                  </a:cubicBezTo>
                  <a:cubicBezTo>
                    <a:pt x="1337" y="1136"/>
                    <a:pt x="1337" y="1136"/>
                    <a:pt x="1337" y="1136"/>
                  </a:cubicBezTo>
                  <a:cubicBezTo>
                    <a:pt x="1337" y="1136"/>
                    <a:pt x="1337" y="1136"/>
                    <a:pt x="1337" y="1136"/>
                  </a:cubicBezTo>
                  <a:cubicBezTo>
                    <a:pt x="1345" y="1136"/>
                    <a:pt x="1345" y="1136"/>
                    <a:pt x="1345" y="1136"/>
                  </a:cubicBezTo>
                  <a:cubicBezTo>
                    <a:pt x="1345" y="1144"/>
                    <a:pt x="1345" y="1144"/>
                    <a:pt x="1353" y="1144"/>
                  </a:cubicBezTo>
                  <a:cubicBezTo>
                    <a:pt x="1353" y="1144"/>
                    <a:pt x="1353" y="1144"/>
                    <a:pt x="1353" y="1144"/>
                  </a:cubicBezTo>
                  <a:cubicBezTo>
                    <a:pt x="1353" y="1144"/>
                    <a:pt x="1353" y="1144"/>
                    <a:pt x="1353" y="1144"/>
                  </a:cubicBezTo>
                  <a:cubicBezTo>
                    <a:pt x="1353" y="1144"/>
                    <a:pt x="1353" y="1144"/>
                    <a:pt x="1353" y="1144"/>
                  </a:cubicBezTo>
                  <a:cubicBezTo>
                    <a:pt x="1353" y="1144"/>
                    <a:pt x="1353" y="1144"/>
                    <a:pt x="1353" y="1144"/>
                  </a:cubicBezTo>
                  <a:cubicBezTo>
                    <a:pt x="1353" y="1144"/>
                    <a:pt x="1353" y="1144"/>
                    <a:pt x="1353" y="1144"/>
                  </a:cubicBezTo>
                  <a:cubicBezTo>
                    <a:pt x="1376" y="1159"/>
                    <a:pt x="1407" y="1191"/>
                    <a:pt x="1423" y="1199"/>
                  </a:cubicBezTo>
                  <a:cubicBezTo>
                    <a:pt x="1423" y="1199"/>
                    <a:pt x="1423" y="1206"/>
                    <a:pt x="1423" y="1206"/>
                  </a:cubicBezTo>
                  <a:cubicBezTo>
                    <a:pt x="1431" y="1214"/>
                    <a:pt x="1446" y="1222"/>
                    <a:pt x="1446" y="1230"/>
                  </a:cubicBezTo>
                  <a:cubicBezTo>
                    <a:pt x="1446" y="1230"/>
                    <a:pt x="1446" y="1230"/>
                    <a:pt x="1446" y="1230"/>
                  </a:cubicBezTo>
                  <a:cubicBezTo>
                    <a:pt x="1439" y="1222"/>
                    <a:pt x="1439" y="1222"/>
                    <a:pt x="1431" y="1214"/>
                  </a:cubicBezTo>
                  <a:cubicBezTo>
                    <a:pt x="1431" y="1214"/>
                    <a:pt x="1423" y="1206"/>
                    <a:pt x="1415" y="1199"/>
                  </a:cubicBezTo>
                  <a:cubicBezTo>
                    <a:pt x="1415" y="1199"/>
                    <a:pt x="1415" y="1199"/>
                    <a:pt x="1415" y="1199"/>
                  </a:cubicBezTo>
                  <a:cubicBezTo>
                    <a:pt x="1407" y="1191"/>
                    <a:pt x="1407" y="1191"/>
                    <a:pt x="1407" y="1191"/>
                  </a:cubicBezTo>
                  <a:cubicBezTo>
                    <a:pt x="1407" y="1191"/>
                    <a:pt x="1399" y="1191"/>
                    <a:pt x="1399" y="1191"/>
                  </a:cubicBezTo>
                  <a:cubicBezTo>
                    <a:pt x="1399" y="1183"/>
                    <a:pt x="1399" y="1183"/>
                    <a:pt x="1399" y="1183"/>
                  </a:cubicBezTo>
                  <a:cubicBezTo>
                    <a:pt x="1392" y="1183"/>
                    <a:pt x="1392" y="1183"/>
                    <a:pt x="1392" y="1183"/>
                  </a:cubicBezTo>
                  <a:cubicBezTo>
                    <a:pt x="1392" y="1183"/>
                    <a:pt x="1392" y="1183"/>
                    <a:pt x="1392" y="1183"/>
                  </a:cubicBezTo>
                  <a:cubicBezTo>
                    <a:pt x="1384" y="1175"/>
                    <a:pt x="1376" y="1167"/>
                    <a:pt x="1376" y="1167"/>
                  </a:cubicBezTo>
                  <a:cubicBezTo>
                    <a:pt x="1368" y="1159"/>
                    <a:pt x="1368" y="1159"/>
                    <a:pt x="1360" y="1159"/>
                  </a:cubicBezTo>
                  <a:cubicBezTo>
                    <a:pt x="1360" y="1159"/>
                    <a:pt x="1360" y="1159"/>
                    <a:pt x="1360" y="1152"/>
                  </a:cubicBezTo>
                  <a:cubicBezTo>
                    <a:pt x="1345" y="1144"/>
                    <a:pt x="1337" y="1144"/>
                    <a:pt x="1329" y="1136"/>
                  </a:cubicBezTo>
                  <a:cubicBezTo>
                    <a:pt x="1329" y="1136"/>
                    <a:pt x="1329" y="1136"/>
                    <a:pt x="1321" y="1136"/>
                  </a:cubicBezTo>
                  <a:cubicBezTo>
                    <a:pt x="1321" y="1128"/>
                    <a:pt x="1321" y="1128"/>
                    <a:pt x="1321" y="1128"/>
                  </a:cubicBezTo>
                  <a:cubicBezTo>
                    <a:pt x="1321" y="1128"/>
                    <a:pt x="1321" y="1128"/>
                    <a:pt x="1321" y="1128"/>
                  </a:cubicBezTo>
                  <a:cubicBezTo>
                    <a:pt x="1321" y="1128"/>
                    <a:pt x="1321" y="1128"/>
                    <a:pt x="1321" y="1128"/>
                  </a:cubicBezTo>
                  <a:cubicBezTo>
                    <a:pt x="1321" y="1128"/>
                    <a:pt x="1321" y="1128"/>
                    <a:pt x="1314" y="1128"/>
                  </a:cubicBezTo>
                  <a:cubicBezTo>
                    <a:pt x="1314" y="1128"/>
                    <a:pt x="1314" y="1128"/>
                    <a:pt x="1314" y="1136"/>
                  </a:cubicBezTo>
                  <a:cubicBezTo>
                    <a:pt x="1314" y="1136"/>
                    <a:pt x="1314" y="1136"/>
                    <a:pt x="1314" y="1136"/>
                  </a:cubicBezTo>
                  <a:cubicBezTo>
                    <a:pt x="1314" y="1136"/>
                    <a:pt x="1314" y="1136"/>
                    <a:pt x="1314" y="1136"/>
                  </a:cubicBezTo>
                  <a:cubicBezTo>
                    <a:pt x="1314" y="1136"/>
                    <a:pt x="1314" y="1136"/>
                    <a:pt x="1314" y="1136"/>
                  </a:cubicBezTo>
                  <a:cubicBezTo>
                    <a:pt x="1314" y="1136"/>
                    <a:pt x="1314" y="1136"/>
                    <a:pt x="1314" y="1136"/>
                  </a:cubicBezTo>
                  <a:cubicBezTo>
                    <a:pt x="1314" y="1136"/>
                    <a:pt x="1314" y="1136"/>
                    <a:pt x="1306" y="1128"/>
                  </a:cubicBezTo>
                  <a:cubicBezTo>
                    <a:pt x="1306" y="1128"/>
                    <a:pt x="1306" y="1128"/>
                    <a:pt x="1306" y="1128"/>
                  </a:cubicBezTo>
                  <a:cubicBezTo>
                    <a:pt x="1306" y="1128"/>
                    <a:pt x="1306" y="1128"/>
                    <a:pt x="1306" y="1128"/>
                  </a:cubicBezTo>
                  <a:cubicBezTo>
                    <a:pt x="1306" y="1128"/>
                    <a:pt x="1298" y="1128"/>
                    <a:pt x="1298" y="1128"/>
                  </a:cubicBezTo>
                  <a:cubicBezTo>
                    <a:pt x="1298" y="1136"/>
                    <a:pt x="1306" y="1136"/>
                    <a:pt x="1306" y="1136"/>
                  </a:cubicBezTo>
                  <a:cubicBezTo>
                    <a:pt x="1306" y="1136"/>
                    <a:pt x="1306" y="1136"/>
                    <a:pt x="1306" y="1136"/>
                  </a:cubicBezTo>
                  <a:cubicBezTo>
                    <a:pt x="1314" y="1144"/>
                    <a:pt x="1314" y="1144"/>
                    <a:pt x="1306" y="1144"/>
                  </a:cubicBezTo>
                  <a:cubicBezTo>
                    <a:pt x="1306" y="1144"/>
                    <a:pt x="1306" y="1144"/>
                    <a:pt x="1314" y="1144"/>
                  </a:cubicBezTo>
                  <a:cubicBezTo>
                    <a:pt x="1314" y="1144"/>
                    <a:pt x="1321" y="1144"/>
                    <a:pt x="1321" y="1144"/>
                  </a:cubicBezTo>
                  <a:cubicBezTo>
                    <a:pt x="1321" y="1144"/>
                    <a:pt x="1321" y="1144"/>
                    <a:pt x="1321" y="1144"/>
                  </a:cubicBezTo>
                  <a:cubicBezTo>
                    <a:pt x="1321" y="1144"/>
                    <a:pt x="1321" y="1144"/>
                    <a:pt x="1321" y="1144"/>
                  </a:cubicBezTo>
                  <a:cubicBezTo>
                    <a:pt x="1321" y="1144"/>
                    <a:pt x="1321" y="1144"/>
                    <a:pt x="1329" y="1144"/>
                  </a:cubicBezTo>
                  <a:cubicBezTo>
                    <a:pt x="1329" y="1152"/>
                    <a:pt x="1329" y="1152"/>
                    <a:pt x="1329" y="1152"/>
                  </a:cubicBezTo>
                  <a:cubicBezTo>
                    <a:pt x="1329" y="1152"/>
                    <a:pt x="1353" y="1159"/>
                    <a:pt x="1360" y="1159"/>
                  </a:cubicBezTo>
                  <a:cubicBezTo>
                    <a:pt x="1368" y="1167"/>
                    <a:pt x="1368" y="1167"/>
                    <a:pt x="1360" y="1167"/>
                  </a:cubicBezTo>
                  <a:cubicBezTo>
                    <a:pt x="1360" y="1167"/>
                    <a:pt x="1360" y="1167"/>
                    <a:pt x="1368" y="1167"/>
                  </a:cubicBezTo>
                  <a:cubicBezTo>
                    <a:pt x="1376" y="1183"/>
                    <a:pt x="1368" y="1183"/>
                    <a:pt x="1384" y="1199"/>
                  </a:cubicBezTo>
                  <a:cubicBezTo>
                    <a:pt x="1384" y="1191"/>
                    <a:pt x="1376" y="1191"/>
                    <a:pt x="1368" y="1183"/>
                  </a:cubicBezTo>
                  <a:cubicBezTo>
                    <a:pt x="1376" y="1191"/>
                    <a:pt x="1376" y="1191"/>
                    <a:pt x="1384" y="1199"/>
                  </a:cubicBezTo>
                  <a:cubicBezTo>
                    <a:pt x="1384" y="1199"/>
                    <a:pt x="1384" y="1199"/>
                    <a:pt x="1384" y="1199"/>
                  </a:cubicBezTo>
                  <a:cubicBezTo>
                    <a:pt x="1392" y="1199"/>
                    <a:pt x="1392" y="1199"/>
                    <a:pt x="1392" y="1199"/>
                  </a:cubicBezTo>
                  <a:cubicBezTo>
                    <a:pt x="1392" y="1206"/>
                    <a:pt x="1392" y="1206"/>
                    <a:pt x="1392" y="1206"/>
                  </a:cubicBezTo>
                  <a:cubicBezTo>
                    <a:pt x="1392" y="1206"/>
                    <a:pt x="1392" y="1206"/>
                    <a:pt x="1392" y="1206"/>
                  </a:cubicBezTo>
                  <a:cubicBezTo>
                    <a:pt x="1392" y="1206"/>
                    <a:pt x="1399" y="1214"/>
                    <a:pt x="1399" y="1214"/>
                  </a:cubicBezTo>
                  <a:cubicBezTo>
                    <a:pt x="1392" y="1206"/>
                    <a:pt x="1399" y="1214"/>
                    <a:pt x="1392" y="1206"/>
                  </a:cubicBezTo>
                  <a:cubicBezTo>
                    <a:pt x="1392" y="1206"/>
                    <a:pt x="1392" y="1206"/>
                    <a:pt x="1399" y="1214"/>
                  </a:cubicBezTo>
                  <a:cubicBezTo>
                    <a:pt x="1399" y="1214"/>
                    <a:pt x="1399" y="1214"/>
                    <a:pt x="1399" y="1214"/>
                  </a:cubicBezTo>
                  <a:cubicBezTo>
                    <a:pt x="1399" y="1214"/>
                    <a:pt x="1399" y="1214"/>
                    <a:pt x="1399" y="1214"/>
                  </a:cubicBezTo>
                  <a:cubicBezTo>
                    <a:pt x="1399" y="1214"/>
                    <a:pt x="1399" y="1214"/>
                    <a:pt x="1399" y="1206"/>
                  </a:cubicBezTo>
                  <a:cubicBezTo>
                    <a:pt x="1399" y="1214"/>
                    <a:pt x="1399" y="1214"/>
                    <a:pt x="1399" y="1214"/>
                  </a:cubicBezTo>
                  <a:cubicBezTo>
                    <a:pt x="1407" y="1222"/>
                    <a:pt x="1415" y="1222"/>
                    <a:pt x="1415" y="1222"/>
                  </a:cubicBezTo>
                  <a:cubicBezTo>
                    <a:pt x="1415" y="1222"/>
                    <a:pt x="1415" y="1222"/>
                    <a:pt x="1415" y="1230"/>
                  </a:cubicBezTo>
                  <a:cubicBezTo>
                    <a:pt x="1415" y="1230"/>
                    <a:pt x="1415" y="1230"/>
                    <a:pt x="1415" y="1230"/>
                  </a:cubicBezTo>
                  <a:cubicBezTo>
                    <a:pt x="1415" y="1230"/>
                    <a:pt x="1415" y="1230"/>
                    <a:pt x="1415" y="1230"/>
                  </a:cubicBezTo>
                  <a:cubicBezTo>
                    <a:pt x="1415" y="1230"/>
                    <a:pt x="1415" y="1230"/>
                    <a:pt x="1407" y="1230"/>
                  </a:cubicBezTo>
                  <a:cubicBezTo>
                    <a:pt x="1415" y="1230"/>
                    <a:pt x="1423" y="1238"/>
                    <a:pt x="1431" y="1246"/>
                  </a:cubicBezTo>
                  <a:cubicBezTo>
                    <a:pt x="1431" y="1246"/>
                    <a:pt x="1431" y="1246"/>
                    <a:pt x="1431" y="1246"/>
                  </a:cubicBezTo>
                  <a:cubicBezTo>
                    <a:pt x="1431" y="1246"/>
                    <a:pt x="1431" y="1246"/>
                    <a:pt x="1431" y="1246"/>
                  </a:cubicBezTo>
                  <a:cubicBezTo>
                    <a:pt x="1439" y="1253"/>
                    <a:pt x="1439" y="1253"/>
                    <a:pt x="1439" y="1253"/>
                  </a:cubicBezTo>
                  <a:cubicBezTo>
                    <a:pt x="1439" y="1253"/>
                    <a:pt x="1439" y="1253"/>
                    <a:pt x="1431" y="1253"/>
                  </a:cubicBezTo>
                  <a:cubicBezTo>
                    <a:pt x="1439" y="1253"/>
                    <a:pt x="1439" y="1253"/>
                    <a:pt x="1446" y="1261"/>
                  </a:cubicBezTo>
                  <a:cubicBezTo>
                    <a:pt x="1446" y="1261"/>
                    <a:pt x="1446" y="1261"/>
                    <a:pt x="1439" y="1261"/>
                  </a:cubicBezTo>
                  <a:cubicBezTo>
                    <a:pt x="1439" y="1261"/>
                    <a:pt x="1439" y="1261"/>
                    <a:pt x="1446" y="1261"/>
                  </a:cubicBezTo>
                  <a:cubicBezTo>
                    <a:pt x="1446" y="1261"/>
                    <a:pt x="1446" y="1261"/>
                    <a:pt x="1446" y="1261"/>
                  </a:cubicBezTo>
                  <a:cubicBezTo>
                    <a:pt x="1446" y="1261"/>
                    <a:pt x="1446" y="1261"/>
                    <a:pt x="1446" y="1261"/>
                  </a:cubicBezTo>
                  <a:cubicBezTo>
                    <a:pt x="1446" y="1261"/>
                    <a:pt x="1446" y="1269"/>
                    <a:pt x="1454" y="1269"/>
                  </a:cubicBezTo>
                  <a:cubicBezTo>
                    <a:pt x="1454" y="1269"/>
                    <a:pt x="1454" y="1269"/>
                    <a:pt x="1446" y="1261"/>
                  </a:cubicBezTo>
                  <a:cubicBezTo>
                    <a:pt x="1454" y="1269"/>
                    <a:pt x="1454" y="1269"/>
                    <a:pt x="1454" y="1269"/>
                  </a:cubicBezTo>
                  <a:cubicBezTo>
                    <a:pt x="1454" y="1261"/>
                    <a:pt x="1454" y="1261"/>
                    <a:pt x="1454" y="1261"/>
                  </a:cubicBezTo>
                  <a:cubicBezTo>
                    <a:pt x="1454" y="1261"/>
                    <a:pt x="1454" y="1261"/>
                    <a:pt x="1439" y="1246"/>
                  </a:cubicBezTo>
                  <a:cubicBezTo>
                    <a:pt x="1446" y="1253"/>
                    <a:pt x="1454" y="1253"/>
                    <a:pt x="1462" y="1261"/>
                  </a:cubicBezTo>
                  <a:cubicBezTo>
                    <a:pt x="1462" y="1261"/>
                    <a:pt x="1462" y="1261"/>
                    <a:pt x="1462" y="1261"/>
                  </a:cubicBezTo>
                  <a:cubicBezTo>
                    <a:pt x="1462" y="1261"/>
                    <a:pt x="1462" y="1261"/>
                    <a:pt x="1462" y="1269"/>
                  </a:cubicBezTo>
                  <a:cubicBezTo>
                    <a:pt x="1462" y="1269"/>
                    <a:pt x="1454" y="1261"/>
                    <a:pt x="1462" y="1277"/>
                  </a:cubicBezTo>
                  <a:cubicBezTo>
                    <a:pt x="1462" y="1277"/>
                    <a:pt x="1462" y="1277"/>
                    <a:pt x="1462" y="1277"/>
                  </a:cubicBezTo>
                  <a:cubicBezTo>
                    <a:pt x="1462" y="1277"/>
                    <a:pt x="1462" y="1277"/>
                    <a:pt x="1462" y="1277"/>
                  </a:cubicBezTo>
                  <a:cubicBezTo>
                    <a:pt x="1470" y="1285"/>
                    <a:pt x="1462" y="1277"/>
                    <a:pt x="1470" y="1285"/>
                  </a:cubicBezTo>
                  <a:cubicBezTo>
                    <a:pt x="1470" y="1285"/>
                    <a:pt x="1470" y="1285"/>
                    <a:pt x="1478" y="1293"/>
                  </a:cubicBezTo>
                  <a:cubicBezTo>
                    <a:pt x="1478" y="1293"/>
                    <a:pt x="1478" y="1293"/>
                    <a:pt x="1478" y="1293"/>
                  </a:cubicBezTo>
                  <a:cubicBezTo>
                    <a:pt x="1485" y="1300"/>
                    <a:pt x="1485" y="1293"/>
                    <a:pt x="1485" y="1300"/>
                  </a:cubicBezTo>
                  <a:cubicBezTo>
                    <a:pt x="1485" y="1300"/>
                    <a:pt x="1485" y="1300"/>
                    <a:pt x="1493" y="1308"/>
                  </a:cubicBezTo>
                  <a:cubicBezTo>
                    <a:pt x="1493" y="1308"/>
                    <a:pt x="1493" y="1308"/>
                    <a:pt x="1493" y="1308"/>
                  </a:cubicBezTo>
                  <a:cubicBezTo>
                    <a:pt x="1501" y="1316"/>
                    <a:pt x="1517" y="1332"/>
                    <a:pt x="1532" y="1340"/>
                  </a:cubicBezTo>
                  <a:cubicBezTo>
                    <a:pt x="1525" y="1340"/>
                    <a:pt x="1517" y="1332"/>
                    <a:pt x="1517" y="1332"/>
                  </a:cubicBezTo>
                  <a:cubicBezTo>
                    <a:pt x="1517" y="1332"/>
                    <a:pt x="1517" y="1332"/>
                    <a:pt x="1517" y="1332"/>
                  </a:cubicBezTo>
                  <a:cubicBezTo>
                    <a:pt x="1517" y="1332"/>
                    <a:pt x="1517" y="1332"/>
                    <a:pt x="1517" y="1332"/>
                  </a:cubicBezTo>
                  <a:cubicBezTo>
                    <a:pt x="1525" y="1340"/>
                    <a:pt x="1525" y="1340"/>
                    <a:pt x="1525" y="1340"/>
                  </a:cubicBezTo>
                  <a:cubicBezTo>
                    <a:pt x="1525" y="1347"/>
                    <a:pt x="1525" y="1340"/>
                    <a:pt x="1532" y="1347"/>
                  </a:cubicBezTo>
                  <a:cubicBezTo>
                    <a:pt x="1532" y="1347"/>
                    <a:pt x="1548" y="1355"/>
                    <a:pt x="1540" y="1347"/>
                  </a:cubicBezTo>
                  <a:cubicBezTo>
                    <a:pt x="1540" y="1347"/>
                    <a:pt x="1540" y="1347"/>
                    <a:pt x="1540" y="1347"/>
                  </a:cubicBezTo>
                  <a:cubicBezTo>
                    <a:pt x="1540" y="1347"/>
                    <a:pt x="1540" y="1347"/>
                    <a:pt x="1540" y="1347"/>
                  </a:cubicBezTo>
                  <a:cubicBezTo>
                    <a:pt x="1532" y="1347"/>
                    <a:pt x="1532" y="1347"/>
                    <a:pt x="1532" y="1347"/>
                  </a:cubicBezTo>
                  <a:cubicBezTo>
                    <a:pt x="1532" y="1347"/>
                    <a:pt x="1532" y="1347"/>
                    <a:pt x="1532" y="1347"/>
                  </a:cubicBezTo>
                  <a:cubicBezTo>
                    <a:pt x="1532" y="1347"/>
                    <a:pt x="1532" y="1347"/>
                    <a:pt x="1532" y="1347"/>
                  </a:cubicBezTo>
                  <a:cubicBezTo>
                    <a:pt x="1532" y="1347"/>
                    <a:pt x="1532" y="1347"/>
                    <a:pt x="1532" y="1340"/>
                  </a:cubicBezTo>
                  <a:cubicBezTo>
                    <a:pt x="1532" y="1347"/>
                    <a:pt x="1540" y="1347"/>
                    <a:pt x="1548" y="1347"/>
                  </a:cubicBezTo>
                  <a:cubicBezTo>
                    <a:pt x="1548" y="1347"/>
                    <a:pt x="1548" y="1347"/>
                    <a:pt x="1564" y="1363"/>
                  </a:cubicBezTo>
                  <a:cubicBezTo>
                    <a:pt x="1564" y="1363"/>
                    <a:pt x="1564" y="1363"/>
                    <a:pt x="1564" y="1371"/>
                  </a:cubicBezTo>
                  <a:cubicBezTo>
                    <a:pt x="1564" y="1363"/>
                    <a:pt x="1564" y="1363"/>
                    <a:pt x="1564" y="1363"/>
                  </a:cubicBezTo>
                  <a:cubicBezTo>
                    <a:pt x="1556" y="1363"/>
                    <a:pt x="1564" y="1363"/>
                    <a:pt x="1556" y="1363"/>
                  </a:cubicBezTo>
                  <a:cubicBezTo>
                    <a:pt x="1556" y="1363"/>
                    <a:pt x="1556" y="1363"/>
                    <a:pt x="1556" y="1363"/>
                  </a:cubicBezTo>
                  <a:cubicBezTo>
                    <a:pt x="1556" y="1363"/>
                    <a:pt x="1564" y="1363"/>
                    <a:pt x="1564" y="1371"/>
                  </a:cubicBezTo>
                  <a:cubicBezTo>
                    <a:pt x="1556" y="1371"/>
                    <a:pt x="1556" y="1379"/>
                    <a:pt x="1548" y="1379"/>
                  </a:cubicBezTo>
                  <a:cubicBezTo>
                    <a:pt x="1548" y="1379"/>
                    <a:pt x="1548" y="1379"/>
                    <a:pt x="1548" y="1387"/>
                  </a:cubicBezTo>
                  <a:cubicBezTo>
                    <a:pt x="1556" y="1394"/>
                    <a:pt x="1540" y="1402"/>
                    <a:pt x="1532" y="1410"/>
                  </a:cubicBezTo>
                  <a:cubicBezTo>
                    <a:pt x="1532" y="1410"/>
                    <a:pt x="1532" y="1410"/>
                    <a:pt x="1532" y="1410"/>
                  </a:cubicBezTo>
                  <a:cubicBezTo>
                    <a:pt x="1532" y="1410"/>
                    <a:pt x="1532" y="1410"/>
                    <a:pt x="1525" y="1426"/>
                  </a:cubicBezTo>
                  <a:cubicBezTo>
                    <a:pt x="1525" y="1426"/>
                    <a:pt x="1525" y="1426"/>
                    <a:pt x="1532" y="1418"/>
                  </a:cubicBezTo>
                  <a:cubicBezTo>
                    <a:pt x="1532" y="1418"/>
                    <a:pt x="1532" y="1418"/>
                    <a:pt x="1532" y="1418"/>
                  </a:cubicBezTo>
                  <a:cubicBezTo>
                    <a:pt x="1532" y="1418"/>
                    <a:pt x="1532" y="1418"/>
                    <a:pt x="1525" y="1434"/>
                  </a:cubicBezTo>
                  <a:cubicBezTo>
                    <a:pt x="1525" y="1434"/>
                    <a:pt x="1525" y="1434"/>
                    <a:pt x="1517" y="1434"/>
                  </a:cubicBezTo>
                  <a:cubicBezTo>
                    <a:pt x="1517" y="1434"/>
                    <a:pt x="1517" y="1434"/>
                    <a:pt x="1517" y="1441"/>
                  </a:cubicBezTo>
                  <a:cubicBezTo>
                    <a:pt x="1517" y="1441"/>
                    <a:pt x="1517" y="1441"/>
                    <a:pt x="1509" y="1449"/>
                  </a:cubicBezTo>
                  <a:cubicBezTo>
                    <a:pt x="1509" y="1449"/>
                    <a:pt x="1509" y="1449"/>
                    <a:pt x="1509" y="1449"/>
                  </a:cubicBezTo>
                  <a:cubicBezTo>
                    <a:pt x="1509" y="1449"/>
                    <a:pt x="1509" y="1449"/>
                    <a:pt x="1509" y="1449"/>
                  </a:cubicBezTo>
                  <a:cubicBezTo>
                    <a:pt x="1509" y="1441"/>
                    <a:pt x="1509" y="1441"/>
                    <a:pt x="1509" y="1441"/>
                  </a:cubicBezTo>
                  <a:cubicBezTo>
                    <a:pt x="1501" y="1449"/>
                    <a:pt x="1501" y="1449"/>
                    <a:pt x="1501" y="1449"/>
                  </a:cubicBezTo>
                  <a:cubicBezTo>
                    <a:pt x="1501" y="1449"/>
                    <a:pt x="1501" y="1449"/>
                    <a:pt x="1501" y="1457"/>
                  </a:cubicBezTo>
                  <a:cubicBezTo>
                    <a:pt x="1501" y="1457"/>
                    <a:pt x="1501" y="1457"/>
                    <a:pt x="1501" y="1465"/>
                  </a:cubicBezTo>
                  <a:cubicBezTo>
                    <a:pt x="1501" y="1465"/>
                    <a:pt x="1501" y="1465"/>
                    <a:pt x="1501" y="1465"/>
                  </a:cubicBezTo>
                  <a:cubicBezTo>
                    <a:pt x="1501" y="1465"/>
                    <a:pt x="1493" y="1473"/>
                    <a:pt x="1493" y="1465"/>
                  </a:cubicBezTo>
                  <a:cubicBezTo>
                    <a:pt x="1493" y="1473"/>
                    <a:pt x="1485" y="1481"/>
                    <a:pt x="1485" y="1481"/>
                  </a:cubicBezTo>
                  <a:cubicBezTo>
                    <a:pt x="1478" y="1488"/>
                    <a:pt x="1478" y="1488"/>
                    <a:pt x="1478" y="1488"/>
                  </a:cubicBezTo>
                  <a:cubicBezTo>
                    <a:pt x="1478" y="1488"/>
                    <a:pt x="1478" y="1488"/>
                    <a:pt x="1478" y="1496"/>
                  </a:cubicBezTo>
                  <a:cubicBezTo>
                    <a:pt x="1478" y="1496"/>
                    <a:pt x="1478" y="1496"/>
                    <a:pt x="1485" y="1488"/>
                  </a:cubicBezTo>
                  <a:cubicBezTo>
                    <a:pt x="1485" y="1488"/>
                    <a:pt x="1478" y="1488"/>
                    <a:pt x="1478" y="1496"/>
                  </a:cubicBezTo>
                  <a:cubicBezTo>
                    <a:pt x="1478" y="1496"/>
                    <a:pt x="1478" y="1496"/>
                    <a:pt x="1478" y="1496"/>
                  </a:cubicBezTo>
                  <a:cubicBezTo>
                    <a:pt x="1478" y="1496"/>
                    <a:pt x="1478" y="1496"/>
                    <a:pt x="1478" y="1496"/>
                  </a:cubicBezTo>
                  <a:cubicBezTo>
                    <a:pt x="1478" y="1496"/>
                    <a:pt x="1478" y="1504"/>
                    <a:pt x="1478" y="1504"/>
                  </a:cubicBezTo>
                  <a:cubicBezTo>
                    <a:pt x="1478" y="1504"/>
                    <a:pt x="1478" y="1504"/>
                    <a:pt x="1478" y="1504"/>
                  </a:cubicBezTo>
                  <a:cubicBezTo>
                    <a:pt x="1470" y="1512"/>
                    <a:pt x="1470" y="1512"/>
                    <a:pt x="1470" y="1512"/>
                  </a:cubicBezTo>
                  <a:cubicBezTo>
                    <a:pt x="1470" y="1512"/>
                    <a:pt x="1470" y="1512"/>
                    <a:pt x="1470" y="1512"/>
                  </a:cubicBezTo>
                  <a:cubicBezTo>
                    <a:pt x="1470" y="1512"/>
                    <a:pt x="1470" y="1512"/>
                    <a:pt x="1462" y="1520"/>
                  </a:cubicBezTo>
                  <a:cubicBezTo>
                    <a:pt x="1462" y="1528"/>
                    <a:pt x="1454" y="1528"/>
                    <a:pt x="1454" y="1535"/>
                  </a:cubicBezTo>
                  <a:cubicBezTo>
                    <a:pt x="1454" y="1535"/>
                    <a:pt x="1454" y="1535"/>
                    <a:pt x="1454" y="1535"/>
                  </a:cubicBezTo>
                  <a:cubicBezTo>
                    <a:pt x="1454" y="1535"/>
                    <a:pt x="1454" y="1543"/>
                    <a:pt x="1446" y="1543"/>
                  </a:cubicBezTo>
                  <a:cubicBezTo>
                    <a:pt x="1446" y="1543"/>
                    <a:pt x="1446" y="1543"/>
                    <a:pt x="1446" y="1543"/>
                  </a:cubicBezTo>
                  <a:cubicBezTo>
                    <a:pt x="1446" y="1543"/>
                    <a:pt x="1454" y="1543"/>
                    <a:pt x="1454" y="1535"/>
                  </a:cubicBezTo>
                  <a:cubicBezTo>
                    <a:pt x="1454" y="1535"/>
                    <a:pt x="1454" y="1535"/>
                    <a:pt x="1454" y="1535"/>
                  </a:cubicBezTo>
                  <a:cubicBezTo>
                    <a:pt x="1454" y="1535"/>
                    <a:pt x="1454" y="1535"/>
                    <a:pt x="1446" y="1543"/>
                  </a:cubicBezTo>
                  <a:cubicBezTo>
                    <a:pt x="1446" y="1543"/>
                    <a:pt x="1446" y="1543"/>
                    <a:pt x="1446" y="1543"/>
                  </a:cubicBezTo>
                  <a:cubicBezTo>
                    <a:pt x="1446" y="1543"/>
                    <a:pt x="1446" y="1551"/>
                    <a:pt x="1446" y="1551"/>
                  </a:cubicBezTo>
                  <a:cubicBezTo>
                    <a:pt x="1446" y="1551"/>
                    <a:pt x="1446" y="1551"/>
                    <a:pt x="1446" y="1551"/>
                  </a:cubicBezTo>
                  <a:cubicBezTo>
                    <a:pt x="1446" y="1551"/>
                    <a:pt x="1446" y="1551"/>
                    <a:pt x="1446" y="1551"/>
                  </a:cubicBezTo>
                  <a:cubicBezTo>
                    <a:pt x="1446" y="1551"/>
                    <a:pt x="1446" y="1551"/>
                    <a:pt x="1446" y="1551"/>
                  </a:cubicBezTo>
                  <a:cubicBezTo>
                    <a:pt x="1446" y="1551"/>
                    <a:pt x="1446" y="1551"/>
                    <a:pt x="1446" y="1551"/>
                  </a:cubicBezTo>
                  <a:cubicBezTo>
                    <a:pt x="1446" y="1551"/>
                    <a:pt x="1446" y="1543"/>
                    <a:pt x="1446" y="1543"/>
                  </a:cubicBezTo>
                  <a:cubicBezTo>
                    <a:pt x="1446" y="1551"/>
                    <a:pt x="1446" y="1551"/>
                    <a:pt x="1446" y="1551"/>
                  </a:cubicBezTo>
                  <a:cubicBezTo>
                    <a:pt x="1439" y="1559"/>
                    <a:pt x="1446" y="1559"/>
                    <a:pt x="1439" y="1559"/>
                  </a:cubicBezTo>
                  <a:cubicBezTo>
                    <a:pt x="1439" y="1559"/>
                    <a:pt x="1439" y="1559"/>
                    <a:pt x="1439" y="1559"/>
                  </a:cubicBezTo>
                  <a:cubicBezTo>
                    <a:pt x="1439" y="1559"/>
                    <a:pt x="1439" y="1559"/>
                    <a:pt x="1439" y="1567"/>
                  </a:cubicBezTo>
                  <a:cubicBezTo>
                    <a:pt x="1439" y="1567"/>
                    <a:pt x="1439" y="1567"/>
                    <a:pt x="1439" y="1567"/>
                  </a:cubicBezTo>
                  <a:cubicBezTo>
                    <a:pt x="1431" y="1575"/>
                    <a:pt x="1431" y="1575"/>
                    <a:pt x="1423" y="1582"/>
                  </a:cubicBezTo>
                  <a:cubicBezTo>
                    <a:pt x="1423" y="1582"/>
                    <a:pt x="1423" y="1582"/>
                    <a:pt x="1423" y="1590"/>
                  </a:cubicBezTo>
                  <a:cubicBezTo>
                    <a:pt x="1423" y="1590"/>
                    <a:pt x="1423" y="1582"/>
                    <a:pt x="1431" y="1582"/>
                  </a:cubicBezTo>
                  <a:cubicBezTo>
                    <a:pt x="1431" y="1582"/>
                    <a:pt x="1431" y="1590"/>
                    <a:pt x="1431" y="1590"/>
                  </a:cubicBezTo>
                  <a:cubicBezTo>
                    <a:pt x="1423" y="1590"/>
                    <a:pt x="1423" y="1598"/>
                    <a:pt x="1423" y="1598"/>
                  </a:cubicBezTo>
                  <a:cubicBezTo>
                    <a:pt x="1423" y="1598"/>
                    <a:pt x="1423" y="1598"/>
                    <a:pt x="1423" y="1598"/>
                  </a:cubicBezTo>
                  <a:cubicBezTo>
                    <a:pt x="1415" y="1598"/>
                    <a:pt x="1415" y="1598"/>
                    <a:pt x="1415" y="1598"/>
                  </a:cubicBezTo>
                  <a:cubicBezTo>
                    <a:pt x="1415" y="1598"/>
                    <a:pt x="1415" y="1598"/>
                    <a:pt x="1415" y="1598"/>
                  </a:cubicBezTo>
                  <a:cubicBezTo>
                    <a:pt x="1415" y="1606"/>
                    <a:pt x="1415" y="1598"/>
                    <a:pt x="1415" y="1606"/>
                  </a:cubicBezTo>
                  <a:cubicBezTo>
                    <a:pt x="1415" y="1606"/>
                    <a:pt x="1415" y="1606"/>
                    <a:pt x="1415" y="1614"/>
                  </a:cubicBezTo>
                  <a:cubicBezTo>
                    <a:pt x="1407" y="1614"/>
                    <a:pt x="1415" y="1614"/>
                    <a:pt x="1407" y="1622"/>
                  </a:cubicBezTo>
                  <a:cubicBezTo>
                    <a:pt x="1407" y="1622"/>
                    <a:pt x="1415" y="1622"/>
                    <a:pt x="1415" y="1622"/>
                  </a:cubicBezTo>
                  <a:cubicBezTo>
                    <a:pt x="1415" y="1622"/>
                    <a:pt x="1415" y="1622"/>
                    <a:pt x="1415" y="1622"/>
                  </a:cubicBezTo>
                  <a:cubicBezTo>
                    <a:pt x="1415" y="1622"/>
                    <a:pt x="1415" y="1622"/>
                    <a:pt x="1415" y="1622"/>
                  </a:cubicBezTo>
                  <a:cubicBezTo>
                    <a:pt x="1415" y="1614"/>
                    <a:pt x="1415" y="1614"/>
                    <a:pt x="1415" y="1622"/>
                  </a:cubicBezTo>
                  <a:cubicBezTo>
                    <a:pt x="1415" y="1622"/>
                    <a:pt x="1415" y="1622"/>
                    <a:pt x="1415" y="1629"/>
                  </a:cubicBezTo>
                  <a:cubicBezTo>
                    <a:pt x="1415" y="1629"/>
                    <a:pt x="1415" y="1629"/>
                    <a:pt x="1407" y="1629"/>
                  </a:cubicBezTo>
                  <a:cubicBezTo>
                    <a:pt x="1407" y="1629"/>
                    <a:pt x="1407" y="1629"/>
                    <a:pt x="1407" y="1629"/>
                  </a:cubicBezTo>
                  <a:cubicBezTo>
                    <a:pt x="1407" y="1629"/>
                    <a:pt x="1407" y="1629"/>
                    <a:pt x="1407" y="1629"/>
                  </a:cubicBezTo>
                  <a:cubicBezTo>
                    <a:pt x="1399" y="1637"/>
                    <a:pt x="1399" y="1645"/>
                    <a:pt x="1399" y="1645"/>
                  </a:cubicBezTo>
                  <a:cubicBezTo>
                    <a:pt x="1392" y="1645"/>
                    <a:pt x="1399" y="1645"/>
                    <a:pt x="1392" y="1645"/>
                  </a:cubicBezTo>
                  <a:cubicBezTo>
                    <a:pt x="1392" y="1645"/>
                    <a:pt x="1392" y="1645"/>
                    <a:pt x="1392" y="1653"/>
                  </a:cubicBezTo>
                  <a:cubicBezTo>
                    <a:pt x="1392" y="1669"/>
                    <a:pt x="1384" y="1676"/>
                    <a:pt x="1384" y="1676"/>
                  </a:cubicBezTo>
                  <a:cubicBezTo>
                    <a:pt x="1384" y="1684"/>
                    <a:pt x="1384" y="1684"/>
                    <a:pt x="1384" y="1684"/>
                  </a:cubicBezTo>
                  <a:cubicBezTo>
                    <a:pt x="1384" y="1684"/>
                    <a:pt x="1384" y="1684"/>
                    <a:pt x="1392" y="1676"/>
                  </a:cubicBezTo>
                  <a:cubicBezTo>
                    <a:pt x="1392" y="1676"/>
                    <a:pt x="1392" y="1676"/>
                    <a:pt x="1392" y="1669"/>
                  </a:cubicBezTo>
                  <a:cubicBezTo>
                    <a:pt x="1392" y="1669"/>
                    <a:pt x="1392" y="1669"/>
                    <a:pt x="1384" y="1700"/>
                  </a:cubicBezTo>
                  <a:cubicBezTo>
                    <a:pt x="1384" y="1700"/>
                    <a:pt x="1384" y="1700"/>
                    <a:pt x="1384" y="1692"/>
                  </a:cubicBezTo>
                  <a:cubicBezTo>
                    <a:pt x="1384" y="1700"/>
                    <a:pt x="1384" y="1700"/>
                    <a:pt x="1376" y="1708"/>
                  </a:cubicBezTo>
                  <a:cubicBezTo>
                    <a:pt x="1384" y="1700"/>
                    <a:pt x="1384" y="1692"/>
                    <a:pt x="1384" y="1692"/>
                  </a:cubicBezTo>
                  <a:cubicBezTo>
                    <a:pt x="1384" y="1692"/>
                    <a:pt x="1384" y="1692"/>
                    <a:pt x="1384" y="1692"/>
                  </a:cubicBezTo>
                  <a:cubicBezTo>
                    <a:pt x="1384" y="1692"/>
                    <a:pt x="1384" y="1684"/>
                    <a:pt x="1384" y="1684"/>
                  </a:cubicBezTo>
                  <a:cubicBezTo>
                    <a:pt x="1376" y="1692"/>
                    <a:pt x="1376" y="1692"/>
                    <a:pt x="1376" y="1692"/>
                  </a:cubicBezTo>
                  <a:cubicBezTo>
                    <a:pt x="1376" y="1708"/>
                    <a:pt x="1376" y="1700"/>
                    <a:pt x="1376" y="1708"/>
                  </a:cubicBezTo>
                  <a:cubicBezTo>
                    <a:pt x="1376" y="1708"/>
                    <a:pt x="1376" y="1708"/>
                    <a:pt x="1376" y="1708"/>
                  </a:cubicBezTo>
                  <a:cubicBezTo>
                    <a:pt x="1376" y="1708"/>
                    <a:pt x="1376" y="1708"/>
                    <a:pt x="1376" y="1708"/>
                  </a:cubicBezTo>
                  <a:cubicBezTo>
                    <a:pt x="1368" y="1716"/>
                    <a:pt x="1368" y="1716"/>
                    <a:pt x="1368" y="1708"/>
                  </a:cubicBezTo>
                  <a:cubicBezTo>
                    <a:pt x="1368" y="1716"/>
                    <a:pt x="1368" y="1723"/>
                    <a:pt x="1368" y="1723"/>
                  </a:cubicBezTo>
                  <a:cubicBezTo>
                    <a:pt x="1368" y="1723"/>
                    <a:pt x="1368" y="1723"/>
                    <a:pt x="1376" y="1716"/>
                  </a:cubicBezTo>
                  <a:cubicBezTo>
                    <a:pt x="1376" y="1723"/>
                    <a:pt x="1368" y="1723"/>
                    <a:pt x="1376" y="1723"/>
                  </a:cubicBezTo>
                  <a:cubicBezTo>
                    <a:pt x="1376" y="1723"/>
                    <a:pt x="1376" y="1723"/>
                    <a:pt x="1368" y="1731"/>
                  </a:cubicBezTo>
                  <a:cubicBezTo>
                    <a:pt x="1368" y="1739"/>
                    <a:pt x="1368" y="1739"/>
                    <a:pt x="1368" y="1739"/>
                  </a:cubicBezTo>
                  <a:cubicBezTo>
                    <a:pt x="1368" y="1731"/>
                    <a:pt x="1376" y="1723"/>
                    <a:pt x="1376" y="1716"/>
                  </a:cubicBezTo>
                  <a:cubicBezTo>
                    <a:pt x="1376" y="1723"/>
                    <a:pt x="1384" y="1723"/>
                    <a:pt x="1384" y="1723"/>
                  </a:cubicBezTo>
                  <a:cubicBezTo>
                    <a:pt x="1384" y="1716"/>
                    <a:pt x="1384" y="1716"/>
                    <a:pt x="1392" y="1716"/>
                  </a:cubicBezTo>
                  <a:cubicBezTo>
                    <a:pt x="1392" y="1708"/>
                    <a:pt x="1392" y="1708"/>
                    <a:pt x="1392" y="1708"/>
                  </a:cubicBezTo>
                  <a:cubicBezTo>
                    <a:pt x="1392" y="1708"/>
                    <a:pt x="1392" y="1708"/>
                    <a:pt x="1392" y="1708"/>
                  </a:cubicBezTo>
                  <a:cubicBezTo>
                    <a:pt x="1384" y="1731"/>
                    <a:pt x="1376" y="1755"/>
                    <a:pt x="1360" y="1794"/>
                  </a:cubicBezTo>
                  <a:cubicBezTo>
                    <a:pt x="1360" y="1794"/>
                    <a:pt x="1360" y="1794"/>
                    <a:pt x="1360" y="1794"/>
                  </a:cubicBezTo>
                  <a:cubicBezTo>
                    <a:pt x="1360" y="1802"/>
                    <a:pt x="1360" y="1802"/>
                    <a:pt x="1360" y="1809"/>
                  </a:cubicBezTo>
                  <a:cubicBezTo>
                    <a:pt x="1360" y="1794"/>
                    <a:pt x="1360" y="1802"/>
                    <a:pt x="1360" y="1809"/>
                  </a:cubicBezTo>
                  <a:cubicBezTo>
                    <a:pt x="1360" y="1802"/>
                    <a:pt x="1360" y="1802"/>
                    <a:pt x="1360" y="1802"/>
                  </a:cubicBezTo>
                  <a:cubicBezTo>
                    <a:pt x="1360" y="1794"/>
                    <a:pt x="1368" y="1794"/>
                    <a:pt x="1368" y="1794"/>
                  </a:cubicBezTo>
                  <a:cubicBezTo>
                    <a:pt x="1368" y="1794"/>
                    <a:pt x="1368" y="1794"/>
                    <a:pt x="1368" y="1794"/>
                  </a:cubicBezTo>
                  <a:cubicBezTo>
                    <a:pt x="1368" y="1786"/>
                    <a:pt x="1376" y="1778"/>
                    <a:pt x="1376" y="1755"/>
                  </a:cubicBezTo>
                  <a:cubicBezTo>
                    <a:pt x="1376" y="1747"/>
                    <a:pt x="1376" y="1747"/>
                    <a:pt x="1376" y="1747"/>
                  </a:cubicBezTo>
                  <a:cubicBezTo>
                    <a:pt x="1392" y="1731"/>
                    <a:pt x="1392" y="1708"/>
                    <a:pt x="1399" y="1692"/>
                  </a:cubicBezTo>
                  <a:cubicBezTo>
                    <a:pt x="1407" y="1684"/>
                    <a:pt x="1423" y="1645"/>
                    <a:pt x="1431" y="1629"/>
                  </a:cubicBezTo>
                  <a:cubicBezTo>
                    <a:pt x="1431" y="1629"/>
                    <a:pt x="1431" y="1629"/>
                    <a:pt x="1431" y="1629"/>
                  </a:cubicBezTo>
                  <a:cubicBezTo>
                    <a:pt x="1407" y="1684"/>
                    <a:pt x="1376" y="1747"/>
                    <a:pt x="1360" y="1817"/>
                  </a:cubicBezTo>
                  <a:cubicBezTo>
                    <a:pt x="1360" y="1817"/>
                    <a:pt x="1368" y="1817"/>
                    <a:pt x="1368" y="1817"/>
                  </a:cubicBezTo>
                  <a:cubicBezTo>
                    <a:pt x="1368" y="1809"/>
                    <a:pt x="1368" y="1802"/>
                    <a:pt x="1376" y="1794"/>
                  </a:cubicBezTo>
                  <a:cubicBezTo>
                    <a:pt x="1376" y="1802"/>
                    <a:pt x="1368" y="1809"/>
                    <a:pt x="1368" y="1817"/>
                  </a:cubicBezTo>
                  <a:cubicBezTo>
                    <a:pt x="1376" y="1809"/>
                    <a:pt x="1376" y="1809"/>
                    <a:pt x="1376" y="1809"/>
                  </a:cubicBezTo>
                  <a:cubicBezTo>
                    <a:pt x="1376" y="1794"/>
                    <a:pt x="1376" y="1794"/>
                    <a:pt x="1376" y="1794"/>
                  </a:cubicBezTo>
                  <a:cubicBezTo>
                    <a:pt x="1376" y="1786"/>
                    <a:pt x="1376" y="1786"/>
                    <a:pt x="1384" y="1786"/>
                  </a:cubicBezTo>
                  <a:cubicBezTo>
                    <a:pt x="1376" y="1786"/>
                    <a:pt x="1376" y="1794"/>
                    <a:pt x="1376" y="1794"/>
                  </a:cubicBezTo>
                  <a:cubicBezTo>
                    <a:pt x="1376" y="1794"/>
                    <a:pt x="1376" y="1794"/>
                    <a:pt x="1384" y="1786"/>
                  </a:cubicBezTo>
                  <a:cubicBezTo>
                    <a:pt x="1392" y="1778"/>
                    <a:pt x="1392" y="1778"/>
                    <a:pt x="1392" y="1778"/>
                  </a:cubicBezTo>
                  <a:cubicBezTo>
                    <a:pt x="1392" y="1778"/>
                    <a:pt x="1392" y="1778"/>
                    <a:pt x="1392" y="1778"/>
                  </a:cubicBezTo>
                  <a:cubicBezTo>
                    <a:pt x="1392" y="1762"/>
                    <a:pt x="1392" y="1762"/>
                    <a:pt x="1392" y="1762"/>
                  </a:cubicBezTo>
                  <a:cubicBezTo>
                    <a:pt x="1392" y="1762"/>
                    <a:pt x="1392" y="1762"/>
                    <a:pt x="1392" y="1762"/>
                  </a:cubicBezTo>
                  <a:cubicBezTo>
                    <a:pt x="1392" y="1762"/>
                    <a:pt x="1384" y="1762"/>
                    <a:pt x="1384" y="1770"/>
                  </a:cubicBezTo>
                  <a:cubicBezTo>
                    <a:pt x="1384" y="1770"/>
                    <a:pt x="1384" y="1762"/>
                    <a:pt x="1392" y="1762"/>
                  </a:cubicBezTo>
                  <a:cubicBezTo>
                    <a:pt x="1392" y="1755"/>
                    <a:pt x="1392" y="1755"/>
                    <a:pt x="1392" y="1755"/>
                  </a:cubicBezTo>
                  <a:cubicBezTo>
                    <a:pt x="1392" y="1747"/>
                    <a:pt x="1392" y="1739"/>
                    <a:pt x="1399" y="1731"/>
                  </a:cubicBezTo>
                  <a:cubicBezTo>
                    <a:pt x="1399" y="1739"/>
                    <a:pt x="1399" y="1739"/>
                    <a:pt x="1399" y="1739"/>
                  </a:cubicBezTo>
                  <a:cubicBezTo>
                    <a:pt x="1407" y="1739"/>
                    <a:pt x="1407" y="1731"/>
                    <a:pt x="1407" y="1731"/>
                  </a:cubicBezTo>
                  <a:cubicBezTo>
                    <a:pt x="1407" y="1747"/>
                    <a:pt x="1407" y="1739"/>
                    <a:pt x="1407" y="1739"/>
                  </a:cubicBezTo>
                  <a:cubicBezTo>
                    <a:pt x="1399" y="1747"/>
                    <a:pt x="1399" y="1755"/>
                    <a:pt x="1399" y="1762"/>
                  </a:cubicBezTo>
                  <a:cubicBezTo>
                    <a:pt x="1399" y="1770"/>
                    <a:pt x="1392" y="1786"/>
                    <a:pt x="1392" y="1786"/>
                  </a:cubicBezTo>
                  <a:cubicBezTo>
                    <a:pt x="1392" y="1794"/>
                    <a:pt x="1392" y="1786"/>
                    <a:pt x="1392" y="1794"/>
                  </a:cubicBezTo>
                  <a:cubicBezTo>
                    <a:pt x="1399" y="1762"/>
                    <a:pt x="1415" y="1723"/>
                    <a:pt x="1423" y="1708"/>
                  </a:cubicBezTo>
                  <a:cubicBezTo>
                    <a:pt x="1423" y="1700"/>
                    <a:pt x="1423" y="1700"/>
                    <a:pt x="1431" y="1700"/>
                  </a:cubicBezTo>
                  <a:cubicBezTo>
                    <a:pt x="1423" y="1700"/>
                    <a:pt x="1423" y="1708"/>
                    <a:pt x="1423" y="1716"/>
                  </a:cubicBezTo>
                  <a:cubicBezTo>
                    <a:pt x="1423" y="1716"/>
                    <a:pt x="1423" y="1716"/>
                    <a:pt x="1431" y="1708"/>
                  </a:cubicBezTo>
                  <a:cubicBezTo>
                    <a:pt x="1415" y="1747"/>
                    <a:pt x="1399" y="1762"/>
                    <a:pt x="1392" y="1794"/>
                  </a:cubicBezTo>
                  <a:cubicBezTo>
                    <a:pt x="1399" y="1794"/>
                    <a:pt x="1399" y="1794"/>
                    <a:pt x="1399" y="1794"/>
                  </a:cubicBezTo>
                  <a:cubicBezTo>
                    <a:pt x="1399" y="1794"/>
                    <a:pt x="1399" y="1794"/>
                    <a:pt x="1399" y="1794"/>
                  </a:cubicBezTo>
                  <a:cubicBezTo>
                    <a:pt x="1392" y="1809"/>
                    <a:pt x="1399" y="1802"/>
                    <a:pt x="1399" y="1809"/>
                  </a:cubicBezTo>
                  <a:cubicBezTo>
                    <a:pt x="1399" y="1809"/>
                    <a:pt x="1399" y="1809"/>
                    <a:pt x="1399" y="1794"/>
                  </a:cubicBezTo>
                  <a:cubicBezTo>
                    <a:pt x="1407" y="1794"/>
                    <a:pt x="1407" y="1794"/>
                    <a:pt x="1407" y="1786"/>
                  </a:cubicBezTo>
                  <a:cubicBezTo>
                    <a:pt x="1407" y="1778"/>
                    <a:pt x="1407" y="1778"/>
                    <a:pt x="1407" y="1778"/>
                  </a:cubicBezTo>
                  <a:cubicBezTo>
                    <a:pt x="1407" y="1778"/>
                    <a:pt x="1407" y="1778"/>
                    <a:pt x="1399" y="1794"/>
                  </a:cubicBezTo>
                  <a:cubicBezTo>
                    <a:pt x="1399" y="1794"/>
                    <a:pt x="1399" y="1794"/>
                    <a:pt x="1407" y="1778"/>
                  </a:cubicBezTo>
                  <a:cubicBezTo>
                    <a:pt x="1407" y="1778"/>
                    <a:pt x="1407" y="1778"/>
                    <a:pt x="1407" y="1770"/>
                  </a:cubicBezTo>
                  <a:cubicBezTo>
                    <a:pt x="1415" y="1762"/>
                    <a:pt x="1415" y="1762"/>
                    <a:pt x="1415" y="1747"/>
                  </a:cubicBezTo>
                  <a:cubicBezTo>
                    <a:pt x="1415" y="1747"/>
                    <a:pt x="1415" y="1747"/>
                    <a:pt x="1423" y="1747"/>
                  </a:cubicBezTo>
                  <a:cubicBezTo>
                    <a:pt x="1415" y="1747"/>
                    <a:pt x="1415" y="1747"/>
                    <a:pt x="1415" y="1747"/>
                  </a:cubicBezTo>
                  <a:cubicBezTo>
                    <a:pt x="1415" y="1747"/>
                    <a:pt x="1415" y="1747"/>
                    <a:pt x="1423" y="1747"/>
                  </a:cubicBezTo>
                  <a:cubicBezTo>
                    <a:pt x="1423" y="1747"/>
                    <a:pt x="1431" y="1731"/>
                    <a:pt x="1431" y="1723"/>
                  </a:cubicBezTo>
                  <a:cubicBezTo>
                    <a:pt x="1431" y="1723"/>
                    <a:pt x="1431" y="1723"/>
                    <a:pt x="1431" y="1723"/>
                  </a:cubicBezTo>
                  <a:cubicBezTo>
                    <a:pt x="1431" y="1716"/>
                    <a:pt x="1431" y="1716"/>
                    <a:pt x="1439" y="1708"/>
                  </a:cubicBezTo>
                  <a:cubicBezTo>
                    <a:pt x="1439" y="1708"/>
                    <a:pt x="1439" y="1708"/>
                    <a:pt x="1446" y="1700"/>
                  </a:cubicBezTo>
                  <a:cubicBezTo>
                    <a:pt x="1446" y="1700"/>
                    <a:pt x="1446" y="1692"/>
                    <a:pt x="1446" y="1692"/>
                  </a:cubicBezTo>
                  <a:cubicBezTo>
                    <a:pt x="1446" y="1692"/>
                    <a:pt x="1446" y="1692"/>
                    <a:pt x="1446" y="1692"/>
                  </a:cubicBezTo>
                  <a:cubicBezTo>
                    <a:pt x="1446" y="1692"/>
                    <a:pt x="1446" y="1692"/>
                    <a:pt x="1446" y="1684"/>
                  </a:cubicBezTo>
                  <a:cubicBezTo>
                    <a:pt x="1454" y="1669"/>
                    <a:pt x="1462" y="1653"/>
                    <a:pt x="1470" y="1645"/>
                  </a:cubicBezTo>
                  <a:cubicBezTo>
                    <a:pt x="1470" y="1645"/>
                    <a:pt x="1470" y="1645"/>
                    <a:pt x="1478" y="1629"/>
                  </a:cubicBezTo>
                  <a:cubicBezTo>
                    <a:pt x="1478" y="1637"/>
                    <a:pt x="1478" y="1637"/>
                    <a:pt x="1478" y="1637"/>
                  </a:cubicBezTo>
                  <a:cubicBezTo>
                    <a:pt x="1470" y="1653"/>
                    <a:pt x="1462" y="1669"/>
                    <a:pt x="1454" y="1684"/>
                  </a:cubicBezTo>
                  <a:cubicBezTo>
                    <a:pt x="1454" y="1684"/>
                    <a:pt x="1454" y="1684"/>
                    <a:pt x="1454" y="1676"/>
                  </a:cubicBezTo>
                  <a:cubicBezTo>
                    <a:pt x="1454" y="1676"/>
                    <a:pt x="1454" y="1676"/>
                    <a:pt x="1454" y="1676"/>
                  </a:cubicBezTo>
                  <a:cubicBezTo>
                    <a:pt x="1454" y="1676"/>
                    <a:pt x="1454" y="1676"/>
                    <a:pt x="1454" y="1676"/>
                  </a:cubicBezTo>
                  <a:cubicBezTo>
                    <a:pt x="1454" y="1676"/>
                    <a:pt x="1454" y="1676"/>
                    <a:pt x="1462" y="1676"/>
                  </a:cubicBezTo>
                  <a:cubicBezTo>
                    <a:pt x="1462" y="1676"/>
                    <a:pt x="1462" y="1676"/>
                    <a:pt x="1462" y="1676"/>
                  </a:cubicBezTo>
                  <a:cubicBezTo>
                    <a:pt x="1462" y="1676"/>
                    <a:pt x="1462" y="1669"/>
                    <a:pt x="1462" y="1669"/>
                  </a:cubicBezTo>
                  <a:cubicBezTo>
                    <a:pt x="1462" y="1669"/>
                    <a:pt x="1462" y="1676"/>
                    <a:pt x="1462" y="1676"/>
                  </a:cubicBezTo>
                  <a:cubicBezTo>
                    <a:pt x="1462" y="1676"/>
                    <a:pt x="1462" y="1676"/>
                    <a:pt x="1462" y="1676"/>
                  </a:cubicBezTo>
                  <a:cubicBezTo>
                    <a:pt x="1462" y="1669"/>
                    <a:pt x="1462" y="1669"/>
                    <a:pt x="1462" y="1669"/>
                  </a:cubicBezTo>
                  <a:cubicBezTo>
                    <a:pt x="1462" y="1669"/>
                    <a:pt x="1462" y="1661"/>
                    <a:pt x="1462" y="1661"/>
                  </a:cubicBezTo>
                  <a:cubicBezTo>
                    <a:pt x="1462" y="1661"/>
                    <a:pt x="1462" y="1661"/>
                    <a:pt x="1470" y="1653"/>
                  </a:cubicBezTo>
                  <a:cubicBezTo>
                    <a:pt x="1478" y="1645"/>
                    <a:pt x="1478" y="1637"/>
                    <a:pt x="1485" y="1645"/>
                  </a:cubicBezTo>
                  <a:cubicBezTo>
                    <a:pt x="1485" y="1645"/>
                    <a:pt x="1485" y="1645"/>
                    <a:pt x="1478" y="1637"/>
                  </a:cubicBezTo>
                  <a:cubicBezTo>
                    <a:pt x="1478" y="1637"/>
                    <a:pt x="1478" y="1637"/>
                    <a:pt x="1478" y="1629"/>
                  </a:cubicBezTo>
                  <a:cubicBezTo>
                    <a:pt x="1478" y="1629"/>
                    <a:pt x="1485" y="1629"/>
                    <a:pt x="1485" y="1622"/>
                  </a:cubicBezTo>
                  <a:cubicBezTo>
                    <a:pt x="1485" y="1622"/>
                    <a:pt x="1485" y="1622"/>
                    <a:pt x="1485" y="1629"/>
                  </a:cubicBezTo>
                  <a:cubicBezTo>
                    <a:pt x="1485" y="1622"/>
                    <a:pt x="1485" y="1614"/>
                    <a:pt x="1493" y="1614"/>
                  </a:cubicBezTo>
                  <a:cubicBezTo>
                    <a:pt x="1493" y="1614"/>
                    <a:pt x="1485" y="1622"/>
                    <a:pt x="1485" y="1622"/>
                  </a:cubicBezTo>
                  <a:cubicBezTo>
                    <a:pt x="1485" y="1622"/>
                    <a:pt x="1485" y="1622"/>
                    <a:pt x="1485" y="1622"/>
                  </a:cubicBezTo>
                  <a:cubicBezTo>
                    <a:pt x="1485" y="1614"/>
                    <a:pt x="1485" y="1614"/>
                    <a:pt x="1485" y="1614"/>
                  </a:cubicBezTo>
                  <a:cubicBezTo>
                    <a:pt x="1485" y="1622"/>
                    <a:pt x="1485" y="1622"/>
                    <a:pt x="1485" y="1622"/>
                  </a:cubicBezTo>
                  <a:cubicBezTo>
                    <a:pt x="1485" y="1614"/>
                    <a:pt x="1485" y="1614"/>
                    <a:pt x="1493" y="1614"/>
                  </a:cubicBezTo>
                  <a:cubicBezTo>
                    <a:pt x="1493" y="1614"/>
                    <a:pt x="1493" y="1614"/>
                    <a:pt x="1493" y="1606"/>
                  </a:cubicBezTo>
                  <a:cubicBezTo>
                    <a:pt x="1493" y="1606"/>
                    <a:pt x="1493" y="1606"/>
                    <a:pt x="1493" y="1606"/>
                  </a:cubicBezTo>
                  <a:cubicBezTo>
                    <a:pt x="1501" y="1598"/>
                    <a:pt x="1501" y="1590"/>
                    <a:pt x="1501" y="1590"/>
                  </a:cubicBezTo>
                  <a:cubicBezTo>
                    <a:pt x="1501" y="1590"/>
                    <a:pt x="1501" y="1590"/>
                    <a:pt x="1501" y="1598"/>
                  </a:cubicBezTo>
                  <a:cubicBezTo>
                    <a:pt x="1501" y="1598"/>
                    <a:pt x="1501" y="1590"/>
                    <a:pt x="1509" y="1582"/>
                  </a:cubicBezTo>
                  <a:cubicBezTo>
                    <a:pt x="1517" y="1582"/>
                    <a:pt x="1509" y="1582"/>
                    <a:pt x="1517" y="1582"/>
                  </a:cubicBezTo>
                  <a:cubicBezTo>
                    <a:pt x="1517" y="1575"/>
                    <a:pt x="1517" y="1575"/>
                    <a:pt x="1517" y="1575"/>
                  </a:cubicBezTo>
                  <a:cubicBezTo>
                    <a:pt x="1525" y="1575"/>
                    <a:pt x="1525" y="1575"/>
                    <a:pt x="1525" y="1575"/>
                  </a:cubicBezTo>
                  <a:cubicBezTo>
                    <a:pt x="1525" y="1567"/>
                    <a:pt x="1525" y="1567"/>
                    <a:pt x="1525" y="1567"/>
                  </a:cubicBezTo>
                  <a:cubicBezTo>
                    <a:pt x="1517" y="1567"/>
                    <a:pt x="1525" y="1567"/>
                    <a:pt x="1517" y="1567"/>
                  </a:cubicBezTo>
                  <a:cubicBezTo>
                    <a:pt x="1517" y="1567"/>
                    <a:pt x="1517" y="1567"/>
                    <a:pt x="1517" y="1567"/>
                  </a:cubicBezTo>
                  <a:cubicBezTo>
                    <a:pt x="1517" y="1567"/>
                    <a:pt x="1517" y="1567"/>
                    <a:pt x="1517" y="1567"/>
                  </a:cubicBezTo>
                  <a:cubicBezTo>
                    <a:pt x="1525" y="1559"/>
                    <a:pt x="1532" y="1559"/>
                    <a:pt x="1540" y="1543"/>
                  </a:cubicBezTo>
                  <a:cubicBezTo>
                    <a:pt x="1540" y="1543"/>
                    <a:pt x="1540" y="1543"/>
                    <a:pt x="1540" y="1535"/>
                  </a:cubicBezTo>
                  <a:cubicBezTo>
                    <a:pt x="1532" y="1535"/>
                    <a:pt x="1532" y="1543"/>
                    <a:pt x="1532" y="1543"/>
                  </a:cubicBezTo>
                  <a:cubicBezTo>
                    <a:pt x="1532" y="1535"/>
                    <a:pt x="1532" y="1535"/>
                    <a:pt x="1532" y="1535"/>
                  </a:cubicBezTo>
                  <a:cubicBezTo>
                    <a:pt x="1540" y="1535"/>
                    <a:pt x="1540" y="1535"/>
                    <a:pt x="1540" y="1535"/>
                  </a:cubicBezTo>
                  <a:cubicBezTo>
                    <a:pt x="1540" y="1535"/>
                    <a:pt x="1540" y="1535"/>
                    <a:pt x="1548" y="1528"/>
                  </a:cubicBezTo>
                  <a:cubicBezTo>
                    <a:pt x="1548" y="1528"/>
                    <a:pt x="1548" y="1528"/>
                    <a:pt x="1548" y="1520"/>
                  </a:cubicBezTo>
                  <a:cubicBezTo>
                    <a:pt x="1548" y="1520"/>
                    <a:pt x="1548" y="1520"/>
                    <a:pt x="1548" y="1520"/>
                  </a:cubicBezTo>
                  <a:cubicBezTo>
                    <a:pt x="1548" y="1520"/>
                    <a:pt x="1548" y="1528"/>
                    <a:pt x="1548" y="1528"/>
                  </a:cubicBezTo>
                  <a:cubicBezTo>
                    <a:pt x="1548" y="1528"/>
                    <a:pt x="1548" y="1528"/>
                    <a:pt x="1548" y="1528"/>
                  </a:cubicBezTo>
                  <a:cubicBezTo>
                    <a:pt x="1548" y="1528"/>
                    <a:pt x="1548" y="1520"/>
                    <a:pt x="1556" y="1512"/>
                  </a:cubicBezTo>
                  <a:cubicBezTo>
                    <a:pt x="1556" y="1512"/>
                    <a:pt x="1556" y="1512"/>
                    <a:pt x="1548" y="1512"/>
                  </a:cubicBezTo>
                  <a:cubicBezTo>
                    <a:pt x="1548" y="1512"/>
                    <a:pt x="1548" y="1512"/>
                    <a:pt x="1548" y="1512"/>
                  </a:cubicBezTo>
                  <a:cubicBezTo>
                    <a:pt x="1556" y="1504"/>
                    <a:pt x="1556" y="1504"/>
                    <a:pt x="1556" y="1504"/>
                  </a:cubicBezTo>
                  <a:cubicBezTo>
                    <a:pt x="1556" y="1512"/>
                    <a:pt x="1556" y="1512"/>
                    <a:pt x="1556" y="1512"/>
                  </a:cubicBezTo>
                  <a:cubicBezTo>
                    <a:pt x="1564" y="1496"/>
                    <a:pt x="1564" y="1496"/>
                    <a:pt x="1564" y="1496"/>
                  </a:cubicBezTo>
                  <a:cubicBezTo>
                    <a:pt x="1564" y="1496"/>
                    <a:pt x="1564" y="1496"/>
                    <a:pt x="1564" y="1496"/>
                  </a:cubicBezTo>
                  <a:cubicBezTo>
                    <a:pt x="1564" y="1496"/>
                    <a:pt x="1564" y="1496"/>
                    <a:pt x="1571" y="1481"/>
                  </a:cubicBezTo>
                  <a:cubicBezTo>
                    <a:pt x="1579" y="1481"/>
                    <a:pt x="1579" y="1481"/>
                    <a:pt x="1579" y="1481"/>
                  </a:cubicBezTo>
                  <a:cubicBezTo>
                    <a:pt x="1579" y="1473"/>
                    <a:pt x="1579" y="1473"/>
                    <a:pt x="1579" y="1473"/>
                  </a:cubicBezTo>
                  <a:cubicBezTo>
                    <a:pt x="1579" y="1473"/>
                    <a:pt x="1579" y="1473"/>
                    <a:pt x="1587" y="1465"/>
                  </a:cubicBezTo>
                  <a:cubicBezTo>
                    <a:pt x="1579" y="1465"/>
                    <a:pt x="1579" y="1465"/>
                    <a:pt x="1579" y="1465"/>
                  </a:cubicBezTo>
                  <a:cubicBezTo>
                    <a:pt x="1587" y="1465"/>
                    <a:pt x="1587" y="1465"/>
                    <a:pt x="1587" y="1465"/>
                  </a:cubicBezTo>
                  <a:cubicBezTo>
                    <a:pt x="1587" y="1465"/>
                    <a:pt x="1587" y="1465"/>
                    <a:pt x="1587" y="1465"/>
                  </a:cubicBezTo>
                  <a:cubicBezTo>
                    <a:pt x="1587" y="1465"/>
                    <a:pt x="1587" y="1465"/>
                    <a:pt x="1587" y="1465"/>
                  </a:cubicBezTo>
                  <a:cubicBezTo>
                    <a:pt x="1587" y="1465"/>
                    <a:pt x="1587" y="1465"/>
                    <a:pt x="1595" y="1465"/>
                  </a:cubicBezTo>
                  <a:cubicBezTo>
                    <a:pt x="1595" y="1457"/>
                    <a:pt x="1595" y="1457"/>
                    <a:pt x="1587" y="1465"/>
                  </a:cubicBezTo>
                  <a:cubicBezTo>
                    <a:pt x="1587" y="1465"/>
                    <a:pt x="1587" y="1457"/>
                    <a:pt x="1595" y="1457"/>
                  </a:cubicBezTo>
                  <a:cubicBezTo>
                    <a:pt x="1595" y="1457"/>
                    <a:pt x="1595" y="1457"/>
                    <a:pt x="1595" y="1457"/>
                  </a:cubicBezTo>
                  <a:cubicBezTo>
                    <a:pt x="1603" y="1441"/>
                    <a:pt x="1610" y="1434"/>
                    <a:pt x="1618" y="1418"/>
                  </a:cubicBezTo>
                  <a:cubicBezTo>
                    <a:pt x="1618" y="1418"/>
                    <a:pt x="1618" y="1418"/>
                    <a:pt x="1618" y="1418"/>
                  </a:cubicBezTo>
                  <a:cubicBezTo>
                    <a:pt x="1618" y="1418"/>
                    <a:pt x="1618" y="1418"/>
                    <a:pt x="1618" y="1418"/>
                  </a:cubicBezTo>
                  <a:cubicBezTo>
                    <a:pt x="1618" y="1418"/>
                    <a:pt x="1626" y="1418"/>
                    <a:pt x="1626" y="1410"/>
                  </a:cubicBezTo>
                  <a:cubicBezTo>
                    <a:pt x="1626" y="1410"/>
                    <a:pt x="1618" y="1418"/>
                    <a:pt x="1618" y="1418"/>
                  </a:cubicBezTo>
                  <a:cubicBezTo>
                    <a:pt x="1618" y="1418"/>
                    <a:pt x="1618" y="1410"/>
                    <a:pt x="1618" y="1410"/>
                  </a:cubicBezTo>
                  <a:cubicBezTo>
                    <a:pt x="1618" y="1410"/>
                    <a:pt x="1618"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26" y="1410"/>
                  </a:cubicBezTo>
                  <a:cubicBezTo>
                    <a:pt x="1626" y="1410"/>
                    <a:pt x="1626" y="1410"/>
                    <a:pt x="1634" y="1402"/>
                  </a:cubicBezTo>
                  <a:cubicBezTo>
                    <a:pt x="1634" y="1402"/>
                    <a:pt x="1634" y="1410"/>
                    <a:pt x="1634" y="1410"/>
                  </a:cubicBezTo>
                  <a:cubicBezTo>
                    <a:pt x="1634" y="1410"/>
                    <a:pt x="1634" y="1410"/>
                    <a:pt x="1634" y="1410"/>
                  </a:cubicBezTo>
                  <a:cubicBezTo>
                    <a:pt x="1634" y="1410"/>
                    <a:pt x="1634" y="1410"/>
                    <a:pt x="1634" y="1410"/>
                  </a:cubicBezTo>
                  <a:cubicBezTo>
                    <a:pt x="1634" y="1410"/>
                    <a:pt x="1634" y="1410"/>
                    <a:pt x="1634" y="1410"/>
                  </a:cubicBezTo>
                  <a:cubicBezTo>
                    <a:pt x="1634" y="1410"/>
                    <a:pt x="1634" y="1410"/>
                    <a:pt x="1634" y="1410"/>
                  </a:cubicBezTo>
                  <a:cubicBezTo>
                    <a:pt x="1634" y="1410"/>
                    <a:pt x="1626" y="1410"/>
                    <a:pt x="1626" y="1410"/>
                  </a:cubicBezTo>
                  <a:cubicBezTo>
                    <a:pt x="1626" y="1410"/>
                    <a:pt x="1626" y="1410"/>
                    <a:pt x="1626" y="1418"/>
                  </a:cubicBezTo>
                  <a:cubicBezTo>
                    <a:pt x="1626" y="1418"/>
                    <a:pt x="1626" y="1418"/>
                    <a:pt x="1634" y="1418"/>
                  </a:cubicBezTo>
                  <a:cubicBezTo>
                    <a:pt x="1634" y="1426"/>
                    <a:pt x="1634" y="1426"/>
                    <a:pt x="1634" y="1426"/>
                  </a:cubicBezTo>
                  <a:cubicBezTo>
                    <a:pt x="1618" y="1426"/>
                    <a:pt x="1618" y="1426"/>
                    <a:pt x="1618" y="1426"/>
                  </a:cubicBezTo>
                  <a:cubicBezTo>
                    <a:pt x="1618" y="1426"/>
                    <a:pt x="1618" y="1426"/>
                    <a:pt x="1626" y="1418"/>
                  </a:cubicBezTo>
                  <a:cubicBezTo>
                    <a:pt x="1626" y="1418"/>
                    <a:pt x="1595" y="1457"/>
                    <a:pt x="1595" y="1465"/>
                  </a:cubicBezTo>
                  <a:cubicBezTo>
                    <a:pt x="1595" y="1465"/>
                    <a:pt x="1595" y="1465"/>
                    <a:pt x="1587" y="1481"/>
                  </a:cubicBezTo>
                  <a:cubicBezTo>
                    <a:pt x="1595" y="1473"/>
                    <a:pt x="1595" y="1465"/>
                    <a:pt x="1603" y="1457"/>
                  </a:cubicBezTo>
                  <a:cubicBezTo>
                    <a:pt x="1603" y="1457"/>
                    <a:pt x="1595" y="1473"/>
                    <a:pt x="1603" y="1457"/>
                  </a:cubicBezTo>
                  <a:cubicBezTo>
                    <a:pt x="1603" y="1465"/>
                    <a:pt x="1603" y="1465"/>
                    <a:pt x="1603" y="1465"/>
                  </a:cubicBezTo>
                  <a:cubicBezTo>
                    <a:pt x="1603" y="1465"/>
                    <a:pt x="1603" y="1465"/>
                    <a:pt x="1595" y="1473"/>
                  </a:cubicBezTo>
                  <a:cubicBezTo>
                    <a:pt x="1595" y="1473"/>
                    <a:pt x="1595" y="1473"/>
                    <a:pt x="1603" y="1465"/>
                  </a:cubicBezTo>
                  <a:cubicBezTo>
                    <a:pt x="1603" y="1465"/>
                    <a:pt x="1603" y="1465"/>
                    <a:pt x="1603" y="1465"/>
                  </a:cubicBezTo>
                  <a:cubicBezTo>
                    <a:pt x="1603" y="1465"/>
                    <a:pt x="1610" y="1465"/>
                    <a:pt x="1618" y="1457"/>
                  </a:cubicBezTo>
                  <a:cubicBezTo>
                    <a:pt x="1618" y="1457"/>
                    <a:pt x="1610" y="1465"/>
                    <a:pt x="1610" y="1465"/>
                  </a:cubicBezTo>
                  <a:cubicBezTo>
                    <a:pt x="1618" y="1465"/>
                    <a:pt x="1618" y="1449"/>
                    <a:pt x="1634" y="1441"/>
                  </a:cubicBezTo>
                  <a:cubicBezTo>
                    <a:pt x="1634" y="1441"/>
                    <a:pt x="1634" y="1441"/>
                    <a:pt x="1626" y="1441"/>
                  </a:cubicBezTo>
                  <a:cubicBezTo>
                    <a:pt x="1626" y="1441"/>
                    <a:pt x="1634" y="1441"/>
                    <a:pt x="1634" y="1434"/>
                  </a:cubicBezTo>
                  <a:cubicBezTo>
                    <a:pt x="1634" y="1434"/>
                    <a:pt x="1634" y="1434"/>
                    <a:pt x="1634" y="1434"/>
                  </a:cubicBezTo>
                  <a:cubicBezTo>
                    <a:pt x="1634" y="1434"/>
                    <a:pt x="1634" y="1434"/>
                    <a:pt x="1634" y="1434"/>
                  </a:cubicBezTo>
                  <a:cubicBezTo>
                    <a:pt x="1634" y="1434"/>
                    <a:pt x="1634" y="1434"/>
                    <a:pt x="1634" y="1434"/>
                  </a:cubicBezTo>
                  <a:cubicBezTo>
                    <a:pt x="1634" y="1434"/>
                    <a:pt x="1634" y="1434"/>
                    <a:pt x="1634" y="1434"/>
                  </a:cubicBezTo>
                  <a:cubicBezTo>
                    <a:pt x="1642" y="1426"/>
                    <a:pt x="1642" y="1426"/>
                    <a:pt x="1650" y="1418"/>
                  </a:cubicBezTo>
                  <a:cubicBezTo>
                    <a:pt x="1650" y="1418"/>
                    <a:pt x="1650" y="1418"/>
                    <a:pt x="1650" y="1410"/>
                  </a:cubicBezTo>
                  <a:cubicBezTo>
                    <a:pt x="1650" y="1418"/>
                    <a:pt x="1650" y="1418"/>
                    <a:pt x="1650" y="1418"/>
                  </a:cubicBezTo>
                  <a:cubicBezTo>
                    <a:pt x="1650" y="1418"/>
                    <a:pt x="1650" y="1418"/>
                    <a:pt x="1650" y="1418"/>
                  </a:cubicBezTo>
                  <a:cubicBezTo>
                    <a:pt x="1650" y="1410"/>
                    <a:pt x="1650" y="1410"/>
                    <a:pt x="1650" y="1410"/>
                  </a:cubicBezTo>
                  <a:cubicBezTo>
                    <a:pt x="1650" y="1410"/>
                    <a:pt x="1650" y="1410"/>
                    <a:pt x="1657" y="1410"/>
                  </a:cubicBezTo>
                  <a:cubicBezTo>
                    <a:pt x="1657" y="1410"/>
                    <a:pt x="1657" y="1410"/>
                    <a:pt x="1657" y="1402"/>
                  </a:cubicBezTo>
                  <a:cubicBezTo>
                    <a:pt x="1657" y="1402"/>
                    <a:pt x="1665" y="1402"/>
                    <a:pt x="1665" y="1402"/>
                  </a:cubicBezTo>
                  <a:cubicBezTo>
                    <a:pt x="1665" y="1402"/>
                    <a:pt x="1665" y="1402"/>
                    <a:pt x="1657" y="1402"/>
                  </a:cubicBezTo>
                  <a:cubicBezTo>
                    <a:pt x="1657" y="1402"/>
                    <a:pt x="1657" y="1402"/>
                    <a:pt x="1657" y="1402"/>
                  </a:cubicBezTo>
                  <a:cubicBezTo>
                    <a:pt x="1657" y="1402"/>
                    <a:pt x="1657" y="1402"/>
                    <a:pt x="1657" y="1402"/>
                  </a:cubicBezTo>
                  <a:cubicBezTo>
                    <a:pt x="1657" y="1402"/>
                    <a:pt x="1657" y="1402"/>
                    <a:pt x="1657" y="1410"/>
                  </a:cubicBezTo>
                  <a:cubicBezTo>
                    <a:pt x="1657" y="1402"/>
                    <a:pt x="1657" y="1402"/>
                    <a:pt x="1665" y="1394"/>
                  </a:cubicBezTo>
                  <a:cubicBezTo>
                    <a:pt x="1665" y="1394"/>
                    <a:pt x="1665" y="1394"/>
                    <a:pt x="1665" y="1387"/>
                  </a:cubicBezTo>
                  <a:cubicBezTo>
                    <a:pt x="1665" y="1387"/>
                    <a:pt x="1665" y="1387"/>
                    <a:pt x="1673" y="1387"/>
                  </a:cubicBezTo>
                  <a:cubicBezTo>
                    <a:pt x="1673" y="1387"/>
                    <a:pt x="1673" y="1387"/>
                    <a:pt x="1673" y="1387"/>
                  </a:cubicBezTo>
                  <a:cubicBezTo>
                    <a:pt x="1665" y="1387"/>
                    <a:pt x="1665" y="1387"/>
                    <a:pt x="1665" y="1387"/>
                  </a:cubicBezTo>
                  <a:cubicBezTo>
                    <a:pt x="1665" y="1387"/>
                    <a:pt x="1665" y="1387"/>
                    <a:pt x="1673" y="1387"/>
                  </a:cubicBezTo>
                  <a:cubicBezTo>
                    <a:pt x="1673" y="1387"/>
                    <a:pt x="1673" y="1387"/>
                    <a:pt x="1665" y="1394"/>
                  </a:cubicBezTo>
                  <a:cubicBezTo>
                    <a:pt x="1665" y="1394"/>
                    <a:pt x="1665" y="1394"/>
                    <a:pt x="1665" y="1394"/>
                  </a:cubicBezTo>
                  <a:cubicBezTo>
                    <a:pt x="1665" y="1394"/>
                    <a:pt x="1665" y="1394"/>
                    <a:pt x="1665" y="1394"/>
                  </a:cubicBezTo>
                  <a:cubicBezTo>
                    <a:pt x="1665" y="1394"/>
                    <a:pt x="1665" y="1394"/>
                    <a:pt x="1665" y="1394"/>
                  </a:cubicBezTo>
                  <a:cubicBezTo>
                    <a:pt x="1665" y="1394"/>
                    <a:pt x="1665" y="1394"/>
                    <a:pt x="1665" y="1394"/>
                  </a:cubicBezTo>
                  <a:cubicBezTo>
                    <a:pt x="1665" y="1394"/>
                    <a:pt x="1665" y="1394"/>
                    <a:pt x="1665" y="1394"/>
                  </a:cubicBezTo>
                  <a:cubicBezTo>
                    <a:pt x="1681" y="1387"/>
                    <a:pt x="1696" y="1371"/>
                    <a:pt x="1689" y="1347"/>
                  </a:cubicBezTo>
                  <a:close/>
                  <a:moveTo>
                    <a:pt x="1337" y="1097"/>
                  </a:moveTo>
                  <a:cubicBezTo>
                    <a:pt x="1337" y="1097"/>
                    <a:pt x="1337" y="1097"/>
                    <a:pt x="1345" y="1097"/>
                  </a:cubicBezTo>
                  <a:cubicBezTo>
                    <a:pt x="1345" y="1097"/>
                    <a:pt x="1345" y="1097"/>
                    <a:pt x="1345" y="1097"/>
                  </a:cubicBezTo>
                  <a:cubicBezTo>
                    <a:pt x="1345" y="1097"/>
                    <a:pt x="1337" y="1097"/>
                    <a:pt x="1337" y="1097"/>
                  </a:cubicBezTo>
                  <a:close/>
                  <a:moveTo>
                    <a:pt x="1345" y="1097"/>
                  </a:moveTo>
                  <a:cubicBezTo>
                    <a:pt x="1345" y="1089"/>
                    <a:pt x="1337" y="1089"/>
                    <a:pt x="1337" y="1089"/>
                  </a:cubicBezTo>
                  <a:cubicBezTo>
                    <a:pt x="1345" y="1089"/>
                    <a:pt x="1345" y="1089"/>
                    <a:pt x="1345" y="1097"/>
                  </a:cubicBezTo>
                  <a:cubicBezTo>
                    <a:pt x="1345" y="1097"/>
                    <a:pt x="1345" y="1097"/>
                    <a:pt x="1345" y="1097"/>
                  </a:cubicBezTo>
                  <a:close/>
                  <a:moveTo>
                    <a:pt x="1431" y="1159"/>
                  </a:moveTo>
                  <a:cubicBezTo>
                    <a:pt x="1431" y="1159"/>
                    <a:pt x="1431" y="1159"/>
                    <a:pt x="1423" y="1159"/>
                  </a:cubicBezTo>
                  <a:cubicBezTo>
                    <a:pt x="1423" y="1159"/>
                    <a:pt x="1399" y="1136"/>
                    <a:pt x="1392" y="1128"/>
                  </a:cubicBezTo>
                  <a:cubicBezTo>
                    <a:pt x="1392" y="1128"/>
                    <a:pt x="1392" y="1128"/>
                    <a:pt x="1399" y="1128"/>
                  </a:cubicBezTo>
                  <a:cubicBezTo>
                    <a:pt x="1392" y="1128"/>
                    <a:pt x="1392" y="1128"/>
                    <a:pt x="1392" y="1128"/>
                  </a:cubicBezTo>
                  <a:cubicBezTo>
                    <a:pt x="1392" y="1128"/>
                    <a:pt x="1392" y="1128"/>
                    <a:pt x="1392" y="1128"/>
                  </a:cubicBezTo>
                  <a:cubicBezTo>
                    <a:pt x="1392" y="1128"/>
                    <a:pt x="1392" y="1128"/>
                    <a:pt x="1392" y="1128"/>
                  </a:cubicBezTo>
                  <a:cubicBezTo>
                    <a:pt x="1384" y="1128"/>
                    <a:pt x="1392" y="1128"/>
                    <a:pt x="1384" y="1128"/>
                  </a:cubicBezTo>
                  <a:cubicBezTo>
                    <a:pt x="1384" y="1120"/>
                    <a:pt x="1376" y="1120"/>
                    <a:pt x="1376" y="1120"/>
                  </a:cubicBezTo>
                  <a:cubicBezTo>
                    <a:pt x="1376" y="1120"/>
                    <a:pt x="1384" y="1120"/>
                    <a:pt x="1392" y="1128"/>
                  </a:cubicBezTo>
                  <a:cubicBezTo>
                    <a:pt x="1392" y="1128"/>
                    <a:pt x="1392" y="1128"/>
                    <a:pt x="1392" y="1128"/>
                  </a:cubicBezTo>
                  <a:cubicBezTo>
                    <a:pt x="1384" y="1120"/>
                    <a:pt x="1384" y="1120"/>
                    <a:pt x="1376" y="1113"/>
                  </a:cubicBezTo>
                  <a:cubicBezTo>
                    <a:pt x="1376" y="1113"/>
                    <a:pt x="1376" y="1113"/>
                    <a:pt x="1368" y="1113"/>
                  </a:cubicBezTo>
                  <a:cubicBezTo>
                    <a:pt x="1368" y="1113"/>
                    <a:pt x="1368" y="1113"/>
                    <a:pt x="1368" y="1113"/>
                  </a:cubicBezTo>
                  <a:cubicBezTo>
                    <a:pt x="1368" y="1113"/>
                    <a:pt x="1360" y="1113"/>
                    <a:pt x="1360" y="1105"/>
                  </a:cubicBezTo>
                  <a:cubicBezTo>
                    <a:pt x="1360" y="1105"/>
                    <a:pt x="1368" y="1113"/>
                    <a:pt x="1368" y="1113"/>
                  </a:cubicBezTo>
                  <a:cubicBezTo>
                    <a:pt x="1360" y="1105"/>
                    <a:pt x="1353" y="1105"/>
                    <a:pt x="1353" y="1097"/>
                  </a:cubicBezTo>
                  <a:cubicBezTo>
                    <a:pt x="1353" y="1097"/>
                    <a:pt x="1353" y="1097"/>
                    <a:pt x="1353" y="1097"/>
                  </a:cubicBezTo>
                  <a:cubicBezTo>
                    <a:pt x="1353" y="1097"/>
                    <a:pt x="1353" y="1097"/>
                    <a:pt x="1353" y="1097"/>
                  </a:cubicBezTo>
                  <a:cubicBezTo>
                    <a:pt x="1353" y="1097"/>
                    <a:pt x="1353" y="1097"/>
                    <a:pt x="1360" y="1097"/>
                  </a:cubicBezTo>
                  <a:cubicBezTo>
                    <a:pt x="1360" y="1105"/>
                    <a:pt x="1368" y="1105"/>
                    <a:pt x="1368" y="1105"/>
                  </a:cubicBezTo>
                  <a:cubicBezTo>
                    <a:pt x="1376" y="1113"/>
                    <a:pt x="1376" y="1113"/>
                    <a:pt x="1376" y="1113"/>
                  </a:cubicBezTo>
                  <a:cubicBezTo>
                    <a:pt x="1376" y="1113"/>
                    <a:pt x="1376" y="1113"/>
                    <a:pt x="1368" y="1105"/>
                  </a:cubicBezTo>
                  <a:cubicBezTo>
                    <a:pt x="1376" y="1113"/>
                    <a:pt x="1376" y="1113"/>
                    <a:pt x="1376" y="1113"/>
                  </a:cubicBezTo>
                  <a:cubicBezTo>
                    <a:pt x="1384" y="1113"/>
                    <a:pt x="1376" y="1113"/>
                    <a:pt x="1376" y="1113"/>
                  </a:cubicBezTo>
                  <a:cubicBezTo>
                    <a:pt x="1384" y="1120"/>
                    <a:pt x="1384" y="1113"/>
                    <a:pt x="1384" y="1113"/>
                  </a:cubicBezTo>
                  <a:cubicBezTo>
                    <a:pt x="1384" y="1113"/>
                    <a:pt x="1392" y="1113"/>
                    <a:pt x="1392" y="1113"/>
                  </a:cubicBezTo>
                  <a:cubicBezTo>
                    <a:pt x="1399" y="1128"/>
                    <a:pt x="1415" y="1144"/>
                    <a:pt x="1407" y="1144"/>
                  </a:cubicBezTo>
                  <a:cubicBezTo>
                    <a:pt x="1407" y="1144"/>
                    <a:pt x="1407" y="1144"/>
                    <a:pt x="1415" y="1152"/>
                  </a:cubicBezTo>
                  <a:cubicBezTo>
                    <a:pt x="1415" y="1152"/>
                    <a:pt x="1415" y="1152"/>
                    <a:pt x="1431" y="1159"/>
                  </a:cubicBezTo>
                  <a:cubicBezTo>
                    <a:pt x="1431" y="1159"/>
                    <a:pt x="1431" y="1159"/>
                    <a:pt x="1431" y="1159"/>
                  </a:cubicBezTo>
                  <a:close/>
                  <a:moveTo>
                    <a:pt x="1384" y="1199"/>
                  </a:moveTo>
                  <a:cubicBezTo>
                    <a:pt x="1384" y="1199"/>
                    <a:pt x="1384" y="1199"/>
                    <a:pt x="1392" y="1199"/>
                  </a:cubicBezTo>
                  <a:cubicBezTo>
                    <a:pt x="1392" y="1199"/>
                    <a:pt x="1392" y="1199"/>
                    <a:pt x="1392" y="1199"/>
                  </a:cubicBezTo>
                  <a:cubicBezTo>
                    <a:pt x="1392" y="1199"/>
                    <a:pt x="1392" y="1199"/>
                    <a:pt x="1384" y="1199"/>
                  </a:cubicBezTo>
                  <a:close/>
                  <a:moveTo>
                    <a:pt x="1392" y="1700"/>
                  </a:moveTo>
                  <a:cubicBezTo>
                    <a:pt x="1392" y="1700"/>
                    <a:pt x="1392" y="1708"/>
                    <a:pt x="1392" y="1708"/>
                  </a:cubicBezTo>
                  <a:cubicBezTo>
                    <a:pt x="1392" y="1700"/>
                    <a:pt x="1392" y="1700"/>
                    <a:pt x="1392" y="1692"/>
                  </a:cubicBezTo>
                  <a:cubicBezTo>
                    <a:pt x="1392" y="1692"/>
                    <a:pt x="1392" y="1700"/>
                    <a:pt x="1392" y="1700"/>
                  </a:cubicBezTo>
                  <a:close/>
                  <a:moveTo>
                    <a:pt x="1376" y="1778"/>
                  </a:moveTo>
                  <a:cubicBezTo>
                    <a:pt x="1376" y="1778"/>
                    <a:pt x="1376" y="1778"/>
                    <a:pt x="1376" y="1778"/>
                  </a:cubicBezTo>
                  <a:cubicBezTo>
                    <a:pt x="1376" y="1778"/>
                    <a:pt x="1376" y="1778"/>
                    <a:pt x="1384" y="1778"/>
                  </a:cubicBezTo>
                  <a:cubicBezTo>
                    <a:pt x="1376" y="1778"/>
                    <a:pt x="1376" y="1778"/>
                    <a:pt x="1376" y="1778"/>
                  </a:cubicBezTo>
                  <a:close/>
                  <a:moveTo>
                    <a:pt x="1415" y="1708"/>
                  </a:moveTo>
                  <a:cubicBezTo>
                    <a:pt x="1415" y="1708"/>
                    <a:pt x="1415" y="1716"/>
                    <a:pt x="1415" y="1723"/>
                  </a:cubicBezTo>
                  <a:cubicBezTo>
                    <a:pt x="1415" y="1723"/>
                    <a:pt x="1415" y="1723"/>
                    <a:pt x="1407" y="1739"/>
                  </a:cubicBezTo>
                  <a:cubicBezTo>
                    <a:pt x="1407" y="1739"/>
                    <a:pt x="1407" y="1731"/>
                    <a:pt x="1407" y="1731"/>
                  </a:cubicBezTo>
                  <a:cubicBezTo>
                    <a:pt x="1407" y="1731"/>
                    <a:pt x="1407" y="1731"/>
                    <a:pt x="1415" y="1723"/>
                  </a:cubicBezTo>
                  <a:cubicBezTo>
                    <a:pt x="1415" y="1716"/>
                    <a:pt x="1415" y="1716"/>
                    <a:pt x="1415" y="1716"/>
                  </a:cubicBezTo>
                  <a:cubicBezTo>
                    <a:pt x="1415" y="1716"/>
                    <a:pt x="1415" y="1708"/>
                    <a:pt x="1415" y="1708"/>
                  </a:cubicBezTo>
                  <a:cubicBezTo>
                    <a:pt x="1415" y="1708"/>
                    <a:pt x="1415" y="1708"/>
                    <a:pt x="1415" y="1708"/>
                  </a:cubicBezTo>
                  <a:cubicBezTo>
                    <a:pt x="1415" y="1708"/>
                    <a:pt x="1415" y="1708"/>
                    <a:pt x="1415" y="1708"/>
                  </a:cubicBezTo>
                  <a:cubicBezTo>
                    <a:pt x="1415" y="1708"/>
                    <a:pt x="1415" y="1708"/>
                    <a:pt x="1415" y="1708"/>
                  </a:cubicBezTo>
                  <a:cubicBezTo>
                    <a:pt x="1415" y="1708"/>
                    <a:pt x="1415" y="1708"/>
                    <a:pt x="1415" y="1708"/>
                  </a:cubicBezTo>
                  <a:close/>
                  <a:moveTo>
                    <a:pt x="1454" y="1645"/>
                  </a:moveTo>
                  <a:cubicBezTo>
                    <a:pt x="1454" y="1645"/>
                    <a:pt x="1454" y="1645"/>
                    <a:pt x="1454" y="1645"/>
                  </a:cubicBezTo>
                  <a:cubicBezTo>
                    <a:pt x="1454" y="1645"/>
                    <a:pt x="1454" y="1645"/>
                    <a:pt x="1446" y="1661"/>
                  </a:cubicBezTo>
                  <a:cubicBezTo>
                    <a:pt x="1446" y="1661"/>
                    <a:pt x="1439" y="1676"/>
                    <a:pt x="1431" y="1684"/>
                  </a:cubicBezTo>
                  <a:cubicBezTo>
                    <a:pt x="1439" y="1676"/>
                    <a:pt x="1439" y="1669"/>
                    <a:pt x="1446" y="1661"/>
                  </a:cubicBezTo>
                  <a:cubicBezTo>
                    <a:pt x="1446" y="1645"/>
                    <a:pt x="1446" y="1653"/>
                    <a:pt x="1446" y="1645"/>
                  </a:cubicBezTo>
                  <a:cubicBezTo>
                    <a:pt x="1454" y="1645"/>
                    <a:pt x="1454" y="1637"/>
                    <a:pt x="1462" y="1629"/>
                  </a:cubicBezTo>
                  <a:cubicBezTo>
                    <a:pt x="1462" y="1637"/>
                    <a:pt x="1462" y="1637"/>
                    <a:pt x="1454" y="1645"/>
                  </a:cubicBezTo>
                  <a:close/>
                  <a:moveTo>
                    <a:pt x="1501" y="1590"/>
                  </a:moveTo>
                  <a:cubicBezTo>
                    <a:pt x="1509" y="1590"/>
                    <a:pt x="1509" y="1590"/>
                    <a:pt x="1509" y="1590"/>
                  </a:cubicBezTo>
                  <a:cubicBezTo>
                    <a:pt x="1509" y="1590"/>
                    <a:pt x="1509" y="1590"/>
                    <a:pt x="1501" y="1590"/>
                  </a:cubicBezTo>
                  <a:close/>
                  <a:moveTo>
                    <a:pt x="1517" y="1528"/>
                  </a:moveTo>
                  <a:cubicBezTo>
                    <a:pt x="1509" y="1543"/>
                    <a:pt x="1485" y="1575"/>
                    <a:pt x="1485" y="1575"/>
                  </a:cubicBezTo>
                  <a:cubicBezTo>
                    <a:pt x="1478" y="1582"/>
                    <a:pt x="1478" y="1590"/>
                    <a:pt x="1478" y="1590"/>
                  </a:cubicBezTo>
                  <a:cubicBezTo>
                    <a:pt x="1478" y="1590"/>
                    <a:pt x="1478" y="1590"/>
                    <a:pt x="1501" y="1543"/>
                  </a:cubicBezTo>
                  <a:cubicBezTo>
                    <a:pt x="1509" y="1535"/>
                    <a:pt x="1517" y="1528"/>
                    <a:pt x="1517" y="1520"/>
                  </a:cubicBezTo>
                  <a:cubicBezTo>
                    <a:pt x="1517" y="1528"/>
                    <a:pt x="1517" y="1528"/>
                    <a:pt x="1517" y="1528"/>
                  </a:cubicBezTo>
                  <a:close/>
                  <a:moveTo>
                    <a:pt x="1595" y="1324"/>
                  </a:moveTo>
                  <a:cubicBezTo>
                    <a:pt x="1595" y="1324"/>
                    <a:pt x="1595" y="1324"/>
                    <a:pt x="1595" y="1324"/>
                  </a:cubicBezTo>
                  <a:cubicBezTo>
                    <a:pt x="1595" y="1324"/>
                    <a:pt x="1595" y="1324"/>
                    <a:pt x="1595" y="1324"/>
                  </a:cubicBezTo>
                  <a:cubicBezTo>
                    <a:pt x="1595" y="1324"/>
                    <a:pt x="1595" y="1324"/>
                    <a:pt x="1595" y="1324"/>
                  </a:cubicBezTo>
                  <a:close/>
                  <a:moveTo>
                    <a:pt x="1462" y="1246"/>
                  </a:moveTo>
                  <a:cubicBezTo>
                    <a:pt x="1462" y="1246"/>
                    <a:pt x="1462" y="1246"/>
                    <a:pt x="1462" y="1246"/>
                  </a:cubicBezTo>
                  <a:cubicBezTo>
                    <a:pt x="1485" y="1269"/>
                    <a:pt x="1540" y="1308"/>
                    <a:pt x="1579" y="1347"/>
                  </a:cubicBezTo>
                  <a:cubicBezTo>
                    <a:pt x="1579" y="1347"/>
                    <a:pt x="1579" y="1347"/>
                    <a:pt x="1579" y="1347"/>
                  </a:cubicBezTo>
                  <a:cubicBezTo>
                    <a:pt x="1532" y="1308"/>
                    <a:pt x="1470" y="1261"/>
                    <a:pt x="1462" y="1246"/>
                  </a:cubicBezTo>
                  <a:close/>
                  <a:moveTo>
                    <a:pt x="1540" y="1488"/>
                  </a:moveTo>
                  <a:cubicBezTo>
                    <a:pt x="1540" y="1496"/>
                    <a:pt x="1532" y="1504"/>
                    <a:pt x="1525" y="1512"/>
                  </a:cubicBezTo>
                  <a:cubicBezTo>
                    <a:pt x="1525" y="1512"/>
                    <a:pt x="1525" y="1512"/>
                    <a:pt x="1525" y="1512"/>
                  </a:cubicBezTo>
                  <a:cubicBezTo>
                    <a:pt x="1540" y="1488"/>
                    <a:pt x="1571" y="1434"/>
                    <a:pt x="1603" y="1402"/>
                  </a:cubicBezTo>
                  <a:cubicBezTo>
                    <a:pt x="1603" y="1402"/>
                    <a:pt x="1603" y="1402"/>
                    <a:pt x="1603" y="1402"/>
                  </a:cubicBezTo>
                  <a:cubicBezTo>
                    <a:pt x="1579" y="1434"/>
                    <a:pt x="1548" y="1481"/>
                    <a:pt x="1540" y="1488"/>
                  </a:cubicBezTo>
                  <a:close/>
                  <a:moveTo>
                    <a:pt x="1603" y="1402"/>
                  </a:moveTo>
                  <a:cubicBezTo>
                    <a:pt x="1603" y="1402"/>
                    <a:pt x="1603" y="1402"/>
                    <a:pt x="1603" y="1402"/>
                  </a:cubicBezTo>
                  <a:cubicBezTo>
                    <a:pt x="1603" y="1402"/>
                    <a:pt x="1603" y="1402"/>
                    <a:pt x="1603" y="1394"/>
                  </a:cubicBezTo>
                  <a:cubicBezTo>
                    <a:pt x="1610" y="1394"/>
                    <a:pt x="1610" y="1394"/>
                    <a:pt x="1610" y="1394"/>
                  </a:cubicBezTo>
                  <a:cubicBezTo>
                    <a:pt x="1610" y="1402"/>
                    <a:pt x="1610" y="1402"/>
                    <a:pt x="1610" y="1402"/>
                  </a:cubicBezTo>
                  <a:cubicBezTo>
                    <a:pt x="1610" y="1402"/>
                    <a:pt x="1610" y="1402"/>
                    <a:pt x="1603" y="1402"/>
                  </a:cubicBezTo>
                  <a:close/>
                  <a:moveTo>
                    <a:pt x="1610" y="1402"/>
                  </a:moveTo>
                  <a:cubicBezTo>
                    <a:pt x="1610" y="1402"/>
                    <a:pt x="1610" y="1402"/>
                    <a:pt x="1610" y="1402"/>
                  </a:cubicBezTo>
                  <a:cubicBezTo>
                    <a:pt x="1610" y="1402"/>
                    <a:pt x="1610" y="1402"/>
                    <a:pt x="1610" y="1402"/>
                  </a:cubicBezTo>
                  <a:cubicBezTo>
                    <a:pt x="1610" y="1402"/>
                    <a:pt x="1610" y="1402"/>
                    <a:pt x="1610" y="1402"/>
                  </a:cubicBezTo>
                  <a:close/>
                  <a:moveTo>
                    <a:pt x="1665" y="1340"/>
                  </a:moveTo>
                  <a:cubicBezTo>
                    <a:pt x="1665" y="1347"/>
                    <a:pt x="1665" y="1347"/>
                    <a:pt x="1665" y="1347"/>
                  </a:cubicBezTo>
                  <a:cubicBezTo>
                    <a:pt x="1673" y="1347"/>
                    <a:pt x="1673" y="1347"/>
                    <a:pt x="1673" y="1347"/>
                  </a:cubicBezTo>
                  <a:cubicBezTo>
                    <a:pt x="1673" y="1347"/>
                    <a:pt x="1673" y="1347"/>
                    <a:pt x="1673" y="1347"/>
                  </a:cubicBezTo>
                  <a:cubicBezTo>
                    <a:pt x="1673" y="1347"/>
                    <a:pt x="1673" y="1347"/>
                    <a:pt x="1665" y="1347"/>
                  </a:cubicBezTo>
                  <a:cubicBezTo>
                    <a:pt x="1665" y="1347"/>
                    <a:pt x="1665" y="1347"/>
                    <a:pt x="1665" y="1347"/>
                  </a:cubicBezTo>
                  <a:cubicBezTo>
                    <a:pt x="1665" y="1347"/>
                    <a:pt x="1665" y="1340"/>
                    <a:pt x="1665" y="1340"/>
                  </a:cubicBezTo>
                  <a:cubicBezTo>
                    <a:pt x="1665" y="1340"/>
                    <a:pt x="1665" y="1340"/>
                    <a:pt x="1665" y="1340"/>
                  </a:cubicBezTo>
                  <a:cubicBezTo>
                    <a:pt x="1665" y="1340"/>
                    <a:pt x="1665" y="1340"/>
                    <a:pt x="1665" y="1340"/>
                  </a:cubicBezTo>
                  <a:close/>
                  <a:moveTo>
                    <a:pt x="1650" y="1324"/>
                  </a:moveTo>
                  <a:cubicBezTo>
                    <a:pt x="1657" y="1324"/>
                    <a:pt x="1657" y="1324"/>
                    <a:pt x="1657" y="1324"/>
                  </a:cubicBezTo>
                  <a:cubicBezTo>
                    <a:pt x="1657" y="1324"/>
                    <a:pt x="1657" y="1324"/>
                    <a:pt x="1650" y="1324"/>
                  </a:cubicBezTo>
                  <a:close/>
                  <a:moveTo>
                    <a:pt x="1657" y="1332"/>
                  </a:moveTo>
                  <a:cubicBezTo>
                    <a:pt x="1657" y="1332"/>
                    <a:pt x="1657" y="1332"/>
                    <a:pt x="1657" y="1332"/>
                  </a:cubicBezTo>
                  <a:cubicBezTo>
                    <a:pt x="1657" y="1332"/>
                    <a:pt x="1657" y="1332"/>
                    <a:pt x="1657" y="1332"/>
                  </a:cubicBezTo>
                  <a:cubicBezTo>
                    <a:pt x="1657" y="1332"/>
                    <a:pt x="1657" y="1332"/>
                    <a:pt x="1657" y="1332"/>
                  </a:cubicBezTo>
                  <a:cubicBezTo>
                    <a:pt x="1657" y="1332"/>
                    <a:pt x="1657" y="1332"/>
                    <a:pt x="1665" y="1332"/>
                  </a:cubicBezTo>
                  <a:cubicBezTo>
                    <a:pt x="1657" y="1332"/>
                    <a:pt x="1657" y="1332"/>
                    <a:pt x="1657" y="1332"/>
                  </a:cubicBezTo>
                  <a:cubicBezTo>
                    <a:pt x="1657" y="1340"/>
                    <a:pt x="1657" y="1340"/>
                    <a:pt x="1657" y="1340"/>
                  </a:cubicBezTo>
                  <a:cubicBezTo>
                    <a:pt x="1657" y="1340"/>
                    <a:pt x="1657" y="1340"/>
                    <a:pt x="1657" y="1340"/>
                  </a:cubicBezTo>
                  <a:cubicBezTo>
                    <a:pt x="1657" y="1340"/>
                    <a:pt x="1657" y="1340"/>
                    <a:pt x="1657" y="1332"/>
                  </a:cubicBezTo>
                  <a:cubicBezTo>
                    <a:pt x="1657" y="1332"/>
                    <a:pt x="1657" y="1332"/>
                    <a:pt x="1657" y="1332"/>
                  </a:cubicBezTo>
                  <a:cubicBezTo>
                    <a:pt x="1657" y="1332"/>
                    <a:pt x="1657" y="1332"/>
                    <a:pt x="1650" y="1332"/>
                  </a:cubicBezTo>
                  <a:cubicBezTo>
                    <a:pt x="1650" y="1332"/>
                    <a:pt x="1650" y="1332"/>
                    <a:pt x="1650" y="1332"/>
                  </a:cubicBezTo>
                  <a:cubicBezTo>
                    <a:pt x="1650" y="1332"/>
                    <a:pt x="1650" y="1332"/>
                    <a:pt x="1657" y="1332"/>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0" y="1332"/>
                  </a:cubicBezTo>
                  <a:cubicBezTo>
                    <a:pt x="1650" y="1332"/>
                    <a:pt x="1650" y="1332"/>
                    <a:pt x="1650" y="1332"/>
                  </a:cubicBezTo>
                  <a:cubicBezTo>
                    <a:pt x="1642" y="1324"/>
                    <a:pt x="1642" y="1324"/>
                    <a:pt x="1642" y="1324"/>
                  </a:cubicBezTo>
                  <a:cubicBezTo>
                    <a:pt x="1642" y="1324"/>
                    <a:pt x="1642" y="1324"/>
                    <a:pt x="1642" y="1324"/>
                  </a:cubicBezTo>
                  <a:cubicBezTo>
                    <a:pt x="1642" y="1324"/>
                    <a:pt x="1650" y="1332"/>
                    <a:pt x="1657" y="1332"/>
                  </a:cubicBezTo>
                  <a:close/>
                  <a:moveTo>
                    <a:pt x="1642" y="1355"/>
                  </a:move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50" y="1355"/>
                    <a:pt x="1650" y="1347"/>
                  </a:cubicBezTo>
                  <a:cubicBezTo>
                    <a:pt x="1650" y="1347"/>
                    <a:pt x="1650" y="1347"/>
                    <a:pt x="1650" y="1340"/>
                  </a:cubicBezTo>
                  <a:cubicBezTo>
                    <a:pt x="1650" y="1347"/>
                    <a:pt x="1650" y="1347"/>
                    <a:pt x="1650" y="1347"/>
                  </a:cubicBezTo>
                  <a:cubicBezTo>
                    <a:pt x="1650" y="1347"/>
                    <a:pt x="1650" y="1355"/>
                    <a:pt x="1642" y="1355"/>
                  </a:cubicBezTo>
                  <a:close/>
                  <a:moveTo>
                    <a:pt x="1650" y="1379"/>
                  </a:moveTo>
                  <a:cubicBezTo>
                    <a:pt x="1650" y="1379"/>
                    <a:pt x="1650" y="1379"/>
                    <a:pt x="1650" y="1387"/>
                  </a:cubicBezTo>
                  <a:cubicBezTo>
                    <a:pt x="1650" y="1387"/>
                    <a:pt x="1650" y="1387"/>
                    <a:pt x="1650" y="1387"/>
                  </a:cubicBezTo>
                  <a:cubicBezTo>
                    <a:pt x="1650" y="1387"/>
                    <a:pt x="1650" y="1387"/>
                    <a:pt x="1650" y="1387"/>
                  </a:cubicBezTo>
                  <a:cubicBezTo>
                    <a:pt x="1650" y="1387"/>
                    <a:pt x="1650" y="1379"/>
                    <a:pt x="1650" y="1379"/>
                  </a:cubicBezTo>
                  <a:close/>
                  <a:moveTo>
                    <a:pt x="1650" y="1340"/>
                  </a:moveTo>
                  <a:cubicBezTo>
                    <a:pt x="1650" y="1340"/>
                    <a:pt x="1650" y="1340"/>
                    <a:pt x="1650" y="1340"/>
                  </a:cubicBezTo>
                  <a:cubicBezTo>
                    <a:pt x="1650" y="1340"/>
                    <a:pt x="1650"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7" y="1340"/>
                    <a:pt x="1657" y="1340"/>
                  </a:cubicBezTo>
                  <a:cubicBezTo>
                    <a:pt x="1657" y="1340"/>
                    <a:pt x="1650" y="1340"/>
                    <a:pt x="1650" y="1340"/>
                  </a:cubicBezTo>
                  <a:close/>
                  <a:moveTo>
                    <a:pt x="1642" y="1324"/>
                  </a:moveTo>
                  <a:cubicBezTo>
                    <a:pt x="1634" y="1324"/>
                    <a:pt x="1634" y="1324"/>
                    <a:pt x="1634" y="1324"/>
                  </a:cubicBezTo>
                  <a:cubicBezTo>
                    <a:pt x="1634" y="1324"/>
                    <a:pt x="1634" y="1324"/>
                    <a:pt x="1642" y="1324"/>
                  </a:cubicBezTo>
                  <a:cubicBezTo>
                    <a:pt x="1642" y="1324"/>
                    <a:pt x="1642" y="1324"/>
                    <a:pt x="1642" y="1324"/>
                  </a:cubicBezTo>
                  <a:close/>
                  <a:moveTo>
                    <a:pt x="1634" y="1324"/>
                  </a:moveTo>
                  <a:cubicBezTo>
                    <a:pt x="1634" y="1316"/>
                    <a:pt x="1634" y="1316"/>
                    <a:pt x="1634" y="1316"/>
                  </a:cubicBezTo>
                  <a:cubicBezTo>
                    <a:pt x="1634" y="1316"/>
                    <a:pt x="1634" y="1316"/>
                    <a:pt x="1634" y="1316"/>
                  </a:cubicBezTo>
                  <a:cubicBezTo>
                    <a:pt x="1634" y="1316"/>
                    <a:pt x="1634" y="1316"/>
                    <a:pt x="1634" y="1324"/>
                  </a:cubicBezTo>
                  <a:close/>
                  <a:moveTo>
                    <a:pt x="1634" y="1308"/>
                  </a:moveTo>
                  <a:cubicBezTo>
                    <a:pt x="1634" y="1308"/>
                    <a:pt x="1634" y="1308"/>
                    <a:pt x="1634" y="1308"/>
                  </a:cubicBezTo>
                  <a:cubicBezTo>
                    <a:pt x="1634" y="1308"/>
                    <a:pt x="1634" y="1308"/>
                    <a:pt x="1634" y="1308"/>
                  </a:cubicBezTo>
                  <a:cubicBezTo>
                    <a:pt x="1634" y="1308"/>
                    <a:pt x="1634" y="1308"/>
                    <a:pt x="1634" y="1308"/>
                  </a:cubicBezTo>
                  <a:close/>
                  <a:moveTo>
                    <a:pt x="1634" y="1316"/>
                  </a:moveTo>
                  <a:cubicBezTo>
                    <a:pt x="1634" y="1316"/>
                    <a:pt x="1634" y="1316"/>
                    <a:pt x="1634" y="1316"/>
                  </a:cubicBezTo>
                  <a:cubicBezTo>
                    <a:pt x="1634" y="1316"/>
                    <a:pt x="1634" y="1316"/>
                    <a:pt x="1634" y="1316"/>
                  </a:cubicBezTo>
                  <a:cubicBezTo>
                    <a:pt x="1634" y="1316"/>
                    <a:pt x="1634" y="1316"/>
                    <a:pt x="1634" y="1316"/>
                  </a:cubicBezTo>
                  <a:cubicBezTo>
                    <a:pt x="1634" y="1316"/>
                    <a:pt x="1634" y="1316"/>
                    <a:pt x="1626" y="1308"/>
                  </a:cubicBezTo>
                  <a:cubicBezTo>
                    <a:pt x="1626" y="1308"/>
                    <a:pt x="1626" y="1308"/>
                    <a:pt x="1626" y="1308"/>
                  </a:cubicBezTo>
                  <a:cubicBezTo>
                    <a:pt x="1626" y="1308"/>
                    <a:pt x="1626" y="1308"/>
                    <a:pt x="1634" y="1316"/>
                  </a:cubicBezTo>
                  <a:close/>
                  <a:moveTo>
                    <a:pt x="1618" y="1308"/>
                  </a:moveTo>
                  <a:cubicBezTo>
                    <a:pt x="1618" y="1308"/>
                    <a:pt x="1618" y="1308"/>
                    <a:pt x="1618" y="1308"/>
                  </a:cubicBezTo>
                  <a:cubicBezTo>
                    <a:pt x="1618" y="1308"/>
                    <a:pt x="1618" y="1308"/>
                    <a:pt x="1618" y="1308"/>
                  </a:cubicBezTo>
                  <a:cubicBezTo>
                    <a:pt x="1618" y="1308"/>
                    <a:pt x="1618" y="1308"/>
                    <a:pt x="1618" y="1308"/>
                  </a:cubicBezTo>
                  <a:close/>
                  <a:moveTo>
                    <a:pt x="1618" y="1308"/>
                  </a:move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18" y="1308"/>
                  </a:cubicBezTo>
                  <a:cubicBezTo>
                    <a:pt x="1618" y="1308"/>
                    <a:pt x="1618" y="1308"/>
                    <a:pt x="1626" y="1308"/>
                  </a:cubicBezTo>
                  <a:cubicBezTo>
                    <a:pt x="1626" y="1308"/>
                    <a:pt x="1626" y="1308"/>
                    <a:pt x="1626" y="1308"/>
                  </a:cubicBezTo>
                  <a:cubicBezTo>
                    <a:pt x="1618" y="1308"/>
                    <a:pt x="1618" y="1308"/>
                    <a:pt x="1618" y="1308"/>
                  </a:cubicBezTo>
                  <a:close/>
                  <a:moveTo>
                    <a:pt x="1618" y="1340"/>
                  </a:moveTo>
                  <a:cubicBezTo>
                    <a:pt x="1618" y="1340"/>
                    <a:pt x="1618" y="1340"/>
                    <a:pt x="1618" y="1340"/>
                  </a:cubicBezTo>
                  <a:cubicBezTo>
                    <a:pt x="1618" y="1340"/>
                    <a:pt x="1618" y="1340"/>
                    <a:pt x="1618" y="1340"/>
                  </a:cubicBezTo>
                  <a:cubicBezTo>
                    <a:pt x="1618" y="1340"/>
                    <a:pt x="1618" y="1340"/>
                    <a:pt x="1618" y="1340"/>
                  </a:cubicBezTo>
                  <a:cubicBezTo>
                    <a:pt x="1618" y="1340"/>
                    <a:pt x="1618" y="1340"/>
                    <a:pt x="1618" y="1340"/>
                  </a:cubicBezTo>
                  <a:close/>
                  <a:moveTo>
                    <a:pt x="1618" y="1340"/>
                  </a:moveTo>
                  <a:cubicBezTo>
                    <a:pt x="1618" y="1340"/>
                    <a:pt x="1618" y="1340"/>
                    <a:pt x="1618" y="1340"/>
                  </a:cubicBezTo>
                  <a:cubicBezTo>
                    <a:pt x="1626" y="1340"/>
                    <a:pt x="1626" y="1340"/>
                    <a:pt x="1626" y="1340"/>
                  </a:cubicBezTo>
                  <a:cubicBezTo>
                    <a:pt x="1626" y="1340"/>
                    <a:pt x="1618" y="1340"/>
                    <a:pt x="1618" y="1340"/>
                  </a:cubicBezTo>
                  <a:close/>
                  <a:moveTo>
                    <a:pt x="1626" y="1379"/>
                  </a:move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ubicBezTo>
                    <a:pt x="1626" y="1379"/>
                    <a:pt x="1626" y="1379"/>
                    <a:pt x="1626" y="1371"/>
                  </a:cubicBezTo>
                  <a:cubicBezTo>
                    <a:pt x="1626" y="1371"/>
                    <a:pt x="1626" y="1371"/>
                    <a:pt x="1626" y="1371"/>
                  </a:cubicBezTo>
                  <a:cubicBezTo>
                    <a:pt x="1626" y="1371"/>
                    <a:pt x="1626" y="1371"/>
                    <a:pt x="1626" y="1379"/>
                  </a:cubicBezTo>
                  <a:cubicBezTo>
                    <a:pt x="1626" y="1379"/>
                    <a:pt x="1626" y="1379"/>
                    <a:pt x="1626" y="1379"/>
                  </a:cubicBezTo>
                  <a:cubicBezTo>
                    <a:pt x="1626" y="1379"/>
                    <a:pt x="1626" y="1379"/>
                    <a:pt x="1626" y="1387"/>
                  </a:cubicBezTo>
                  <a:cubicBezTo>
                    <a:pt x="1626" y="1387"/>
                    <a:pt x="1626" y="1387"/>
                    <a:pt x="1626" y="1387"/>
                  </a:cubicBezTo>
                  <a:cubicBezTo>
                    <a:pt x="1626" y="1387"/>
                    <a:pt x="1626" y="1379"/>
                    <a:pt x="1626" y="1379"/>
                  </a:cubicBezTo>
                  <a:close/>
                  <a:moveTo>
                    <a:pt x="1626" y="1371"/>
                  </a:moveTo>
                  <a:cubicBezTo>
                    <a:pt x="1634" y="1363"/>
                    <a:pt x="1634" y="1363"/>
                    <a:pt x="1642" y="1355"/>
                  </a:cubicBezTo>
                  <a:cubicBezTo>
                    <a:pt x="1634" y="1355"/>
                    <a:pt x="1634" y="1347"/>
                    <a:pt x="1626" y="1347"/>
                  </a:cubicBezTo>
                  <a:cubicBezTo>
                    <a:pt x="1634" y="1347"/>
                    <a:pt x="1634"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55"/>
                  </a:cubicBezTo>
                  <a:cubicBezTo>
                    <a:pt x="1642" y="1355"/>
                    <a:pt x="1642" y="1355"/>
                    <a:pt x="1642" y="1363"/>
                  </a:cubicBezTo>
                  <a:cubicBezTo>
                    <a:pt x="1642" y="1363"/>
                    <a:pt x="1634" y="1371"/>
                    <a:pt x="1626" y="1371"/>
                  </a:cubicBezTo>
                  <a:cubicBezTo>
                    <a:pt x="1626" y="1371"/>
                    <a:pt x="1626" y="1371"/>
                    <a:pt x="1626" y="1371"/>
                  </a:cubicBezTo>
                  <a:close/>
                  <a:moveTo>
                    <a:pt x="1634" y="1387"/>
                  </a:moveTo>
                  <a:cubicBezTo>
                    <a:pt x="1634" y="1387"/>
                    <a:pt x="1634" y="1387"/>
                    <a:pt x="1634" y="1387"/>
                  </a:cubicBezTo>
                  <a:cubicBezTo>
                    <a:pt x="1634" y="1387"/>
                    <a:pt x="1634" y="1387"/>
                    <a:pt x="1634" y="1387"/>
                  </a:cubicBezTo>
                  <a:cubicBezTo>
                    <a:pt x="1634" y="1387"/>
                    <a:pt x="1634" y="1387"/>
                    <a:pt x="1634" y="1387"/>
                  </a:cubicBezTo>
                  <a:close/>
                  <a:moveTo>
                    <a:pt x="1634" y="1402"/>
                  </a:moveTo>
                  <a:cubicBezTo>
                    <a:pt x="1634" y="1402"/>
                    <a:pt x="1634" y="1402"/>
                    <a:pt x="1634" y="1410"/>
                  </a:cubicBezTo>
                  <a:cubicBezTo>
                    <a:pt x="1634" y="1402"/>
                    <a:pt x="1634" y="1402"/>
                    <a:pt x="1634" y="1402"/>
                  </a:cubicBezTo>
                  <a:cubicBezTo>
                    <a:pt x="1634" y="1402"/>
                    <a:pt x="1634" y="1402"/>
                    <a:pt x="1634" y="1394"/>
                  </a:cubicBezTo>
                  <a:cubicBezTo>
                    <a:pt x="1634" y="1394"/>
                    <a:pt x="1634" y="1394"/>
                    <a:pt x="1634" y="1394"/>
                  </a:cubicBezTo>
                  <a:cubicBezTo>
                    <a:pt x="1634" y="1394"/>
                    <a:pt x="1634" y="1394"/>
                    <a:pt x="1642" y="1394"/>
                  </a:cubicBezTo>
                  <a:cubicBezTo>
                    <a:pt x="1642" y="1394"/>
                    <a:pt x="1642" y="1394"/>
                    <a:pt x="1642" y="1394"/>
                  </a:cubicBezTo>
                  <a:cubicBezTo>
                    <a:pt x="1642" y="1394"/>
                    <a:pt x="1642" y="1394"/>
                    <a:pt x="1642" y="1394"/>
                  </a:cubicBezTo>
                  <a:cubicBezTo>
                    <a:pt x="1642" y="1394"/>
                    <a:pt x="1642" y="1394"/>
                    <a:pt x="1642" y="1394"/>
                  </a:cubicBezTo>
                  <a:cubicBezTo>
                    <a:pt x="1642" y="1387"/>
                    <a:pt x="1642" y="1387"/>
                    <a:pt x="1642" y="1387"/>
                  </a:cubicBezTo>
                  <a:cubicBezTo>
                    <a:pt x="1642" y="1387"/>
                    <a:pt x="1642" y="1387"/>
                    <a:pt x="1642" y="1387"/>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42" y="1394"/>
                  </a:cubicBezTo>
                  <a:cubicBezTo>
                    <a:pt x="1642" y="1394"/>
                    <a:pt x="1642" y="1394"/>
                    <a:pt x="1634" y="1394"/>
                  </a:cubicBezTo>
                  <a:cubicBezTo>
                    <a:pt x="1634" y="1402"/>
                    <a:pt x="1634" y="1394"/>
                    <a:pt x="1642" y="1394"/>
                  </a:cubicBezTo>
                  <a:cubicBezTo>
                    <a:pt x="1642" y="1394"/>
                    <a:pt x="1642" y="1394"/>
                    <a:pt x="1634" y="1402"/>
                  </a:cubicBezTo>
                  <a:cubicBezTo>
                    <a:pt x="1634" y="1402"/>
                    <a:pt x="1634" y="1402"/>
                    <a:pt x="1634" y="1402"/>
                  </a:cubicBezTo>
                  <a:close/>
                  <a:moveTo>
                    <a:pt x="1634" y="1402"/>
                  </a:moveTo>
                  <a:cubicBezTo>
                    <a:pt x="1642" y="1402"/>
                    <a:pt x="1642" y="1402"/>
                    <a:pt x="1642" y="1394"/>
                  </a:cubicBezTo>
                  <a:cubicBezTo>
                    <a:pt x="1642" y="1394"/>
                    <a:pt x="1642" y="1394"/>
                    <a:pt x="1642" y="1394"/>
                  </a:cubicBezTo>
                  <a:cubicBezTo>
                    <a:pt x="1642" y="1402"/>
                    <a:pt x="1642" y="1402"/>
                    <a:pt x="1634" y="1402"/>
                  </a:cubicBezTo>
                  <a:close/>
                  <a:moveTo>
                    <a:pt x="1642" y="1394"/>
                  </a:moveTo>
                  <a:cubicBezTo>
                    <a:pt x="1642" y="1394"/>
                    <a:pt x="1650" y="1394"/>
                    <a:pt x="1650" y="1394"/>
                  </a:cubicBezTo>
                  <a:cubicBezTo>
                    <a:pt x="1650" y="1394"/>
                    <a:pt x="1650" y="1394"/>
                    <a:pt x="1650" y="1394"/>
                  </a:cubicBezTo>
                  <a:lnTo>
                    <a:pt x="1642" y="1394"/>
                  </a:lnTo>
                  <a:close/>
                  <a:moveTo>
                    <a:pt x="1650" y="1394"/>
                  </a:moveTo>
                  <a:cubicBezTo>
                    <a:pt x="1650" y="1394"/>
                    <a:pt x="1650" y="1394"/>
                    <a:pt x="1650" y="1394"/>
                  </a:cubicBezTo>
                  <a:cubicBezTo>
                    <a:pt x="1650" y="1394"/>
                    <a:pt x="1650" y="1394"/>
                    <a:pt x="1650" y="1394"/>
                  </a:cubicBezTo>
                  <a:cubicBezTo>
                    <a:pt x="1650" y="1394"/>
                    <a:pt x="1650" y="1394"/>
                    <a:pt x="1650" y="1379"/>
                  </a:cubicBezTo>
                  <a:cubicBezTo>
                    <a:pt x="1657" y="1379"/>
                    <a:pt x="1657" y="1379"/>
                    <a:pt x="1665" y="1371"/>
                  </a:cubicBezTo>
                  <a:cubicBezTo>
                    <a:pt x="1665" y="1371"/>
                    <a:pt x="1665" y="1371"/>
                    <a:pt x="1665" y="1379"/>
                  </a:cubicBezTo>
                  <a:cubicBezTo>
                    <a:pt x="1665" y="1379"/>
                    <a:pt x="1665" y="1379"/>
                    <a:pt x="1665" y="1371"/>
                  </a:cubicBezTo>
                  <a:cubicBezTo>
                    <a:pt x="1665" y="1371"/>
                    <a:pt x="1665" y="1371"/>
                    <a:pt x="1665" y="1371"/>
                  </a:cubicBezTo>
                  <a:cubicBezTo>
                    <a:pt x="1665" y="1371"/>
                    <a:pt x="1665" y="1371"/>
                    <a:pt x="1665" y="1379"/>
                  </a:cubicBezTo>
                  <a:cubicBezTo>
                    <a:pt x="1657" y="1379"/>
                    <a:pt x="1650" y="1387"/>
                    <a:pt x="1650" y="1394"/>
                  </a:cubicBezTo>
                  <a:close/>
                  <a:moveTo>
                    <a:pt x="1665" y="1371"/>
                  </a:moveTo>
                  <a:cubicBezTo>
                    <a:pt x="1665" y="1371"/>
                    <a:pt x="1665" y="1371"/>
                    <a:pt x="1665" y="1371"/>
                  </a:cubicBezTo>
                  <a:cubicBezTo>
                    <a:pt x="1665" y="1371"/>
                    <a:pt x="1673" y="1363"/>
                    <a:pt x="1673" y="1363"/>
                  </a:cubicBezTo>
                  <a:cubicBezTo>
                    <a:pt x="1673" y="1363"/>
                    <a:pt x="1673" y="1363"/>
                    <a:pt x="1673" y="1355"/>
                  </a:cubicBezTo>
                  <a:cubicBezTo>
                    <a:pt x="1673" y="1355"/>
                    <a:pt x="1673" y="1355"/>
                    <a:pt x="1681" y="1347"/>
                  </a:cubicBezTo>
                  <a:cubicBezTo>
                    <a:pt x="1681" y="1347"/>
                    <a:pt x="1681" y="1347"/>
                    <a:pt x="1673" y="1347"/>
                  </a:cubicBezTo>
                  <a:cubicBezTo>
                    <a:pt x="1673" y="1347"/>
                    <a:pt x="1673" y="1347"/>
                    <a:pt x="1673" y="1347"/>
                  </a:cubicBezTo>
                  <a:cubicBezTo>
                    <a:pt x="1681" y="1347"/>
                    <a:pt x="1681" y="1347"/>
                    <a:pt x="1681" y="1347"/>
                  </a:cubicBezTo>
                  <a:cubicBezTo>
                    <a:pt x="1673" y="1347"/>
                    <a:pt x="1665" y="1347"/>
                    <a:pt x="1665" y="1340"/>
                  </a:cubicBezTo>
                  <a:cubicBezTo>
                    <a:pt x="1673" y="1340"/>
                    <a:pt x="1673" y="1347"/>
                    <a:pt x="1673" y="1347"/>
                  </a:cubicBezTo>
                  <a:cubicBezTo>
                    <a:pt x="1665" y="1340"/>
                    <a:pt x="1673" y="1347"/>
                    <a:pt x="1665" y="1340"/>
                  </a:cubicBezTo>
                  <a:cubicBezTo>
                    <a:pt x="1673" y="1347"/>
                    <a:pt x="1673" y="1347"/>
                    <a:pt x="1681" y="1347"/>
                  </a:cubicBezTo>
                  <a:cubicBezTo>
                    <a:pt x="1681" y="1347"/>
                    <a:pt x="1681" y="1347"/>
                    <a:pt x="1673" y="1347"/>
                  </a:cubicBezTo>
                  <a:cubicBezTo>
                    <a:pt x="1681" y="1347"/>
                    <a:pt x="1681" y="1347"/>
                    <a:pt x="1681" y="1355"/>
                  </a:cubicBezTo>
                  <a:cubicBezTo>
                    <a:pt x="1681" y="1355"/>
                    <a:pt x="1681" y="1355"/>
                    <a:pt x="1681" y="1355"/>
                  </a:cubicBezTo>
                  <a:cubicBezTo>
                    <a:pt x="1681" y="1355"/>
                    <a:pt x="1681" y="1355"/>
                    <a:pt x="1681" y="1355"/>
                  </a:cubicBezTo>
                  <a:cubicBezTo>
                    <a:pt x="1681" y="1355"/>
                    <a:pt x="1681" y="1355"/>
                    <a:pt x="1681" y="1355"/>
                  </a:cubicBezTo>
                  <a:cubicBezTo>
                    <a:pt x="1681" y="1355"/>
                    <a:pt x="1681" y="1355"/>
                    <a:pt x="1681" y="1355"/>
                  </a:cubicBezTo>
                  <a:cubicBezTo>
                    <a:pt x="1673" y="1363"/>
                    <a:pt x="1673" y="1371"/>
                    <a:pt x="1665" y="1371"/>
                  </a:cubicBezTo>
                  <a:close/>
                  <a:moveTo>
                    <a:pt x="1681" y="1379"/>
                  </a:moveTo>
                  <a:cubicBezTo>
                    <a:pt x="1681" y="1387"/>
                    <a:pt x="1673" y="1387"/>
                    <a:pt x="1673" y="1394"/>
                  </a:cubicBezTo>
                  <a:cubicBezTo>
                    <a:pt x="1673" y="1387"/>
                    <a:pt x="1673" y="1387"/>
                    <a:pt x="1681" y="1379"/>
                  </a:cubicBezTo>
                  <a:cubicBezTo>
                    <a:pt x="1681" y="1379"/>
                    <a:pt x="1681" y="1379"/>
                    <a:pt x="1681" y="1379"/>
                  </a:cubicBezTo>
                  <a:cubicBezTo>
                    <a:pt x="1681" y="1379"/>
                    <a:pt x="1681" y="1379"/>
                    <a:pt x="1681" y="1379"/>
                  </a:cubicBezTo>
                  <a:cubicBezTo>
                    <a:pt x="1681" y="1379"/>
                    <a:pt x="1681" y="1379"/>
                    <a:pt x="1681" y="1379"/>
                  </a:cubicBezTo>
                  <a:cubicBezTo>
                    <a:pt x="1681" y="1379"/>
                    <a:pt x="1681" y="1379"/>
                    <a:pt x="1681" y="1379"/>
                  </a:cubicBezTo>
                  <a:close/>
                  <a:moveTo>
                    <a:pt x="1681" y="1355"/>
                  </a:moveTo>
                  <a:cubicBezTo>
                    <a:pt x="1681" y="1355"/>
                    <a:pt x="1681" y="1355"/>
                    <a:pt x="1681" y="1355"/>
                  </a:cubicBezTo>
                  <a:cubicBezTo>
                    <a:pt x="1681" y="1355"/>
                    <a:pt x="1681" y="1355"/>
                    <a:pt x="1681" y="1355"/>
                  </a:cubicBezTo>
                  <a:cubicBezTo>
                    <a:pt x="1681" y="1355"/>
                    <a:pt x="1681" y="1355"/>
                    <a:pt x="1681" y="1355"/>
                  </a:cubicBezTo>
                  <a:close/>
                  <a:moveTo>
                    <a:pt x="1618" y="1308"/>
                  </a:moveTo>
                  <a:cubicBezTo>
                    <a:pt x="1618" y="1308"/>
                    <a:pt x="1618" y="1308"/>
                    <a:pt x="1618" y="1308"/>
                  </a:cubicBezTo>
                  <a:cubicBezTo>
                    <a:pt x="1618" y="1308"/>
                    <a:pt x="1618" y="1308"/>
                    <a:pt x="1618" y="1308"/>
                  </a:cubicBezTo>
                  <a:cubicBezTo>
                    <a:pt x="1618" y="1308"/>
                    <a:pt x="1618" y="1308"/>
                    <a:pt x="1618" y="1308"/>
                  </a:cubicBezTo>
                  <a:close/>
                  <a:moveTo>
                    <a:pt x="1329" y="1120"/>
                  </a:moveTo>
                  <a:cubicBezTo>
                    <a:pt x="1329" y="1120"/>
                    <a:pt x="1329" y="1120"/>
                    <a:pt x="1329" y="1120"/>
                  </a:cubicBezTo>
                  <a:cubicBezTo>
                    <a:pt x="1329" y="1120"/>
                    <a:pt x="1329" y="1120"/>
                    <a:pt x="1329" y="1120"/>
                  </a:cubicBezTo>
                  <a:close/>
                  <a:moveTo>
                    <a:pt x="1446" y="1551"/>
                  </a:moveTo>
                  <a:cubicBezTo>
                    <a:pt x="1446" y="1551"/>
                    <a:pt x="1446" y="1551"/>
                    <a:pt x="1446" y="1551"/>
                  </a:cubicBezTo>
                  <a:cubicBezTo>
                    <a:pt x="1446" y="1551"/>
                    <a:pt x="1446" y="1551"/>
                    <a:pt x="1446" y="1551"/>
                  </a:cubicBezTo>
                  <a:close/>
                  <a:moveTo>
                    <a:pt x="1571" y="1496"/>
                  </a:moveTo>
                  <a:cubicBezTo>
                    <a:pt x="1571" y="1496"/>
                    <a:pt x="1571" y="1496"/>
                    <a:pt x="1571" y="1496"/>
                  </a:cubicBezTo>
                  <a:cubicBezTo>
                    <a:pt x="1571" y="1496"/>
                    <a:pt x="1579" y="1496"/>
                    <a:pt x="1579" y="1496"/>
                  </a:cubicBezTo>
                  <a:cubicBezTo>
                    <a:pt x="1571" y="1496"/>
                    <a:pt x="1571" y="1496"/>
                    <a:pt x="1571" y="1496"/>
                  </a:cubicBezTo>
                  <a:close/>
                  <a:moveTo>
                    <a:pt x="1579" y="1488"/>
                  </a:moveTo>
                  <a:cubicBezTo>
                    <a:pt x="1579" y="1488"/>
                    <a:pt x="1579" y="1488"/>
                    <a:pt x="1579" y="1496"/>
                  </a:cubicBezTo>
                  <a:cubicBezTo>
                    <a:pt x="1571" y="1496"/>
                    <a:pt x="1579" y="1496"/>
                    <a:pt x="1571" y="1496"/>
                  </a:cubicBezTo>
                  <a:cubicBezTo>
                    <a:pt x="1571" y="1504"/>
                    <a:pt x="1571" y="1504"/>
                    <a:pt x="1564" y="1504"/>
                  </a:cubicBezTo>
                  <a:cubicBezTo>
                    <a:pt x="1564" y="1504"/>
                    <a:pt x="1564" y="1504"/>
                    <a:pt x="1564" y="1512"/>
                  </a:cubicBezTo>
                  <a:cubicBezTo>
                    <a:pt x="1564" y="1512"/>
                    <a:pt x="1564" y="1512"/>
                    <a:pt x="1556" y="1528"/>
                  </a:cubicBezTo>
                  <a:cubicBezTo>
                    <a:pt x="1556" y="1520"/>
                    <a:pt x="1564" y="1520"/>
                    <a:pt x="1564" y="1512"/>
                  </a:cubicBezTo>
                  <a:cubicBezTo>
                    <a:pt x="1564" y="1512"/>
                    <a:pt x="1564" y="1512"/>
                    <a:pt x="1564" y="1512"/>
                  </a:cubicBezTo>
                  <a:cubicBezTo>
                    <a:pt x="1564" y="1512"/>
                    <a:pt x="1564" y="1512"/>
                    <a:pt x="1564" y="1512"/>
                  </a:cubicBezTo>
                  <a:cubicBezTo>
                    <a:pt x="1564" y="1512"/>
                    <a:pt x="1571" y="1512"/>
                    <a:pt x="1571" y="1504"/>
                  </a:cubicBezTo>
                  <a:cubicBezTo>
                    <a:pt x="1571" y="1504"/>
                    <a:pt x="1571" y="1504"/>
                    <a:pt x="1579" y="1496"/>
                  </a:cubicBezTo>
                  <a:cubicBezTo>
                    <a:pt x="1579" y="1496"/>
                    <a:pt x="1579" y="1496"/>
                    <a:pt x="1579" y="1496"/>
                  </a:cubicBezTo>
                  <a:cubicBezTo>
                    <a:pt x="1579" y="1496"/>
                    <a:pt x="1579" y="1496"/>
                    <a:pt x="1579" y="1488"/>
                  </a:cubicBezTo>
                  <a:cubicBezTo>
                    <a:pt x="1579" y="1488"/>
                    <a:pt x="1587" y="1488"/>
                    <a:pt x="1587" y="1481"/>
                  </a:cubicBezTo>
                  <a:cubicBezTo>
                    <a:pt x="1587" y="1481"/>
                    <a:pt x="1587" y="1481"/>
                    <a:pt x="1587" y="1481"/>
                  </a:cubicBezTo>
                  <a:cubicBezTo>
                    <a:pt x="1579" y="1481"/>
                    <a:pt x="1579" y="1481"/>
                    <a:pt x="1579" y="1481"/>
                  </a:cubicBezTo>
                  <a:cubicBezTo>
                    <a:pt x="1579" y="1481"/>
                    <a:pt x="1579" y="1481"/>
                    <a:pt x="1579" y="1488"/>
                  </a:cubicBezTo>
                  <a:close/>
                  <a:moveTo>
                    <a:pt x="1634" y="1434"/>
                  </a:moveTo>
                  <a:cubicBezTo>
                    <a:pt x="1634" y="1434"/>
                    <a:pt x="1634" y="1434"/>
                    <a:pt x="1642" y="1434"/>
                  </a:cubicBezTo>
                  <a:cubicBezTo>
                    <a:pt x="1634" y="1434"/>
                    <a:pt x="1642" y="1434"/>
                    <a:pt x="1634" y="1434"/>
                  </a:cubicBezTo>
                  <a:close/>
                  <a:moveTo>
                    <a:pt x="1509" y="1191"/>
                  </a:moveTo>
                  <a:cubicBezTo>
                    <a:pt x="1509" y="1191"/>
                    <a:pt x="1517" y="1199"/>
                    <a:pt x="1517" y="1199"/>
                  </a:cubicBezTo>
                  <a:cubicBezTo>
                    <a:pt x="1509" y="1191"/>
                    <a:pt x="1509" y="1191"/>
                    <a:pt x="1509" y="1191"/>
                  </a:cubicBezTo>
                  <a:close/>
                  <a:moveTo>
                    <a:pt x="1478" y="1167"/>
                  </a:moveTo>
                  <a:cubicBezTo>
                    <a:pt x="1478" y="1167"/>
                    <a:pt x="1478" y="1167"/>
                    <a:pt x="1485" y="1167"/>
                  </a:cubicBezTo>
                  <a:cubicBezTo>
                    <a:pt x="1485" y="1167"/>
                    <a:pt x="1485" y="1167"/>
                    <a:pt x="1485" y="1167"/>
                  </a:cubicBezTo>
                  <a:cubicBezTo>
                    <a:pt x="1478" y="1167"/>
                    <a:pt x="1478" y="1167"/>
                    <a:pt x="1478" y="1167"/>
                  </a:cubicBezTo>
                  <a:cubicBezTo>
                    <a:pt x="1485" y="1175"/>
                    <a:pt x="1485" y="1175"/>
                    <a:pt x="1485" y="1175"/>
                  </a:cubicBezTo>
                  <a:cubicBezTo>
                    <a:pt x="1493" y="1183"/>
                    <a:pt x="1493" y="1183"/>
                    <a:pt x="1493" y="1183"/>
                  </a:cubicBezTo>
                  <a:cubicBezTo>
                    <a:pt x="1493" y="1175"/>
                    <a:pt x="1485" y="1175"/>
                    <a:pt x="1485" y="1167"/>
                  </a:cubicBezTo>
                  <a:cubicBezTo>
                    <a:pt x="1485" y="1175"/>
                    <a:pt x="1501" y="1183"/>
                    <a:pt x="1509" y="1191"/>
                  </a:cubicBezTo>
                  <a:cubicBezTo>
                    <a:pt x="1501" y="1183"/>
                    <a:pt x="1501" y="1183"/>
                    <a:pt x="1501" y="1183"/>
                  </a:cubicBezTo>
                  <a:cubicBezTo>
                    <a:pt x="1493" y="1175"/>
                    <a:pt x="1485" y="1167"/>
                    <a:pt x="1478" y="1159"/>
                  </a:cubicBezTo>
                  <a:cubicBezTo>
                    <a:pt x="1485" y="1167"/>
                    <a:pt x="1478" y="1167"/>
                    <a:pt x="1478" y="1167"/>
                  </a:cubicBezTo>
                  <a:close/>
                  <a:moveTo>
                    <a:pt x="1579" y="1246"/>
                  </a:moveTo>
                  <a:cubicBezTo>
                    <a:pt x="1571" y="1246"/>
                    <a:pt x="1571" y="1246"/>
                    <a:pt x="1571" y="1246"/>
                  </a:cubicBezTo>
                  <a:cubicBezTo>
                    <a:pt x="1571" y="1246"/>
                    <a:pt x="1571" y="1246"/>
                    <a:pt x="1579" y="1253"/>
                  </a:cubicBezTo>
                  <a:cubicBezTo>
                    <a:pt x="1579" y="1246"/>
                    <a:pt x="1579" y="1246"/>
                    <a:pt x="1579" y="1246"/>
                  </a:cubicBezTo>
                  <a:close/>
                  <a:moveTo>
                    <a:pt x="1587" y="1253"/>
                  </a:moveTo>
                  <a:cubicBezTo>
                    <a:pt x="1579" y="1253"/>
                    <a:pt x="1579" y="1253"/>
                    <a:pt x="1579" y="1253"/>
                  </a:cubicBezTo>
                  <a:cubicBezTo>
                    <a:pt x="1579" y="1253"/>
                    <a:pt x="1579" y="1253"/>
                    <a:pt x="1579" y="1253"/>
                  </a:cubicBezTo>
                  <a:cubicBezTo>
                    <a:pt x="1587" y="1253"/>
                    <a:pt x="1579" y="1253"/>
                    <a:pt x="1587" y="1253"/>
                  </a:cubicBezTo>
                  <a:close/>
                  <a:moveTo>
                    <a:pt x="1501" y="1645"/>
                  </a:moveTo>
                  <a:cubicBezTo>
                    <a:pt x="1501" y="1645"/>
                    <a:pt x="1501" y="1645"/>
                    <a:pt x="1501" y="1637"/>
                  </a:cubicBezTo>
                  <a:cubicBezTo>
                    <a:pt x="1501" y="1637"/>
                    <a:pt x="1501" y="1637"/>
                    <a:pt x="1501" y="1645"/>
                  </a:cubicBezTo>
                  <a:close/>
                  <a:moveTo>
                    <a:pt x="1321" y="1050"/>
                  </a:moveTo>
                  <a:cubicBezTo>
                    <a:pt x="1314" y="1050"/>
                    <a:pt x="1321" y="1050"/>
                    <a:pt x="1314" y="1050"/>
                  </a:cubicBezTo>
                  <a:cubicBezTo>
                    <a:pt x="1314" y="1050"/>
                    <a:pt x="1314" y="1050"/>
                    <a:pt x="1314" y="1050"/>
                  </a:cubicBezTo>
                  <a:cubicBezTo>
                    <a:pt x="1329" y="1058"/>
                    <a:pt x="1329" y="1058"/>
                    <a:pt x="1329" y="1058"/>
                  </a:cubicBezTo>
                  <a:cubicBezTo>
                    <a:pt x="1321" y="1050"/>
                    <a:pt x="1321" y="1050"/>
                    <a:pt x="1321" y="1050"/>
                  </a:cubicBezTo>
                  <a:close/>
                  <a:moveTo>
                    <a:pt x="1392" y="1089"/>
                  </a:moveTo>
                  <a:cubicBezTo>
                    <a:pt x="1384" y="1089"/>
                    <a:pt x="1384" y="1089"/>
                    <a:pt x="1376" y="1081"/>
                  </a:cubicBezTo>
                  <a:cubicBezTo>
                    <a:pt x="1376" y="1081"/>
                    <a:pt x="1376" y="1081"/>
                    <a:pt x="1376" y="1081"/>
                  </a:cubicBezTo>
                  <a:cubicBezTo>
                    <a:pt x="1392" y="1089"/>
                    <a:pt x="1392" y="1089"/>
                    <a:pt x="1392" y="1089"/>
                  </a:cubicBezTo>
                  <a:close/>
                  <a:moveTo>
                    <a:pt x="1376" y="1081"/>
                  </a:moveTo>
                  <a:cubicBezTo>
                    <a:pt x="1376" y="1081"/>
                    <a:pt x="1376" y="1081"/>
                    <a:pt x="1360" y="1073"/>
                  </a:cubicBezTo>
                  <a:cubicBezTo>
                    <a:pt x="1360" y="1073"/>
                    <a:pt x="1360" y="1073"/>
                    <a:pt x="1368" y="1073"/>
                  </a:cubicBezTo>
                  <a:cubicBezTo>
                    <a:pt x="1368" y="1073"/>
                    <a:pt x="1368" y="1073"/>
                    <a:pt x="1353" y="1066"/>
                  </a:cubicBezTo>
                  <a:cubicBezTo>
                    <a:pt x="1345" y="1066"/>
                    <a:pt x="1345" y="1066"/>
                    <a:pt x="1345" y="1066"/>
                  </a:cubicBezTo>
                  <a:cubicBezTo>
                    <a:pt x="1345" y="1066"/>
                    <a:pt x="1345" y="1066"/>
                    <a:pt x="1353" y="1073"/>
                  </a:cubicBezTo>
                  <a:cubicBezTo>
                    <a:pt x="1360" y="1073"/>
                    <a:pt x="1368" y="1081"/>
                    <a:pt x="1376" y="1081"/>
                  </a:cubicBezTo>
                  <a:close/>
                  <a:moveTo>
                    <a:pt x="1470" y="1159"/>
                  </a:moveTo>
                  <a:cubicBezTo>
                    <a:pt x="1470" y="1159"/>
                    <a:pt x="1470" y="1159"/>
                    <a:pt x="1478" y="1159"/>
                  </a:cubicBezTo>
                  <a:cubicBezTo>
                    <a:pt x="1478" y="1159"/>
                    <a:pt x="1478" y="1159"/>
                    <a:pt x="1478" y="1159"/>
                  </a:cubicBezTo>
                  <a:cubicBezTo>
                    <a:pt x="1478" y="1159"/>
                    <a:pt x="1478" y="1159"/>
                    <a:pt x="1478" y="1159"/>
                  </a:cubicBezTo>
                  <a:cubicBezTo>
                    <a:pt x="1478" y="1159"/>
                    <a:pt x="1478" y="1159"/>
                    <a:pt x="1478" y="1159"/>
                  </a:cubicBezTo>
                  <a:cubicBezTo>
                    <a:pt x="1478" y="1159"/>
                    <a:pt x="1478" y="1159"/>
                    <a:pt x="1470" y="1152"/>
                  </a:cubicBezTo>
                  <a:cubicBezTo>
                    <a:pt x="1478" y="1159"/>
                    <a:pt x="1478" y="1159"/>
                    <a:pt x="1478" y="1159"/>
                  </a:cubicBezTo>
                  <a:cubicBezTo>
                    <a:pt x="1478" y="1159"/>
                    <a:pt x="1470" y="1159"/>
                    <a:pt x="1470" y="1159"/>
                  </a:cubicBezTo>
                  <a:close/>
                  <a:moveTo>
                    <a:pt x="1470" y="1159"/>
                  </a:moveTo>
                  <a:cubicBezTo>
                    <a:pt x="1470" y="1159"/>
                    <a:pt x="1470" y="1159"/>
                    <a:pt x="1470" y="1159"/>
                  </a:cubicBezTo>
                  <a:cubicBezTo>
                    <a:pt x="1470" y="1159"/>
                    <a:pt x="1470" y="1159"/>
                    <a:pt x="1470" y="1159"/>
                  </a:cubicBezTo>
                  <a:close/>
                  <a:moveTo>
                    <a:pt x="1603" y="1473"/>
                  </a:moveTo>
                  <a:cubicBezTo>
                    <a:pt x="1603" y="1465"/>
                    <a:pt x="1603" y="1465"/>
                    <a:pt x="1603" y="1465"/>
                  </a:cubicBezTo>
                  <a:cubicBezTo>
                    <a:pt x="1603" y="1465"/>
                    <a:pt x="1603" y="1465"/>
                    <a:pt x="1603" y="1481"/>
                  </a:cubicBezTo>
                  <a:cubicBezTo>
                    <a:pt x="1603" y="1481"/>
                    <a:pt x="1603" y="1481"/>
                    <a:pt x="1603" y="1473"/>
                  </a:cubicBezTo>
                  <a:close/>
                  <a:moveTo>
                    <a:pt x="1587" y="1496"/>
                  </a:moveTo>
                  <a:cubicBezTo>
                    <a:pt x="1579" y="1496"/>
                    <a:pt x="1579" y="1496"/>
                    <a:pt x="1579" y="1504"/>
                  </a:cubicBezTo>
                  <a:cubicBezTo>
                    <a:pt x="1579" y="1504"/>
                    <a:pt x="1579" y="1504"/>
                    <a:pt x="1579" y="1504"/>
                  </a:cubicBezTo>
                  <a:cubicBezTo>
                    <a:pt x="1579" y="1504"/>
                    <a:pt x="1579" y="1504"/>
                    <a:pt x="1579" y="1504"/>
                  </a:cubicBezTo>
                  <a:cubicBezTo>
                    <a:pt x="1579" y="1512"/>
                    <a:pt x="1579" y="1512"/>
                    <a:pt x="1579" y="1512"/>
                  </a:cubicBezTo>
                  <a:cubicBezTo>
                    <a:pt x="1579" y="1504"/>
                    <a:pt x="1587" y="1496"/>
                    <a:pt x="1595" y="1496"/>
                  </a:cubicBezTo>
                  <a:cubicBezTo>
                    <a:pt x="1595" y="1488"/>
                    <a:pt x="1595" y="1488"/>
                    <a:pt x="1595" y="1488"/>
                  </a:cubicBezTo>
                  <a:cubicBezTo>
                    <a:pt x="1587" y="1496"/>
                    <a:pt x="1579" y="1496"/>
                    <a:pt x="1579" y="1504"/>
                  </a:cubicBezTo>
                  <a:cubicBezTo>
                    <a:pt x="1579" y="1496"/>
                    <a:pt x="1579" y="1496"/>
                    <a:pt x="1587" y="1496"/>
                  </a:cubicBezTo>
                  <a:close/>
                  <a:moveTo>
                    <a:pt x="1587" y="1488"/>
                  </a:moveTo>
                  <a:cubicBezTo>
                    <a:pt x="1587" y="1488"/>
                    <a:pt x="1587" y="1488"/>
                    <a:pt x="1587" y="1496"/>
                  </a:cubicBezTo>
                  <a:cubicBezTo>
                    <a:pt x="1595" y="1488"/>
                    <a:pt x="1587" y="1488"/>
                    <a:pt x="1595" y="1481"/>
                  </a:cubicBezTo>
                  <a:cubicBezTo>
                    <a:pt x="1595" y="1481"/>
                    <a:pt x="1595" y="1481"/>
                    <a:pt x="1587" y="1488"/>
                  </a:cubicBezTo>
                  <a:close/>
                  <a:moveTo>
                    <a:pt x="1525" y="1598"/>
                  </a:moveTo>
                  <a:cubicBezTo>
                    <a:pt x="1517" y="1598"/>
                    <a:pt x="1517" y="1598"/>
                    <a:pt x="1525" y="1598"/>
                  </a:cubicBezTo>
                  <a:close/>
                  <a:moveTo>
                    <a:pt x="1517" y="1199"/>
                  </a:moveTo>
                  <a:cubicBezTo>
                    <a:pt x="1525" y="1214"/>
                    <a:pt x="1525" y="1214"/>
                    <a:pt x="1525" y="1214"/>
                  </a:cubicBezTo>
                  <a:cubicBezTo>
                    <a:pt x="1517" y="1206"/>
                    <a:pt x="1525" y="1206"/>
                    <a:pt x="1517" y="1199"/>
                  </a:cubicBezTo>
                  <a:close/>
                  <a:moveTo>
                    <a:pt x="1532" y="1214"/>
                  </a:moveTo>
                  <a:cubicBezTo>
                    <a:pt x="1525" y="1214"/>
                    <a:pt x="1525" y="1214"/>
                    <a:pt x="1517" y="1199"/>
                  </a:cubicBezTo>
                  <a:cubicBezTo>
                    <a:pt x="1525" y="1214"/>
                    <a:pt x="1525" y="1214"/>
                    <a:pt x="1525" y="1214"/>
                  </a:cubicBezTo>
                  <a:cubicBezTo>
                    <a:pt x="1532" y="1214"/>
                    <a:pt x="1532" y="1214"/>
                    <a:pt x="1532" y="1214"/>
                  </a:cubicBezTo>
                  <a:close/>
                  <a:moveTo>
                    <a:pt x="1595" y="1488"/>
                  </a:moveTo>
                  <a:cubicBezTo>
                    <a:pt x="1595" y="1488"/>
                    <a:pt x="1595" y="1488"/>
                    <a:pt x="1595" y="1481"/>
                  </a:cubicBezTo>
                  <a:cubicBezTo>
                    <a:pt x="1603" y="1481"/>
                    <a:pt x="1595" y="1481"/>
                    <a:pt x="1603" y="1481"/>
                  </a:cubicBezTo>
                  <a:cubicBezTo>
                    <a:pt x="1595" y="1481"/>
                    <a:pt x="1595" y="1481"/>
                    <a:pt x="1595" y="1481"/>
                  </a:cubicBezTo>
                  <a:cubicBezTo>
                    <a:pt x="1595" y="1488"/>
                    <a:pt x="1595" y="1488"/>
                    <a:pt x="1595" y="1488"/>
                  </a:cubicBezTo>
                  <a:close/>
                  <a:moveTo>
                    <a:pt x="1478" y="1167"/>
                  </a:moveTo>
                  <a:cubicBezTo>
                    <a:pt x="1485" y="1167"/>
                    <a:pt x="1478" y="1167"/>
                    <a:pt x="1478" y="1167"/>
                  </a:cubicBezTo>
                  <a:cubicBezTo>
                    <a:pt x="1478" y="1167"/>
                    <a:pt x="1478" y="1167"/>
                    <a:pt x="1470" y="1159"/>
                  </a:cubicBezTo>
                  <a:cubicBezTo>
                    <a:pt x="1478" y="1167"/>
                    <a:pt x="1478" y="1167"/>
                    <a:pt x="1478" y="1167"/>
                  </a:cubicBezTo>
                  <a:close/>
                  <a:moveTo>
                    <a:pt x="1548" y="1535"/>
                  </a:moveTo>
                  <a:cubicBezTo>
                    <a:pt x="1548" y="1535"/>
                    <a:pt x="1548" y="1535"/>
                    <a:pt x="1548" y="1543"/>
                  </a:cubicBezTo>
                  <a:cubicBezTo>
                    <a:pt x="1548" y="1543"/>
                    <a:pt x="1548" y="1543"/>
                    <a:pt x="1548" y="1551"/>
                  </a:cubicBezTo>
                  <a:cubicBezTo>
                    <a:pt x="1548" y="1551"/>
                    <a:pt x="1548" y="1551"/>
                    <a:pt x="1548" y="1551"/>
                  </a:cubicBezTo>
                  <a:cubicBezTo>
                    <a:pt x="1556" y="1543"/>
                    <a:pt x="1564" y="1535"/>
                    <a:pt x="1564" y="1528"/>
                  </a:cubicBezTo>
                  <a:cubicBezTo>
                    <a:pt x="1564" y="1528"/>
                    <a:pt x="1564" y="1528"/>
                    <a:pt x="1564" y="1528"/>
                  </a:cubicBezTo>
                  <a:cubicBezTo>
                    <a:pt x="1564" y="1528"/>
                    <a:pt x="1564" y="1528"/>
                    <a:pt x="1564" y="1528"/>
                  </a:cubicBezTo>
                  <a:cubicBezTo>
                    <a:pt x="1556" y="1543"/>
                    <a:pt x="1556" y="1535"/>
                    <a:pt x="1548" y="1535"/>
                  </a:cubicBezTo>
                  <a:close/>
                  <a:moveTo>
                    <a:pt x="1532" y="1582"/>
                  </a:moveTo>
                  <a:cubicBezTo>
                    <a:pt x="1525" y="1582"/>
                    <a:pt x="1525" y="1582"/>
                    <a:pt x="1525" y="1582"/>
                  </a:cubicBezTo>
                  <a:cubicBezTo>
                    <a:pt x="1532" y="1582"/>
                    <a:pt x="1532" y="1582"/>
                    <a:pt x="1532" y="1582"/>
                  </a:cubicBezTo>
                  <a:close/>
                  <a:moveTo>
                    <a:pt x="1532" y="1575"/>
                  </a:moveTo>
                  <a:cubicBezTo>
                    <a:pt x="1532" y="1575"/>
                    <a:pt x="1532" y="1575"/>
                    <a:pt x="1532" y="1575"/>
                  </a:cubicBezTo>
                  <a:cubicBezTo>
                    <a:pt x="1532" y="1582"/>
                    <a:pt x="1532" y="1582"/>
                    <a:pt x="1532" y="1582"/>
                  </a:cubicBezTo>
                  <a:cubicBezTo>
                    <a:pt x="1532" y="1582"/>
                    <a:pt x="1532" y="1582"/>
                    <a:pt x="1532" y="1582"/>
                  </a:cubicBezTo>
                  <a:lnTo>
                    <a:pt x="1532" y="1575"/>
                  </a:lnTo>
                  <a:close/>
                  <a:moveTo>
                    <a:pt x="1564" y="1520"/>
                  </a:moveTo>
                  <a:cubicBezTo>
                    <a:pt x="1564" y="1520"/>
                    <a:pt x="1564" y="1520"/>
                    <a:pt x="1564" y="1528"/>
                  </a:cubicBezTo>
                  <a:cubicBezTo>
                    <a:pt x="1564" y="1528"/>
                    <a:pt x="1564" y="1528"/>
                    <a:pt x="1571" y="1520"/>
                  </a:cubicBezTo>
                  <a:cubicBezTo>
                    <a:pt x="1571" y="1512"/>
                    <a:pt x="1564" y="1520"/>
                    <a:pt x="1564" y="1520"/>
                  </a:cubicBezTo>
                  <a:close/>
                  <a:moveTo>
                    <a:pt x="1282" y="1050"/>
                  </a:moveTo>
                  <a:cubicBezTo>
                    <a:pt x="1282" y="1050"/>
                    <a:pt x="1282" y="1050"/>
                    <a:pt x="1282" y="1050"/>
                  </a:cubicBezTo>
                  <a:cubicBezTo>
                    <a:pt x="1290" y="1050"/>
                    <a:pt x="1282" y="1050"/>
                    <a:pt x="1298" y="1050"/>
                  </a:cubicBezTo>
                  <a:cubicBezTo>
                    <a:pt x="1298" y="1050"/>
                    <a:pt x="1298" y="1050"/>
                    <a:pt x="1282" y="1050"/>
                  </a:cubicBezTo>
                  <a:close/>
                  <a:moveTo>
                    <a:pt x="1532" y="1582"/>
                  </a:moveTo>
                  <a:cubicBezTo>
                    <a:pt x="1532" y="1582"/>
                    <a:pt x="1532" y="1582"/>
                    <a:pt x="1532" y="1575"/>
                  </a:cubicBezTo>
                  <a:cubicBezTo>
                    <a:pt x="1532" y="1575"/>
                    <a:pt x="1532" y="1575"/>
                    <a:pt x="1525" y="1582"/>
                  </a:cubicBezTo>
                  <a:cubicBezTo>
                    <a:pt x="1525" y="1582"/>
                    <a:pt x="1525" y="1582"/>
                    <a:pt x="1525" y="1582"/>
                  </a:cubicBezTo>
                  <a:cubicBezTo>
                    <a:pt x="1525" y="1582"/>
                    <a:pt x="1525" y="1582"/>
                    <a:pt x="1525" y="1582"/>
                  </a:cubicBezTo>
                  <a:lnTo>
                    <a:pt x="1532" y="1582"/>
                  </a:lnTo>
                  <a:close/>
                  <a:moveTo>
                    <a:pt x="1345" y="1066"/>
                  </a:moveTo>
                  <a:cubicBezTo>
                    <a:pt x="1337" y="1066"/>
                    <a:pt x="1337" y="1066"/>
                    <a:pt x="1337" y="1066"/>
                  </a:cubicBezTo>
                  <a:cubicBezTo>
                    <a:pt x="1329" y="1066"/>
                    <a:pt x="1329" y="1066"/>
                    <a:pt x="1329" y="1066"/>
                  </a:cubicBezTo>
                  <a:cubicBezTo>
                    <a:pt x="1337" y="1066"/>
                    <a:pt x="1337" y="1066"/>
                    <a:pt x="1337" y="1066"/>
                  </a:cubicBezTo>
                  <a:lnTo>
                    <a:pt x="1345" y="1066"/>
                  </a:lnTo>
                  <a:close/>
                  <a:moveTo>
                    <a:pt x="1454" y="1144"/>
                  </a:moveTo>
                  <a:cubicBezTo>
                    <a:pt x="1454" y="1144"/>
                    <a:pt x="1454" y="1144"/>
                    <a:pt x="1454" y="1152"/>
                  </a:cubicBezTo>
                  <a:cubicBezTo>
                    <a:pt x="1454" y="1152"/>
                    <a:pt x="1454" y="1152"/>
                    <a:pt x="1462" y="1152"/>
                  </a:cubicBezTo>
                  <a:cubicBezTo>
                    <a:pt x="1462" y="1152"/>
                    <a:pt x="1462" y="1152"/>
                    <a:pt x="1454" y="1144"/>
                  </a:cubicBezTo>
                  <a:close/>
                  <a:moveTo>
                    <a:pt x="1517" y="1590"/>
                  </a:moveTo>
                  <a:cubicBezTo>
                    <a:pt x="1525" y="1590"/>
                    <a:pt x="1525" y="1590"/>
                    <a:pt x="1525" y="1590"/>
                  </a:cubicBezTo>
                  <a:cubicBezTo>
                    <a:pt x="1525" y="1590"/>
                    <a:pt x="1525" y="1590"/>
                    <a:pt x="1517" y="1590"/>
                  </a:cubicBezTo>
                  <a:close/>
                  <a:moveTo>
                    <a:pt x="1376" y="1089"/>
                  </a:moveTo>
                  <a:cubicBezTo>
                    <a:pt x="1376" y="1081"/>
                    <a:pt x="1376" y="1081"/>
                    <a:pt x="1376" y="1081"/>
                  </a:cubicBezTo>
                  <a:cubicBezTo>
                    <a:pt x="1376" y="1089"/>
                    <a:pt x="1376" y="1081"/>
                    <a:pt x="1376" y="1089"/>
                  </a:cubicBezTo>
                  <a:close/>
                  <a:moveTo>
                    <a:pt x="1493" y="1191"/>
                  </a:moveTo>
                  <a:cubicBezTo>
                    <a:pt x="1493" y="1183"/>
                    <a:pt x="1493" y="1183"/>
                    <a:pt x="1485" y="1183"/>
                  </a:cubicBezTo>
                  <a:lnTo>
                    <a:pt x="1493" y="1191"/>
                  </a:lnTo>
                  <a:close/>
                  <a:moveTo>
                    <a:pt x="1353" y="1073"/>
                  </a:moveTo>
                  <a:cubicBezTo>
                    <a:pt x="1353" y="1081"/>
                    <a:pt x="1353" y="1081"/>
                    <a:pt x="1360" y="1081"/>
                  </a:cubicBezTo>
                  <a:cubicBezTo>
                    <a:pt x="1353" y="1073"/>
                    <a:pt x="1353" y="1073"/>
                    <a:pt x="1353" y="1073"/>
                  </a:cubicBezTo>
                  <a:close/>
                  <a:moveTo>
                    <a:pt x="1321" y="1066"/>
                  </a:moveTo>
                  <a:cubicBezTo>
                    <a:pt x="1321" y="1066"/>
                    <a:pt x="1321" y="1066"/>
                    <a:pt x="1321" y="1066"/>
                  </a:cubicBezTo>
                  <a:cubicBezTo>
                    <a:pt x="1329" y="1066"/>
                    <a:pt x="1329" y="1066"/>
                    <a:pt x="1329" y="1066"/>
                  </a:cubicBezTo>
                  <a:cubicBezTo>
                    <a:pt x="1329" y="1066"/>
                    <a:pt x="1329" y="1066"/>
                    <a:pt x="1321" y="1066"/>
                  </a:cubicBezTo>
                  <a:close/>
                  <a:moveTo>
                    <a:pt x="1353" y="1073"/>
                  </a:moveTo>
                  <a:cubicBezTo>
                    <a:pt x="1345" y="1073"/>
                    <a:pt x="1345" y="1073"/>
                    <a:pt x="1345" y="1073"/>
                  </a:cubicBezTo>
                  <a:cubicBezTo>
                    <a:pt x="1345" y="1073"/>
                    <a:pt x="1345" y="1073"/>
                    <a:pt x="1345" y="1073"/>
                  </a:cubicBezTo>
                  <a:cubicBezTo>
                    <a:pt x="1337" y="1073"/>
                    <a:pt x="1337" y="1073"/>
                    <a:pt x="1329" y="1066"/>
                  </a:cubicBezTo>
                  <a:cubicBezTo>
                    <a:pt x="1329" y="1066"/>
                    <a:pt x="1329" y="1066"/>
                    <a:pt x="1321" y="1066"/>
                  </a:cubicBezTo>
                  <a:cubicBezTo>
                    <a:pt x="1321" y="1066"/>
                    <a:pt x="1321" y="1066"/>
                    <a:pt x="1321" y="1066"/>
                  </a:cubicBezTo>
                  <a:cubicBezTo>
                    <a:pt x="1321" y="1066"/>
                    <a:pt x="1321" y="1066"/>
                    <a:pt x="1321" y="1066"/>
                  </a:cubicBezTo>
                  <a:cubicBezTo>
                    <a:pt x="1321" y="1066"/>
                    <a:pt x="1314" y="1066"/>
                    <a:pt x="1314" y="1066"/>
                  </a:cubicBezTo>
                  <a:cubicBezTo>
                    <a:pt x="1314" y="1066"/>
                    <a:pt x="1314" y="1058"/>
                    <a:pt x="1314" y="1058"/>
                  </a:cubicBezTo>
                  <a:cubicBezTo>
                    <a:pt x="1306" y="1058"/>
                    <a:pt x="1306" y="1058"/>
                    <a:pt x="1298" y="1058"/>
                  </a:cubicBezTo>
                  <a:cubicBezTo>
                    <a:pt x="1298" y="1058"/>
                    <a:pt x="1298" y="1058"/>
                    <a:pt x="1298" y="1058"/>
                  </a:cubicBezTo>
                  <a:cubicBezTo>
                    <a:pt x="1298" y="1058"/>
                    <a:pt x="1290" y="1058"/>
                    <a:pt x="1282" y="1050"/>
                  </a:cubicBezTo>
                  <a:cubicBezTo>
                    <a:pt x="1282" y="1050"/>
                    <a:pt x="1282" y="1050"/>
                    <a:pt x="1282" y="1050"/>
                  </a:cubicBezTo>
                  <a:cubicBezTo>
                    <a:pt x="1282" y="1058"/>
                    <a:pt x="1282" y="1050"/>
                    <a:pt x="1290" y="1058"/>
                  </a:cubicBezTo>
                  <a:cubicBezTo>
                    <a:pt x="1290" y="1058"/>
                    <a:pt x="1290" y="1058"/>
                    <a:pt x="1282" y="1058"/>
                  </a:cubicBezTo>
                  <a:cubicBezTo>
                    <a:pt x="1298" y="1058"/>
                    <a:pt x="1298" y="1066"/>
                    <a:pt x="1306" y="1066"/>
                  </a:cubicBezTo>
                  <a:cubicBezTo>
                    <a:pt x="1314" y="1066"/>
                    <a:pt x="1306" y="1066"/>
                    <a:pt x="1314" y="1066"/>
                  </a:cubicBezTo>
                  <a:cubicBezTo>
                    <a:pt x="1314" y="1066"/>
                    <a:pt x="1314" y="1066"/>
                    <a:pt x="1314" y="1066"/>
                  </a:cubicBezTo>
                  <a:cubicBezTo>
                    <a:pt x="1314" y="1066"/>
                    <a:pt x="1321" y="1066"/>
                    <a:pt x="1321" y="1066"/>
                  </a:cubicBezTo>
                  <a:cubicBezTo>
                    <a:pt x="1329" y="1073"/>
                    <a:pt x="1337" y="1073"/>
                    <a:pt x="1345" y="1081"/>
                  </a:cubicBezTo>
                  <a:cubicBezTo>
                    <a:pt x="1345" y="1081"/>
                    <a:pt x="1345" y="1081"/>
                    <a:pt x="1345" y="1073"/>
                  </a:cubicBezTo>
                  <a:cubicBezTo>
                    <a:pt x="1345" y="1073"/>
                    <a:pt x="1345" y="1073"/>
                    <a:pt x="1353" y="1073"/>
                  </a:cubicBezTo>
                  <a:close/>
                  <a:moveTo>
                    <a:pt x="1329" y="1066"/>
                  </a:moveTo>
                  <a:cubicBezTo>
                    <a:pt x="1329" y="1066"/>
                    <a:pt x="1329" y="1066"/>
                    <a:pt x="1329" y="1066"/>
                  </a:cubicBezTo>
                  <a:cubicBezTo>
                    <a:pt x="1329" y="1066"/>
                    <a:pt x="1329" y="1066"/>
                    <a:pt x="1329" y="1066"/>
                  </a:cubicBezTo>
                  <a:close/>
                  <a:moveTo>
                    <a:pt x="1431" y="1128"/>
                  </a:moveTo>
                  <a:cubicBezTo>
                    <a:pt x="1431" y="1128"/>
                    <a:pt x="1431" y="1128"/>
                    <a:pt x="1431" y="1128"/>
                  </a:cubicBezTo>
                  <a:cubicBezTo>
                    <a:pt x="1431" y="1128"/>
                    <a:pt x="1431" y="1128"/>
                    <a:pt x="1431" y="1128"/>
                  </a:cubicBezTo>
                  <a:close/>
                  <a:moveTo>
                    <a:pt x="1446" y="1144"/>
                  </a:moveTo>
                  <a:cubicBezTo>
                    <a:pt x="1446" y="1144"/>
                    <a:pt x="1446" y="1144"/>
                    <a:pt x="1446" y="1144"/>
                  </a:cubicBezTo>
                  <a:cubicBezTo>
                    <a:pt x="1446" y="1144"/>
                    <a:pt x="1446" y="1144"/>
                    <a:pt x="1439" y="1144"/>
                  </a:cubicBezTo>
                  <a:cubicBezTo>
                    <a:pt x="1446" y="1144"/>
                    <a:pt x="1446" y="1144"/>
                    <a:pt x="1446" y="1144"/>
                  </a:cubicBezTo>
                  <a:close/>
                  <a:moveTo>
                    <a:pt x="1423" y="1128"/>
                  </a:moveTo>
                  <a:cubicBezTo>
                    <a:pt x="1423" y="1128"/>
                    <a:pt x="1423" y="1128"/>
                    <a:pt x="1431" y="1128"/>
                  </a:cubicBezTo>
                  <a:cubicBezTo>
                    <a:pt x="1431" y="1136"/>
                    <a:pt x="1431" y="1136"/>
                    <a:pt x="1431" y="1136"/>
                  </a:cubicBezTo>
                  <a:cubicBezTo>
                    <a:pt x="1439" y="1144"/>
                    <a:pt x="1439" y="1144"/>
                    <a:pt x="1439" y="1144"/>
                  </a:cubicBezTo>
                  <a:cubicBezTo>
                    <a:pt x="1446" y="1144"/>
                    <a:pt x="1446" y="1144"/>
                    <a:pt x="1446" y="1144"/>
                  </a:cubicBezTo>
                  <a:cubicBezTo>
                    <a:pt x="1446" y="1144"/>
                    <a:pt x="1446" y="1144"/>
                    <a:pt x="1431" y="1128"/>
                  </a:cubicBezTo>
                  <a:cubicBezTo>
                    <a:pt x="1431" y="1128"/>
                    <a:pt x="1415" y="1128"/>
                    <a:pt x="1423" y="1128"/>
                  </a:cubicBezTo>
                  <a:close/>
                  <a:moveTo>
                    <a:pt x="1446" y="1144"/>
                  </a:moveTo>
                  <a:cubicBezTo>
                    <a:pt x="1446" y="1144"/>
                    <a:pt x="1446" y="1152"/>
                    <a:pt x="1446" y="1152"/>
                  </a:cubicBezTo>
                  <a:cubicBezTo>
                    <a:pt x="1446" y="1152"/>
                    <a:pt x="1446" y="1152"/>
                    <a:pt x="1446" y="1152"/>
                  </a:cubicBezTo>
                  <a:cubicBezTo>
                    <a:pt x="1446" y="1152"/>
                    <a:pt x="1446" y="1144"/>
                    <a:pt x="1446" y="1144"/>
                  </a:cubicBezTo>
                  <a:close/>
                  <a:moveTo>
                    <a:pt x="1446" y="1152"/>
                  </a:moveTo>
                  <a:cubicBezTo>
                    <a:pt x="1454" y="1152"/>
                    <a:pt x="1454" y="1152"/>
                    <a:pt x="1454" y="1152"/>
                  </a:cubicBezTo>
                  <a:cubicBezTo>
                    <a:pt x="1454" y="1152"/>
                    <a:pt x="1454" y="1152"/>
                    <a:pt x="1454" y="1152"/>
                  </a:cubicBezTo>
                  <a:cubicBezTo>
                    <a:pt x="1454" y="1152"/>
                    <a:pt x="1454" y="1152"/>
                    <a:pt x="1454" y="1152"/>
                  </a:cubicBezTo>
                  <a:cubicBezTo>
                    <a:pt x="1454" y="1152"/>
                    <a:pt x="1454" y="1152"/>
                    <a:pt x="1454" y="1152"/>
                  </a:cubicBezTo>
                  <a:cubicBezTo>
                    <a:pt x="1454" y="1152"/>
                    <a:pt x="1454" y="1152"/>
                    <a:pt x="1454" y="1159"/>
                  </a:cubicBezTo>
                  <a:cubicBezTo>
                    <a:pt x="1454" y="1159"/>
                    <a:pt x="1454" y="1152"/>
                    <a:pt x="1454" y="1152"/>
                  </a:cubicBezTo>
                  <a:cubicBezTo>
                    <a:pt x="1454" y="1152"/>
                    <a:pt x="1454" y="1152"/>
                    <a:pt x="1454" y="1152"/>
                  </a:cubicBezTo>
                  <a:cubicBezTo>
                    <a:pt x="1454" y="1152"/>
                    <a:pt x="1454" y="1152"/>
                    <a:pt x="1446" y="1152"/>
                  </a:cubicBezTo>
                  <a:cubicBezTo>
                    <a:pt x="1446" y="1152"/>
                    <a:pt x="1446" y="1152"/>
                    <a:pt x="1454" y="1152"/>
                  </a:cubicBezTo>
                  <a:cubicBezTo>
                    <a:pt x="1446" y="1152"/>
                    <a:pt x="1446" y="1152"/>
                    <a:pt x="1446" y="1152"/>
                  </a:cubicBezTo>
                  <a:cubicBezTo>
                    <a:pt x="1446" y="1152"/>
                    <a:pt x="1446" y="1152"/>
                    <a:pt x="1446" y="1152"/>
                  </a:cubicBezTo>
                  <a:close/>
                  <a:moveTo>
                    <a:pt x="1415" y="1120"/>
                  </a:moveTo>
                  <a:cubicBezTo>
                    <a:pt x="1415" y="1120"/>
                    <a:pt x="1415" y="1120"/>
                    <a:pt x="1423" y="1120"/>
                  </a:cubicBezTo>
                  <a:cubicBezTo>
                    <a:pt x="1423" y="1120"/>
                    <a:pt x="1423" y="1128"/>
                    <a:pt x="1423" y="1128"/>
                  </a:cubicBezTo>
                  <a:cubicBezTo>
                    <a:pt x="1415" y="1120"/>
                    <a:pt x="1415" y="1120"/>
                    <a:pt x="1415" y="1120"/>
                  </a:cubicBezTo>
                  <a:close/>
                  <a:moveTo>
                    <a:pt x="1407" y="1120"/>
                  </a:moveTo>
                  <a:cubicBezTo>
                    <a:pt x="1407" y="1120"/>
                    <a:pt x="1407" y="1120"/>
                    <a:pt x="1407" y="1120"/>
                  </a:cubicBezTo>
                  <a:cubicBezTo>
                    <a:pt x="1407" y="1120"/>
                    <a:pt x="1407" y="1120"/>
                    <a:pt x="1415" y="1128"/>
                  </a:cubicBezTo>
                  <a:cubicBezTo>
                    <a:pt x="1415" y="1128"/>
                    <a:pt x="1415" y="1128"/>
                    <a:pt x="1415" y="1128"/>
                  </a:cubicBezTo>
                  <a:cubicBezTo>
                    <a:pt x="1423" y="1128"/>
                    <a:pt x="1423" y="1128"/>
                    <a:pt x="1423" y="1120"/>
                  </a:cubicBezTo>
                  <a:cubicBezTo>
                    <a:pt x="1415" y="1120"/>
                    <a:pt x="1407" y="1113"/>
                    <a:pt x="1399" y="1113"/>
                  </a:cubicBezTo>
                  <a:cubicBezTo>
                    <a:pt x="1399" y="1105"/>
                    <a:pt x="1392" y="1105"/>
                    <a:pt x="1392" y="1105"/>
                  </a:cubicBezTo>
                  <a:cubicBezTo>
                    <a:pt x="1392" y="1105"/>
                    <a:pt x="1407" y="1113"/>
                    <a:pt x="1407" y="1113"/>
                  </a:cubicBezTo>
                  <a:cubicBezTo>
                    <a:pt x="1407" y="1120"/>
                    <a:pt x="1407" y="1120"/>
                    <a:pt x="1407" y="1120"/>
                  </a:cubicBezTo>
                  <a:close/>
                  <a:moveTo>
                    <a:pt x="1384" y="1097"/>
                  </a:moveTo>
                  <a:cubicBezTo>
                    <a:pt x="1384" y="1097"/>
                    <a:pt x="1384" y="1097"/>
                    <a:pt x="1384" y="1097"/>
                  </a:cubicBezTo>
                  <a:cubicBezTo>
                    <a:pt x="1384" y="1097"/>
                    <a:pt x="1384" y="1097"/>
                    <a:pt x="1376" y="1097"/>
                  </a:cubicBezTo>
                  <a:cubicBezTo>
                    <a:pt x="1376" y="1089"/>
                    <a:pt x="1376" y="1089"/>
                    <a:pt x="1376" y="1089"/>
                  </a:cubicBezTo>
                  <a:cubicBezTo>
                    <a:pt x="1360" y="1081"/>
                    <a:pt x="1360" y="1081"/>
                    <a:pt x="1345" y="1081"/>
                  </a:cubicBezTo>
                  <a:cubicBezTo>
                    <a:pt x="1360" y="1089"/>
                    <a:pt x="1376" y="1097"/>
                    <a:pt x="1384" y="1097"/>
                  </a:cubicBezTo>
                  <a:cubicBezTo>
                    <a:pt x="1384" y="1097"/>
                    <a:pt x="1384" y="1097"/>
                    <a:pt x="1384" y="1097"/>
                  </a:cubicBezTo>
                  <a:close/>
                  <a:moveTo>
                    <a:pt x="1399" y="1105"/>
                  </a:moveTo>
                  <a:cubicBezTo>
                    <a:pt x="1399" y="1105"/>
                    <a:pt x="1399" y="1105"/>
                    <a:pt x="1399" y="1113"/>
                  </a:cubicBezTo>
                  <a:cubicBezTo>
                    <a:pt x="1399" y="1105"/>
                    <a:pt x="1399" y="1105"/>
                    <a:pt x="1399" y="1105"/>
                  </a:cubicBezTo>
                  <a:close/>
                  <a:moveTo>
                    <a:pt x="1345" y="1081"/>
                  </a:moveTo>
                  <a:cubicBezTo>
                    <a:pt x="1345" y="1081"/>
                    <a:pt x="1345" y="1081"/>
                    <a:pt x="1345" y="1081"/>
                  </a:cubicBezTo>
                  <a:cubicBezTo>
                    <a:pt x="1345" y="1081"/>
                    <a:pt x="1345" y="1081"/>
                    <a:pt x="1345" y="1081"/>
                  </a:cubicBezTo>
                  <a:cubicBezTo>
                    <a:pt x="1345" y="1081"/>
                    <a:pt x="1345" y="1081"/>
                    <a:pt x="1345" y="1081"/>
                  </a:cubicBezTo>
                  <a:close/>
                  <a:moveTo>
                    <a:pt x="1392" y="1097"/>
                  </a:moveTo>
                  <a:cubicBezTo>
                    <a:pt x="1384" y="1097"/>
                    <a:pt x="1384" y="1097"/>
                    <a:pt x="1384" y="1097"/>
                  </a:cubicBezTo>
                  <a:cubicBezTo>
                    <a:pt x="1384" y="1097"/>
                    <a:pt x="1392" y="1105"/>
                    <a:pt x="1392" y="1105"/>
                  </a:cubicBezTo>
                  <a:cubicBezTo>
                    <a:pt x="1392" y="1105"/>
                    <a:pt x="1392" y="1097"/>
                    <a:pt x="1392" y="1097"/>
                  </a:cubicBezTo>
                  <a:close/>
                  <a:moveTo>
                    <a:pt x="1525" y="1575"/>
                  </a:moveTo>
                  <a:cubicBezTo>
                    <a:pt x="1525" y="1575"/>
                    <a:pt x="1525" y="1575"/>
                    <a:pt x="1517" y="1582"/>
                  </a:cubicBezTo>
                  <a:cubicBezTo>
                    <a:pt x="1525" y="1582"/>
                    <a:pt x="1525" y="1582"/>
                    <a:pt x="1525" y="1582"/>
                  </a:cubicBezTo>
                  <a:lnTo>
                    <a:pt x="1525" y="1575"/>
                  </a:lnTo>
                  <a:close/>
                  <a:moveTo>
                    <a:pt x="1493" y="1629"/>
                  </a:moveTo>
                  <a:cubicBezTo>
                    <a:pt x="1493" y="1629"/>
                    <a:pt x="1493" y="1629"/>
                    <a:pt x="1501" y="1622"/>
                  </a:cubicBezTo>
                  <a:cubicBezTo>
                    <a:pt x="1493" y="1629"/>
                    <a:pt x="1493" y="1629"/>
                    <a:pt x="1493" y="1629"/>
                  </a:cubicBezTo>
                  <a:cubicBezTo>
                    <a:pt x="1493" y="1629"/>
                    <a:pt x="1493" y="1629"/>
                    <a:pt x="1493" y="1629"/>
                  </a:cubicBezTo>
                  <a:close/>
                  <a:moveTo>
                    <a:pt x="1485" y="1637"/>
                  </a:moveTo>
                  <a:cubicBezTo>
                    <a:pt x="1485" y="1637"/>
                    <a:pt x="1485" y="1637"/>
                    <a:pt x="1493" y="1629"/>
                  </a:cubicBezTo>
                  <a:cubicBezTo>
                    <a:pt x="1493" y="1629"/>
                    <a:pt x="1493" y="1629"/>
                    <a:pt x="1485" y="1629"/>
                  </a:cubicBezTo>
                  <a:cubicBezTo>
                    <a:pt x="1485" y="1629"/>
                    <a:pt x="1485" y="1629"/>
                    <a:pt x="1485" y="1637"/>
                  </a:cubicBezTo>
                  <a:close/>
                  <a:moveTo>
                    <a:pt x="1501" y="1598"/>
                  </a:moveTo>
                  <a:cubicBezTo>
                    <a:pt x="1501" y="1598"/>
                    <a:pt x="1501" y="1598"/>
                    <a:pt x="1501" y="1606"/>
                  </a:cubicBezTo>
                  <a:cubicBezTo>
                    <a:pt x="1501" y="1606"/>
                    <a:pt x="1501" y="1606"/>
                    <a:pt x="1509" y="1598"/>
                  </a:cubicBezTo>
                  <a:cubicBezTo>
                    <a:pt x="1509" y="1598"/>
                    <a:pt x="1509" y="1598"/>
                    <a:pt x="1501" y="1598"/>
                  </a:cubicBezTo>
                  <a:close/>
                  <a:moveTo>
                    <a:pt x="1681" y="1363"/>
                  </a:moveTo>
                  <a:cubicBezTo>
                    <a:pt x="1681" y="1363"/>
                    <a:pt x="1681" y="1363"/>
                    <a:pt x="1681" y="1355"/>
                  </a:cubicBezTo>
                  <a:cubicBezTo>
                    <a:pt x="1681" y="1355"/>
                    <a:pt x="1681" y="1355"/>
                    <a:pt x="1681" y="1363"/>
                  </a:cubicBezTo>
                  <a:close/>
                  <a:moveTo>
                    <a:pt x="1462" y="1159"/>
                  </a:moveTo>
                  <a:cubicBezTo>
                    <a:pt x="1454" y="1159"/>
                    <a:pt x="1462" y="1159"/>
                    <a:pt x="1454" y="1159"/>
                  </a:cubicBezTo>
                  <a:cubicBezTo>
                    <a:pt x="1454" y="1159"/>
                    <a:pt x="1454" y="1159"/>
                    <a:pt x="1462" y="1159"/>
                  </a:cubicBezTo>
                  <a:cubicBezTo>
                    <a:pt x="1462" y="1159"/>
                    <a:pt x="1462" y="1159"/>
                    <a:pt x="1462" y="1159"/>
                  </a:cubicBezTo>
                  <a:close/>
                  <a:moveTo>
                    <a:pt x="1626" y="1379"/>
                  </a:moveTo>
                  <a:cubicBezTo>
                    <a:pt x="1626" y="1379"/>
                    <a:pt x="1626" y="1379"/>
                    <a:pt x="1626" y="1379"/>
                  </a:cubicBezTo>
                  <a:cubicBezTo>
                    <a:pt x="1626" y="1379"/>
                    <a:pt x="1626" y="1379"/>
                    <a:pt x="1626" y="1379"/>
                  </a:cubicBezTo>
                  <a:cubicBezTo>
                    <a:pt x="1626" y="1379"/>
                    <a:pt x="1626" y="1379"/>
                    <a:pt x="1626" y="1379"/>
                  </a:cubicBezTo>
                  <a:cubicBezTo>
                    <a:pt x="1626" y="1379"/>
                    <a:pt x="1626" y="1379"/>
                    <a:pt x="1626" y="1379"/>
                  </a:cubicBezTo>
                  <a:close/>
                  <a:moveTo>
                    <a:pt x="1587" y="1465"/>
                  </a:moveTo>
                  <a:cubicBezTo>
                    <a:pt x="1587" y="1465"/>
                    <a:pt x="1587" y="1465"/>
                    <a:pt x="1587" y="1465"/>
                  </a:cubicBezTo>
                  <a:cubicBezTo>
                    <a:pt x="1587" y="1465"/>
                    <a:pt x="1587" y="1465"/>
                    <a:pt x="1587" y="1465"/>
                  </a:cubicBezTo>
                  <a:cubicBezTo>
                    <a:pt x="1587" y="1465"/>
                    <a:pt x="1587" y="1465"/>
                    <a:pt x="1587" y="1465"/>
                  </a:cubicBezTo>
                  <a:close/>
                  <a:moveTo>
                    <a:pt x="1564" y="1496"/>
                  </a:moveTo>
                  <a:cubicBezTo>
                    <a:pt x="1571" y="1496"/>
                    <a:pt x="1571" y="1496"/>
                    <a:pt x="1571" y="1496"/>
                  </a:cubicBezTo>
                  <a:cubicBezTo>
                    <a:pt x="1579" y="1488"/>
                    <a:pt x="1579" y="1481"/>
                    <a:pt x="1587" y="1473"/>
                  </a:cubicBezTo>
                  <a:cubicBezTo>
                    <a:pt x="1587" y="1465"/>
                    <a:pt x="1587" y="1465"/>
                    <a:pt x="1587" y="1465"/>
                  </a:cubicBezTo>
                  <a:cubicBezTo>
                    <a:pt x="1587" y="1465"/>
                    <a:pt x="1587" y="1465"/>
                    <a:pt x="1587" y="1465"/>
                  </a:cubicBezTo>
                  <a:cubicBezTo>
                    <a:pt x="1587" y="1465"/>
                    <a:pt x="1579" y="1473"/>
                    <a:pt x="1579" y="1473"/>
                  </a:cubicBezTo>
                  <a:cubicBezTo>
                    <a:pt x="1579" y="1473"/>
                    <a:pt x="1579" y="1473"/>
                    <a:pt x="1579" y="1473"/>
                  </a:cubicBezTo>
                  <a:cubicBezTo>
                    <a:pt x="1579" y="1473"/>
                    <a:pt x="1579" y="1473"/>
                    <a:pt x="1579" y="1473"/>
                  </a:cubicBezTo>
                  <a:cubicBezTo>
                    <a:pt x="1579" y="1473"/>
                    <a:pt x="1579" y="1481"/>
                    <a:pt x="1579" y="1481"/>
                  </a:cubicBezTo>
                  <a:cubicBezTo>
                    <a:pt x="1579" y="1481"/>
                    <a:pt x="1579" y="1481"/>
                    <a:pt x="1579" y="1481"/>
                  </a:cubicBezTo>
                  <a:cubicBezTo>
                    <a:pt x="1571" y="1488"/>
                    <a:pt x="1571" y="1488"/>
                    <a:pt x="1564" y="1496"/>
                  </a:cubicBezTo>
                  <a:cubicBezTo>
                    <a:pt x="1564" y="1496"/>
                    <a:pt x="1564" y="1496"/>
                    <a:pt x="1564" y="1504"/>
                  </a:cubicBezTo>
                  <a:cubicBezTo>
                    <a:pt x="1564" y="1504"/>
                    <a:pt x="1564" y="1504"/>
                    <a:pt x="1564" y="1496"/>
                  </a:cubicBezTo>
                  <a:close/>
                  <a:moveTo>
                    <a:pt x="1392" y="1128"/>
                  </a:moveTo>
                  <a:cubicBezTo>
                    <a:pt x="1392" y="1120"/>
                    <a:pt x="1392" y="1120"/>
                    <a:pt x="1392" y="1128"/>
                  </a:cubicBezTo>
                  <a:close/>
                  <a:moveTo>
                    <a:pt x="1384" y="1113"/>
                  </a:moveTo>
                  <a:cubicBezTo>
                    <a:pt x="1384" y="1113"/>
                    <a:pt x="1384" y="1120"/>
                    <a:pt x="1392" y="1128"/>
                  </a:cubicBezTo>
                  <a:cubicBezTo>
                    <a:pt x="1392" y="1120"/>
                    <a:pt x="1384" y="1113"/>
                    <a:pt x="1384" y="1113"/>
                  </a:cubicBezTo>
                  <a:close/>
                  <a:moveTo>
                    <a:pt x="1415" y="1708"/>
                  </a:moveTo>
                  <a:cubicBezTo>
                    <a:pt x="1415" y="1708"/>
                    <a:pt x="1415" y="1708"/>
                    <a:pt x="1415" y="1708"/>
                  </a:cubicBezTo>
                  <a:cubicBezTo>
                    <a:pt x="1415" y="1708"/>
                    <a:pt x="1415" y="1708"/>
                    <a:pt x="1415" y="1708"/>
                  </a:cubicBezTo>
                  <a:cubicBezTo>
                    <a:pt x="1415" y="1708"/>
                    <a:pt x="1415" y="1708"/>
                    <a:pt x="1415" y="1708"/>
                  </a:cubicBezTo>
                  <a:cubicBezTo>
                    <a:pt x="1415" y="1708"/>
                    <a:pt x="1415" y="1708"/>
                    <a:pt x="1415" y="1708"/>
                  </a:cubicBezTo>
                  <a:close/>
                  <a:moveTo>
                    <a:pt x="1282" y="1097"/>
                  </a:moveTo>
                  <a:cubicBezTo>
                    <a:pt x="1290" y="1097"/>
                    <a:pt x="1290" y="1097"/>
                    <a:pt x="1290" y="1097"/>
                  </a:cubicBezTo>
                  <a:cubicBezTo>
                    <a:pt x="1290" y="1097"/>
                    <a:pt x="1290" y="1097"/>
                    <a:pt x="1290" y="1097"/>
                  </a:cubicBezTo>
                  <a:cubicBezTo>
                    <a:pt x="1290" y="1097"/>
                    <a:pt x="1290" y="1097"/>
                    <a:pt x="1282" y="1097"/>
                  </a:cubicBezTo>
                  <a:close/>
                  <a:moveTo>
                    <a:pt x="1314" y="1128"/>
                  </a:moveTo>
                  <a:cubicBezTo>
                    <a:pt x="1314" y="1128"/>
                    <a:pt x="1314" y="1136"/>
                    <a:pt x="1314" y="1136"/>
                  </a:cubicBezTo>
                  <a:cubicBezTo>
                    <a:pt x="1314" y="1136"/>
                    <a:pt x="1314" y="1136"/>
                    <a:pt x="1314" y="1136"/>
                  </a:cubicBezTo>
                  <a:cubicBezTo>
                    <a:pt x="1314" y="1136"/>
                    <a:pt x="1314" y="1136"/>
                    <a:pt x="1314" y="1128"/>
                  </a:cubicBezTo>
                  <a:close/>
                  <a:moveTo>
                    <a:pt x="1306" y="1128"/>
                  </a:moveTo>
                  <a:cubicBezTo>
                    <a:pt x="1314" y="1128"/>
                    <a:pt x="1314" y="1128"/>
                    <a:pt x="1314" y="1128"/>
                  </a:cubicBezTo>
                  <a:cubicBezTo>
                    <a:pt x="1314" y="1128"/>
                    <a:pt x="1321" y="1128"/>
                    <a:pt x="1321" y="1128"/>
                  </a:cubicBezTo>
                  <a:cubicBezTo>
                    <a:pt x="1314" y="1128"/>
                    <a:pt x="1314" y="1128"/>
                    <a:pt x="1314" y="1128"/>
                  </a:cubicBezTo>
                  <a:cubicBezTo>
                    <a:pt x="1306" y="1128"/>
                    <a:pt x="1306" y="1128"/>
                    <a:pt x="1306" y="1128"/>
                  </a:cubicBezTo>
                  <a:close/>
                  <a:moveTo>
                    <a:pt x="1517" y="1441"/>
                  </a:moveTo>
                  <a:cubicBezTo>
                    <a:pt x="1517" y="1434"/>
                    <a:pt x="1517" y="1441"/>
                    <a:pt x="1517" y="1434"/>
                  </a:cubicBezTo>
                  <a:cubicBezTo>
                    <a:pt x="1517" y="1434"/>
                    <a:pt x="1517" y="1434"/>
                    <a:pt x="1517" y="1441"/>
                  </a:cubicBezTo>
                  <a:close/>
                  <a:moveTo>
                    <a:pt x="1454" y="1692"/>
                  </a:moveTo>
                  <a:cubicBezTo>
                    <a:pt x="1454" y="1684"/>
                    <a:pt x="1454" y="1684"/>
                    <a:pt x="1454" y="1676"/>
                  </a:cubicBezTo>
                  <a:cubicBezTo>
                    <a:pt x="1454" y="1676"/>
                    <a:pt x="1454" y="1676"/>
                    <a:pt x="1454" y="1676"/>
                  </a:cubicBezTo>
                  <a:cubicBezTo>
                    <a:pt x="1454" y="1684"/>
                    <a:pt x="1454" y="1684"/>
                    <a:pt x="1454" y="1692"/>
                  </a:cubicBezTo>
                  <a:close/>
                  <a:moveTo>
                    <a:pt x="1423" y="1206"/>
                  </a:moveTo>
                  <a:cubicBezTo>
                    <a:pt x="1423" y="1206"/>
                    <a:pt x="1423" y="1206"/>
                    <a:pt x="1423" y="1206"/>
                  </a:cubicBezTo>
                  <a:cubicBezTo>
                    <a:pt x="1423" y="1206"/>
                    <a:pt x="1423" y="1206"/>
                    <a:pt x="1423" y="1206"/>
                  </a:cubicBezTo>
                  <a:cubicBezTo>
                    <a:pt x="1423" y="1206"/>
                    <a:pt x="1423" y="1206"/>
                    <a:pt x="1423" y="1206"/>
                  </a:cubicBezTo>
                  <a:close/>
                  <a:moveTo>
                    <a:pt x="1454" y="1269"/>
                  </a:moveTo>
                  <a:cubicBezTo>
                    <a:pt x="1454" y="1269"/>
                    <a:pt x="1454" y="1269"/>
                    <a:pt x="1454" y="1269"/>
                  </a:cubicBezTo>
                  <a:cubicBezTo>
                    <a:pt x="1454" y="1269"/>
                    <a:pt x="1454" y="1269"/>
                    <a:pt x="1454" y="1269"/>
                  </a:cubicBezTo>
                  <a:close/>
                  <a:moveTo>
                    <a:pt x="1454" y="1684"/>
                  </a:moveTo>
                  <a:cubicBezTo>
                    <a:pt x="1454" y="1684"/>
                    <a:pt x="1454" y="1684"/>
                    <a:pt x="1454" y="1676"/>
                  </a:cubicBezTo>
                  <a:cubicBezTo>
                    <a:pt x="1454" y="1684"/>
                    <a:pt x="1446" y="1692"/>
                    <a:pt x="1446" y="1692"/>
                  </a:cubicBezTo>
                  <a:cubicBezTo>
                    <a:pt x="1446" y="1692"/>
                    <a:pt x="1446" y="1692"/>
                    <a:pt x="1446" y="1692"/>
                  </a:cubicBezTo>
                  <a:cubicBezTo>
                    <a:pt x="1446" y="1692"/>
                    <a:pt x="1446" y="1692"/>
                    <a:pt x="1454" y="1692"/>
                  </a:cubicBezTo>
                  <a:cubicBezTo>
                    <a:pt x="1454" y="1684"/>
                    <a:pt x="1454" y="1684"/>
                    <a:pt x="1454" y="1684"/>
                  </a:cubicBezTo>
                  <a:cubicBezTo>
                    <a:pt x="1454" y="1684"/>
                    <a:pt x="1454" y="1684"/>
                    <a:pt x="1454" y="1684"/>
                  </a:cubicBezTo>
                  <a:close/>
                  <a:moveTo>
                    <a:pt x="1345" y="1136"/>
                  </a:moveTo>
                  <a:cubicBezTo>
                    <a:pt x="1337" y="1136"/>
                    <a:pt x="1337" y="1136"/>
                    <a:pt x="1337" y="1136"/>
                  </a:cubicBezTo>
                  <a:cubicBezTo>
                    <a:pt x="1337" y="1136"/>
                    <a:pt x="1337" y="1136"/>
                    <a:pt x="1337" y="1136"/>
                  </a:cubicBezTo>
                  <a:cubicBezTo>
                    <a:pt x="1337" y="1136"/>
                    <a:pt x="1337" y="1136"/>
                    <a:pt x="1345" y="1144"/>
                  </a:cubicBezTo>
                  <a:cubicBezTo>
                    <a:pt x="1345" y="1136"/>
                    <a:pt x="1345" y="1136"/>
                    <a:pt x="1345" y="1136"/>
                  </a:cubicBezTo>
                  <a:close/>
                  <a:moveTo>
                    <a:pt x="1423" y="1206"/>
                  </a:moveTo>
                  <a:cubicBezTo>
                    <a:pt x="1423" y="1199"/>
                    <a:pt x="1415" y="1199"/>
                    <a:pt x="1415" y="1199"/>
                  </a:cubicBezTo>
                  <a:cubicBezTo>
                    <a:pt x="1415" y="1199"/>
                    <a:pt x="1423" y="1199"/>
                    <a:pt x="1423" y="1206"/>
                  </a:cubicBezTo>
                  <a:close/>
                  <a:moveTo>
                    <a:pt x="1345" y="1136"/>
                  </a:moveTo>
                  <a:cubicBezTo>
                    <a:pt x="1345" y="1128"/>
                    <a:pt x="1345" y="1128"/>
                    <a:pt x="1337" y="1128"/>
                  </a:cubicBezTo>
                  <a:cubicBezTo>
                    <a:pt x="1337" y="1128"/>
                    <a:pt x="1337" y="1128"/>
                    <a:pt x="1337" y="1128"/>
                  </a:cubicBezTo>
                  <a:cubicBezTo>
                    <a:pt x="1345" y="1136"/>
                    <a:pt x="1345" y="1136"/>
                    <a:pt x="1345" y="1136"/>
                  </a:cubicBezTo>
                  <a:close/>
                  <a:moveTo>
                    <a:pt x="1462" y="1512"/>
                  </a:moveTo>
                  <a:cubicBezTo>
                    <a:pt x="1462" y="1512"/>
                    <a:pt x="1462" y="1512"/>
                    <a:pt x="1462" y="1528"/>
                  </a:cubicBezTo>
                  <a:cubicBezTo>
                    <a:pt x="1462" y="1528"/>
                    <a:pt x="1462" y="1528"/>
                    <a:pt x="1462" y="1528"/>
                  </a:cubicBezTo>
                  <a:cubicBezTo>
                    <a:pt x="1462" y="1520"/>
                    <a:pt x="1462" y="1520"/>
                    <a:pt x="1462" y="1520"/>
                  </a:cubicBezTo>
                  <a:cubicBezTo>
                    <a:pt x="1462" y="1520"/>
                    <a:pt x="1462" y="1520"/>
                    <a:pt x="1462" y="1512"/>
                  </a:cubicBezTo>
                  <a:close/>
                  <a:moveTo>
                    <a:pt x="1446" y="1543"/>
                  </a:moveTo>
                  <a:cubicBezTo>
                    <a:pt x="1454" y="1535"/>
                    <a:pt x="1446" y="1535"/>
                    <a:pt x="1446" y="1543"/>
                  </a:cubicBezTo>
                  <a:close/>
                  <a:moveTo>
                    <a:pt x="1431" y="1246"/>
                  </a:moveTo>
                  <a:cubicBezTo>
                    <a:pt x="1431" y="1246"/>
                    <a:pt x="1431" y="1246"/>
                    <a:pt x="1431" y="1246"/>
                  </a:cubicBezTo>
                  <a:cubicBezTo>
                    <a:pt x="1431" y="1253"/>
                    <a:pt x="1431" y="1253"/>
                    <a:pt x="1431" y="1253"/>
                  </a:cubicBezTo>
                  <a:cubicBezTo>
                    <a:pt x="1431" y="1253"/>
                    <a:pt x="1431" y="1253"/>
                    <a:pt x="1431" y="1246"/>
                  </a:cubicBezTo>
                  <a:cubicBezTo>
                    <a:pt x="1431" y="1246"/>
                    <a:pt x="1431" y="1246"/>
                    <a:pt x="1431" y="1246"/>
                  </a:cubicBezTo>
                  <a:close/>
                  <a:moveTo>
                    <a:pt x="1353" y="1167"/>
                  </a:moveTo>
                  <a:cubicBezTo>
                    <a:pt x="1353" y="1167"/>
                    <a:pt x="1345" y="1167"/>
                    <a:pt x="1345" y="1167"/>
                  </a:cubicBezTo>
                  <a:cubicBezTo>
                    <a:pt x="1353" y="1167"/>
                    <a:pt x="1360" y="1175"/>
                    <a:pt x="1360" y="1175"/>
                  </a:cubicBezTo>
                  <a:cubicBezTo>
                    <a:pt x="1360" y="1175"/>
                    <a:pt x="1360" y="1175"/>
                    <a:pt x="1360" y="1167"/>
                  </a:cubicBezTo>
                  <a:cubicBezTo>
                    <a:pt x="1353" y="1167"/>
                    <a:pt x="1353" y="1167"/>
                    <a:pt x="1353" y="1167"/>
                  </a:cubicBezTo>
                  <a:close/>
                  <a:moveTo>
                    <a:pt x="1360" y="1175"/>
                  </a:moveTo>
                  <a:cubicBezTo>
                    <a:pt x="1360" y="1175"/>
                    <a:pt x="1360" y="1183"/>
                    <a:pt x="1368" y="1183"/>
                  </a:cubicBezTo>
                  <a:cubicBezTo>
                    <a:pt x="1368" y="1183"/>
                    <a:pt x="1368" y="1183"/>
                    <a:pt x="1368" y="1183"/>
                  </a:cubicBezTo>
                  <a:cubicBezTo>
                    <a:pt x="1368" y="1183"/>
                    <a:pt x="1368" y="1183"/>
                    <a:pt x="1360" y="1175"/>
                  </a:cubicBezTo>
                  <a:cubicBezTo>
                    <a:pt x="1360" y="1175"/>
                    <a:pt x="1360" y="1175"/>
                    <a:pt x="1360" y="1175"/>
                  </a:cubicBezTo>
                  <a:close/>
                  <a:moveTo>
                    <a:pt x="1462" y="1277"/>
                  </a:moveTo>
                  <a:cubicBezTo>
                    <a:pt x="1462" y="1269"/>
                    <a:pt x="1462" y="1269"/>
                    <a:pt x="1462" y="1269"/>
                  </a:cubicBezTo>
                  <a:cubicBezTo>
                    <a:pt x="1462" y="1277"/>
                    <a:pt x="1462" y="1269"/>
                    <a:pt x="1462" y="1277"/>
                  </a:cubicBezTo>
                  <a:close/>
                  <a:moveTo>
                    <a:pt x="1454" y="1261"/>
                  </a:moveTo>
                  <a:cubicBezTo>
                    <a:pt x="1454" y="1261"/>
                    <a:pt x="1454" y="1261"/>
                    <a:pt x="1462" y="1261"/>
                  </a:cubicBezTo>
                  <a:cubicBezTo>
                    <a:pt x="1462" y="1261"/>
                    <a:pt x="1462" y="1261"/>
                    <a:pt x="1462" y="1269"/>
                  </a:cubicBezTo>
                  <a:cubicBezTo>
                    <a:pt x="1462" y="1261"/>
                    <a:pt x="1462" y="1261"/>
                    <a:pt x="1454" y="1261"/>
                  </a:cubicBezTo>
                  <a:close/>
                  <a:moveTo>
                    <a:pt x="1610" y="1434"/>
                  </a:moveTo>
                  <a:cubicBezTo>
                    <a:pt x="1618" y="1434"/>
                    <a:pt x="1618" y="1426"/>
                    <a:pt x="1618" y="1426"/>
                  </a:cubicBezTo>
                  <a:cubicBezTo>
                    <a:pt x="1610" y="1434"/>
                    <a:pt x="1610" y="1434"/>
                    <a:pt x="1610" y="1434"/>
                  </a:cubicBezTo>
                  <a:close/>
                  <a:moveTo>
                    <a:pt x="1603" y="1441"/>
                  </a:moveTo>
                  <a:cubicBezTo>
                    <a:pt x="1603" y="1441"/>
                    <a:pt x="1603" y="1441"/>
                    <a:pt x="1603" y="1441"/>
                  </a:cubicBezTo>
                  <a:cubicBezTo>
                    <a:pt x="1603" y="1434"/>
                    <a:pt x="1603" y="1434"/>
                    <a:pt x="1603" y="1434"/>
                  </a:cubicBezTo>
                  <a:cubicBezTo>
                    <a:pt x="1603" y="1441"/>
                    <a:pt x="1603" y="1441"/>
                    <a:pt x="1603" y="1441"/>
                  </a:cubicBezTo>
                  <a:close/>
                  <a:moveTo>
                    <a:pt x="1306" y="1081"/>
                  </a:moveTo>
                  <a:cubicBezTo>
                    <a:pt x="1306" y="1081"/>
                    <a:pt x="1314" y="1081"/>
                    <a:pt x="1314" y="1089"/>
                  </a:cubicBezTo>
                  <a:cubicBezTo>
                    <a:pt x="1314" y="1089"/>
                    <a:pt x="1314" y="1081"/>
                    <a:pt x="1314" y="1081"/>
                  </a:cubicBezTo>
                  <a:cubicBezTo>
                    <a:pt x="1306" y="1081"/>
                    <a:pt x="1306" y="1081"/>
                    <a:pt x="1306" y="1081"/>
                  </a:cubicBezTo>
                  <a:close/>
                  <a:moveTo>
                    <a:pt x="1626" y="1410"/>
                  </a:moveTo>
                  <a:cubicBezTo>
                    <a:pt x="1626" y="1410"/>
                    <a:pt x="1626" y="1418"/>
                    <a:pt x="1618" y="1418"/>
                  </a:cubicBezTo>
                  <a:cubicBezTo>
                    <a:pt x="1626" y="1418"/>
                    <a:pt x="1626" y="1418"/>
                    <a:pt x="1626" y="1418"/>
                  </a:cubicBezTo>
                  <a:cubicBezTo>
                    <a:pt x="1626" y="1418"/>
                    <a:pt x="1626" y="1418"/>
                    <a:pt x="1626" y="1410"/>
                  </a:cubicBezTo>
                  <a:close/>
                  <a:moveTo>
                    <a:pt x="1384" y="1136"/>
                  </a:moveTo>
                  <a:cubicBezTo>
                    <a:pt x="1384" y="1128"/>
                    <a:pt x="1384" y="1128"/>
                    <a:pt x="1384" y="1128"/>
                  </a:cubicBezTo>
                  <a:cubicBezTo>
                    <a:pt x="1384" y="1136"/>
                    <a:pt x="1384" y="1136"/>
                    <a:pt x="1384" y="1136"/>
                  </a:cubicBezTo>
                  <a:close/>
                  <a:moveTo>
                    <a:pt x="1290" y="1097"/>
                  </a:moveTo>
                  <a:cubicBezTo>
                    <a:pt x="1298" y="1097"/>
                    <a:pt x="1298" y="1097"/>
                    <a:pt x="1298" y="1097"/>
                  </a:cubicBezTo>
                  <a:cubicBezTo>
                    <a:pt x="1298" y="1097"/>
                    <a:pt x="1298" y="1097"/>
                    <a:pt x="1290" y="1097"/>
                  </a:cubicBezTo>
                  <a:close/>
                  <a:moveTo>
                    <a:pt x="1321" y="1089"/>
                  </a:moveTo>
                  <a:cubicBezTo>
                    <a:pt x="1321" y="1089"/>
                    <a:pt x="1314" y="1089"/>
                    <a:pt x="1314" y="1089"/>
                  </a:cubicBezTo>
                  <a:cubicBezTo>
                    <a:pt x="1314" y="1089"/>
                    <a:pt x="1314" y="1089"/>
                    <a:pt x="1321" y="1089"/>
                  </a:cubicBezTo>
                  <a:close/>
                  <a:moveTo>
                    <a:pt x="1399" y="1214"/>
                  </a:moveTo>
                  <a:cubicBezTo>
                    <a:pt x="1399" y="1214"/>
                    <a:pt x="1399" y="1214"/>
                    <a:pt x="1399" y="1214"/>
                  </a:cubicBezTo>
                  <a:cubicBezTo>
                    <a:pt x="1399" y="1214"/>
                    <a:pt x="1399" y="1214"/>
                    <a:pt x="1399" y="1214"/>
                  </a:cubicBezTo>
                  <a:cubicBezTo>
                    <a:pt x="1399" y="1214"/>
                    <a:pt x="1399" y="1214"/>
                    <a:pt x="1399" y="1214"/>
                  </a:cubicBezTo>
                  <a:close/>
                  <a:moveTo>
                    <a:pt x="1462" y="1528"/>
                  </a:moveTo>
                  <a:cubicBezTo>
                    <a:pt x="1454" y="1528"/>
                    <a:pt x="1454" y="1528"/>
                    <a:pt x="1454" y="1528"/>
                  </a:cubicBezTo>
                  <a:cubicBezTo>
                    <a:pt x="1454" y="1528"/>
                    <a:pt x="1454" y="1528"/>
                    <a:pt x="1454" y="1535"/>
                  </a:cubicBezTo>
                  <a:cubicBezTo>
                    <a:pt x="1454" y="1535"/>
                    <a:pt x="1454" y="1535"/>
                    <a:pt x="1454" y="1535"/>
                  </a:cubicBezTo>
                  <a:cubicBezTo>
                    <a:pt x="1454" y="1528"/>
                    <a:pt x="1454" y="1528"/>
                    <a:pt x="1462" y="1528"/>
                  </a:cubicBezTo>
                  <a:close/>
                  <a:moveTo>
                    <a:pt x="1298" y="1081"/>
                  </a:moveTo>
                  <a:cubicBezTo>
                    <a:pt x="1306" y="1081"/>
                    <a:pt x="1306" y="1081"/>
                    <a:pt x="1306" y="1081"/>
                  </a:cubicBezTo>
                  <a:cubicBezTo>
                    <a:pt x="1306" y="1081"/>
                    <a:pt x="1306" y="1081"/>
                    <a:pt x="1298" y="1081"/>
                  </a:cubicBezTo>
                  <a:cubicBezTo>
                    <a:pt x="1298" y="1081"/>
                    <a:pt x="1298" y="1081"/>
                    <a:pt x="1298" y="1081"/>
                  </a:cubicBezTo>
                  <a:close/>
                  <a:moveTo>
                    <a:pt x="1345" y="1167"/>
                  </a:moveTo>
                  <a:cubicBezTo>
                    <a:pt x="1345" y="1167"/>
                    <a:pt x="1345" y="1167"/>
                    <a:pt x="1345" y="1167"/>
                  </a:cubicBezTo>
                  <a:cubicBezTo>
                    <a:pt x="1345" y="1167"/>
                    <a:pt x="1345" y="1167"/>
                    <a:pt x="1345" y="1167"/>
                  </a:cubicBezTo>
                  <a:close/>
                  <a:moveTo>
                    <a:pt x="1618" y="1426"/>
                  </a:moveTo>
                  <a:cubicBezTo>
                    <a:pt x="1618" y="1426"/>
                    <a:pt x="1618" y="1426"/>
                    <a:pt x="1618" y="1426"/>
                  </a:cubicBezTo>
                  <a:cubicBezTo>
                    <a:pt x="1618" y="1426"/>
                    <a:pt x="1618" y="1426"/>
                    <a:pt x="1618" y="1426"/>
                  </a:cubicBezTo>
                  <a:close/>
                  <a:moveTo>
                    <a:pt x="1610" y="1434"/>
                  </a:moveTo>
                  <a:cubicBezTo>
                    <a:pt x="1610" y="1434"/>
                    <a:pt x="1610" y="1434"/>
                    <a:pt x="1603" y="1441"/>
                  </a:cubicBezTo>
                  <a:cubicBezTo>
                    <a:pt x="1603" y="1441"/>
                    <a:pt x="1603" y="1441"/>
                    <a:pt x="1603" y="1449"/>
                  </a:cubicBezTo>
                  <a:cubicBezTo>
                    <a:pt x="1610" y="1434"/>
                    <a:pt x="1610" y="1434"/>
                    <a:pt x="1618" y="1434"/>
                  </a:cubicBezTo>
                  <a:cubicBezTo>
                    <a:pt x="1610" y="1434"/>
                    <a:pt x="1603" y="1434"/>
                    <a:pt x="1610" y="1434"/>
                  </a:cubicBezTo>
                  <a:close/>
                  <a:moveTo>
                    <a:pt x="1618" y="1426"/>
                  </a:moveTo>
                  <a:cubicBezTo>
                    <a:pt x="1618" y="1434"/>
                    <a:pt x="1618" y="1434"/>
                    <a:pt x="1618" y="1434"/>
                  </a:cubicBezTo>
                  <a:cubicBezTo>
                    <a:pt x="1618" y="1418"/>
                    <a:pt x="1618" y="1418"/>
                    <a:pt x="1618" y="1418"/>
                  </a:cubicBezTo>
                  <a:cubicBezTo>
                    <a:pt x="1618" y="1426"/>
                    <a:pt x="1618" y="1426"/>
                    <a:pt x="1618" y="1426"/>
                  </a:cubicBezTo>
                  <a:close/>
                  <a:moveTo>
                    <a:pt x="1314" y="1128"/>
                  </a:moveTo>
                  <a:cubicBezTo>
                    <a:pt x="1314" y="1128"/>
                    <a:pt x="1314" y="1128"/>
                    <a:pt x="1306" y="1128"/>
                  </a:cubicBezTo>
                  <a:cubicBezTo>
                    <a:pt x="1306" y="1128"/>
                    <a:pt x="1306" y="1128"/>
                    <a:pt x="1298" y="1128"/>
                  </a:cubicBezTo>
                  <a:cubicBezTo>
                    <a:pt x="1298" y="1128"/>
                    <a:pt x="1298" y="1128"/>
                    <a:pt x="1298" y="1128"/>
                  </a:cubicBezTo>
                  <a:cubicBezTo>
                    <a:pt x="1298" y="1120"/>
                    <a:pt x="1298" y="1128"/>
                    <a:pt x="1298" y="1120"/>
                  </a:cubicBezTo>
                  <a:cubicBezTo>
                    <a:pt x="1298" y="1120"/>
                    <a:pt x="1298" y="1128"/>
                    <a:pt x="1290" y="1120"/>
                  </a:cubicBezTo>
                  <a:cubicBezTo>
                    <a:pt x="1290" y="1120"/>
                    <a:pt x="1298" y="1120"/>
                    <a:pt x="1298" y="1128"/>
                  </a:cubicBezTo>
                  <a:cubicBezTo>
                    <a:pt x="1298" y="1128"/>
                    <a:pt x="1298" y="1128"/>
                    <a:pt x="1298" y="1128"/>
                  </a:cubicBezTo>
                  <a:cubicBezTo>
                    <a:pt x="1298" y="1128"/>
                    <a:pt x="1298" y="1128"/>
                    <a:pt x="1298" y="1128"/>
                  </a:cubicBezTo>
                  <a:cubicBezTo>
                    <a:pt x="1298" y="1128"/>
                    <a:pt x="1298" y="1128"/>
                    <a:pt x="1306" y="1128"/>
                  </a:cubicBezTo>
                  <a:cubicBezTo>
                    <a:pt x="1306" y="1128"/>
                    <a:pt x="1306" y="1128"/>
                    <a:pt x="1306" y="1128"/>
                  </a:cubicBezTo>
                  <a:cubicBezTo>
                    <a:pt x="1306" y="1128"/>
                    <a:pt x="1306" y="1128"/>
                    <a:pt x="1306" y="1128"/>
                  </a:cubicBezTo>
                  <a:cubicBezTo>
                    <a:pt x="1306" y="1128"/>
                    <a:pt x="1314" y="1128"/>
                    <a:pt x="1314" y="1128"/>
                  </a:cubicBezTo>
                  <a:close/>
                  <a:moveTo>
                    <a:pt x="1446" y="1692"/>
                  </a:moveTo>
                  <a:cubicBezTo>
                    <a:pt x="1446" y="1708"/>
                    <a:pt x="1446" y="1708"/>
                    <a:pt x="1446" y="1708"/>
                  </a:cubicBezTo>
                  <a:cubicBezTo>
                    <a:pt x="1446" y="1708"/>
                    <a:pt x="1446" y="1700"/>
                    <a:pt x="1446" y="1692"/>
                  </a:cubicBezTo>
                  <a:close/>
                  <a:moveTo>
                    <a:pt x="1376" y="1825"/>
                  </a:moveTo>
                  <a:cubicBezTo>
                    <a:pt x="1376" y="1825"/>
                    <a:pt x="1376" y="1825"/>
                    <a:pt x="1384" y="1786"/>
                  </a:cubicBezTo>
                  <a:cubicBezTo>
                    <a:pt x="1384" y="1794"/>
                    <a:pt x="1376" y="1809"/>
                    <a:pt x="1376" y="1825"/>
                  </a:cubicBezTo>
                  <a:cubicBezTo>
                    <a:pt x="1376" y="1825"/>
                    <a:pt x="1376" y="1825"/>
                    <a:pt x="1376" y="1825"/>
                  </a:cubicBezTo>
                  <a:close/>
                  <a:moveTo>
                    <a:pt x="1368" y="1849"/>
                  </a:moveTo>
                  <a:cubicBezTo>
                    <a:pt x="1368" y="1849"/>
                    <a:pt x="1368" y="1849"/>
                    <a:pt x="1368" y="1841"/>
                  </a:cubicBezTo>
                  <a:cubicBezTo>
                    <a:pt x="1368" y="1841"/>
                    <a:pt x="1368" y="1841"/>
                    <a:pt x="1368" y="1841"/>
                  </a:cubicBezTo>
                  <a:cubicBezTo>
                    <a:pt x="1368" y="1841"/>
                    <a:pt x="1368" y="1841"/>
                    <a:pt x="1360" y="1841"/>
                  </a:cubicBezTo>
                  <a:cubicBezTo>
                    <a:pt x="1360" y="1849"/>
                    <a:pt x="1360" y="1849"/>
                    <a:pt x="1368" y="1849"/>
                  </a:cubicBezTo>
                  <a:close/>
                  <a:moveTo>
                    <a:pt x="1446" y="1684"/>
                  </a:moveTo>
                  <a:cubicBezTo>
                    <a:pt x="1446" y="1684"/>
                    <a:pt x="1446" y="1684"/>
                    <a:pt x="1446" y="1684"/>
                  </a:cubicBezTo>
                  <a:cubicBezTo>
                    <a:pt x="1446" y="1684"/>
                    <a:pt x="1446" y="1692"/>
                    <a:pt x="1446" y="1692"/>
                  </a:cubicBezTo>
                  <a:cubicBezTo>
                    <a:pt x="1446" y="1692"/>
                    <a:pt x="1446" y="1684"/>
                    <a:pt x="1446" y="1684"/>
                  </a:cubicBezTo>
                  <a:close/>
                  <a:moveTo>
                    <a:pt x="1446" y="1551"/>
                  </a:moveTo>
                  <a:cubicBezTo>
                    <a:pt x="1446" y="1551"/>
                    <a:pt x="1446" y="1551"/>
                    <a:pt x="1446" y="1551"/>
                  </a:cubicBezTo>
                  <a:cubicBezTo>
                    <a:pt x="1446" y="1551"/>
                    <a:pt x="1446" y="1551"/>
                    <a:pt x="1446" y="1551"/>
                  </a:cubicBezTo>
                  <a:cubicBezTo>
                    <a:pt x="1439" y="1551"/>
                    <a:pt x="1439" y="1551"/>
                    <a:pt x="1439" y="1559"/>
                  </a:cubicBezTo>
                  <a:cubicBezTo>
                    <a:pt x="1446" y="1551"/>
                    <a:pt x="1439" y="1559"/>
                    <a:pt x="1446" y="1551"/>
                  </a:cubicBezTo>
                  <a:cubicBezTo>
                    <a:pt x="1446" y="1551"/>
                    <a:pt x="1446" y="1551"/>
                    <a:pt x="1446" y="1551"/>
                  </a:cubicBezTo>
                  <a:close/>
                  <a:moveTo>
                    <a:pt x="1485" y="1308"/>
                  </a:moveTo>
                  <a:cubicBezTo>
                    <a:pt x="1493" y="1308"/>
                    <a:pt x="1493" y="1308"/>
                    <a:pt x="1493" y="1308"/>
                  </a:cubicBezTo>
                  <a:cubicBezTo>
                    <a:pt x="1493" y="1308"/>
                    <a:pt x="1493" y="1308"/>
                    <a:pt x="1493" y="1308"/>
                  </a:cubicBezTo>
                  <a:cubicBezTo>
                    <a:pt x="1493" y="1308"/>
                    <a:pt x="1493" y="1308"/>
                    <a:pt x="1493" y="1308"/>
                  </a:cubicBezTo>
                  <a:cubicBezTo>
                    <a:pt x="1493" y="1308"/>
                    <a:pt x="1493" y="1308"/>
                    <a:pt x="1485" y="1308"/>
                  </a:cubicBezTo>
                  <a:close/>
                  <a:moveTo>
                    <a:pt x="1525" y="1426"/>
                  </a:moveTo>
                  <a:cubicBezTo>
                    <a:pt x="1517" y="1434"/>
                    <a:pt x="1517" y="1434"/>
                    <a:pt x="1517" y="1434"/>
                  </a:cubicBezTo>
                  <a:cubicBezTo>
                    <a:pt x="1517" y="1434"/>
                    <a:pt x="1517" y="1434"/>
                    <a:pt x="1517" y="1434"/>
                  </a:cubicBezTo>
                  <a:cubicBezTo>
                    <a:pt x="1525" y="1434"/>
                    <a:pt x="1525" y="1434"/>
                    <a:pt x="1525" y="1426"/>
                  </a:cubicBezTo>
                  <a:close/>
                  <a:moveTo>
                    <a:pt x="1485" y="1308"/>
                  </a:moveTo>
                  <a:cubicBezTo>
                    <a:pt x="1485" y="1308"/>
                    <a:pt x="1485" y="1308"/>
                    <a:pt x="1485" y="1308"/>
                  </a:cubicBezTo>
                  <a:cubicBezTo>
                    <a:pt x="1485" y="1300"/>
                    <a:pt x="1485" y="1300"/>
                    <a:pt x="1485" y="1300"/>
                  </a:cubicBezTo>
                  <a:cubicBezTo>
                    <a:pt x="1485" y="1300"/>
                    <a:pt x="1485" y="1300"/>
                    <a:pt x="1485" y="1308"/>
                  </a:cubicBezTo>
                  <a:close/>
                  <a:moveTo>
                    <a:pt x="1478" y="1293"/>
                  </a:moveTo>
                  <a:cubicBezTo>
                    <a:pt x="1485" y="1300"/>
                    <a:pt x="1485" y="1300"/>
                    <a:pt x="1485" y="1300"/>
                  </a:cubicBezTo>
                  <a:cubicBezTo>
                    <a:pt x="1485" y="1300"/>
                    <a:pt x="1485" y="1300"/>
                    <a:pt x="1485" y="1300"/>
                  </a:cubicBezTo>
                  <a:cubicBezTo>
                    <a:pt x="1485" y="1300"/>
                    <a:pt x="1478" y="1293"/>
                    <a:pt x="1478" y="1293"/>
                  </a:cubicBezTo>
                  <a:close/>
                  <a:moveTo>
                    <a:pt x="1626" y="1418"/>
                  </a:moveTo>
                  <a:cubicBezTo>
                    <a:pt x="1626" y="1418"/>
                    <a:pt x="1626" y="1418"/>
                    <a:pt x="1618" y="1418"/>
                  </a:cubicBezTo>
                  <a:cubicBezTo>
                    <a:pt x="1626" y="1418"/>
                    <a:pt x="1626" y="1418"/>
                    <a:pt x="1626" y="1418"/>
                  </a:cubicBezTo>
                  <a:close/>
                  <a:moveTo>
                    <a:pt x="1439" y="1559"/>
                  </a:moveTo>
                  <a:cubicBezTo>
                    <a:pt x="1439" y="1559"/>
                    <a:pt x="1439" y="1559"/>
                    <a:pt x="1439" y="1559"/>
                  </a:cubicBezTo>
                  <a:cubicBezTo>
                    <a:pt x="1439" y="1559"/>
                    <a:pt x="1439" y="1559"/>
                    <a:pt x="1439" y="1559"/>
                  </a:cubicBezTo>
                  <a:cubicBezTo>
                    <a:pt x="1439" y="1559"/>
                    <a:pt x="1439" y="1559"/>
                    <a:pt x="1439" y="1559"/>
                  </a:cubicBezTo>
                  <a:cubicBezTo>
                    <a:pt x="1431" y="1559"/>
                    <a:pt x="1431" y="1559"/>
                    <a:pt x="1431" y="1559"/>
                  </a:cubicBezTo>
                  <a:cubicBezTo>
                    <a:pt x="1431" y="1567"/>
                    <a:pt x="1431" y="1567"/>
                    <a:pt x="1431" y="1567"/>
                  </a:cubicBezTo>
                  <a:cubicBezTo>
                    <a:pt x="1431" y="1567"/>
                    <a:pt x="1439" y="1567"/>
                    <a:pt x="1439" y="1567"/>
                  </a:cubicBezTo>
                  <a:cubicBezTo>
                    <a:pt x="1439" y="1567"/>
                    <a:pt x="1439" y="1559"/>
                    <a:pt x="1439" y="1559"/>
                  </a:cubicBezTo>
                  <a:cubicBezTo>
                    <a:pt x="1439" y="1559"/>
                    <a:pt x="1439" y="1559"/>
                    <a:pt x="1439" y="1559"/>
                  </a:cubicBezTo>
                  <a:close/>
                  <a:moveTo>
                    <a:pt x="1462" y="1277"/>
                  </a:moveTo>
                  <a:cubicBezTo>
                    <a:pt x="1462" y="1277"/>
                    <a:pt x="1462" y="1277"/>
                    <a:pt x="1462" y="1277"/>
                  </a:cubicBezTo>
                  <a:cubicBezTo>
                    <a:pt x="1462" y="1277"/>
                    <a:pt x="1462" y="1277"/>
                    <a:pt x="1462" y="1277"/>
                  </a:cubicBezTo>
                  <a:cubicBezTo>
                    <a:pt x="1462" y="1277"/>
                    <a:pt x="1462" y="1277"/>
                    <a:pt x="1462" y="1277"/>
                  </a:cubicBezTo>
                  <a:close/>
                  <a:moveTo>
                    <a:pt x="1360" y="1841"/>
                  </a:moveTo>
                  <a:cubicBezTo>
                    <a:pt x="1360" y="1841"/>
                    <a:pt x="1360" y="1841"/>
                    <a:pt x="1360" y="1841"/>
                  </a:cubicBezTo>
                  <a:cubicBezTo>
                    <a:pt x="1360" y="1833"/>
                    <a:pt x="1360" y="1825"/>
                    <a:pt x="1368" y="1817"/>
                  </a:cubicBezTo>
                  <a:cubicBezTo>
                    <a:pt x="1360" y="1825"/>
                    <a:pt x="1360" y="1825"/>
                    <a:pt x="1360" y="1841"/>
                  </a:cubicBezTo>
                  <a:cubicBezTo>
                    <a:pt x="1360" y="1841"/>
                    <a:pt x="1360" y="1841"/>
                    <a:pt x="1360" y="1841"/>
                  </a:cubicBezTo>
                  <a:close/>
                  <a:moveTo>
                    <a:pt x="1360" y="1778"/>
                  </a:moveTo>
                  <a:cubicBezTo>
                    <a:pt x="1360" y="1786"/>
                    <a:pt x="1360" y="1786"/>
                    <a:pt x="1360" y="1786"/>
                  </a:cubicBezTo>
                  <a:cubicBezTo>
                    <a:pt x="1360" y="1786"/>
                    <a:pt x="1360" y="1778"/>
                    <a:pt x="1360" y="1778"/>
                  </a:cubicBezTo>
                  <a:close/>
                  <a:moveTo>
                    <a:pt x="1368" y="1731"/>
                  </a:moveTo>
                  <a:cubicBezTo>
                    <a:pt x="1368" y="1739"/>
                    <a:pt x="1368" y="1731"/>
                    <a:pt x="1360" y="1739"/>
                  </a:cubicBezTo>
                  <a:cubicBezTo>
                    <a:pt x="1368" y="1739"/>
                    <a:pt x="1368" y="1739"/>
                    <a:pt x="1368" y="1731"/>
                  </a:cubicBezTo>
                  <a:close/>
                  <a:moveTo>
                    <a:pt x="1360" y="1731"/>
                  </a:moveTo>
                  <a:cubicBezTo>
                    <a:pt x="1360" y="1739"/>
                    <a:pt x="1360" y="1731"/>
                    <a:pt x="1360" y="1747"/>
                  </a:cubicBezTo>
                  <a:cubicBezTo>
                    <a:pt x="1360" y="1739"/>
                    <a:pt x="1360" y="1747"/>
                    <a:pt x="1360" y="1739"/>
                  </a:cubicBezTo>
                  <a:cubicBezTo>
                    <a:pt x="1368" y="1731"/>
                    <a:pt x="1368" y="1731"/>
                    <a:pt x="1368" y="1723"/>
                  </a:cubicBezTo>
                  <a:cubicBezTo>
                    <a:pt x="1368" y="1723"/>
                    <a:pt x="1368" y="1723"/>
                    <a:pt x="1360" y="1731"/>
                  </a:cubicBezTo>
                  <a:close/>
                  <a:moveTo>
                    <a:pt x="1360" y="1833"/>
                  </a:moveTo>
                  <a:cubicBezTo>
                    <a:pt x="1360" y="1841"/>
                    <a:pt x="1360" y="1849"/>
                    <a:pt x="1360" y="1856"/>
                  </a:cubicBezTo>
                  <a:cubicBezTo>
                    <a:pt x="1360" y="1856"/>
                    <a:pt x="1360" y="1856"/>
                    <a:pt x="1360" y="1849"/>
                  </a:cubicBezTo>
                  <a:cubicBezTo>
                    <a:pt x="1360" y="1841"/>
                    <a:pt x="1360" y="1849"/>
                    <a:pt x="1360" y="1841"/>
                  </a:cubicBezTo>
                  <a:cubicBezTo>
                    <a:pt x="1368" y="1825"/>
                    <a:pt x="1368" y="1825"/>
                    <a:pt x="1376" y="1817"/>
                  </a:cubicBezTo>
                  <a:cubicBezTo>
                    <a:pt x="1376" y="1817"/>
                    <a:pt x="1376" y="1817"/>
                    <a:pt x="1368" y="1817"/>
                  </a:cubicBezTo>
                  <a:cubicBezTo>
                    <a:pt x="1368" y="1825"/>
                    <a:pt x="1368" y="1825"/>
                    <a:pt x="1360" y="1833"/>
                  </a:cubicBezTo>
                  <a:cubicBezTo>
                    <a:pt x="1360" y="1833"/>
                    <a:pt x="1360" y="1833"/>
                    <a:pt x="1360" y="1833"/>
                  </a:cubicBezTo>
                  <a:close/>
                  <a:moveTo>
                    <a:pt x="1407" y="1629"/>
                  </a:moveTo>
                  <a:cubicBezTo>
                    <a:pt x="1415" y="1622"/>
                    <a:pt x="1415" y="1622"/>
                    <a:pt x="1415" y="1622"/>
                  </a:cubicBezTo>
                  <a:cubicBezTo>
                    <a:pt x="1407" y="1622"/>
                    <a:pt x="1407" y="1629"/>
                    <a:pt x="1407" y="1629"/>
                  </a:cubicBezTo>
                  <a:close/>
                  <a:moveTo>
                    <a:pt x="1360" y="1786"/>
                  </a:moveTo>
                  <a:cubicBezTo>
                    <a:pt x="1360" y="1786"/>
                    <a:pt x="1360" y="1786"/>
                    <a:pt x="1360" y="1794"/>
                  </a:cubicBezTo>
                  <a:cubicBezTo>
                    <a:pt x="1360" y="1786"/>
                    <a:pt x="1360" y="1786"/>
                    <a:pt x="1360" y="1786"/>
                  </a:cubicBezTo>
                  <a:cubicBezTo>
                    <a:pt x="1360" y="1786"/>
                    <a:pt x="1360" y="1786"/>
                    <a:pt x="1360" y="1786"/>
                  </a:cubicBezTo>
                  <a:close/>
                  <a:moveTo>
                    <a:pt x="1353" y="1841"/>
                  </a:moveTo>
                  <a:cubicBezTo>
                    <a:pt x="1360" y="1825"/>
                    <a:pt x="1360" y="1825"/>
                    <a:pt x="1360" y="1817"/>
                  </a:cubicBezTo>
                  <a:cubicBezTo>
                    <a:pt x="1360" y="1809"/>
                    <a:pt x="1360" y="1817"/>
                    <a:pt x="1360" y="1809"/>
                  </a:cubicBezTo>
                  <a:cubicBezTo>
                    <a:pt x="1360" y="1809"/>
                    <a:pt x="1360" y="1809"/>
                    <a:pt x="1360" y="1817"/>
                  </a:cubicBezTo>
                  <a:cubicBezTo>
                    <a:pt x="1353" y="1825"/>
                    <a:pt x="1353" y="1833"/>
                    <a:pt x="1353" y="1833"/>
                  </a:cubicBezTo>
                  <a:cubicBezTo>
                    <a:pt x="1353" y="1833"/>
                    <a:pt x="1353" y="1833"/>
                    <a:pt x="1353" y="1841"/>
                  </a:cubicBezTo>
                  <a:close/>
                  <a:moveTo>
                    <a:pt x="1360" y="1825"/>
                  </a:moveTo>
                  <a:cubicBezTo>
                    <a:pt x="1360" y="1817"/>
                    <a:pt x="1360" y="1817"/>
                    <a:pt x="1360" y="1817"/>
                  </a:cubicBezTo>
                  <a:cubicBezTo>
                    <a:pt x="1360" y="1817"/>
                    <a:pt x="1360" y="1809"/>
                    <a:pt x="1360" y="1809"/>
                  </a:cubicBezTo>
                  <a:cubicBezTo>
                    <a:pt x="1360" y="1809"/>
                    <a:pt x="1360" y="1809"/>
                    <a:pt x="1360" y="1809"/>
                  </a:cubicBezTo>
                  <a:cubicBezTo>
                    <a:pt x="1360" y="1817"/>
                    <a:pt x="1360" y="1817"/>
                    <a:pt x="1360" y="1817"/>
                  </a:cubicBezTo>
                  <a:cubicBezTo>
                    <a:pt x="1360" y="1825"/>
                    <a:pt x="1360" y="1825"/>
                    <a:pt x="1360" y="1825"/>
                  </a:cubicBezTo>
                  <a:close/>
                  <a:moveTo>
                    <a:pt x="1360" y="1817"/>
                  </a:moveTo>
                  <a:cubicBezTo>
                    <a:pt x="1360" y="1817"/>
                    <a:pt x="1360" y="1825"/>
                    <a:pt x="1360" y="1825"/>
                  </a:cubicBezTo>
                  <a:cubicBezTo>
                    <a:pt x="1360" y="1817"/>
                    <a:pt x="1360" y="1817"/>
                    <a:pt x="1360" y="1817"/>
                  </a:cubicBezTo>
                  <a:close/>
                  <a:moveTo>
                    <a:pt x="1462" y="1269"/>
                  </a:moveTo>
                  <a:cubicBezTo>
                    <a:pt x="1454" y="1269"/>
                    <a:pt x="1454" y="1269"/>
                    <a:pt x="1454" y="1269"/>
                  </a:cubicBezTo>
                  <a:cubicBezTo>
                    <a:pt x="1454" y="1269"/>
                    <a:pt x="1454" y="1269"/>
                    <a:pt x="1462" y="1277"/>
                  </a:cubicBezTo>
                  <a:cubicBezTo>
                    <a:pt x="1462" y="1277"/>
                    <a:pt x="1462" y="1269"/>
                    <a:pt x="1462" y="1269"/>
                  </a:cubicBezTo>
                  <a:close/>
                  <a:moveTo>
                    <a:pt x="1368" y="1817"/>
                  </a:moveTo>
                  <a:cubicBezTo>
                    <a:pt x="1368" y="1817"/>
                    <a:pt x="1368" y="1817"/>
                    <a:pt x="1368" y="1817"/>
                  </a:cubicBezTo>
                  <a:cubicBezTo>
                    <a:pt x="1368" y="1817"/>
                    <a:pt x="1368" y="1817"/>
                    <a:pt x="1368" y="1817"/>
                  </a:cubicBezTo>
                  <a:cubicBezTo>
                    <a:pt x="1368" y="1817"/>
                    <a:pt x="1368" y="1817"/>
                    <a:pt x="1368" y="1817"/>
                  </a:cubicBezTo>
                  <a:close/>
                  <a:moveTo>
                    <a:pt x="1415" y="1598"/>
                  </a:moveTo>
                  <a:cubicBezTo>
                    <a:pt x="1415" y="1598"/>
                    <a:pt x="1415" y="1598"/>
                    <a:pt x="1415" y="1606"/>
                  </a:cubicBezTo>
                  <a:cubicBezTo>
                    <a:pt x="1415" y="1598"/>
                    <a:pt x="1415" y="1606"/>
                    <a:pt x="1415" y="1598"/>
                  </a:cubicBezTo>
                  <a:close/>
                  <a:moveTo>
                    <a:pt x="1360" y="1841"/>
                  </a:moveTo>
                  <a:cubicBezTo>
                    <a:pt x="1360" y="1841"/>
                    <a:pt x="1360" y="1849"/>
                    <a:pt x="1360" y="1849"/>
                  </a:cubicBezTo>
                  <a:cubicBezTo>
                    <a:pt x="1360" y="1841"/>
                    <a:pt x="1360" y="1841"/>
                    <a:pt x="1360" y="1841"/>
                  </a:cubicBezTo>
                  <a:close/>
                  <a:moveTo>
                    <a:pt x="1368" y="1817"/>
                  </a:moveTo>
                  <a:cubicBezTo>
                    <a:pt x="1368" y="1817"/>
                    <a:pt x="1368" y="1817"/>
                    <a:pt x="1368" y="1817"/>
                  </a:cubicBezTo>
                  <a:cubicBezTo>
                    <a:pt x="1368" y="1817"/>
                    <a:pt x="1368" y="1817"/>
                    <a:pt x="1368" y="1825"/>
                  </a:cubicBezTo>
                  <a:cubicBezTo>
                    <a:pt x="1368" y="1825"/>
                    <a:pt x="1368" y="1825"/>
                    <a:pt x="1368" y="1817"/>
                  </a:cubicBezTo>
                  <a:close/>
                  <a:moveTo>
                    <a:pt x="1493" y="1622"/>
                  </a:moveTo>
                  <a:cubicBezTo>
                    <a:pt x="1501" y="1614"/>
                    <a:pt x="1501" y="1614"/>
                    <a:pt x="1501" y="1614"/>
                  </a:cubicBezTo>
                  <a:cubicBezTo>
                    <a:pt x="1501" y="1614"/>
                    <a:pt x="1501" y="1614"/>
                    <a:pt x="1493" y="1622"/>
                  </a:cubicBezTo>
                  <a:close/>
                  <a:moveTo>
                    <a:pt x="1673" y="1363"/>
                  </a:moveTo>
                  <a:cubicBezTo>
                    <a:pt x="1681" y="1363"/>
                    <a:pt x="1681" y="1363"/>
                    <a:pt x="1681" y="1363"/>
                  </a:cubicBezTo>
                  <a:cubicBezTo>
                    <a:pt x="1673" y="1363"/>
                    <a:pt x="1681" y="1363"/>
                    <a:pt x="1673" y="1363"/>
                  </a:cubicBezTo>
                  <a:close/>
                  <a:moveTo>
                    <a:pt x="1564" y="1504"/>
                  </a:moveTo>
                  <a:cubicBezTo>
                    <a:pt x="1564" y="1504"/>
                    <a:pt x="1564" y="1512"/>
                    <a:pt x="1564" y="1512"/>
                  </a:cubicBezTo>
                  <a:cubicBezTo>
                    <a:pt x="1564" y="1504"/>
                    <a:pt x="1564" y="1504"/>
                    <a:pt x="1564" y="1504"/>
                  </a:cubicBezTo>
                  <a:cubicBezTo>
                    <a:pt x="1564" y="1504"/>
                    <a:pt x="1564" y="1504"/>
                    <a:pt x="1564" y="1496"/>
                  </a:cubicBezTo>
                  <a:cubicBezTo>
                    <a:pt x="1564" y="1504"/>
                    <a:pt x="1564" y="1504"/>
                    <a:pt x="1564" y="1504"/>
                  </a:cubicBezTo>
                  <a:cubicBezTo>
                    <a:pt x="1564" y="1504"/>
                    <a:pt x="1564" y="1504"/>
                    <a:pt x="1564" y="1504"/>
                  </a:cubicBezTo>
                  <a:cubicBezTo>
                    <a:pt x="1564" y="1504"/>
                    <a:pt x="1564" y="1504"/>
                    <a:pt x="1564" y="1504"/>
                  </a:cubicBezTo>
                  <a:cubicBezTo>
                    <a:pt x="1556" y="1512"/>
                    <a:pt x="1556" y="1512"/>
                    <a:pt x="1556" y="1512"/>
                  </a:cubicBezTo>
                  <a:cubicBezTo>
                    <a:pt x="1556" y="1512"/>
                    <a:pt x="1556" y="1512"/>
                    <a:pt x="1556" y="1512"/>
                  </a:cubicBezTo>
                  <a:cubicBezTo>
                    <a:pt x="1556" y="1512"/>
                    <a:pt x="1556" y="1512"/>
                    <a:pt x="1564" y="1504"/>
                  </a:cubicBezTo>
                  <a:close/>
                  <a:moveTo>
                    <a:pt x="1595" y="1449"/>
                  </a:moveTo>
                  <a:cubicBezTo>
                    <a:pt x="1595" y="1457"/>
                    <a:pt x="1595" y="1457"/>
                    <a:pt x="1595" y="1457"/>
                  </a:cubicBezTo>
                  <a:cubicBezTo>
                    <a:pt x="1595" y="1457"/>
                    <a:pt x="1595" y="1457"/>
                    <a:pt x="1595" y="1457"/>
                  </a:cubicBezTo>
                  <a:cubicBezTo>
                    <a:pt x="1595" y="1449"/>
                    <a:pt x="1595" y="1449"/>
                    <a:pt x="1595" y="1449"/>
                  </a:cubicBezTo>
                  <a:close/>
                  <a:moveTo>
                    <a:pt x="1595" y="1457"/>
                  </a:moveTo>
                  <a:cubicBezTo>
                    <a:pt x="1595" y="1457"/>
                    <a:pt x="1595" y="1457"/>
                    <a:pt x="1595" y="1457"/>
                  </a:cubicBezTo>
                  <a:cubicBezTo>
                    <a:pt x="1595" y="1457"/>
                    <a:pt x="1595" y="1457"/>
                    <a:pt x="1595" y="1465"/>
                  </a:cubicBezTo>
                  <a:cubicBezTo>
                    <a:pt x="1595" y="1465"/>
                    <a:pt x="1595" y="1465"/>
                    <a:pt x="1595" y="1465"/>
                  </a:cubicBezTo>
                  <a:cubicBezTo>
                    <a:pt x="1595" y="1457"/>
                    <a:pt x="1595" y="1457"/>
                    <a:pt x="1595" y="1457"/>
                  </a:cubicBezTo>
                  <a:close/>
                  <a:moveTo>
                    <a:pt x="1603" y="1449"/>
                  </a:moveTo>
                  <a:cubicBezTo>
                    <a:pt x="1595" y="1449"/>
                    <a:pt x="1595" y="1449"/>
                    <a:pt x="1595" y="1449"/>
                  </a:cubicBezTo>
                  <a:cubicBezTo>
                    <a:pt x="1595" y="1449"/>
                    <a:pt x="1603" y="1449"/>
                    <a:pt x="1603" y="1449"/>
                  </a:cubicBezTo>
                  <a:close/>
                  <a:moveTo>
                    <a:pt x="1618" y="1418"/>
                  </a:moveTo>
                  <a:cubicBezTo>
                    <a:pt x="1618" y="1418"/>
                    <a:pt x="1618" y="1418"/>
                    <a:pt x="1618" y="1418"/>
                  </a:cubicBezTo>
                  <a:cubicBezTo>
                    <a:pt x="1618" y="1418"/>
                    <a:pt x="1618" y="1418"/>
                    <a:pt x="1618" y="1418"/>
                  </a:cubicBezTo>
                  <a:close/>
                  <a:moveTo>
                    <a:pt x="1579" y="1473"/>
                  </a:moveTo>
                  <a:cubicBezTo>
                    <a:pt x="1579" y="1473"/>
                    <a:pt x="1579" y="1481"/>
                    <a:pt x="1579" y="1481"/>
                  </a:cubicBezTo>
                  <a:lnTo>
                    <a:pt x="1579" y="1473"/>
                  </a:lnTo>
                  <a:close/>
                  <a:moveTo>
                    <a:pt x="1290" y="1073"/>
                  </a:moveTo>
                  <a:cubicBezTo>
                    <a:pt x="1298" y="1073"/>
                    <a:pt x="1298" y="1081"/>
                    <a:pt x="1298" y="1081"/>
                  </a:cubicBezTo>
                  <a:lnTo>
                    <a:pt x="1290" y="1073"/>
                  </a:lnTo>
                  <a:close/>
                  <a:moveTo>
                    <a:pt x="1392" y="1128"/>
                  </a:moveTo>
                  <a:cubicBezTo>
                    <a:pt x="1392" y="1128"/>
                    <a:pt x="1392" y="1128"/>
                    <a:pt x="1392" y="1128"/>
                  </a:cubicBezTo>
                  <a:cubicBezTo>
                    <a:pt x="1392" y="1128"/>
                    <a:pt x="1392" y="1128"/>
                    <a:pt x="1392" y="1128"/>
                  </a:cubicBezTo>
                  <a:cubicBezTo>
                    <a:pt x="1392" y="1128"/>
                    <a:pt x="1392" y="1128"/>
                    <a:pt x="1392" y="1128"/>
                  </a:cubicBezTo>
                  <a:close/>
                  <a:moveTo>
                    <a:pt x="1298" y="1081"/>
                  </a:moveTo>
                  <a:cubicBezTo>
                    <a:pt x="1290" y="1073"/>
                    <a:pt x="1290" y="1073"/>
                    <a:pt x="1290" y="1073"/>
                  </a:cubicBezTo>
                  <a:cubicBezTo>
                    <a:pt x="1290" y="1081"/>
                    <a:pt x="1290" y="1081"/>
                    <a:pt x="1298" y="1081"/>
                  </a:cubicBezTo>
                  <a:close/>
                  <a:moveTo>
                    <a:pt x="1282" y="1081"/>
                  </a:moveTo>
                  <a:cubicBezTo>
                    <a:pt x="1290" y="1081"/>
                    <a:pt x="1290" y="1081"/>
                    <a:pt x="1298" y="1081"/>
                  </a:cubicBezTo>
                  <a:cubicBezTo>
                    <a:pt x="1282" y="1081"/>
                    <a:pt x="1282" y="1081"/>
                    <a:pt x="1267" y="1081"/>
                  </a:cubicBezTo>
                  <a:lnTo>
                    <a:pt x="1282" y="1081"/>
                  </a:lnTo>
                  <a:close/>
                  <a:moveTo>
                    <a:pt x="1314" y="1089"/>
                  </a:moveTo>
                  <a:cubicBezTo>
                    <a:pt x="1306" y="1089"/>
                    <a:pt x="1306" y="1089"/>
                    <a:pt x="1298" y="1081"/>
                  </a:cubicBezTo>
                  <a:cubicBezTo>
                    <a:pt x="1298" y="1089"/>
                    <a:pt x="1298" y="1089"/>
                    <a:pt x="1306" y="1089"/>
                  </a:cubicBezTo>
                  <a:cubicBezTo>
                    <a:pt x="1306" y="1089"/>
                    <a:pt x="1306" y="1089"/>
                    <a:pt x="1298" y="1089"/>
                  </a:cubicBezTo>
                  <a:cubicBezTo>
                    <a:pt x="1306" y="1089"/>
                    <a:pt x="1314" y="1097"/>
                    <a:pt x="1321" y="1097"/>
                  </a:cubicBezTo>
                  <a:cubicBezTo>
                    <a:pt x="1314" y="1097"/>
                    <a:pt x="1314" y="1089"/>
                    <a:pt x="1314" y="1089"/>
                  </a:cubicBezTo>
                  <a:close/>
                  <a:moveTo>
                    <a:pt x="1267" y="1089"/>
                  </a:moveTo>
                  <a:cubicBezTo>
                    <a:pt x="1267" y="1089"/>
                    <a:pt x="1267" y="1089"/>
                    <a:pt x="1282" y="1089"/>
                  </a:cubicBezTo>
                  <a:cubicBezTo>
                    <a:pt x="1274" y="1081"/>
                    <a:pt x="1274" y="1081"/>
                    <a:pt x="1267" y="1081"/>
                  </a:cubicBezTo>
                  <a:cubicBezTo>
                    <a:pt x="1267" y="1081"/>
                    <a:pt x="1267" y="1081"/>
                    <a:pt x="1267" y="1081"/>
                  </a:cubicBezTo>
                  <a:cubicBezTo>
                    <a:pt x="1259" y="1081"/>
                    <a:pt x="1259" y="1081"/>
                    <a:pt x="1259" y="1081"/>
                  </a:cubicBezTo>
                  <a:cubicBezTo>
                    <a:pt x="1267" y="1081"/>
                    <a:pt x="1267" y="1081"/>
                    <a:pt x="1267" y="1089"/>
                  </a:cubicBezTo>
                  <a:close/>
                  <a:moveTo>
                    <a:pt x="1439" y="1183"/>
                  </a:moveTo>
                  <a:cubicBezTo>
                    <a:pt x="1446" y="1191"/>
                    <a:pt x="1446" y="1191"/>
                    <a:pt x="1446" y="1191"/>
                  </a:cubicBezTo>
                  <a:cubicBezTo>
                    <a:pt x="1439" y="1183"/>
                    <a:pt x="1446" y="1183"/>
                    <a:pt x="1439" y="1183"/>
                  </a:cubicBezTo>
                  <a:close/>
                  <a:moveTo>
                    <a:pt x="1290" y="1089"/>
                  </a:moveTo>
                  <a:cubicBezTo>
                    <a:pt x="1290" y="1097"/>
                    <a:pt x="1290" y="1097"/>
                    <a:pt x="1290" y="1097"/>
                  </a:cubicBezTo>
                  <a:cubicBezTo>
                    <a:pt x="1290" y="1097"/>
                    <a:pt x="1290" y="1097"/>
                    <a:pt x="1298" y="1097"/>
                  </a:cubicBezTo>
                  <a:cubicBezTo>
                    <a:pt x="1290" y="1097"/>
                    <a:pt x="1298" y="1097"/>
                    <a:pt x="1290" y="1089"/>
                  </a:cubicBezTo>
                  <a:close/>
                  <a:moveTo>
                    <a:pt x="1321" y="1113"/>
                  </a:moveTo>
                  <a:cubicBezTo>
                    <a:pt x="1321" y="1113"/>
                    <a:pt x="1329" y="1113"/>
                    <a:pt x="1329" y="1113"/>
                  </a:cubicBezTo>
                  <a:cubicBezTo>
                    <a:pt x="1321" y="1113"/>
                    <a:pt x="1321" y="1113"/>
                    <a:pt x="1314" y="1113"/>
                  </a:cubicBezTo>
                  <a:cubicBezTo>
                    <a:pt x="1321" y="1113"/>
                    <a:pt x="1321" y="1113"/>
                    <a:pt x="1321" y="1113"/>
                  </a:cubicBezTo>
                  <a:close/>
                  <a:moveTo>
                    <a:pt x="1282" y="1097"/>
                  </a:moveTo>
                  <a:cubicBezTo>
                    <a:pt x="1282" y="1097"/>
                    <a:pt x="1282" y="1097"/>
                    <a:pt x="1282" y="1097"/>
                  </a:cubicBezTo>
                  <a:cubicBezTo>
                    <a:pt x="1282" y="1097"/>
                    <a:pt x="1282" y="1097"/>
                    <a:pt x="1274" y="1097"/>
                  </a:cubicBezTo>
                  <a:cubicBezTo>
                    <a:pt x="1290" y="1097"/>
                    <a:pt x="1282" y="1097"/>
                    <a:pt x="1298" y="1105"/>
                  </a:cubicBezTo>
                  <a:cubicBezTo>
                    <a:pt x="1298" y="1105"/>
                    <a:pt x="1298" y="1105"/>
                    <a:pt x="1306" y="1105"/>
                  </a:cubicBezTo>
                  <a:cubicBezTo>
                    <a:pt x="1290" y="1097"/>
                    <a:pt x="1290" y="1097"/>
                    <a:pt x="1282" y="1097"/>
                  </a:cubicBezTo>
                  <a:close/>
                  <a:moveTo>
                    <a:pt x="1345" y="1128"/>
                  </a:moveTo>
                  <a:cubicBezTo>
                    <a:pt x="1345" y="1128"/>
                    <a:pt x="1345" y="1128"/>
                    <a:pt x="1353" y="1128"/>
                  </a:cubicBezTo>
                  <a:cubicBezTo>
                    <a:pt x="1345" y="1128"/>
                    <a:pt x="1345" y="1128"/>
                    <a:pt x="1345" y="1128"/>
                  </a:cubicBezTo>
                  <a:close/>
                  <a:moveTo>
                    <a:pt x="1329" y="1120"/>
                  </a:moveTo>
                  <a:cubicBezTo>
                    <a:pt x="1329" y="1120"/>
                    <a:pt x="1329" y="1120"/>
                    <a:pt x="1345" y="1128"/>
                  </a:cubicBezTo>
                  <a:cubicBezTo>
                    <a:pt x="1345" y="1128"/>
                    <a:pt x="1345" y="1128"/>
                    <a:pt x="1337" y="1120"/>
                  </a:cubicBezTo>
                  <a:cubicBezTo>
                    <a:pt x="1337" y="1120"/>
                    <a:pt x="1337" y="1120"/>
                    <a:pt x="1337" y="1120"/>
                  </a:cubicBezTo>
                  <a:cubicBezTo>
                    <a:pt x="1337" y="1120"/>
                    <a:pt x="1329" y="1120"/>
                    <a:pt x="1329" y="1120"/>
                  </a:cubicBezTo>
                  <a:close/>
                  <a:moveTo>
                    <a:pt x="1321" y="1113"/>
                  </a:moveTo>
                  <a:cubicBezTo>
                    <a:pt x="1321" y="1113"/>
                    <a:pt x="1321" y="1113"/>
                    <a:pt x="1329" y="1113"/>
                  </a:cubicBezTo>
                  <a:cubicBezTo>
                    <a:pt x="1321" y="1113"/>
                    <a:pt x="1321" y="1113"/>
                    <a:pt x="1321" y="1113"/>
                  </a:cubicBezTo>
                  <a:cubicBezTo>
                    <a:pt x="1321" y="1113"/>
                    <a:pt x="1321" y="1113"/>
                    <a:pt x="1321" y="1113"/>
                  </a:cubicBezTo>
                  <a:cubicBezTo>
                    <a:pt x="1321" y="1113"/>
                    <a:pt x="1321" y="1113"/>
                    <a:pt x="1321" y="1113"/>
                  </a:cubicBezTo>
                  <a:cubicBezTo>
                    <a:pt x="1314" y="1113"/>
                    <a:pt x="1314" y="1113"/>
                    <a:pt x="1314" y="1113"/>
                  </a:cubicBezTo>
                  <a:cubicBezTo>
                    <a:pt x="1314" y="1113"/>
                    <a:pt x="1314" y="1113"/>
                    <a:pt x="1314" y="1113"/>
                  </a:cubicBezTo>
                  <a:cubicBezTo>
                    <a:pt x="1314" y="1113"/>
                    <a:pt x="1314" y="1113"/>
                    <a:pt x="1314" y="1113"/>
                  </a:cubicBezTo>
                  <a:cubicBezTo>
                    <a:pt x="1314" y="1113"/>
                    <a:pt x="1314" y="1113"/>
                    <a:pt x="1329" y="1120"/>
                  </a:cubicBezTo>
                  <a:cubicBezTo>
                    <a:pt x="1329" y="1120"/>
                    <a:pt x="1329" y="1120"/>
                    <a:pt x="1321" y="1113"/>
                  </a:cubicBezTo>
                  <a:cubicBezTo>
                    <a:pt x="1321" y="1113"/>
                    <a:pt x="1321" y="1113"/>
                    <a:pt x="1321" y="1113"/>
                  </a:cubicBezTo>
                  <a:close/>
                  <a:moveTo>
                    <a:pt x="1321" y="1113"/>
                  </a:moveTo>
                  <a:cubicBezTo>
                    <a:pt x="1321" y="1113"/>
                    <a:pt x="1321" y="1113"/>
                    <a:pt x="1314" y="1113"/>
                  </a:cubicBezTo>
                  <a:cubicBezTo>
                    <a:pt x="1314" y="1113"/>
                    <a:pt x="1314" y="1113"/>
                    <a:pt x="1321" y="1113"/>
                  </a:cubicBezTo>
                  <a:close/>
                  <a:moveTo>
                    <a:pt x="1298" y="1105"/>
                  </a:moveTo>
                  <a:cubicBezTo>
                    <a:pt x="1290" y="1105"/>
                    <a:pt x="1290" y="1105"/>
                    <a:pt x="1290" y="1105"/>
                  </a:cubicBezTo>
                  <a:cubicBezTo>
                    <a:pt x="1298" y="1105"/>
                    <a:pt x="1298" y="1113"/>
                    <a:pt x="1306" y="1113"/>
                  </a:cubicBezTo>
                  <a:cubicBezTo>
                    <a:pt x="1306" y="1113"/>
                    <a:pt x="1306" y="1113"/>
                    <a:pt x="1314" y="1113"/>
                  </a:cubicBezTo>
                  <a:cubicBezTo>
                    <a:pt x="1306" y="1113"/>
                    <a:pt x="1306" y="1113"/>
                    <a:pt x="1306" y="1113"/>
                  </a:cubicBezTo>
                  <a:cubicBezTo>
                    <a:pt x="1306" y="1113"/>
                    <a:pt x="1306" y="1113"/>
                    <a:pt x="1298" y="1105"/>
                  </a:cubicBezTo>
                  <a:close/>
                  <a:moveTo>
                    <a:pt x="1274" y="1113"/>
                  </a:moveTo>
                  <a:cubicBezTo>
                    <a:pt x="1267" y="1105"/>
                    <a:pt x="1274" y="1113"/>
                    <a:pt x="1267" y="1105"/>
                  </a:cubicBezTo>
                  <a:cubicBezTo>
                    <a:pt x="1267" y="1105"/>
                    <a:pt x="1267" y="1105"/>
                    <a:pt x="1267" y="1105"/>
                  </a:cubicBezTo>
                  <a:cubicBezTo>
                    <a:pt x="1267" y="1105"/>
                    <a:pt x="1267" y="1105"/>
                    <a:pt x="1274" y="1113"/>
                  </a:cubicBezTo>
                  <a:close/>
                  <a:moveTo>
                    <a:pt x="1267" y="1105"/>
                  </a:moveTo>
                  <a:cubicBezTo>
                    <a:pt x="1274" y="1113"/>
                    <a:pt x="1274" y="1113"/>
                    <a:pt x="1282" y="1113"/>
                  </a:cubicBezTo>
                  <a:lnTo>
                    <a:pt x="1267" y="1105"/>
                  </a:lnTo>
                  <a:close/>
                  <a:moveTo>
                    <a:pt x="1360" y="1167"/>
                  </a:moveTo>
                  <a:cubicBezTo>
                    <a:pt x="1360" y="1167"/>
                    <a:pt x="1360" y="1167"/>
                    <a:pt x="1360" y="1167"/>
                  </a:cubicBezTo>
                  <a:cubicBezTo>
                    <a:pt x="1360" y="1167"/>
                    <a:pt x="1360" y="1167"/>
                    <a:pt x="1353" y="1167"/>
                  </a:cubicBezTo>
                  <a:cubicBezTo>
                    <a:pt x="1360" y="1167"/>
                    <a:pt x="1360" y="1167"/>
                    <a:pt x="1360" y="1167"/>
                  </a:cubicBezTo>
                  <a:cubicBezTo>
                    <a:pt x="1360" y="1167"/>
                    <a:pt x="1360" y="1167"/>
                    <a:pt x="1360" y="1167"/>
                  </a:cubicBezTo>
                  <a:close/>
                  <a:moveTo>
                    <a:pt x="1337" y="1159"/>
                  </a:moveTo>
                  <a:cubicBezTo>
                    <a:pt x="1337" y="1159"/>
                    <a:pt x="1337" y="1159"/>
                    <a:pt x="1337" y="1159"/>
                  </a:cubicBezTo>
                  <a:cubicBezTo>
                    <a:pt x="1345" y="1159"/>
                    <a:pt x="1345" y="1159"/>
                    <a:pt x="1345" y="1159"/>
                  </a:cubicBezTo>
                  <a:cubicBezTo>
                    <a:pt x="1345" y="1159"/>
                    <a:pt x="1345" y="1159"/>
                    <a:pt x="1337" y="1159"/>
                  </a:cubicBezTo>
                  <a:close/>
                  <a:moveTo>
                    <a:pt x="1337" y="1159"/>
                  </a:moveTo>
                  <a:cubicBezTo>
                    <a:pt x="1337" y="1159"/>
                    <a:pt x="1337" y="1159"/>
                    <a:pt x="1337" y="1159"/>
                  </a:cubicBezTo>
                  <a:cubicBezTo>
                    <a:pt x="1329" y="1159"/>
                    <a:pt x="1337" y="1159"/>
                    <a:pt x="1337" y="1159"/>
                  </a:cubicBezTo>
                  <a:close/>
                  <a:moveTo>
                    <a:pt x="1337" y="1159"/>
                  </a:moveTo>
                  <a:cubicBezTo>
                    <a:pt x="1337" y="1167"/>
                    <a:pt x="1345" y="1167"/>
                    <a:pt x="1345" y="1167"/>
                  </a:cubicBezTo>
                  <a:cubicBezTo>
                    <a:pt x="1337" y="1167"/>
                    <a:pt x="1337" y="1167"/>
                    <a:pt x="1337" y="1159"/>
                  </a:cubicBezTo>
                  <a:close/>
                  <a:moveTo>
                    <a:pt x="1392" y="1199"/>
                  </a:moveTo>
                  <a:cubicBezTo>
                    <a:pt x="1392" y="1199"/>
                    <a:pt x="1392" y="1199"/>
                    <a:pt x="1384" y="1199"/>
                  </a:cubicBezTo>
                  <a:cubicBezTo>
                    <a:pt x="1384" y="1199"/>
                    <a:pt x="1384" y="1199"/>
                    <a:pt x="1376" y="1199"/>
                  </a:cubicBezTo>
                  <a:cubicBezTo>
                    <a:pt x="1376" y="1199"/>
                    <a:pt x="1376" y="1199"/>
                    <a:pt x="1392" y="1199"/>
                  </a:cubicBezTo>
                  <a:close/>
                  <a:moveTo>
                    <a:pt x="1407" y="1222"/>
                  </a:moveTo>
                  <a:cubicBezTo>
                    <a:pt x="1407" y="1230"/>
                    <a:pt x="1407" y="1222"/>
                    <a:pt x="1407" y="1230"/>
                  </a:cubicBezTo>
                  <a:cubicBezTo>
                    <a:pt x="1407" y="1230"/>
                    <a:pt x="1407" y="1230"/>
                    <a:pt x="1415" y="1230"/>
                  </a:cubicBezTo>
                  <a:cubicBezTo>
                    <a:pt x="1415" y="1230"/>
                    <a:pt x="1415" y="1230"/>
                    <a:pt x="1407" y="1222"/>
                  </a:cubicBezTo>
                  <a:close/>
                  <a:moveTo>
                    <a:pt x="1548" y="1394"/>
                  </a:moveTo>
                  <a:cubicBezTo>
                    <a:pt x="1548" y="1394"/>
                    <a:pt x="1540" y="1402"/>
                    <a:pt x="1540" y="1402"/>
                  </a:cubicBezTo>
                  <a:cubicBezTo>
                    <a:pt x="1548" y="1394"/>
                    <a:pt x="1540" y="1402"/>
                    <a:pt x="1548" y="1394"/>
                  </a:cubicBezTo>
                  <a:close/>
                  <a:moveTo>
                    <a:pt x="1462" y="1277"/>
                  </a:moveTo>
                  <a:cubicBezTo>
                    <a:pt x="1462" y="1277"/>
                    <a:pt x="1462" y="1277"/>
                    <a:pt x="1462" y="1277"/>
                  </a:cubicBezTo>
                  <a:cubicBezTo>
                    <a:pt x="1454" y="1277"/>
                    <a:pt x="1454" y="1277"/>
                    <a:pt x="1454" y="1277"/>
                  </a:cubicBezTo>
                  <a:lnTo>
                    <a:pt x="1462" y="1277"/>
                  </a:lnTo>
                  <a:close/>
                  <a:moveTo>
                    <a:pt x="1485" y="1473"/>
                  </a:moveTo>
                  <a:cubicBezTo>
                    <a:pt x="1485" y="1473"/>
                    <a:pt x="1485" y="1473"/>
                    <a:pt x="1493" y="1465"/>
                  </a:cubicBezTo>
                  <a:cubicBezTo>
                    <a:pt x="1493" y="1465"/>
                    <a:pt x="1493" y="1465"/>
                    <a:pt x="1485" y="1465"/>
                  </a:cubicBezTo>
                  <a:cubicBezTo>
                    <a:pt x="1485" y="1465"/>
                    <a:pt x="1485" y="1465"/>
                    <a:pt x="1485" y="1473"/>
                  </a:cubicBezTo>
                  <a:close/>
                  <a:moveTo>
                    <a:pt x="1517" y="1434"/>
                  </a:moveTo>
                  <a:cubicBezTo>
                    <a:pt x="1509" y="1441"/>
                    <a:pt x="1509" y="1441"/>
                    <a:pt x="1509" y="1441"/>
                  </a:cubicBezTo>
                  <a:cubicBezTo>
                    <a:pt x="1517" y="1441"/>
                    <a:pt x="1517" y="1441"/>
                    <a:pt x="1517" y="1441"/>
                  </a:cubicBezTo>
                  <a:lnTo>
                    <a:pt x="1517" y="1434"/>
                  </a:lnTo>
                  <a:close/>
                  <a:moveTo>
                    <a:pt x="1407" y="1606"/>
                  </a:moveTo>
                  <a:cubicBezTo>
                    <a:pt x="1407" y="1606"/>
                    <a:pt x="1407" y="1606"/>
                    <a:pt x="1407" y="1606"/>
                  </a:cubicBezTo>
                  <a:cubicBezTo>
                    <a:pt x="1407" y="1606"/>
                    <a:pt x="1415" y="1606"/>
                    <a:pt x="1415" y="1598"/>
                  </a:cubicBezTo>
                  <a:cubicBezTo>
                    <a:pt x="1415" y="1598"/>
                    <a:pt x="1415" y="1598"/>
                    <a:pt x="1407" y="1606"/>
                  </a:cubicBezTo>
                  <a:close/>
                  <a:moveTo>
                    <a:pt x="1407" y="1606"/>
                  </a:moveTo>
                  <a:cubicBezTo>
                    <a:pt x="1407" y="1614"/>
                    <a:pt x="1407" y="1614"/>
                    <a:pt x="1407" y="1614"/>
                  </a:cubicBezTo>
                  <a:cubicBezTo>
                    <a:pt x="1407" y="1614"/>
                    <a:pt x="1407" y="1606"/>
                    <a:pt x="1407" y="1606"/>
                  </a:cubicBezTo>
                  <a:close/>
                  <a:moveTo>
                    <a:pt x="1446" y="1269"/>
                  </a:moveTo>
                  <a:cubicBezTo>
                    <a:pt x="1446" y="1277"/>
                    <a:pt x="1446" y="1277"/>
                    <a:pt x="1446" y="1269"/>
                  </a:cubicBezTo>
                  <a:cubicBezTo>
                    <a:pt x="1446" y="1277"/>
                    <a:pt x="1446" y="1269"/>
                    <a:pt x="1446" y="1277"/>
                  </a:cubicBezTo>
                  <a:cubicBezTo>
                    <a:pt x="1446" y="1277"/>
                    <a:pt x="1446" y="1277"/>
                    <a:pt x="1454" y="1277"/>
                  </a:cubicBezTo>
                  <a:cubicBezTo>
                    <a:pt x="1454" y="1269"/>
                    <a:pt x="1454" y="1269"/>
                    <a:pt x="1454" y="1269"/>
                  </a:cubicBezTo>
                  <a:lnTo>
                    <a:pt x="1446" y="1269"/>
                  </a:lnTo>
                  <a:close/>
                  <a:moveTo>
                    <a:pt x="1493" y="1465"/>
                  </a:moveTo>
                  <a:cubicBezTo>
                    <a:pt x="1485" y="1465"/>
                    <a:pt x="1493" y="1465"/>
                    <a:pt x="1493" y="1465"/>
                  </a:cubicBezTo>
                  <a:cubicBezTo>
                    <a:pt x="1493" y="1465"/>
                    <a:pt x="1493" y="1465"/>
                    <a:pt x="1493" y="1465"/>
                  </a:cubicBezTo>
                  <a:close/>
                  <a:moveTo>
                    <a:pt x="1415" y="1590"/>
                  </a:moveTo>
                  <a:cubicBezTo>
                    <a:pt x="1423" y="1582"/>
                    <a:pt x="1423" y="1582"/>
                    <a:pt x="1423" y="1582"/>
                  </a:cubicBezTo>
                  <a:cubicBezTo>
                    <a:pt x="1415" y="1582"/>
                    <a:pt x="1415" y="1582"/>
                    <a:pt x="1415" y="1582"/>
                  </a:cubicBezTo>
                  <a:lnTo>
                    <a:pt x="1415" y="1590"/>
                  </a:lnTo>
                  <a:close/>
                  <a:moveTo>
                    <a:pt x="1485" y="1465"/>
                  </a:moveTo>
                  <a:cubicBezTo>
                    <a:pt x="1493" y="1465"/>
                    <a:pt x="1493" y="1465"/>
                    <a:pt x="1493" y="1465"/>
                  </a:cubicBezTo>
                  <a:cubicBezTo>
                    <a:pt x="1493" y="1465"/>
                    <a:pt x="1493" y="1465"/>
                    <a:pt x="1493" y="1457"/>
                  </a:cubicBezTo>
                  <a:cubicBezTo>
                    <a:pt x="1493" y="1457"/>
                    <a:pt x="1493" y="1457"/>
                    <a:pt x="1485" y="1465"/>
                  </a:cubicBezTo>
                  <a:close/>
                  <a:moveTo>
                    <a:pt x="1493" y="1465"/>
                  </a:moveTo>
                  <a:cubicBezTo>
                    <a:pt x="1485" y="1465"/>
                    <a:pt x="1485" y="1465"/>
                    <a:pt x="1485" y="1465"/>
                  </a:cubicBezTo>
                  <a:cubicBezTo>
                    <a:pt x="1485" y="1465"/>
                    <a:pt x="1493" y="1465"/>
                    <a:pt x="1493" y="1465"/>
                  </a:cubicBezTo>
                  <a:close/>
                  <a:moveTo>
                    <a:pt x="1501" y="1457"/>
                  </a:moveTo>
                  <a:cubicBezTo>
                    <a:pt x="1501" y="1457"/>
                    <a:pt x="1501" y="1457"/>
                    <a:pt x="1501" y="1449"/>
                  </a:cubicBezTo>
                  <a:cubicBezTo>
                    <a:pt x="1493" y="1457"/>
                    <a:pt x="1501" y="1449"/>
                    <a:pt x="1493" y="1457"/>
                  </a:cubicBezTo>
                  <a:cubicBezTo>
                    <a:pt x="1493" y="1465"/>
                    <a:pt x="1493" y="1465"/>
                    <a:pt x="1501" y="1457"/>
                  </a:cubicBezTo>
                  <a:close/>
                  <a:moveTo>
                    <a:pt x="1493" y="1457"/>
                  </a:moveTo>
                  <a:cubicBezTo>
                    <a:pt x="1493" y="1457"/>
                    <a:pt x="1493" y="1457"/>
                    <a:pt x="1493" y="1457"/>
                  </a:cubicBezTo>
                  <a:cubicBezTo>
                    <a:pt x="1493" y="1457"/>
                    <a:pt x="1493" y="1457"/>
                    <a:pt x="1493" y="1457"/>
                  </a:cubicBezTo>
                  <a:close/>
                  <a:moveTo>
                    <a:pt x="1493" y="1465"/>
                  </a:moveTo>
                  <a:cubicBezTo>
                    <a:pt x="1493" y="1465"/>
                    <a:pt x="1493" y="1465"/>
                    <a:pt x="1493" y="1465"/>
                  </a:cubicBezTo>
                  <a:cubicBezTo>
                    <a:pt x="1493" y="1465"/>
                    <a:pt x="1493" y="1465"/>
                    <a:pt x="1493" y="1465"/>
                  </a:cubicBezTo>
                  <a:cubicBezTo>
                    <a:pt x="1493" y="1465"/>
                    <a:pt x="1493" y="1465"/>
                    <a:pt x="1493" y="1465"/>
                  </a:cubicBezTo>
                  <a:close/>
                  <a:moveTo>
                    <a:pt x="1431" y="1575"/>
                  </a:moveTo>
                  <a:cubicBezTo>
                    <a:pt x="1423" y="1582"/>
                    <a:pt x="1423" y="1575"/>
                    <a:pt x="1423" y="1582"/>
                  </a:cubicBezTo>
                  <a:lnTo>
                    <a:pt x="1431" y="1575"/>
                  </a:lnTo>
                  <a:close/>
                  <a:moveTo>
                    <a:pt x="1532" y="1347"/>
                  </a:moveTo>
                  <a:cubicBezTo>
                    <a:pt x="1532" y="1347"/>
                    <a:pt x="1532" y="1347"/>
                    <a:pt x="1532" y="1347"/>
                  </a:cubicBezTo>
                  <a:cubicBezTo>
                    <a:pt x="1532" y="1347"/>
                    <a:pt x="1532" y="1347"/>
                    <a:pt x="1532" y="1347"/>
                  </a:cubicBezTo>
                  <a:close/>
                  <a:moveTo>
                    <a:pt x="1501" y="1316"/>
                  </a:moveTo>
                  <a:cubicBezTo>
                    <a:pt x="1501" y="1316"/>
                    <a:pt x="1501" y="1316"/>
                    <a:pt x="1501" y="1316"/>
                  </a:cubicBezTo>
                  <a:cubicBezTo>
                    <a:pt x="1493" y="1316"/>
                    <a:pt x="1493" y="1316"/>
                    <a:pt x="1493" y="1316"/>
                  </a:cubicBezTo>
                  <a:cubicBezTo>
                    <a:pt x="1485" y="1308"/>
                    <a:pt x="1485" y="1308"/>
                    <a:pt x="1485" y="1308"/>
                  </a:cubicBezTo>
                  <a:cubicBezTo>
                    <a:pt x="1485" y="1308"/>
                    <a:pt x="1485" y="1308"/>
                    <a:pt x="1478" y="1308"/>
                  </a:cubicBezTo>
                  <a:cubicBezTo>
                    <a:pt x="1485" y="1308"/>
                    <a:pt x="1485" y="1308"/>
                    <a:pt x="1485" y="1308"/>
                  </a:cubicBezTo>
                  <a:cubicBezTo>
                    <a:pt x="1485" y="1308"/>
                    <a:pt x="1485" y="1308"/>
                    <a:pt x="1478" y="1308"/>
                  </a:cubicBezTo>
                  <a:cubicBezTo>
                    <a:pt x="1485" y="1316"/>
                    <a:pt x="1493" y="1316"/>
                    <a:pt x="1501" y="1324"/>
                  </a:cubicBezTo>
                  <a:cubicBezTo>
                    <a:pt x="1501" y="1332"/>
                    <a:pt x="1501" y="1332"/>
                    <a:pt x="1501" y="1332"/>
                  </a:cubicBezTo>
                  <a:cubicBezTo>
                    <a:pt x="1509" y="1332"/>
                    <a:pt x="1509" y="1332"/>
                    <a:pt x="1509" y="1332"/>
                  </a:cubicBezTo>
                  <a:cubicBezTo>
                    <a:pt x="1509" y="1332"/>
                    <a:pt x="1501" y="1324"/>
                    <a:pt x="1501" y="1316"/>
                  </a:cubicBezTo>
                  <a:close/>
                  <a:moveTo>
                    <a:pt x="1423" y="1246"/>
                  </a:moveTo>
                  <a:cubicBezTo>
                    <a:pt x="1415" y="1246"/>
                    <a:pt x="1415" y="1246"/>
                    <a:pt x="1415" y="1246"/>
                  </a:cubicBezTo>
                  <a:cubicBezTo>
                    <a:pt x="1423" y="1253"/>
                    <a:pt x="1423" y="1246"/>
                    <a:pt x="1423" y="1246"/>
                  </a:cubicBezTo>
                  <a:close/>
                  <a:moveTo>
                    <a:pt x="1548" y="1363"/>
                  </a:moveTo>
                  <a:cubicBezTo>
                    <a:pt x="1548" y="1363"/>
                    <a:pt x="1548" y="1363"/>
                    <a:pt x="1548" y="1363"/>
                  </a:cubicBezTo>
                  <a:cubicBezTo>
                    <a:pt x="1548" y="1363"/>
                    <a:pt x="1548" y="1363"/>
                    <a:pt x="1548" y="1355"/>
                  </a:cubicBezTo>
                  <a:cubicBezTo>
                    <a:pt x="1540" y="1355"/>
                    <a:pt x="1540" y="1355"/>
                    <a:pt x="1532" y="1347"/>
                  </a:cubicBezTo>
                  <a:cubicBezTo>
                    <a:pt x="1532" y="1347"/>
                    <a:pt x="1532" y="1347"/>
                    <a:pt x="1540" y="1355"/>
                  </a:cubicBezTo>
                  <a:cubicBezTo>
                    <a:pt x="1548" y="1355"/>
                    <a:pt x="1540" y="1355"/>
                    <a:pt x="1548" y="1363"/>
                  </a:cubicBezTo>
                  <a:close/>
                  <a:moveTo>
                    <a:pt x="1446" y="1277"/>
                  </a:moveTo>
                  <a:cubicBezTo>
                    <a:pt x="1446" y="1277"/>
                    <a:pt x="1446" y="1277"/>
                    <a:pt x="1446" y="1277"/>
                  </a:cubicBezTo>
                  <a:cubicBezTo>
                    <a:pt x="1446" y="1277"/>
                    <a:pt x="1446" y="1277"/>
                    <a:pt x="1446" y="1277"/>
                  </a:cubicBezTo>
                  <a:cubicBezTo>
                    <a:pt x="1446" y="1277"/>
                    <a:pt x="1446" y="1277"/>
                    <a:pt x="1446" y="1277"/>
                  </a:cubicBezTo>
                  <a:close/>
                  <a:moveTo>
                    <a:pt x="1501" y="1441"/>
                  </a:moveTo>
                  <a:cubicBezTo>
                    <a:pt x="1501" y="1434"/>
                    <a:pt x="1501" y="1434"/>
                    <a:pt x="1501" y="1434"/>
                  </a:cubicBezTo>
                  <a:cubicBezTo>
                    <a:pt x="1501" y="1449"/>
                    <a:pt x="1501" y="1449"/>
                    <a:pt x="1501" y="1449"/>
                  </a:cubicBezTo>
                  <a:lnTo>
                    <a:pt x="1501" y="1441"/>
                  </a:lnTo>
                  <a:close/>
                  <a:moveTo>
                    <a:pt x="1532" y="1347"/>
                  </a:moveTo>
                  <a:cubicBezTo>
                    <a:pt x="1532" y="1347"/>
                    <a:pt x="1532" y="1347"/>
                    <a:pt x="1532" y="1347"/>
                  </a:cubicBezTo>
                  <a:cubicBezTo>
                    <a:pt x="1525" y="1347"/>
                    <a:pt x="1525" y="1347"/>
                    <a:pt x="1525" y="1347"/>
                  </a:cubicBezTo>
                  <a:lnTo>
                    <a:pt x="1532" y="1347"/>
                  </a:lnTo>
                  <a:close/>
                  <a:moveTo>
                    <a:pt x="1501" y="1332"/>
                  </a:moveTo>
                  <a:cubicBezTo>
                    <a:pt x="1509" y="1332"/>
                    <a:pt x="1509" y="1332"/>
                    <a:pt x="1509" y="1332"/>
                  </a:cubicBezTo>
                  <a:cubicBezTo>
                    <a:pt x="1509" y="1332"/>
                    <a:pt x="1509" y="1332"/>
                    <a:pt x="1501" y="1332"/>
                  </a:cubicBezTo>
                  <a:close/>
                  <a:moveTo>
                    <a:pt x="946" y="1379"/>
                  </a:moveTo>
                  <a:cubicBezTo>
                    <a:pt x="946" y="1379"/>
                    <a:pt x="946" y="1379"/>
                    <a:pt x="946" y="1379"/>
                  </a:cubicBezTo>
                  <a:cubicBezTo>
                    <a:pt x="946" y="1379"/>
                    <a:pt x="946" y="1379"/>
                    <a:pt x="946" y="1379"/>
                  </a:cubicBezTo>
                  <a:close/>
                  <a:moveTo>
                    <a:pt x="946" y="1379"/>
                  </a:moveTo>
                  <a:cubicBezTo>
                    <a:pt x="946" y="1387"/>
                    <a:pt x="938" y="1387"/>
                    <a:pt x="931" y="1387"/>
                  </a:cubicBezTo>
                  <a:cubicBezTo>
                    <a:pt x="946" y="1394"/>
                    <a:pt x="946" y="1394"/>
                    <a:pt x="946" y="1394"/>
                  </a:cubicBezTo>
                  <a:cubicBezTo>
                    <a:pt x="946" y="1394"/>
                    <a:pt x="946" y="1387"/>
                    <a:pt x="946" y="1379"/>
                  </a:cubicBezTo>
                  <a:close/>
                  <a:moveTo>
                    <a:pt x="532" y="1332"/>
                  </a:moveTo>
                  <a:cubicBezTo>
                    <a:pt x="532" y="1332"/>
                    <a:pt x="532" y="1332"/>
                    <a:pt x="532" y="1332"/>
                  </a:cubicBezTo>
                  <a:cubicBezTo>
                    <a:pt x="540" y="1332"/>
                    <a:pt x="532" y="1332"/>
                    <a:pt x="540" y="1332"/>
                  </a:cubicBezTo>
                  <a:cubicBezTo>
                    <a:pt x="540" y="1332"/>
                    <a:pt x="540" y="1332"/>
                    <a:pt x="532" y="1332"/>
                  </a:cubicBezTo>
                  <a:close/>
                  <a:moveTo>
                    <a:pt x="313" y="1214"/>
                  </a:moveTo>
                  <a:cubicBezTo>
                    <a:pt x="321" y="1214"/>
                    <a:pt x="321" y="1214"/>
                    <a:pt x="321" y="1214"/>
                  </a:cubicBezTo>
                  <a:cubicBezTo>
                    <a:pt x="313" y="1214"/>
                    <a:pt x="313" y="1214"/>
                    <a:pt x="313" y="1214"/>
                  </a:cubicBezTo>
                  <a:close/>
                  <a:moveTo>
                    <a:pt x="641" y="1379"/>
                  </a:moveTo>
                  <a:cubicBezTo>
                    <a:pt x="641" y="1379"/>
                    <a:pt x="641" y="1379"/>
                    <a:pt x="641" y="1379"/>
                  </a:cubicBezTo>
                  <a:cubicBezTo>
                    <a:pt x="641" y="1379"/>
                    <a:pt x="641" y="1379"/>
                    <a:pt x="641" y="1379"/>
                  </a:cubicBezTo>
                  <a:close/>
                  <a:moveTo>
                    <a:pt x="680" y="1379"/>
                  </a:moveTo>
                  <a:cubicBezTo>
                    <a:pt x="680" y="1379"/>
                    <a:pt x="680" y="1379"/>
                    <a:pt x="680" y="1379"/>
                  </a:cubicBezTo>
                  <a:cubicBezTo>
                    <a:pt x="688" y="1387"/>
                    <a:pt x="680" y="1387"/>
                    <a:pt x="680" y="1379"/>
                  </a:cubicBezTo>
                  <a:close/>
                  <a:moveTo>
                    <a:pt x="305" y="1206"/>
                  </a:moveTo>
                  <a:cubicBezTo>
                    <a:pt x="305" y="1206"/>
                    <a:pt x="305" y="1214"/>
                    <a:pt x="313" y="1214"/>
                  </a:cubicBezTo>
                  <a:cubicBezTo>
                    <a:pt x="313" y="1214"/>
                    <a:pt x="313" y="1214"/>
                    <a:pt x="305" y="1206"/>
                  </a:cubicBezTo>
                  <a:close/>
                  <a:moveTo>
                    <a:pt x="337" y="1230"/>
                  </a:moveTo>
                  <a:cubicBezTo>
                    <a:pt x="329" y="1230"/>
                    <a:pt x="329" y="1222"/>
                    <a:pt x="329" y="1222"/>
                  </a:cubicBezTo>
                  <a:cubicBezTo>
                    <a:pt x="329" y="1230"/>
                    <a:pt x="337" y="1230"/>
                    <a:pt x="337" y="1230"/>
                  </a:cubicBezTo>
                  <a:cubicBezTo>
                    <a:pt x="337" y="1230"/>
                    <a:pt x="337" y="1230"/>
                    <a:pt x="337" y="1230"/>
                  </a:cubicBezTo>
                  <a:close/>
                  <a:moveTo>
                    <a:pt x="313" y="1206"/>
                  </a:moveTo>
                  <a:cubicBezTo>
                    <a:pt x="321" y="1214"/>
                    <a:pt x="321" y="1222"/>
                    <a:pt x="329" y="1222"/>
                  </a:cubicBezTo>
                  <a:cubicBezTo>
                    <a:pt x="321" y="1222"/>
                    <a:pt x="321" y="1214"/>
                    <a:pt x="313" y="1206"/>
                  </a:cubicBezTo>
                  <a:close/>
                  <a:moveTo>
                    <a:pt x="516" y="1347"/>
                  </a:moveTo>
                  <a:cubicBezTo>
                    <a:pt x="516" y="1340"/>
                    <a:pt x="516" y="1340"/>
                    <a:pt x="508" y="1340"/>
                  </a:cubicBezTo>
                  <a:cubicBezTo>
                    <a:pt x="508" y="1340"/>
                    <a:pt x="508" y="1340"/>
                    <a:pt x="508" y="1340"/>
                  </a:cubicBezTo>
                  <a:cubicBezTo>
                    <a:pt x="516" y="1340"/>
                    <a:pt x="516" y="1347"/>
                    <a:pt x="516" y="1347"/>
                  </a:cubicBezTo>
                  <a:cubicBezTo>
                    <a:pt x="516" y="1347"/>
                    <a:pt x="516" y="1347"/>
                    <a:pt x="516" y="1347"/>
                  </a:cubicBezTo>
                  <a:close/>
                  <a:moveTo>
                    <a:pt x="305" y="1206"/>
                  </a:moveTo>
                  <a:cubicBezTo>
                    <a:pt x="305" y="1206"/>
                    <a:pt x="305" y="1206"/>
                    <a:pt x="305" y="1206"/>
                  </a:cubicBezTo>
                  <a:cubicBezTo>
                    <a:pt x="305" y="1206"/>
                    <a:pt x="305" y="1206"/>
                    <a:pt x="305" y="1206"/>
                  </a:cubicBezTo>
                  <a:close/>
                  <a:moveTo>
                    <a:pt x="813" y="1394"/>
                  </a:moveTo>
                  <a:cubicBezTo>
                    <a:pt x="813" y="1394"/>
                    <a:pt x="813" y="1394"/>
                    <a:pt x="813" y="1387"/>
                  </a:cubicBezTo>
                  <a:cubicBezTo>
                    <a:pt x="813" y="1387"/>
                    <a:pt x="813" y="1387"/>
                    <a:pt x="813" y="1387"/>
                  </a:cubicBezTo>
                  <a:cubicBezTo>
                    <a:pt x="805" y="1387"/>
                    <a:pt x="805" y="1387"/>
                    <a:pt x="805" y="1387"/>
                  </a:cubicBezTo>
                  <a:cubicBezTo>
                    <a:pt x="805" y="1387"/>
                    <a:pt x="805" y="1387"/>
                    <a:pt x="798" y="1387"/>
                  </a:cubicBezTo>
                  <a:cubicBezTo>
                    <a:pt x="798" y="1387"/>
                    <a:pt x="798" y="1387"/>
                    <a:pt x="798" y="1387"/>
                  </a:cubicBezTo>
                  <a:cubicBezTo>
                    <a:pt x="798" y="1387"/>
                    <a:pt x="790" y="1387"/>
                    <a:pt x="813" y="1394"/>
                  </a:cubicBezTo>
                  <a:cubicBezTo>
                    <a:pt x="813" y="1394"/>
                    <a:pt x="805" y="1394"/>
                    <a:pt x="805" y="1394"/>
                  </a:cubicBezTo>
                  <a:cubicBezTo>
                    <a:pt x="798" y="1394"/>
                    <a:pt x="798" y="1394"/>
                    <a:pt x="798" y="1394"/>
                  </a:cubicBezTo>
                  <a:cubicBezTo>
                    <a:pt x="798" y="1394"/>
                    <a:pt x="798" y="1394"/>
                    <a:pt x="805" y="1394"/>
                  </a:cubicBezTo>
                  <a:cubicBezTo>
                    <a:pt x="805" y="1394"/>
                    <a:pt x="805" y="1394"/>
                    <a:pt x="813" y="1394"/>
                  </a:cubicBezTo>
                  <a:close/>
                  <a:moveTo>
                    <a:pt x="180" y="1019"/>
                  </a:moveTo>
                  <a:cubicBezTo>
                    <a:pt x="180" y="1026"/>
                    <a:pt x="180" y="1034"/>
                    <a:pt x="188" y="1034"/>
                  </a:cubicBezTo>
                  <a:cubicBezTo>
                    <a:pt x="188" y="1034"/>
                    <a:pt x="188" y="1034"/>
                    <a:pt x="188" y="1034"/>
                  </a:cubicBezTo>
                  <a:cubicBezTo>
                    <a:pt x="180" y="1019"/>
                    <a:pt x="180" y="1019"/>
                    <a:pt x="180" y="1019"/>
                  </a:cubicBezTo>
                  <a:close/>
                  <a:moveTo>
                    <a:pt x="657" y="1379"/>
                  </a:moveTo>
                  <a:cubicBezTo>
                    <a:pt x="665" y="1379"/>
                    <a:pt x="680" y="1379"/>
                    <a:pt x="688" y="1387"/>
                  </a:cubicBezTo>
                  <a:cubicBezTo>
                    <a:pt x="680" y="1379"/>
                    <a:pt x="680" y="1379"/>
                    <a:pt x="665" y="1379"/>
                  </a:cubicBezTo>
                  <a:cubicBezTo>
                    <a:pt x="673" y="1379"/>
                    <a:pt x="673" y="1379"/>
                    <a:pt x="680" y="1379"/>
                  </a:cubicBezTo>
                  <a:cubicBezTo>
                    <a:pt x="680" y="1379"/>
                    <a:pt x="680" y="1379"/>
                    <a:pt x="688" y="1379"/>
                  </a:cubicBezTo>
                  <a:cubicBezTo>
                    <a:pt x="680" y="1379"/>
                    <a:pt x="680" y="1379"/>
                    <a:pt x="680" y="1379"/>
                  </a:cubicBezTo>
                  <a:cubicBezTo>
                    <a:pt x="696" y="1379"/>
                    <a:pt x="704" y="1387"/>
                    <a:pt x="712" y="1387"/>
                  </a:cubicBezTo>
                  <a:cubicBezTo>
                    <a:pt x="712" y="1387"/>
                    <a:pt x="712" y="1387"/>
                    <a:pt x="704" y="1387"/>
                  </a:cubicBezTo>
                  <a:cubicBezTo>
                    <a:pt x="704" y="1387"/>
                    <a:pt x="704" y="1387"/>
                    <a:pt x="696" y="1387"/>
                  </a:cubicBezTo>
                  <a:cubicBezTo>
                    <a:pt x="712" y="1387"/>
                    <a:pt x="712" y="1387"/>
                    <a:pt x="727" y="1394"/>
                  </a:cubicBezTo>
                  <a:cubicBezTo>
                    <a:pt x="735" y="1394"/>
                    <a:pt x="735" y="1394"/>
                    <a:pt x="743" y="1394"/>
                  </a:cubicBezTo>
                  <a:cubicBezTo>
                    <a:pt x="751" y="1394"/>
                    <a:pt x="751" y="1394"/>
                    <a:pt x="751" y="1394"/>
                  </a:cubicBezTo>
                  <a:cubicBezTo>
                    <a:pt x="751" y="1394"/>
                    <a:pt x="751" y="1394"/>
                    <a:pt x="751" y="1394"/>
                  </a:cubicBezTo>
                  <a:cubicBezTo>
                    <a:pt x="759" y="1394"/>
                    <a:pt x="759" y="1394"/>
                    <a:pt x="766" y="1394"/>
                  </a:cubicBezTo>
                  <a:cubicBezTo>
                    <a:pt x="751" y="1387"/>
                    <a:pt x="751" y="1394"/>
                    <a:pt x="751" y="1387"/>
                  </a:cubicBezTo>
                  <a:cubicBezTo>
                    <a:pt x="743" y="1387"/>
                    <a:pt x="743" y="1387"/>
                    <a:pt x="727" y="1387"/>
                  </a:cubicBezTo>
                  <a:cubicBezTo>
                    <a:pt x="727" y="1387"/>
                    <a:pt x="720" y="1387"/>
                    <a:pt x="712" y="1387"/>
                  </a:cubicBezTo>
                  <a:cubicBezTo>
                    <a:pt x="712" y="1387"/>
                    <a:pt x="712" y="1387"/>
                    <a:pt x="712" y="1379"/>
                  </a:cubicBezTo>
                  <a:cubicBezTo>
                    <a:pt x="704" y="1379"/>
                    <a:pt x="704" y="1379"/>
                    <a:pt x="696" y="1379"/>
                  </a:cubicBezTo>
                  <a:cubicBezTo>
                    <a:pt x="704" y="1379"/>
                    <a:pt x="704" y="1379"/>
                    <a:pt x="704" y="1387"/>
                  </a:cubicBezTo>
                  <a:cubicBezTo>
                    <a:pt x="688" y="1379"/>
                    <a:pt x="665" y="1379"/>
                    <a:pt x="641" y="1379"/>
                  </a:cubicBezTo>
                  <a:cubicBezTo>
                    <a:pt x="649" y="1379"/>
                    <a:pt x="649" y="1379"/>
                    <a:pt x="657" y="1379"/>
                  </a:cubicBezTo>
                  <a:cubicBezTo>
                    <a:pt x="657" y="1379"/>
                    <a:pt x="657" y="1379"/>
                    <a:pt x="657" y="1379"/>
                  </a:cubicBezTo>
                  <a:close/>
                  <a:moveTo>
                    <a:pt x="610" y="1371"/>
                  </a:moveTo>
                  <a:cubicBezTo>
                    <a:pt x="587" y="1363"/>
                    <a:pt x="587" y="1363"/>
                    <a:pt x="587" y="1363"/>
                  </a:cubicBezTo>
                  <a:cubicBezTo>
                    <a:pt x="587" y="1363"/>
                    <a:pt x="587" y="1363"/>
                    <a:pt x="579" y="1363"/>
                  </a:cubicBezTo>
                  <a:cubicBezTo>
                    <a:pt x="610" y="1371"/>
                    <a:pt x="610" y="1371"/>
                    <a:pt x="610" y="1371"/>
                  </a:cubicBezTo>
                  <a:close/>
                  <a:moveTo>
                    <a:pt x="540" y="1355"/>
                  </a:moveTo>
                  <a:cubicBezTo>
                    <a:pt x="540" y="1355"/>
                    <a:pt x="540" y="1355"/>
                    <a:pt x="540" y="1355"/>
                  </a:cubicBezTo>
                  <a:cubicBezTo>
                    <a:pt x="540" y="1355"/>
                    <a:pt x="540" y="1355"/>
                    <a:pt x="540" y="1355"/>
                  </a:cubicBezTo>
                  <a:cubicBezTo>
                    <a:pt x="540" y="1355"/>
                    <a:pt x="540" y="1355"/>
                    <a:pt x="555" y="1355"/>
                  </a:cubicBezTo>
                  <a:cubicBezTo>
                    <a:pt x="563" y="1363"/>
                    <a:pt x="563" y="1363"/>
                    <a:pt x="563" y="1363"/>
                  </a:cubicBezTo>
                  <a:cubicBezTo>
                    <a:pt x="563" y="1363"/>
                    <a:pt x="563" y="1363"/>
                    <a:pt x="555" y="1363"/>
                  </a:cubicBezTo>
                  <a:cubicBezTo>
                    <a:pt x="555" y="1363"/>
                    <a:pt x="555" y="1363"/>
                    <a:pt x="587" y="1363"/>
                  </a:cubicBezTo>
                  <a:cubicBezTo>
                    <a:pt x="594" y="1363"/>
                    <a:pt x="594" y="1363"/>
                    <a:pt x="594" y="1363"/>
                  </a:cubicBezTo>
                  <a:cubicBezTo>
                    <a:pt x="594" y="1363"/>
                    <a:pt x="594" y="1363"/>
                    <a:pt x="610" y="1371"/>
                  </a:cubicBezTo>
                  <a:cubicBezTo>
                    <a:pt x="610" y="1371"/>
                    <a:pt x="610" y="1371"/>
                    <a:pt x="641" y="1379"/>
                  </a:cubicBezTo>
                  <a:cubicBezTo>
                    <a:pt x="610" y="1371"/>
                    <a:pt x="610" y="1371"/>
                    <a:pt x="579" y="1363"/>
                  </a:cubicBezTo>
                  <a:cubicBezTo>
                    <a:pt x="587" y="1363"/>
                    <a:pt x="587" y="1363"/>
                    <a:pt x="587" y="1363"/>
                  </a:cubicBezTo>
                  <a:cubicBezTo>
                    <a:pt x="587" y="1363"/>
                    <a:pt x="587" y="1363"/>
                    <a:pt x="563" y="1355"/>
                  </a:cubicBezTo>
                  <a:cubicBezTo>
                    <a:pt x="563" y="1355"/>
                    <a:pt x="563" y="1355"/>
                    <a:pt x="555" y="1355"/>
                  </a:cubicBezTo>
                  <a:cubicBezTo>
                    <a:pt x="555" y="1355"/>
                    <a:pt x="555" y="1355"/>
                    <a:pt x="548" y="1355"/>
                  </a:cubicBezTo>
                  <a:cubicBezTo>
                    <a:pt x="548" y="1355"/>
                    <a:pt x="555" y="1355"/>
                    <a:pt x="563" y="1355"/>
                  </a:cubicBezTo>
                  <a:cubicBezTo>
                    <a:pt x="563" y="1355"/>
                    <a:pt x="563" y="1355"/>
                    <a:pt x="548" y="1347"/>
                  </a:cubicBezTo>
                  <a:cubicBezTo>
                    <a:pt x="548" y="1347"/>
                    <a:pt x="548" y="1347"/>
                    <a:pt x="540" y="1347"/>
                  </a:cubicBezTo>
                  <a:cubicBezTo>
                    <a:pt x="540" y="1347"/>
                    <a:pt x="532" y="1347"/>
                    <a:pt x="524" y="1347"/>
                  </a:cubicBezTo>
                  <a:cubicBezTo>
                    <a:pt x="524" y="1347"/>
                    <a:pt x="524" y="1347"/>
                    <a:pt x="516" y="1347"/>
                  </a:cubicBezTo>
                  <a:cubicBezTo>
                    <a:pt x="524" y="1347"/>
                    <a:pt x="524" y="1347"/>
                    <a:pt x="532" y="1347"/>
                  </a:cubicBezTo>
                  <a:cubicBezTo>
                    <a:pt x="532" y="1347"/>
                    <a:pt x="532" y="1347"/>
                    <a:pt x="540" y="1355"/>
                  </a:cubicBezTo>
                  <a:close/>
                  <a:moveTo>
                    <a:pt x="540" y="1355"/>
                  </a:moveTo>
                  <a:cubicBezTo>
                    <a:pt x="540" y="1355"/>
                    <a:pt x="540" y="1355"/>
                    <a:pt x="540" y="1347"/>
                  </a:cubicBezTo>
                  <a:cubicBezTo>
                    <a:pt x="540" y="1347"/>
                    <a:pt x="540" y="1347"/>
                    <a:pt x="540" y="1355"/>
                  </a:cubicBezTo>
                  <a:close/>
                  <a:moveTo>
                    <a:pt x="188" y="1034"/>
                  </a:moveTo>
                  <a:cubicBezTo>
                    <a:pt x="188" y="1034"/>
                    <a:pt x="188" y="1026"/>
                    <a:pt x="188" y="1026"/>
                  </a:cubicBezTo>
                  <a:cubicBezTo>
                    <a:pt x="188" y="1026"/>
                    <a:pt x="188" y="1026"/>
                    <a:pt x="188" y="1026"/>
                  </a:cubicBezTo>
                  <a:cubicBezTo>
                    <a:pt x="188" y="1026"/>
                    <a:pt x="188" y="1026"/>
                    <a:pt x="188" y="1034"/>
                  </a:cubicBezTo>
                  <a:close/>
                  <a:moveTo>
                    <a:pt x="188" y="1026"/>
                  </a:moveTo>
                  <a:cubicBezTo>
                    <a:pt x="188" y="1026"/>
                    <a:pt x="188" y="1026"/>
                    <a:pt x="188" y="1034"/>
                  </a:cubicBezTo>
                  <a:cubicBezTo>
                    <a:pt x="188" y="1026"/>
                    <a:pt x="188" y="1026"/>
                    <a:pt x="188" y="1026"/>
                  </a:cubicBezTo>
                  <a:cubicBezTo>
                    <a:pt x="188" y="1026"/>
                    <a:pt x="188" y="1026"/>
                    <a:pt x="188" y="1026"/>
                  </a:cubicBezTo>
                  <a:close/>
                  <a:moveTo>
                    <a:pt x="180" y="1003"/>
                  </a:moveTo>
                  <a:cubicBezTo>
                    <a:pt x="188" y="1019"/>
                    <a:pt x="180" y="1011"/>
                    <a:pt x="180" y="1019"/>
                  </a:cubicBezTo>
                  <a:cubicBezTo>
                    <a:pt x="188" y="1019"/>
                    <a:pt x="188" y="1026"/>
                    <a:pt x="188" y="1026"/>
                  </a:cubicBezTo>
                  <a:cubicBezTo>
                    <a:pt x="188" y="1026"/>
                    <a:pt x="188" y="1026"/>
                    <a:pt x="188" y="1026"/>
                  </a:cubicBezTo>
                  <a:cubicBezTo>
                    <a:pt x="188" y="1019"/>
                    <a:pt x="188" y="1026"/>
                    <a:pt x="188" y="1019"/>
                  </a:cubicBezTo>
                  <a:cubicBezTo>
                    <a:pt x="188" y="1019"/>
                    <a:pt x="188" y="1019"/>
                    <a:pt x="180" y="1003"/>
                  </a:cubicBezTo>
                  <a:close/>
                  <a:moveTo>
                    <a:pt x="188" y="1026"/>
                  </a:moveTo>
                  <a:cubicBezTo>
                    <a:pt x="188" y="1019"/>
                    <a:pt x="188" y="1019"/>
                    <a:pt x="188" y="1019"/>
                  </a:cubicBezTo>
                  <a:cubicBezTo>
                    <a:pt x="188" y="1026"/>
                    <a:pt x="188" y="1026"/>
                    <a:pt x="188" y="1026"/>
                  </a:cubicBezTo>
                  <a:close/>
                  <a:moveTo>
                    <a:pt x="524" y="1332"/>
                  </a:moveTo>
                  <a:cubicBezTo>
                    <a:pt x="532" y="1332"/>
                    <a:pt x="524" y="1332"/>
                    <a:pt x="532" y="1332"/>
                  </a:cubicBezTo>
                  <a:lnTo>
                    <a:pt x="524" y="1332"/>
                  </a:lnTo>
                  <a:close/>
                  <a:moveTo>
                    <a:pt x="79" y="71"/>
                  </a:moveTo>
                  <a:cubicBezTo>
                    <a:pt x="79" y="71"/>
                    <a:pt x="79" y="71"/>
                    <a:pt x="79" y="63"/>
                  </a:cubicBezTo>
                  <a:cubicBezTo>
                    <a:pt x="71" y="55"/>
                    <a:pt x="71" y="55"/>
                    <a:pt x="71" y="55"/>
                  </a:cubicBezTo>
                  <a:cubicBezTo>
                    <a:pt x="79" y="87"/>
                    <a:pt x="79" y="87"/>
                    <a:pt x="79" y="87"/>
                  </a:cubicBezTo>
                  <a:cubicBezTo>
                    <a:pt x="79" y="71"/>
                    <a:pt x="79" y="71"/>
                    <a:pt x="79" y="71"/>
                  </a:cubicBezTo>
                  <a:close/>
                  <a:moveTo>
                    <a:pt x="94" y="220"/>
                  </a:moveTo>
                  <a:cubicBezTo>
                    <a:pt x="94" y="212"/>
                    <a:pt x="94" y="204"/>
                    <a:pt x="86" y="181"/>
                  </a:cubicBezTo>
                  <a:cubicBezTo>
                    <a:pt x="94" y="204"/>
                    <a:pt x="94" y="228"/>
                    <a:pt x="94" y="243"/>
                  </a:cubicBezTo>
                  <a:cubicBezTo>
                    <a:pt x="94" y="243"/>
                    <a:pt x="94" y="243"/>
                    <a:pt x="94" y="220"/>
                  </a:cubicBezTo>
                  <a:close/>
                  <a:moveTo>
                    <a:pt x="86" y="181"/>
                  </a:moveTo>
                  <a:cubicBezTo>
                    <a:pt x="86" y="181"/>
                    <a:pt x="94" y="181"/>
                    <a:pt x="94" y="188"/>
                  </a:cubicBezTo>
                  <a:cubicBezTo>
                    <a:pt x="94" y="188"/>
                    <a:pt x="94" y="188"/>
                    <a:pt x="86" y="149"/>
                  </a:cubicBezTo>
                  <a:cubicBezTo>
                    <a:pt x="86" y="149"/>
                    <a:pt x="86" y="149"/>
                    <a:pt x="86" y="149"/>
                  </a:cubicBezTo>
                  <a:cubicBezTo>
                    <a:pt x="86" y="149"/>
                    <a:pt x="86" y="149"/>
                    <a:pt x="86" y="157"/>
                  </a:cubicBezTo>
                  <a:cubicBezTo>
                    <a:pt x="86" y="165"/>
                    <a:pt x="86" y="173"/>
                    <a:pt x="86" y="181"/>
                  </a:cubicBezTo>
                  <a:close/>
                  <a:moveTo>
                    <a:pt x="86" y="181"/>
                  </a:moveTo>
                  <a:cubicBezTo>
                    <a:pt x="86" y="181"/>
                    <a:pt x="86" y="181"/>
                    <a:pt x="86" y="181"/>
                  </a:cubicBezTo>
                  <a:cubicBezTo>
                    <a:pt x="86" y="173"/>
                    <a:pt x="86" y="173"/>
                    <a:pt x="86" y="173"/>
                  </a:cubicBezTo>
                  <a:cubicBezTo>
                    <a:pt x="86" y="181"/>
                    <a:pt x="86" y="181"/>
                    <a:pt x="86" y="181"/>
                  </a:cubicBezTo>
                  <a:close/>
                  <a:moveTo>
                    <a:pt x="501" y="1324"/>
                  </a:moveTo>
                  <a:cubicBezTo>
                    <a:pt x="508" y="1332"/>
                    <a:pt x="508" y="1332"/>
                    <a:pt x="516" y="1332"/>
                  </a:cubicBezTo>
                  <a:cubicBezTo>
                    <a:pt x="516" y="1332"/>
                    <a:pt x="516" y="1332"/>
                    <a:pt x="501" y="1324"/>
                  </a:cubicBezTo>
                  <a:close/>
                  <a:moveTo>
                    <a:pt x="165" y="964"/>
                  </a:moveTo>
                  <a:cubicBezTo>
                    <a:pt x="165" y="972"/>
                    <a:pt x="165" y="979"/>
                    <a:pt x="172" y="987"/>
                  </a:cubicBezTo>
                  <a:lnTo>
                    <a:pt x="165" y="964"/>
                  </a:lnTo>
                  <a:close/>
                  <a:moveTo>
                    <a:pt x="180" y="995"/>
                  </a:moveTo>
                  <a:cubicBezTo>
                    <a:pt x="180" y="995"/>
                    <a:pt x="180" y="1003"/>
                    <a:pt x="180" y="1003"/>
                  </a:cubicBezTo>
                  <a:cubicBezTo>
                    <a:pt x="180" y="1003"/>
                    <a:pt x="180" y="1003"/>
                    <a:pt x="180" y="995"/>
                  </a:cubicBezTo>
                  <a:cubicBezTo>
                    <a:pt x="180" y="995"/>
                    <a:pt x="180" y="995"/>
                    <a:pt x="180" y="995"/>
                  </a:cubicBezTo>
                  <a:cubicBezTo>
                    <a:pt x="180" y="995"/>
                    <a:pt x="180" y="1003"/>
                    <a:pt x="180" y="1003"/>
                  </a:cubicBezTo>
                  <a:cubicBezTo>
                    <a:pt x="180" y="995"/>
                    <a:pt x="180" y="1003"/>
                    <a:pt x="180" y="995"/>
                  </a:cubicBezTo>
                  <a:cubicBezTo>
                    <a:pt x="172" y="987"/>
                    <a:pt x="172" y="987"/>
                    <a:pt x="172" y="987"/>
                  </a:cubicBezTo>
                  <a:cubicBezTo>
                    <a:pt x="172" y="987"/>
                    <a:pt x="172" y="987"/>
                    <a:pt x="172" y="987"/>
                  </a:cubicBezTo>
                  <a:cubicBezTo>
                    <a:pt x="172" y="987"/>
                    <a:pt x="172" y="987"/>
                    <a:pt x="172" y="987"/>
                  </a:cubicBezTo>
                  <a:cubicBezTo>
                    <a:pt x="172" y="995"/>
                    <a:pt x="172" y="995"/>
                    <a:pt x="172" y="995"/>
                  </a:cubicBezTo>
                  <a:cubicBezTo>
                    <a:pt x="172" y="995"/>
                    <a:pt x="172" y="995"/>
                    <a:pt x="180" y="995"/>
                  </a:cubicBezTo>
                  <a:close/>
                  <a:moveTo>
                    <a:pt x="180" y="995"/>
                  </a:moveTo>
                  <a:cubicBezTo>
                    <a:pt x="180" y="995"/>
                    <a:pt x="172" y="995"/>
                    <a:pt x="172" y="995"/>
                  </a:cubicBezTo>
                  <a:cubicBezTo>
                    <a:pt x="172" y="995"/>
                    <a:pt x="172" y="995"/>
                    <a:pt x="172" y="995"/>
                  </a:cubicBezTo>
                  <a:cubicBezTo>
                    <a:pt x="180" y="995"/>
                    <a:pt x="180" y="995"/>
                    <a:pt x="180" y="995"/>
                  </a:cubicBezTo>
                  <a:close/>
                  <a:moveTo>
                    <a:pt x="501" y="1324"/>
                  </a:moveTo>
                  <a:cubicBezTo>
                    <a:pt x="501" y="1324"/>
                    <a:pt x="501" y="1324"/>
                    <a:pt x="485" y="1316"/>
                  </a:cubicBezTo>
                  <a:cubicBezTo>
                    <a:pt x="469" y="1316"/>
                    <a:pt x="469" y="1316"/>
                    <a:pt x="469" y="1316"/>
                  </a:cubicBezTo>
                  <a:cubicBezTo>
                    <a:pt x="469" y="1316"/>
                    <a:pt x="469" y="1316"/>
                    <a:pt x="493" y="1324"/>
                  </a:cubicBezTo>
                  <a:cubicBezTo>
                    <a:pt x="493" y="1324"/>
                    <a:pt x="501" y="1324"/>
                    <a:pt x="501" y="1324"/>
                  </a:cubicBezTo>
                  <a:close/>
                  <a:moveTo>
                    <a:pt x="587" y="1355"/>
                  </a:moveTo>
                  <a:cubicBezTo>
                    <a:pt x="587" y="1355"/>
                    <a:pt x="587" y="1355"/>
                    <a:pt x="587" y="1355"/>
                  </a:cubicBezTo>
                  <a:cubicBezTo>
                    <a:pt x="563" y="1347"/>
                    <a:pt x="555" y="1347"/>
                    <a:pt x="540" y="1340"/>
                  </a:cubicBezTo>
                  <a:cubicBezTo>
                    <a:pt x="524" y="1332"/>
                    <a:pt x="524" y="1332"/>
                    <a:pt x="524" y="1332"/>
                  </a:cubicBezTo>
                  <a:cubicBezTo>
                    <a:pt x="555" y="1347"/>
                    <a:pt x="579" y="1347"/>
                    <a:pt x="579" y="1355"/>
                  </a:cubicBezTo>
                  <a:cubicBezTo>
                    <a:pt x="587" y="1355"/>
                    <a:pt x="587" y="1355"/>
                    <a:pt x="587" y="1355"/>
                  </a:cubicBezTo>
                  <a:cubicBezTo>
                    <a:pt x="587" y="1355"/>
                    <a:pt x="587" y="1355"/>
                    <a:pt x="587" y="1355"/>
                  </a:cubicBezTo>
                  <a:close/>
                  <a:moveTo>
                    <a:pt x="548" y="1347"/>
                  </a:moveTo>
                  <a:cubicBezTo>
                    <a:pt x="524" y="1340"/>
                    <a:pt x="532" y="1347"/>
                    <a:pt x="516" y="1340"/>
                  </a:cubicBezTo>
                  <a:cubicBezTo>
                    <a:pt x="516" y="1340"/>
                    <a:pt x="516" y="1340"/>
                    <a:pt x="532" y="1347"/>
                  </a:cubicBezTo>
                  <a:cubicBezTo>
                    <a:pt x="532" y="1347"/>
                    <a:pt x="532" y="1347"/>
                    <a:pt x="540" y="1347"/>
                  </a:cubicBezTo>
                  <a:cubicBezTo>
                    <a:pt x="555" y="1347"/>
                    <a:pt x="563" y="1347"/>
                    <a:pt x="579" y="1355"/>
                  </a:cubicBezTo>
                  <a:cubicBezTo>
                    <a:pt x="579" y="1355"/>
                    <a:pt x="579" y="1355"/>
                    <a:pt x="563" y="1347"/>
                  </a:cubicBezTo>
                  <a:cubicBezTo>
                    <a:pt x="563" y="1347"/>
                    <a:pt x="555" y="1347"/>
                    <a:pt x="548" y="1347"/>
                  </a:cubicBezTo>
                  <a:close/>
                  <a:moveTo>
                    <a:pt x="110" y="674"/>
                  </a:moveTo>
                  <a:cubicBezTo>
                    <a:pt x="110" y="674"/>
                    <a:pt x="110" y="674"/>
                    <a:pt x="110" y="682"/>
                  </a:cubicBezTo>
                  <a:cubicBezTo>
                    <a:pt x="110" y="690"/>
                    <a:pt x="110" y="690"/>
                    <a:pt x="110" y="697"/>
                  </a:cubicBezTo>
                  <a:cubicBezTo>
                    <a:pt x="110" y="674"/>
                    <a:pt x="110" y="674"/>
                    <a:pt x="110" y="650"/>
                  </a:cubicBezTo>
                  <a:cubicBezTo>
                    <a:pt x="110" y="666"/>
                    <a:pt x="110" y="666"/>
                    <a:pt x="110" y="674"/>
                  </a:cubicBezTo>
                  <a:close/>
                  <a:moveTo>
                    <a:pt x="524" y="1332"/>
                  </a:moveTo>
                  <a:cubicBezTo>
                    <a:pt x="524" y="1332"/>
                    <a:pt x="524" y="1332"/>
                    <a:pt x="508" y="1332"/>
                  </a:cubicBezTo>
                  <a:cubicBezTo>
                    <a:pt x="501" y="1332"/>
                    <a:pt x="508" y="1332"/>
                    <a:pt x="524" y="1332"/>
                  </a:cubicBezTo>
                  <a:close/>
                  <a:moveTo>
                    <a:pt x="94" y="533"/>
                  </a:moveTo>
                  <a:cubicBezTo>
                    <a:pt x="102" y="541"/>
                    <a:pt x="102" y="533"/>
                    <a:pt x="102" y="525"/>
                  </a:cubicBezTo>
                  <a:cubicBezTo>
                    <a:pt x="102" y="525"/>
                    <a:pt x="102" y="525"/>
                    <a:pt x="102" y="525"/>
                  </a:cubicBezTo>
                  <a:cubicBezTo>
                    <a:pt x="102" y="525"/>
                    <a:pt x="102" y="525"/>
                    <a:pt x="102" y="533"/>
                  </a:cubicBezTo>
                  <a:cubicBezTo>
                    <a:pt x="102" y="533"/>
                    <a:pt x="102" y="533"/>
                    <a:pt x="102" y="533"/>
                  </a:cubicBezTo>
                  <a:cubicBezTo>
                    <a:pt x="102" y="533"/>
                    <a:pt x="102" y="533"/>
                    <a:pt x="102" y="541"/>
                  </a:cubicBezTo>
                  <a:cubicBezTo>
                    <a:pt x="102" y="556"/>
                    <a:pt x="110" y="603"/>
                    <a:pt x="110" y="619"/>
                  </a:cubicBezTo>
                  <a:cubicBezTo>
                    <a:pt x="110" y="619"/>
                    <a:pt x="110" y="619"/>
                    <a:pt x="110" y="611"/>
                  </a:cubicBezTo>
                  <a:cubicBezTo>
                    <a:pt x="110" y="588"/>
                    <a:pt x="110" y="588"/>
                    <a:pt x="110" y="588"/>
                  </a:cubicBezTo>
                  <a:cubicBezTo>
                    <a:pt x="110" y="556"/>
                    <a:pt x="110" y="533"/>
                    <a:pt x="102" y="470"/>
                  </a:cubicBezTo>
                  <a:cubicBezTo>
                    <a:pt x="102" y="470"/>
                    <a:pt x="102" y="486"/>
                    <a:pt x="102" y="502"/>
                  </a:cubicBezTo>
                  <a:cubicBezTo>
                    <a:pt x="102" y="502"/>
                    <a:pt x="102" y="502"/>
                    <a:pt x="94" y="502"/>
                  </a:cubicBezTo>
                  <a:cubicBezTo>
                    <a:pt x="102" y="517"/>
                    <a:pt x="102" y="517"/>
                    <a:pt x="94" y="533"/>
                  </a:cubicBezTo>
                  <a:close/>
                  <a:moveTo>
                    <a:pt x="641" y="1363"/>
                  </a:moveTo>
                  <a:cubicBezTo>
                    <a:pt x="657" y="1371"/>
                    <a:pt x="657" y="1371"/>
                    <a:pt x="665" y="1379"/>
                  </a:cubicBezTo>
                  <a:cubicBezTo>
                    <a:pt x="665" y="1379"/>
                    <a:pt x="665" y="1379"/>
                    <a:pt x="673" y="1379"/>
                  </a:cubicBezTo>
                  <a:cubicBezTo>
                    <a:pt x="673" y="1379"/>
                    <a:pt x="673" y="1379"/>
                    <a:pt x="688" y="1379"/>
                  </a:cubicBezTo>
                  <a:cubicBezTo>
                    <a:pt x="665" y="1371"/>
                    <a:pt x="680" y="1379"/>
                    <a:pt x="673" y="1371"/>
                  </a:cubicBezTo>
                  <a:cubicBezTo>
                    <a:pt x="673" y="1371"/>
                    <a:pt x="673" y="1371"/>
                    <a:pt x="673" y="1371"/>
                  </a:cubicBezTo>
                  <a:cubicBezTo>
                    <a:pt x="673" y="1371"/>
                    <a:pt x="673" y="1371"/>
                    <a:pt x="696" y="1379"/>
                  </a:cubicBezTo>
                  <a:cubicBezTo>
                    <a:pt x="696" y="1379"/>
                    <a:pt x="696" y="1379"/>
                    <a:pt x="688" y="1371"/>
                  </a:cubicBezTo>
                  <a:cubicBezTo>
                    <a:pt x="673" y="1371"/>
                    <a:pt x="657" y="1371"/>
                    <a:pt x="626" y="1363"/>
                  </a:cubicBezTo>
                  <a:cubicBezTo>
                    <a:pt x="626" y="1363"/>
                    <a:pt x="626" y="1363"/>
                    <a:pt x="626" y="1363"/>
                  </a:cubicBezTo>
                  <a:cubicBezTo>
                    <a:pt x="626" y="1363"/>
                    <a:pt x="626" y="1363"/>
                    <a:pt x="634" y="1363"/>
                  </a:cubicBezTo>
                  <a:cubicBezTo>
                    <a:pt x="634" y="1363"/>
                    <a:pt x="634" y="1363"/>
                    <a:pt x="641" y="1363"/>
                  </a:cubicBezTo>
                  <a:close/>
                  <a:moveTo>
                    <a:pt x="626" y="1363"/>
                  </a:moveTo>
                  <a:cubicBezTo>
                    <a:pt x="626" y="1363"/>
                    <a:pt x="626" y="1363"/>
                    <a:pt x="626" y="1363"/>
                  </a:cubicBezTo>
                  <a:close/>
                  <a:moveTo>
                    <a:pt x="477" y="1324"/>
                  </a:moveTo>
                  <a:cubicBezTo>
                    <a:pt x="477" y="1324"/>
                    <a:pt x="477" y="1316"/>
                    <a:pt x="469" y="1316"/>
                  </a:cubicBezTo>
                  <a:cubicBezTo>
                    <a:pt x="485" y="1324"/>
                    <a:pt x="485" y="1324"/>
                    <a:pt x="485" y="1324"/>
                  </a:cubicBezTo>
                  <a:cubicBezTo>
                    <a:pt x="485" y="1324"/>
                    <a:pt x="477" y="1324"/>
                    <a:pt x="477" y="1324"/>
                  </a:cubicBezTo>
                  <a:close/>
                  <a:moveTo>
                    <a:pt x="618" y="1363"/>
                  </a:moveTo>
                  <a:cubicBezTo>
                    <a:pt x="618" y="1363"/>
                    <a:pt x="618" y="1363"/>
                    <a:pt x="618" y="1363"/>
                  </a:cubicBezTo>
                  <a:cubicBezTo>
                    <a:pt x="618" y="1363"/>
                    <a:pt x="618" y="1363"/>
                    <a:pt x="610" y="1363"/>
                  </a:cubicBezTo>
                  <a:cubicBezTo>
                    <a:pt x="602" y="1363"/>
                    <a:pt x="610" y="1363"/>
                    <a:pt x="610" y="1363"/>
                  </a:cubicBezTo>
                  <a:cubicBezTo>
                    <a:pt x="610" y="1363"/>
                    <a:pt x="610" y="1363"/>
                    <a:pt x="618" y="1363"/>
                  </a:cubicBezTo>
                  <a:close/>
                  <a:moveTo>
                    <a:pt x="63" y="0"/>
                  </a:moveTo>
                  <a:cubicBezTo>
                    <a:pt x="55" y="0"/>
                    <a:pt x="55" y="0"/>
                    <a:pt x="55" y="0"/>
                  </a:cubicBezTo>
                  <a:cubicBezTo>
                    <a:pt x="63" y="24"/>
                    <a:pt x="55" y="16"/>
                    <a:pt x="63" y="32"/>
                  </a:cubicBezTo>
                  <a:cubicBezTo>
                    <a:pt x="63" y="32"/>
                    <a:pt x="63" y="32"/>
                    <a:pt x="63" y="0"/>
                  </a:cubicBezTo>
                  <a:close/>
                  <a:moveTo>
                    <a:pt x="782" y="1379"/>
                  </a:moveTo>
                  <a:cubicBezTo>
                    <a:pt x="774" y="1379"/>
                    <a:pt x="774" y="1379"/>
                    <a:pt x="774" y="1379"/>
                  </a:cubicBezTo>
                  <a:cubicBezTo>
                    <a:pt x="782" y="1387"/>
                    <a:pt x="782" y="1387"/>
                    <a:pt x="782" y="1387"/>
                  </a:cubicBezTo>
                  <a:lnTo>
                    <a:pt x="782" y="1379"/>
                  </a:lnTo>
                  <a:close/>
                  <a:moveTo>
                    <a:pt x="766" y="1379"/>
                  </a:moveTo>
                  <a:cubicBezTo>
                    <a:pt x="766" y="1379"/>
                    <a:pt x="766" y="1379"/>
                    <a:pt x="766" y="1387"/>
                  </a:cubicBezTo>
                  <a:cubicBezTo>
                    <a:pt x="766" y="1387"/>
                    <a:pt x="766" y="1387"/>
                    <a:pt x="774" y="1387"/>
                  </a:cubicBezTo>
                  <a:cubicBezTo>
                    <a:pt x="774" y="1387"/>
                    <a:pt x="774" y="1387"/>
                    <a:pt x="766" y="1379"/>
                  </a:cubicBezTo>
                  <a:close/>
                  <a:moveTo>
                    <a:pt x="79" y="102"/>
                  </a:moveTo>
                  <a:cubicBezTo>
                    <a:pt x="79" y="94"/>
                    <a:pt x="71" y="94"/>
                    <a:pt x="71" y="87"/>
                  </a:cubicBezTo>
                  <a:cubicBezTo>
                    <a:pt x="79" y="94"/>
                    <a:pt x="79" y="102"/>
                    <a:pt x="79" y="102"/>
                  </a:cubicBezTo>
                  <a:close/>
                  <a:moveTo>
                    <a:pt x="907" y="1387"/>
                  </a:moveTo>
                  <a:cubicBezTo>
                    <a:pt x="907" y="1387"/>
                    <a:pt x="907" y="1387"/>
                    <a:pt x="899" y="1394"/>
                  </a:cubicBezTo>
                  <a:cubicBezTo>
                    <a:pt x="907" y="1394"/>
                    <a:pt x="899" y="1394"/>
                    <a:pt x="907" y="1387"/>
                  </a:cubicBezTo>
                  <a:close/>
                  <a:moveTo>
                    <a:pt x="79" y="149"/>
                  </a:moveTo>
                  <a:cubicBezTo>
                    <a:pt x="79" y="165"/>
                    <a:pt x="79" y="165"/>
                    <a:pt x="86" y="188"/>
                  </a:cubicBezTo>
                  <a:cubicBezTo>
                    <a:pt x="86" y="165"/>
                    <a:pt x="86" y="157"/>
                    <a:pt x="79" y="149"/>
                  </a:cubicBezTo>
                  <a:close/>
                  <a:moveTo>
                    <a:pt x="79" y="118"/>
                  </a:moveTo>
                  <a:cubicBezTo>
                    <a:pt x="71" y="118"/>
                    <a:pt x="71" y="118"/>
                    <a:pt x="71" y="118"/>
                  </a:cubicBezTo>
                  <a:cubicBezTo>
                    <a:pt x="79" y="126"/>
                    <a:pt x="79" y="126"/>
                    <a:pt x="79" y="118"/>
                  </a:cubicBezTo>
                  <a:close/>
                  <a:moveTo>
                    <a:pt x="782" y="1387"/>
                  </a:moveTo>
                  <a:cubicBezTo>
                    <a:pt x="782" y="1387"/>
                    <a:pt x="782" y="1387"/>
                    <a:pt x="782" y="1387"/>
                  </a:cubicBezTo>
                  <a:cubicBezTo>
                    <a:pt x="782" y="1387"/>
                    <a:pt x="774" y="1387"/>
                    <a:pt x="774" y="1387"/>
                  </a:cubicBezTo>
                  <a:cubicBezTo>
                    <a:pt x="774" y="1387"/>
                    <a:pt x="774" y="1387"/>
                    <a:pt x="774" y="1387"/>
                  </a:cubicBezTo>
                  <a:cubicBezTo>
                    <a:pt x="774" y="1387"/>
                    <a:pt x="774" y="1387"/>
                    <a:pt x="782" y="1394"/>
                  </a:cubicBezTo>
                  <a:cubicBezTo>
                    <a:pt x="782" y="1387"/>
                    <a:pt x="782" y="1387"/>
                    <a:pt x="782" y="1387"/>
                  </a:cubicBezTo>
                  <a:close/>
                  <a:moveTo>
                    <a:pt x="55" y="8"/>
                  </a:moveTo>
                  <a:cubicBezTo>
                    <a:pt x="55" y="8"/>
                    <a:pt x="55" y="8"/>
                    <a:pt x="55" y="8"/>
                  </a:cubicBezTo>
                  <a:cubicBezTo>
                    <a:pt x="55" y="8"/>
                    <a:pt x="55" y="8"/>
                    <a:pt x="55" y="8"/>
                  </a:cubicBezTo>
                  <a:cubicBezTo>
                    <a:pt x="55" y="8"/>
                    <a:pt x="55" y="8"/>
                    <a:pt x="55" y="8"/>
                  </a:cubicBezTo>
                  <a:close/>
                  <a:moveTo>
                    <a:pt x="55" y="0"/>
                  </a:moveTo>
                  <a:cubicBezTo>
                    <a:pt x="55" y="0"/>
                    <a:pt x="55" y="8"/>
                    <a:pt x="55" y="8"/>
                  </a:cubicBezTo>
                  <a:cubicBezTo>
                    <a:pt x="55" y="8"/>
                    <a:pt x="55" y="0"/>
                    <a:pt x="55" y="0"/>
                  </a:cubicBezTo>
                  <a:close/>
                  <a:moveTo>
                    <a:pt x="94" y="447"/>
                  </a:moveTo>
                  <a:cubicBezTo>
                    <a:pt x="94" y="463"/>
                    <a:pt x="86" y="455"/>
                    <a:pt x="94" y="463"/>
                  </a:cubicBezTo>
                  <a:cubicBezTo>
                    <a:pt x="94" y="463"/>
                    <a:pt x="94" y="463"/>
                    <a:pt x="94" y="463"/>
                  </a:cubicBezTo>
                  <a:cubicBezTo>
                    <a:pt x="94" y="439"/>
                    <a:pt x="94" y="439"/>
                    <a:pt x="94" y="439"/>
                  </a:cubicBezTo>
                  <a:cubicBezTo>
                    <a:pt x="94" y="439"/>
                    <a:pt x="94" y="431"/>
                    <a:pt x="94" y="431"/>
                  </a:cubicBezTo>
                  <a:cubicBezTo>
                    <a:pt x="94" y="423"/>
                    <a:pt x="94" y="423"/>
                    <a:pt x="94" y="416"/>
                  </a:cubicBezTo>
                  <a:cubicBezTo>
                    <a:pt x="94" y="416"/>
                    <a:pt x="94" y="416"/>
                    <a:pt x="94" y="416"/>
                  </a:cubicBezTo>
                  <a:cubicBezTo>
                    <a:pt x="86" y="423"/>
                    <a:pt x="86" y="431"/>
                    <a:pt x="94" y="447"/>
                  </a:cubicBezTo>
                  <a:close/>
                  <a:moveTo>
                    <a:pt x="94" y="408"/>
                  </a:moveTo>
                  <a:cubicBezTo>
                    <a:pt x="94" y="416"/>
                    <a:pt x="94" y="416"/>
                    <a:pt x="94" y="416"/>
                  </a:cubicBezTo>
                  <a:cubicBezTo>
                    <a:pt x="94" y="408"/>
                    <a:pt x="94" y="408"/>
                    <a:pt x="94" y="408"/>
                  </a:cubicBezTo>
                  <a:cubicBezTo>
                    <a:pt x="94" y="400"/>
                    <a:pt x="94" y="392"/>
                    <a:pt x="94" y="384"/>
                  </a:cubicBezTo>
                  <a:cubicBezTo>
                    <a:pt x="94" y="376"/>
                    <a:pt x="86" y="361"/>
                    <a:pt x="86" y="369"/>
                  </a:cubicBezTo>
                  <a:cubicBezTo>
                    <a:pt x="86" y="376"/>
                    <a:pt x="86" y="392"/>
                    <a:pt x="86" y="408"/>
                  </a:cubicBezTo>
                  <a:cubicBezTo>
                    <a:pt x="86" y="408"/>
                    <a:pt x="86" y="408"/>
                    <a:pt x="86" y="416"/>
                  </a:cubicBezTo>
                  <a:cubicBezTo>
                    <a:pt x="86" y="416"/>
                    <a:pt x="86" y="416"/>
                    <a:pt x="94" y="408"/>
                  </a:cubicBezTo>
                  <a:close/>
                  <a:moveTo>
                    <a:pt x="71" y="141"/>
                  </a:moveTo>
                  <a:cubicBezTo>
                    <a:pt x="71" y="141"/>
                    <a:pt x="71" y="141"/>
                    <a:pt x="71" y="141"/>
                  </a:cubicBezTo>
                  <a:cubicBezTo>
                    <a:pt x="71" y="141"/>
                    <a:pt x="71" y="141"/>
                    <a:pt x="71" y="141"/>
                  </a:cubicBezTo>
                  <a:cubicBezTo>
                    <a:pt x="71" y="141"/>
                    <a:pt x="71" y="141"/>
                    <a:pt x="71" y="141"/>
                  </a:cubicBezTo>
                  <a:close/>
                  <a:moveTo>
                    <a:pt x="71" y="118"/>
                  </a:moveTo>
                  <a:cubicBezTo>
                    <a:pt x="71" y="110"/>
                    <a:pt x="71" y="110"/>
                    <a:pt x="71" y="110"/>
                  </a:cubicBezTo>
                  <a:cubicBezTo>
                    <a:pt x="71" y="110"/>
                    <a:pt x="71" y="110"/>
                    <a:pt x="71" y="110"/>
                  </a:cubicBezTo>
                  <a:cubicBezTo>
                    <a:pt x="71" y="110"/>
                    <a:pt x="71" y="110"/>
                    <a:pt x="71" y="110"/>
                  </a:cubicBezTo>
                  <a:cubicBezTo>
                    <a:pt x="71" y="102"/>
                    <a:pt x="71" y="94"/>
                    <a:pt x="71" y="94"/>
                  </a:cubicBezTo>
                  <a:cubicBezTo>
                    <a:pt x="71" y="94"/>
                    <a:pt x="71" y="94"/>
                    <a:pt x="71" y="94"/>
                  </a:cubicBezTo>
                  <a:cubicBezTo>
                    <a:pt x="71" y="87"/>
                    <a:pt x="71" y="79"/>
                    <a:pt x="71" y="79"/>
                  </a:cubicBezTo>
                  <a:cubicBezTo>
                    <a:pt x="71" y="79"/>
                    <a:pt x="71" y="79"/>
                    <a:pt x="71" y="79"/>
                  </a:cubicBezTo>
                  <a:cubicBezTo>
                    <a:pt x="71" y="79"/>
                    <a:pt x="71" y="79"/>
                    <a:pt x="63" y="40"/>
                  </a:cubicBezTo>
                  <a:cubicBezTo>
                    <a:pt x="63" y="40"/>
                    <a:pt x="63" y="40"/>
                    <a:pt x="63" y="40"/>
                  </a:cubicBezTo>
                  <a:cubicBezTo>
                    <a:pt x="63" y="32"/>
                    <a:pt x="63" y="24"/>
                    <a:pt x="55" y="16"/>
                  </a:cubicBezTo>
                  <a:cubicBezTo>
                    <a:pt x="55" y="16"/>
                    <a:pt x="55" y="16"/>
                    <a:pt x="55" y="8"/>
                  </a:cubicBezTo>
                  <a:cubicBezTo>
                    <a:pt x="55" y="8"/>
                    <a:pt x="55" y="16"/>
                    <a:pt x="55" y="24"/>
                  </a:cubicBezTo>
                  <a:cubicBezTo>
                    <a:pt x="55" y="24"/>
                    <a:pt x="55" y="24"/>
                    <a:pt x="55" y="16"/>
                  </a:cubicBezTo>
                  <a:cubicBezTo>
                    <a:pt x="55" y="32"/>
                    <a:pt x="63" y="47"/>
                    <a:pt x="63" y="63"/>
                  </a:cubicBezTo>
                  <a:cubicBezTo>
                    <a:pt x="71" y="87"/>
                    <a:pt x="63" y="63"/>
                    <a:pt x="71" y="79"/>
                  </a:cubicBezTo>
                  <a:cubicBezTo>
                    <a:pt x="71" y="79"/>
                    <a:pt x="71" y="79"/>
                    <a:pt x="71" y="87"/>
                  </a:cubicBezTo>
                  <a:cubicBezTo>
                    <a:pt x="71" y="94"/>
                    <a:pt x="71" y="102"/>
                    <a:pt x="71" y="102"/>
                  </a:cubicBezTo>
                  <a:cubicBezTo>
                    <a:pt x="71" y="102"/>
                    <a:pt x="71" y="102"/>
                    <a:pt x="71" y="87"/>
                  </a:cubicBezTo>
                  <a:cubicBezTo>
                    <a:pt x="71" y="94"/>
                    <a:pt x="71" y="94"/>
                    <a:pt x="71" y="94"/>
                  </a:cubicBezTo>
                  <a:cubicBezTo>
                    <a:pt x="71" y="110"/>
                    <a:pt x="71" y="126"/>
                    <a:pt x="71" y="141"/>
                  </a:cubicBezTo>
                  <a:cubicBezTo>
                    <a:pt x="71" y="126"/>
                    <a:pt x="71" y="126"/>
                    <a:pt x="71" y="118"/>
                  </a:cubicBezTo>
                  <a:cubicBezTo>
                    <a:pt x="71" y="118"/>
                    <a:pt x="71" y="118"/>
                    <a:pt x="71" y="118"/>
                  </a:cubicBezTo>
                  <a:close/>
                  <a:moveTo>
                    <a:pt x="63" y="47"/>
                  </a:moveTo>
                  <a:cubicBezTo>
                    <a:pt x="63" y="55"/>
                    <a:pt x="63" y="55"/>
                    <a:pt x="63" y="55"/>
                  </a:cubicBezTo>
                  <a:cubicBezTo>
                    <a:pt x="63" y="55"/>
                    <a:pt x="63" y="47"/>
                    <a:pt x="63" y="47"/>
                  </a:cubicBezTo>
                  <a:close/>
                  <a:moveTo>
                    <a:pt x="63" y="55"/>
                  </a:moveTo>
                  <a:cubicBezTo>
                    <a:pt x="63" y="55"/>
                    <a:pt x="63" y="63"/>
                    <a:pt x="71" y="63"/>
                  </a:cubicBezTo>
                  <a:cubicBezTo>
                    <a:pt x="71" y="63"/>
                    <a:pt x="71" y="63"/>
                    <a:pt x="71" y="71"/>
                  </a:cubicBezTo>
                  <a:cubicBezTo>
                    <a:pt x="63" y="63"/>
                    <a:pt x="63" y="63"/>
                    <a:pt x="63" y="55"/>
                  </a:cubicBezTo>
                  <a:close/>
                  <a:moveTo>
                    <a:pt x="923" y="1394"/>
                  </a:moveTo>
                  <a:cubicBezTo>
                    <a:pt x="923" y="1394"/>
                    <a:pt x="923" y="1394"/>
                    <a:pt x="907" y="1394"/>
                  </a:cubicBezTo>
                  <a:cubicBezTo>
                    <a:pt x="891" y="1394"/>
                    <a:pt x="891" y="1394"/>
                    <a:pt x="891" y="1394"/>
                  </a:cubicBezTo>
                  <a:cubicBezTo>
                    <a:pt x="907" y="1394"/>
                    <a:pt x="915" y="1394"/>
                    <a:pt x="915" y="1394"/>
                  </a:cubicBezTo>
                  <a:cubicBezTo>
                    <a:pt x="915" y="1394"/>
                    <a:pt x="915" y="1394"/>
                    <a:pt x="923" y="1394"/>
                  </a:cubicBezTo>
                  <a:close/>
                  <a:moveTo>
                    <a:pt x="852" y="1394"/>
                  </a:moveTo>
                  <a:cubicBezTo>
                    <a:pt x="852" y="1394"/>
                    <a:pt x="852" y="1394"/>
                    <a:pt x="837" y="1394"/>
                  </a:cubicBezTo>
                  <a:cubicBezTo>
                    <a:pt x="829" y="1394"/>
                    <a:pt x="845" y="1394"/>
                    <a:pt x="845" y="1394"/>
                  </a:cubicBezTo>
                  <a:cubicBezTo>
                    <a:pt x="845" y="1394"/>
                    <a:pt x="845" y="1394"/>
                    <a:pt x="852" y="1394"/>
                  </a:cubicBezTo>
                  <a:close/>
                  <a:moveTo>
                    <a:pt x="438" y="1402"/>
                  </a:moveTo>
                  <a:cubicBezTo>
                    <a:pt x="438" y="1402"/>
                    <a:pt x="438" y="1402"/>
                    <a:pt x="438" y="1402"/>
                  </a:cubicBezTo>
                  <a:cubicBezTo>
                    <a:pt x="438" y="1402"/>
                    <a:pt x="438" y="1402"/>
                    <a:pt x="438" y="1402"/>
                  </a:cubicBezTo>
                  <a:close/>
                  <a:moveTo>
                    <a:pt x="446" y="1410"/>
                  </a:moveTo>
                  <a:cubicBezTo>
                    <a:pt x="438" y="1410"/>
                    <a:pt x="438" y="1402"/>
                    <a:pt x="438" y="1402"/>
                  </a:cubicBezTo>
                  <a:cubicBezTo>
                    <a:pt x="438" y="1402"/>
                    <a:pt x="438" y="1402"/>
                    <a:pt x="438" y="1410"/>
                  </a:cubicBezTo>
                  <a:cubicBezTo>
                    <a:pt x="438" y="1410"/>
                    <a:pt x="438" y="1410"/>
                    <a:pt x="446" y="1410"/>
                  </a:cubicBezTo>
                  <a:close/>
                  <a:moveTo>
                    <a:pt x="446" y="1410"/>
                  </a:moveTo>
                  <a:cubicBezTo>
                    <a:pt x="446" y="1402"/>
                    <a:pt x="446" y="1402"/>
                    <a:pt x="438" y="1402"/>
                  </a:cubicBezTo>
                  <a:cubicBezTo>
                    <a:pt x="446" y="1410"/>
                    <a:pt x="446" y="1410"/>
                    <a:pt x="446" y="1410"/>
                  </a:cubicBezTo>
                  <a:close/>
                  <a:moveTo>
                    <a:pt x="516" y="1434"/>
                  </a:moveTo>
                  <a:cubicBezTo>
                    <a:pt x="516" y="1434"/>
                    <a:pt x="516" y="1434"/>
                    <a:pt x="516" y="1434"/>
                  </a:cubicBezTo>
                  <a:cubicBezTo>
                    <a:pt x="516" y="1434"/>
                    <a:pt x="516" y="1434"/>
                    <a:pt x="508" y="1434"/>
                  </a:cubicBezTo>
                  <a:cubicBezTo>
                    <a:pt x="516" y="1434"/>
                    <a:pt x="516" y="1434"/>
                    <a:pt x="516" y="1434"/>
                  </a:cubicBezTo>
                  <a:close/>
                  <a:moveTo>
                    <a:pt x="516" y="1434"/>
                  </a:moveTo>
                  <a:cubicBezTo>
                    <a:pt x="524" y="1434"/>
                    <a:pt x="524" y="1434"/>
                    <a:pt x="532" y="1434"/>
                  </a:cubicBezTo>
                  <a:cubicBezTo>
                    <a:pt x="524" y="1434"/>
                    <a:pt x="524" y="1434"/>
                    <a:pt x="516" y="1434"/>
                  </a:cubicBezTo>
                  <a:close/>
                  <a:moveTo>
                    <a:pt x="688" y="1465"/>
                  </a:moveTo>
                  <a:cubicBezTo>
                    <a:pt x="680" y="1465"/>
                    <a:pt x="680" y="1465"/>
                    <a:pt x="673" y="1465"/>
                  </a:cubicBezTo>
                  <a:cubicBezTo>
                    <a:pt x="688" y="1465"/>
                    <a:pt x="688" y="1465"/>
                    <a:pt x="688" y="1465"/>
                  </a:cubicBezTo>
                  <a:close/>
                  <a:moveTo>
                    <a:pt x="673" y="1465"/>
                  </a:moveTo>
                  <a:cubicBezTo>
                    <a:pt x="673" y="1465"/>
                    <a:pt x="673" y="1465"/>
                    <a:pt x="673" y="1465"/>
                  </a:cubicBezTo>
                  <a:cubicBezTo>
                    <a:pt x="665" y="1465"/>
                    <a:pt x="665" y="1465"/>
                    <a:pt x="665" y="1465"/>
                  </a:cubicBezTo>
                  <a:cubicBezTo>
                    <a:pt x="665" y="1465"/>
                    <a:pt x="673" y="1465"/>
                    <a:pt x="673" y="1465"/>
                  </a:cubicBezTo>
                  <a:close/>
                  <a:moveTo>
                    <a:pt x="8" y="353"/>
                  </a:moveTo>
                  <a:cubicBezTo>
                    <a:pt x="8" y="369"/>
                    <a:pt x="8" y="384"/>
                    <a:pt x="8" y="392"/>
                  </a:cubicBezTo>
                  <a:cubicBezTo>
                    <a:pt x="8" y="392"/>
                    <a:pt x="8" y="400"/>
                    <a:pt x="8" y="400"/>
                  </a:cubicBezTo>
                  <a:cubicBezTo>
                    <a:pt x="8" y="400"/>
                    <a:pt x="8" y="400"/>
                    <a:pt x="8" y="400"/>
                  </a:cubicBezTo>
                  <a:cubicBezTo>
                    <a:pt x="8" y="400"/>
                    <a:pt x="8" y="400"/>
                    <a:pt x="8" y="408"/>
                  </a:cubicBezTo>
                  <a:cubicBezTo>
                    <a:pt x="8" y="408"/>
                    <a:pt x="8" y="408"/>
                    <a:pt x="8" y="423"/>
                  </a:cubicBezTo>
                  <a:cubicBezTo>
                    <a:pt x="16" y="408"/>
                    <a:pt x="8" y="376"/>
                    <a:pt x="8" y="353"/>
                  </a:cubicBezTo>
                  <a:close/>
                  <a:moveTo>
                    <a:pt x="1360" y="1394"/>
                  </a:moveTo>
                  <a:cubicBezTo>
                    <a:pt x="1360" y="1394"/>
                    <a:pt x="1360" y="1394"/>
                    <a:pt x="1360" y="1394"/>
                  </a:cubicBezTo>
                  <a:cubicBezTo>
                    <a:pt x="1360" y="1394"/>
                    <a:pt x="1360" y="1394"/>
                    <a:pt x="1360" y="1394"/>
                  </a:cubicBezTo>
                  <a:cubicBezTo>
                    <a:pt x="1360" y="1394"/>
                    <a:pt x="1360" y="1394"/>
                    <a:pt x="1360" y="1394"/>
                  </a:cubicBezTo>
                  <a:close/>
                  <a:moveTo>
                    <a:pt x="1392" y="1402"/>
                  </a:moveTo>
                  <a:cubicBezTo>
                    <a:pt x="1392" y="1402"/>
                    <a:pt x="1392" y="1402"/>
                    <a:pt x="1392" y="1402"/>
                  </a:cubicBezTo>
                  <a:cubicBezTo>
                    <a:pt x="1392" y="1402"/>
                    <a:pt x="1392" y="1402"/>
                    <a:pt x="1392" y="1402"/>
                  </a:cubicBezTo>
                  <a:cubicBezTo>
                    <a:pt x="1392" y="1402"/>
                    <a:pt x="1392" y="1402"/>
                    <a:pt x="1392" y="1402"/>
                  </a:cubicBezTo>
                  <a:close/>
                  <a:moveTo>
                    <a:pt x="423" y="1308"/>
                  </a:moveTo>
                  <a:cubicBezTo>
                    <a:pt x="423" y="1308"/>
                    <a:pt x="423" y="1308"/>
                    <a:pt x="423" y="1316"/>
                  </a:cubicBezTo>
                  <a:cubicBezTo>
                    <a:pt x="423" y="1316"/>
                    <a:pt x="430" y="1316"/>
                    <a:pt x="438" y="1316"/>
                  </a:cubicBezTo>
                  <a:cubicBezTo>
                    <a:pt x="423" y="1308"/>
                    <a:pt x="423" y="1308"/>
                    <a:pt x="423" y="1308"/>
                  </a:cubicBezTo>
                  <a:close/>
                  <a:moveTo>
                    <a:pt x="1485" y="1379"/>
                  </a:moveTo>
                  <a:cubicBezTo>
                    <a:pt x="1493" y="1371"/>
                    <a:pt x="1493" y="1371"/>
                    <a:pt x="1493" y="1371"/>
                  </a:cubicBezTo>
                  <a:cubicBezTo>
                    <a:pt x="1493" y="1371"/>
                    <a:pt x="1493" y="1371"/>
                    <a:pt x="1485" y="1379"/>
                  </a:cubicBezTo>
                  <a:cubicBezTo>
                    <a:pt x="1485" y="1379"/>
                    <a:pt x="1485" y="1379"/>
                    <a:pt x="1485" y="1379"/>
                  </a:cubicBezTo>
                  <a:close/>
                  <a:moveTo>
                    <a:pt x="1501" y="1371"/>
                  </a:moveTo>
                  <a:cubicBezTo>
                    <a:pt x="1501" y="1371"/>
                    <a:pt x="1501" y="1371"/>
                    <a:pt x="1493" y="1371"/>
                  </a:cubicBezTo>
                  <a:cubicBezTo>
                    <a:pt x="1493" y="1371"/>
                    <a:pt x="1493" y="1371"/>
                    <a:pt x="1493" y="1371"/>
                  </a:cubicBezTo>
                  <a:cubicBezTo>
                    <a:pt x="1493" y="1371"/>
                    <a:pt x="1493" y="1371"/>
                    <a:pt x="1501" y="1371"/>
                  </a:cubicBezTo>
                  <a:close/>
                  <a:moveTo>
                    <a:pt x="55" y="118"/>
                  </a:moveTo>
                  <a:cubicBezTo>
                    <a:pt x="55" y="118"/>
                    <a:pt x="55" y="118"/>
                    <a:pt x="55" y="118"/>
                  </a:cubicBezTo>
                  <a:cubicBezTo>
                    <a:pt x="55" y="126"/>
                    <a:pt x="55" y="126"/>
                    <a:pt x="55" y="126"/>
                  </a:cubicBezTo>
                  <a:cubicBezTo>
                    <a:pt x="55" y="118"/>
                    <a:pt x="55" y="118"/>
                    <a:pt x="55" y="118"/>
                  </a:cubicBezTo>
                  <a:close/>
                  <a:moveTo>
                    <a:pt x="1329" y="1371"/>
                  </a:moveTo>
                  <a:cubicBezTo>
                    <a:pt x="1329" y="1371"/>
                    <a:pt x="1329" y="1371"/>
                    <a:pt x="1329" y="1371"/>
                  </a:cubicBezTo>
                  <a:cubicBezTo>
                    <a:pt x="1321" y="1371"/>
                    <a:pt x="1321" y="1371"/>
                    <a:pt x="1321" y="1371"/>
                  </a:cubicBezTo>
                  <a:cubicBezTo>
                    <a:pt x="1306" y="1379"/>
                    <a:pt x="1298" y="1379"/>
                    <a:pt x="1290" y="1379"/>
                  </a:cubicBezTo>
                  <a:cubicBezTo>
                    <a:pt x="1298" y="1379"/>
                    <a:pt x="1298" y="1379"/>
                    <a:pt x="1314" y="1379"/>
                  </a:cubicBezTo>
                  <a:cubicBezTo>
                    <a:pt x="1314" y="1379"/>
                    <a:pt x="1314" y="1379"/>
                    <a:pt x="1314" y="1371"/>
                  </a:cubicBezTo>
                  <a:cubicBezTo>
                    <a:pt x="1321" y="1371"/>
                    <a:pt x="1321" y="1371"/>
                    <a:pt x="1329" y="1371"/>
                  </a:cubicBezTo>
                  <a:close/>
                  <a:moveTo>
                    <a:pt x="1329" y="1387"/>
                  </a:moveTo>
                  <a:cubicBezTo>
                    <a:pt x="1329" y="1387"/>
                    <a:pt x="1337" y="1379"/>
                    <a:pt x="1345" y="1379"/>
                  </a:cubicBezTo>
                  <a:cubicBezTo>
                    <a:pt x="1337" y="1379"/>
                    <a:pt x="1329" y="1387"/>
                    <a:pt x="1329" y="1387"/>
                  </a:cubicBezTo>
                  <a:cubicBezTo>
                    <a:pt x="1329" y="1387"/>
                    <a:pt x="1329" y="1387"/>
                    <a:pt x="1329" y="1387"/>
                  </a:cubicBezTo>
                  <a:close/>
                  <a:moveTo>
                    <a:pt x="1321" y="1402"/>
                  </a:moveTo>
                  <a:cubicBezTo>
                    <a:pt x="1314" y="1402"/>
                    <a:pt x="1314" y="1402"/>
                    <a:pt x="1306" y="1402"/>
                  </a:cubicBezTo>
                  <a:cubicBezTo>
                    <a:pt x="1314" y="1402"/>
                    <a:pt x="1314" y="1402"/>
                    <a:pt x="1321" y="1402"/>
                  </a:cubicBezTo>
                  <a:cubicBezTo>
                    <a:pt x="1321" y="1402"/>
                    <a:pt x="1321" y="1402"/>
                    <a:pt x="1321" y="1402"/>
                  </a:cubicBezTo>
                  <a:close/>
                  <a:moveTo>
                    <a:pt x="55" y="87"/>
                  </a:moveTo>
                  <a:cubicBezTo>
                    <a:pt x="55" y="87"/>
                    <a:pt x="47" y="79"/>
                    <a:pt x="47" y="71"/>
                  </a:cubicBezTo>
                  <a:cubicBezTo>
                    <a:pt x="47" y="87"/>
                    <a:pt x="55" y="87"/>
                    <a:pt x="55" y="87"/>
                  </a:cubicBezTo>
                  <a:close/>
                  <a:moveTo>
                    <a:pt x="47" y="24"/>
                  </a:moveTo>
                  <a:cubicBezTo>
                    <a:pt x="47" y="24"/>
                    <a:pt x="47" y="24"/>
                    <a:pt x="47" y="24"/>
                  </a:cubicBezTo>
                  <a:cubicBezTo>
                    <a:pt x="47" y="16"/>
                    <a:pt x="47" y="16"/>
                    <a:pt x="47" y="16"/>
                  </a:cubicBezTo>
                  <a:cubicBezTo>
                    <a:pt x="47" y="16"/>
                    <a:pt x="47" y="16"/>
                    <a:pt x="47" y="24"/>
                  </a:cubicBezTo>
                  <a:close/>
                  <a:moveTo>
                    <a:pt x="71" y="235"/>
                  </a:moveTo>
                  <a:cubicBezTo>
                    <a:pt x="63" y="220"/>
                    <a:pt x="63" y="204"/>
                    <a:pt x="63" y="196"/>
                  </a:cubicBezTo>
                  <a:cubicBezTo>
                    <a:pt x="63" y="196"/>
                    <a:pt x="63" y="196"/>
                    <a:pt x="63" y="204"/>
                  </a:cubicBezTo>
                  <a:cubicBezTo>
                    <a:pt x="63" y="204"/>
                    <a:pt x="63" y="204"/>
                    <a:pt x="71" y="235"/>
                  </a:cubicBezTo>
                  <a:close/>
                  <a:moveTo>
                    <a:pt x="63" y="188"/>
                  </a:moveTo>
                  <a:cubicBezTo>
                    <a:pt x="63" y="181"/>
                    <a:pt x="63" y="181"/>
                    <a:pt x="63" y="173"/>
                  </a:cubicBezTo>
                  <a:cubicBezTo>
                    <a:pt x="55" y="157"/>
                    <a:pt x="55" y="157"/>
                    <a:pt x="55" y="157"/>
                  </a:cubicBezTo>
                  <a:cubicBezTo>
                    <a:pt x="63" y="181"/>
                    <a:pt x="63" y="188"/>
                    <a:pt x="63" y="196"/>
                  </a:cubicBezTo>
                  <a:cubicBezTo>
                    <a:pt x="63" y="188"/>
                    <a:pt x="63" y="188"/>
                    <a:pt x="63" y="188"/>
                  </a:cubicBezTo>
                  <a:close/>
                  <a:moveTo>
                    <a:pt x="71" y="110"/>
                  </a:moveTo>
                  <a:cubicBezTo>
                    <a:pt x="63" y="94"/>
                    <a:pt x="63" y="94"/>
                    <a:pt x="63" y="94"/>
                  </a:cubicBezTo>
                  <a:cubicBezTo>
                    <a:pt x="63" y="102"/>
                    <a:pt x="63" y="102"/>
                    <a:pt x="63" y="110"/>
                  </a:cubicBezTo>
                  <a:cubicBezTo>
                    <a:pt x="71" y="110"/>
                    <a:pt x="71" y="110"/>
                    <a:pt x="71" y="110"/>
                  </a:cubicBezTo>
                  <a:close/>
                  <a:moveTo>
                    <a:pt x="1517" y="1363"/>
                  </a:moveTo>
                  <a:cubicBezTo>
                    <a:pt x="1501" y="1371"/>
                    <a:pt x="1493" y="1371"/>
                    <a:pt x="1485" y="1371"/>
                  </a:cubicBezTo>
                  <a:cubicBezTo>
                    <a:pt x="1485" y="1371"/>
                    <a:pt x="1485" y="1371"/>
                    <a:pt x="1485" y="1371"/>
                  </a:cubicBezTo>
                  <a:cubicBezTo>
                    <a:pt x="1517" y="1363"/>
                    <a:pt x="1517" y="1363"/>
                    <a:pt x="1517" y="1363"/>
                  </a:cubicBezTo>
                  <a:close/>
                  <a:moveTo>
                    <a:pt x="1384" y="1387"/>
                  </a:moveTo>
                  <a:cubicBezTo>
                    <a:pt x="1423" y="1379"/>
                    <a:pt x="1423" y="1379"/>
                    <a:pt x="1423" y="1379"/>
                  </a:cubicBezTo>
                  <a:cubicBezTo>
                    <a:pt x="1407" y="1379"/>
                    <a:pt x="1399" y="1379"/>
                    <a:pt x="1384" y="1387"/>
                  </a:cubicBezTo>
                  <a:close/>
                  <a:moveTo>
                    <a:pt x="1290" y="1402"/>
                  </a:moveTo>
                  <a:cubicBezTo>
                    <a:pt x="1282" y="1402"/>
                    <a:pt x="1282" y="1402"/>
                    <a:pt x="1290" y="1410"/>
                  </a:cubicBezTo>
                  <a:cubicBezTo>
                    <a:pt x="1290" y="1410"/>
                    <a:pt x="1290" y="1410"/>
                    <a:pt x="1321" y="1394"/>
                  </a:cubicBezTo>
                  <a:cubicBezTo>
                    <a:pt x="1306" y="1394"/>
                    <a:pt x="1306" y="1394"/>
                    <a:pt x="1290" y="1402"/>
                  </a:cubicBezTo>
                  <a:close/>
                  <a:moveTo>
                    <a:pt x="1360" y="1394"/>
                  </a:moveTo>
                  <a:cubicBezTo>
                    <a:pt x="1360" y="1394"/>
                    <a:pt x="1360" y="1394"/>
                    <a:pt x="1360" y="1394"/>
                  </a:cubicBezTo>
                  <a:cubicBezTo>
                    <a:pt x="1360" y="1394"/>
                    <a:pt x="1360" y="1394"/>
                    <a:pt x="1360" y="1394"/>
                  </a:cubicBezTo>
                  <a:cubicBezTo>
                    <a:pt x="1360" y="1394"/>
                    <a:pt x="1368" y="1394"/>
                    <a:pt x="1368" y="1394"/>
                  </a:cubicBezTo>
                  <a:cubicBezTo>
                    <a:pt x="1368" y="1394"/>
                    <a:pt x="1368" y="1394"/>
                    <a:pt x="1376" y="1387"/>
                  </a:cubicBezTo>
                  <a:cubicBezTo>
                    <a:pt x="1376" y="1387"/>
                    <a:pt x="1376" y="1387"/>
                    <a:pt x="1376" y="1387"/>
                  </a:cubicBezTo>
                  <a:cubicBezTo>
                    <a:pt x="1376" y="1387"/>
                    <a:pt x="1384" y="1387"/>
                    <a:pt x="1384" y="1387"/>
                  </a:cubicBezTo>
                  <a:cubicBezTo>
                    <a:pt x="1376" y="1387"/>
                    <a:pt x="1360" y="1387"/>
                    <a:pt x="1345" y="1394"/>
                  </a:cubicBezTo>
                  <a:cubicBezTo>
                    <a:pt x="1329" y="1394"/>
                    <a:pt x="1337" y="1394"/>
                    <a:pt x="1329" y="1394"/>
                  </a:cubicBezTo>
                  <a:cubicBezTo>
                    <a:pt x="1329" y="1394"/>
                    <a:pt x="1329" y="1394"/>
                    <a:pt x="1329" y="1394"/>
                  </a:cubicBezTo>
                  <a:cubicBezTo>
                    <a:pt x="1329" y="1394"/>
                    <a:pt x="1329" y="1394"/>
                    <a:pt x="1329" y="1394"/>
                  </a:cubicBezTo>
                  <a:cubicBezTo>
                    <a:pt x="1321" y="1394"/>
                    <a:pt x="1321" y="1394"/>
                    <a:pt x="1321" y="1394"/>
                  </a:cubicBezTo>
                  <a:cubicBezTo>
                    <a:pt x="1321" y="1394"/>
                    <a:pt x="1321" y="1394"/>
                    <a:pt x="1321" y="1402"/>
                  </a:cubicBezTo>
                  <a:cubicBezTo>
                    <a:pt x="1321" y="1402"/>
                    <a:pt x="1329" y="1394"/>
                    <a:pt x="1329" y="1394"/>
                  </a:cubicBezTo>
                  <a:cubicBezTo>
                    <a:pt x="1337" y="1394"/>
                    <a:pt x="1353" y="1394"/>
                    <a:pt x="1360" y="1394"/>
                  </a:cubicBezTo>
                  <a:close/>
                  <a:moveTo>
                    <a:pt x="329" y="1246"/>
                  </a:moveTo>
                  <a:cubicBezTo>
                    <a:pt x="329" y="1246"/>
                    <a:pt x="329" y="1246"/>
                    <a:pt x="321" y="1246"/>
                  </a:cubicBezTo>
                  <a:cubicBezTo>
                    <a:pt x="329" y="1246"/>
                    <a:pt x="329" y="1246"/>
                    <a:pt x="329" y="1246"/>
                  </a:cubicBezTo>
                  <a:cubicBezTo>
                    <a:pt x="329" y="1246"/>
                    <a:pt x="329" y="1246"/>
                    <a:pt x="329" y="1246"/>
                  </a:cubicBezTo>
                  <a:close/>
                  <a:moveTo>
                    <a:pt x="305" y="1230"/>
                  </a:moveTo>
                  <a:cubicBezTo>
                    <a:pt x="305" y="1230"/>
                    <a:pt x="297" y="1230"/>
                    <a:pt x="297" y="1230"/>
                  </a:cubicBezTo>
                  <a:cubicBezTo>
                    <a:pt x="305" y="1230"/>
                    <a:pt x="305" y="1230"/>
                    <a:pt x="305" y="1230"/>
                  </a:cubicBezTo>
                  <a:cubicBezTo>
                    <a:pt x="305" y="1230"/>
                    <a:pt x="305" y="1230"/>
                    <a:pt x="305" y="1230"/>
                  </a:cubicBezTo>
                  <a:close/>
                  <a:moveTo>
                    <a:pt x="321" y="1246"/>
                  </a:moveTo>
                  <a:cubicBezTo>
                    <a:pt x="321" y="1246"/>
                    <a:pt x="321" y="1246"/>
                    <a:pt x="321" y="1246"/>
                  </a:cubicBezTo>
                  <a:cubicBezTo>
                    <a:pt x="321" y="1246"/>
                    <a:pt x="321" y="1246"/>
                    <a:pt x="321" y="1246"/>
                  </a:cubicBezTo>
                  <a:cubicBezTo>
                    <a:pt x="321" y="1246"/>
                    <a:pt x="321" y="1246"/>
                    <a:pt x="321" y="1246"/>
                  </a:cubicBezTo>
                  <a:cubicBezTo>
                    <a:pt x="313" y="1238"/>
                    <a:pt x="305" y="1230"/>
                    <a:pt x="305" y="1230"/>
                  </a:cubicBezTo>
                  <a:cubicBezTo>
                    <a:pt x="305" y="1230"/>
                    <a:pt x="305" y="1230"/>
                    <a:pt x="305" y="1230"/>
                  </a:cubicBezTo>
                  <a:cubicBezTo>
                    <a:pt x="313" y="1238"/>
                    <a:pt x="313" y="1246"/>
                    <a:pt x="321" y="1246"/>
                  </a:cubicBezTo>
                  <a:close/>
                  <a:moveTo>
                    <a:pt x="376" y="1285"/>
                  </a:moveTo>
                  <a:cubicBezTo>
                    <a:pt x="376" y="1285"/>
                    <a:pt x="376" y="1285"/>
                    <a:pt x="376" y="1293"/>
                  </a:cubicBezTo>
                  <a:cubicBezTo>
                    <a:pt x="383" y="1293"/>
                    <a:pt x="383" y="1293"/>
                    <a:pt x="383" y="1293"/>
                  </a:cubicBezTo>
                  <a:cubicBezTo>
                    <a:pt x="376" y="1285"/>
                    <a:pt x="376" y="1285"/>
                    <a:pt x="376" y="1285"/>
                  </a:cubicBezTo>
                  <a:close/>
                  <a:moveTo>
                    <a:pt x="321" y="1246"/>
                  </a:moveTo>
                  <a:cubicBezTo>
                    <a:pt x="321" y="1246"/>
                    <a:pt x="321" y="1246"/>
                    <a:pt x="321" y="1246"/>
                  </a:cubicBezTo>
                  <a:cubicBezTo>
                    <a:pt x="321" y="1253"/>
                    <a:pt x="329" y="1253"/>
                    <a:pt x="321" y="1246"/>
                  </a:cubicBezTo>
                  <a:close/>
                  <a:moveTo>
                    <a:pt x="8" y="290"/>
                  </a:moveTo>
                  <a:cubicBezTo>
                    <a:pt x="8" y="290"/>
                    <a:pt x="8" y="290"/>
                    <a:pt x="8" y="275"/>
                  </a:cubicBezTo>
                  <a:cubicBezTo>
                    <a:pt x="8" y="290"/>
                    <a:pt x="8" y="322"/>
                    <a:pt x="8" y="322"/>
                  </a:cubicBezTo>
                  <a:cubicBezTo>
                    <a:pt x="8" y="322"/>
                    <a:pt x="8" y="322"/>
                    <a:pt x="8" y="322"/>
                  </a:cubicBezTo>
                  <a:cubicBezTo>
                    <a:pt x="8" y="314"/>
                    <a:pt x="16" y="322"/>
                    <a:pt x="8" y="306"/>
                  </a:cubicBezTo>
                  <a:cubicBezTo>
                    <a:pt x="8" y="306"/>
                    <a:pt x="8" y="298"/>
                    <a:pt x="8" y="298"/>
                  </a:cubicBezTo>
                  <a:cubicBezTo>
                    <a:pt x="8" y="298"/>
                    <a:pt x="8" y="290"/>
                    <a:pt x="8" y="290"/>
                  </a:cubicBezTo>
                  <a:close/>
                  <a:moveTo>
                    <a:pt x="1298" y="1434"/>
                  </a:moveTo>
                  <a:cubicBezTo>
                    <a:pt x="1290" y="1441"/>
                    <a:pt x="1290" y="1441"/>
                    <a:pt x="1282" y="1441"/>
                  </a:cubicBezTo>
                  <a:cubicBezTo>
                    <a:pt x="1282" y="1441"/>
                    <a:pt x="1290" y="1441"/>
                    <a:pt x="1298" y="1434"/>
                  </a:cubicBezTo>
                  <a:cubicBezTo>
                    <a:pt x="1298" y="1434"/>
                    <a:pt x="1298" y="1434"/>
                    <a:pt x="1298" y="1434"/>
                  </a:cubicBezTo>
                  <a:cubicBezTo>
                    <a:pt x="1274" y="1434"/>
                    <a:pt x="1235" y="1441"/>
                    <a:pt x="1212" y="1441"/>
                  </a:cubicBezTo>
                  <a:cubicBezTo>
                    <a:pt x="1212" y="1441"/>
                    <a:pt x="1220" y="1441"/>
                    <a:pt x="1220" y="1441"/>
                  </a:cubicBezTo>
                  <a:cubicBezTo>
                    <a:pt x="1235" y="1441"/>
                    <a:pt x="1243" y="1434"/>
                    <a:pt x="1235" y="1434"/>
                  </a:cubicBezTo>
                  <a:cubicBezTo>
                    <a:pt x="1282" y="1426"/>
                    <a:pt x="1329" y="1418"/>
                    <a:pt x="1392" y="1410"/>
                  </a:cubicBezTo>
                  <a:cubicBezTo>
                    <a:pt x="1392" y="1410"/>
                    <a:pt x="1392" y="1410"/>
                    <a:pt x="1399" y="1410"/>
                  </a:cubicBezTo>
                  <a:cubicBezTo>
                    <a:pt x="1392" y="1410"/>
                    <a:pt x="1392" y="1410"/>
                    <a:pt x="1376" y="1410"/>
                  </a:cubicBezTo>
                  <a:cubicBezTo>
                    <a:pt x="1376" y="1410"/>
                    <a:pt x="1376" y="1410"/>
                    <a:pt x="1392" y="1410"/>
                  </a:cubicBezTo>
                  <a:cubicBezTo>
                    <a:pt x="1399" y="1410"/>
                    <a:pt x="1407" y="1402"/>
                    <a:pt x="1423" y="1402"/>
                  </a:cubicBezTo>
                  <a:cubicBezTo>
                    <a:pt x="1399" y="1402"/>
                    <a:pt x="1415" y="1402"/>
                    <a:pt x="1415" y="1394"/>
                  </a:cubicBezTo>
                  <a:cubicBezTo>
                    <a:pt x="1446" y="1394"/>
                    <a:pt x="1462" y="1387"/>
                    <a:pt x="1478" y="1387"/>
                  </a:cubicBezTo>
                  <a:cubicBezTo>
                    <a:pt x="1478" y="1387"/>
                    <a:pt x="1478" y="1387"/>
                    <a:pt x="1485" y="1379"/>
                  </a:cubicBezTo>
                  <a:cubicBezTo>
                    <a:pt x="1485" y="1379"/>
                    <a:pt x="1485" y="1379"/>
                    <a:pt x="1478" y="1379"/>
                  </a:cubicBezTo>
                  <a:cubicBezTo>
                    <a:pt x="1454" y="1387"/>
                    <a:pt x="1462" y="1387"/>
                    <a:pt x="1439" y="1394"/>
                  </a:cubicBezTo>
                  <a:cubicBezTo>
                    <a:pt x="1439" y="1394"/>
                    <a:pt x="1439" y="1394"/>
                    <a:pt x="1407" y="1394"/>
                  </a:cubicBezTo>
                  <a:cubicBezTo>
                    <a:pt x="1407" y="1394"/>
                    <a:pt x="1407" y="1394"/>
                    <a:pt x="1399" y="1394"/>
                  </a:cubicBezTo>
                  <a:cubicBezTo>
                    <a:pt x="1392" y="1402"/>
                    <a:pt x="1392" y="1402"/>
                    <a:pt x="1392" y="1402"/>
                  </a:cubicBezTo>
                  <a:cubicBezTo>
                    <a:pt x="1392" y="1402"/>
                    <a:pt x="1392" y="1402"/>
                    <a:pt x="1392" y="1402"/>
                  </a:cubicBezTo>
                  <a:cubicBezTo>
                    <a:pt x="1392" y="1402"/>
                    <a:pt x="1392" y="1402"/>
                    <a:pt x="1392" y="1402"/>
                  </a:cubicBezTo>
                  <a:cubicBezTo>
                    <a:pt x="1384" y="1402"/>
                    <a:pt x="1384" y="1402"/>
                    <a:pt x="1384" y="1410"/>
                  </a:cubicBezTo>
                  <a:cubicBezTo>
                    <a:pt x="1384" y="1410"/>
                    <a:pt x="1384" y="1410"/>
                    <a:pt x="1376" y="1410"/>
                  </a:cubicBezTo>
                  <a:cubicBezTo>
                    <a:pt x="1360" y="1410"/>
                    <a:pt x="1376" y="1402"/>
                    <a:pt x="1392" y="1402"/>
                  </a:cubicBezTo>
                  <a:cubicBezTo>
                    <a:pt x="1360" y="1402"/>
                    <a:pt x="1345" y="1410"/>
                    <a:pt x="1314" y="1418"/>
                  </a:cubicBezTo>
                  <a:cubicBezTo>
                    <a:pt x="1298" y="1418"/>
                    <a:pt x="1290" y="1418"/>
                    <a:pt x="1290" y="1418"/>
                  </a:cubicBezTo>
                  <a:cubicBezTo>
                    <a:pt x="1290" y="1418"/>
                    <a:pt x="1282" y="1418"/>
                    <a:pt x="1282" y="1418"/>
                  </a:cubicBezTo>
                  <a:cubicBezTo>
                    <a:pt x="1337" y="1410"/>
                    <a:pt x="1392" y="1402"/>
                    <a:pt x="1446" y="1387"/>
                  </a:cubicBezTo>
                  <a:cubicBezTo>
                    <a:pt x="1439" y="1387"/>
                    <a:pt x="1431" y="1387"/>
                    <a:pt x="1431" y="1387"/>
                  </a:cubicBezTo>
                  <a:cubicBezTo>
                    <a:pt x="1439" y="1387"/>
                    <a:pt x="1446" y="1379"/>
                    <a:pt x="1478" y="1379"/>
                  </a:cubicBezTo>
                  <a:cubicBezTo>
                    <a:pt x="1478" y="1379"/>
                    <a:pt x="1478" y="1379"/>
                    <a:pt x="1478" y="1379"/>
                  </a:cubicBezTo>
                  <a:cubicBezTo>
                    <a:pt x="1478" y="1379"/>
                    <a:pt x="1478" y="1379"/>
                    <a:pt x="1485" y="1379"/>
                  </a:cubicBezTo>
                  <a:cubicBezTo>
                    <a:pt x="1478" y="1379"/>
                    <a:pt x="1478" y="1379"/>
                    <a:pt x="1493" y="1371"/>
                  </a:cubicBezTo>
                  <a:cubicBezTo>
                    <a:pt x="1462" y="1379"/>
                    <a:pt x="1376" y="1394"/>
                    <a:pt x="1345" y="1402"/>
                  </a:cubicBezTo>
                  <a:cubicBezTo>
                    <a:pt x="1376" y="1394"/>
                    <a:pt x="1407" y="1387"/>
                    <a:pt x="1462" y="1379"/>
                  </a:cubicBezTo>
                  <a:cubicBezTo>
                    <a:pt x="1462" y="1379"/>
                    <a:pt x="1462" y="1379"/>
                    <a:pt x="1462" y="1379"/>
                  </a:cubicBezTo>
                  <a:cubicBezTo>
                    <a:pt x="1470" y="1371"/>
                    <a:pt x="1478" y="1371"/>
                    <a:pt x="1485" y="1371"/>
                  </a:cubicBezTo>
                  <a:cubicBezTo>
                    <a:pt x="1485" y="1371"/>
                    <a:pt x="1485" y="1371"/>
                    <a:pt x="1478" y="1371"/>
                  </a:cubicBezTo>
                  <a:cubicBezTo>
                    <a:pt x="1493" y="1363"/>
                    <a:pt x="1478" y="1363"/>
                    <a:pt x="1478" y="1363"/>
                  </a:cubicBezTo>
                  <a:cubicBezTo>
                    <a:pt x="1478" y="1363"/>
                    <a:pt x="1478" y="1363"/>
                    <a:pt x="1478" y="1363"/>
                  </a:cubicBezTo>
                  <a:cubicBezTo>
                    <a:pt x="1470" y="1371"/>
                    <a:pt x="1470" y="1371"/>
                    <a:pt x="1462" y="1371"/>
                  </a:cubicBezTo>
                  <a:cubicBezTo>
                    <a:pt x="1462" y="1371"/>
                    <a:pt x="1462" y="1371"/>
                    <a:pt x="1462" y="1371"/>
                  </a:cubicBezTo>
                  <a:cubicBezTo>
                    <a:pt x="1446" y="1379"/>
                    <a:pt x="1439" y="1379"/>
                    <a:pt x="1415" y="1379"/>
                  </a:cubicBezTo>
                  <a:cubicBezTo>
                    <a:pt x="1415" y="1379"/>
                    <a:pt x="1415" y="1379"/>
                    <a:pt x="1423" y="1379"/>
                  </a:cubicBezTo>
                  <a:cubicBezTo>
                    <a:pt x="1423" y="1379"/>
                    <a:pt x="1423" y="1379"/>
                    <a:pt x="1431" y="1379"/>
                  </a:cubicBezTo>
                  <a:cubicBezTo>
                    <a:pt x="1415" y="1387"/>
                    <a:pt x="1415" y="1379"/>
                    <a:pt x="1399" y="1387"/>
                  </a:cubicBezTo>
                  <a:cubicBezTo>
                    <a:pt x="1384" y="1394"/>
                    <a:pt x="1376" y="1394"/>
                    <a:pt x="1360" y="1394"/>
                  </a:cubicBezTo>
                  <a:cubicBezTo>
                    <a:pt x="1360" y="1394"/>
                    <a:pt x="1360" y="1394"/>
                    <a:pt x="1353" y="1394"/>
                  </a:cubicBezTo>
                  <a:cubicBezTo>
                    <a:pt x="1353" y="1394"/>
                    <a:pt x="1353" y="1394"/>
                    <a:pt x="1360" y="1394"/>
                  </a:cubicBezTo>
                  <a:cubicBezTo>
                    <a:pt x="1353" y="1394"/>
                    <a:pt x="1353" y="1394"/>
                    <a:pt x="1345" y="1394"/>
                  </a:cubicBezTo>
                  <a:cubicBezTo>
                    <a:pt x="1353" y="1394"/>
                    <a:pt x="1337" y="1402"/>
                    <a:pt x="1321" y="1402"/>
                  </a:cubicBezTo>
                  <a:cubicBezTo>
                    <a:pt x="1321" y="1402"/>
                    <a:pt x="1321" y="1402"/>
                    <a:pt x="1321" y="1402"/>
                  </a:cubicBezTo>
                  <a:cubicBezTo>
                    <a:pt x="1314" y="1402"/>
                    <a:pt x="1306" y="1402"/>
                    <a:pt x="1298" y="1402"/>
                  </a:cubicBezTo>
                  <a:cubicBezTo>
                    <a:pt x="1306" y="1402"/>
                    <a:pt x="1306" y="1402"/>
                    <a:pt x="1306" y="1402"/>
                  </a:cubicBezTo>
                  <a:cubicBezTo>
                    <a:pt x="1298" y="1402"/>
                    <a:pt x="1298" y="1402"/>
                    <a:pt x="1290" y="1410"/>
                  </a:cubicBezTo>
                  <a:cubicBezTo>
                    <a:pt x="1282" y="1410"/>
                    <a:pt x="1251" y="1410"/>
                    <a:pt x="1220" y="1418"/>
                  </a:cubicBezTo>
                  <a:cubicBezTo>
                    <a:pt x="1251" y="1410"/>
                    <a:pt x="1243" y="1410"/>
                    <a:pt x="1243" y="1410"/>
                  </a:cubicBezTo>
                  <a:cubicBezTo>
                    <a:pt x="1212" y="1410"/>
                    <a:pt x="1220" y="1410"/>
                    <a:pt x="1188" y="1410"/>
                  </a:cubicBezTo>
                  <a:cubicBezTo>
                    <a:pt x="1173" y="1418"/>
                    <a:pt x="1173" y="1410"/>
                    <a:pt x="1173" y="1418"/>
                  </a:cubicBezTo>
                  <a:cubicBezTo>
                    <a:pt x="1173" y="1418"/>
                    <a:pt x="1165" y="1418"/>
                    <a:pt x="1165" y="1418"/>
                  </a:cubicBezTo>
                  <a:cubicBezTo>
                    <a:pt x="1157" y="1418"/>
                    <a:pt x="1165" y="1418"/>
                    <a:pt x="1149" y="1418"/>
                  </a:cubicBezTo>
                  <a:cubicBezTo>
                    <a:pt x="1149" y="1418"/>
                    <a:pt x="1165" y="1410"/>
                    <a:pt x="1181" y="1410"/>
                  </a:cubicBezTo>
                  <a:cubicBezTo>
                    <a:pt x="1196" y="1410"/>
                    <a:pt x="1212" y="1410"/>
                    <a:pt x="1220" y="1410"/>
                  </a:cubicBezTo>
                  <a:cubicBezTo>
                    <a:pt x="1220" y="1410"/>
                    <a:pt x="1220" y="1410"/>
                    <a:pt x="1212" y="1410"/>
                  </a:cubicBezTo>
                  <a:cubicBezTo>
                    <a:pt x="1243" y="1402"/>
                    <a:pt x="1235" y="1402"/>
                    <a:pt x="1235" y="1402"/>
                  </a:cubicBezTo>
                  <a:cubicBezTo>
                    <a:pt x="1259" y="1402"/>
                    <a:pt x="1267" y="1394"/>
                    <a:pt x="1290" y="1394"/>
                  </a:cubicBezTo>
                  <a:cubicBezTo>
                    <a:pt x="1290" y="1394"/>
                    <a:pt x="1282" y="1394"/>
                    <a:pt x="1274" y="1394"/>
                  </a:cubicBezTo>
                  <a:cubicBezTo>
                    <a:pt x="1282" y="1394"/>
                    <a:pt x="1282" y="1394"/>
                    <a:pt x="1290" y="1394"/>
                  </a:cubicBezTo>
                  <a:cubicBezTo>
                    <a:pt x="1306" y="1394"/>
                    <a:pt x="1321" y="1387"/>
                    <a:pt x="1329" y="1387"/>
                  </a:cubicBezTo>
                  <a:cubicBezTo>
                    <a:pt x="1267" y="1394"/>
                    <a:pt x="1181" y="1402"/>
                    <a:pt x="1142" y="1410"/>
                  </a:cubicBezTo>
                  <a:cubicBezTo>
                    <a:pt x="1142" y="1410"/>
                    <a:pt x="1142" y="1410"/>
                    <a:pt x="1142" y="1410"/>
                  </a:cubicBezTo>
                  <a:cubicBezTo>
                    <a:pt x="1149" y="1410"/>
                    <a:pt x="1149" y="1410"/>
                    <a:pt x="1157" y="1410"/>
                  </a:cubicBezTo>
                  <a:cubicBezTo>
                    <a:pt x="1157" y="1410"/>
                    <a:pt x="1149" y="1410"/>
                    <a:pt x="1142" y="1410"/>
                  </a:cubicBezTo>
                  <a:cubicBezTo>
                    <a:pt x="1220" y="1394"/>
                    <a:pt x="1267" y="1394"/>
                    <a:pt x="1329" y="1387"/>
                  </a:cubicBezTo>
                  <a:cubicBezTo>
                    <a:pt x="1329" y="1387"/>
                    <a:pt x="1329" y="1379"/>
                    <a:pt x="1329" y="1379"/>
                  </a:cubicBezTo>
                  <a:cubicBezTo>
                    <a:pt x="1345" y="1379"/>
                    <a:pt x="1337" y="1379"/>
                    <a:pt x="1345" y="1379"/>
                  </a:cubicBezTo>
                  <a:cubicBezTo>
                    <a:pt x="1345" y="1379"/>
                    <a:pt x="1329" y="1379"/>
                    <a:pt x="1329" y="1379"/>
                  </a:cubicBezTo>
                  <a:cubicBezTo>
                    <a:pt x="1329" y="1379"/>
                    <a:pt x="1329" y="1379"/>
                    <a:pt x="1337" y="1379"/>
                  </a:cubicBezTo>
                  <a:cubicBezTo>
                    <a:pt x="1337" y="1379"/>
                    <a:pt x="1337" y="1379"/>
                    <a:pt x="1345" y="1379"/>
                  </a:cubicBezTo>
                  <a:cubicBezTo>
                    <a:pt x="1345" y="1379"/>
                    <a:pt x="1345" y="1379"/>
                    <a:pt x="1345" y="1379"/>
                  </a:cubicBezTo>
                  <a:cubicBezTo>
                    <a:pt x="1368" y="1371"/>
                    <a:pt x="1353" y="1371"/>
                    <a:pt x="1368" y="1363"/>
                  </a:cubicBezTo>
                  <a:cubicBezTo>
                    <a:pt x="1368" y="1363"/>
                    <a:pt x="1368" y="1363"/>
                    <a:pt x="1329" y="1371"/>
                  </a:cubicBezTo>
                  <a:cubicBezTo>
                    <a:pt x="1337" y="1371"/>
                    <a:pt x="1337" y="1371"/>
                    <a:pt x="1337" y="1371"/>
                  </a:cubicBezTo>
                  <a:cubicBezTo>
                    <a:pt x="1329" y="1371"/>
                    <a:pt x="1329" y="1371"/>
                    <a:pt x="1329" y="1371"/>
                  </a:cubicBezTo>
                  <a:cubicBezTo>
                    <a:pt x="1321" y="1371"/>
                    <a:pt x="1321" y="1371"/>
                    <a:pt x="1314" y="1371"/>
                  </a:cubicBezTo>
                  <a:cubicBezTo>
                    <a:pt x="1314" y="1379"/>
                    <a:pt x="1314" y="1379"/>
                    <a:pt x="1314" y="1379"/>
                  </a:cubicBezTo>
                  <a:cubicBezTo>
                    <a:pt x="1314" y="1379"/>
                    <a:pt x="1314" y="1379"/>
                    <a:pt x="1314" y="1379"/>
                  </a:cubicBezTo>
                  <a:cubicBezTo>
                    <a:pt x="1306" y="1379"/>
                    <a:pt x="1298" y="1379"/>
                    <a:pt x="1290" y="1379"/>
                  </a:cubicBezTo>
                  <a:cubicBezTo>
                    <a:pt x="1290" y="1379"/>
                    <a:pt x="1290" y="1379"/>
                    <a:pt x="1282" y="1379"/>
                  </a:cubicBezTo>
                  <a:cubicBezTo>
                    <a:pt x="1267" y="1379"/>
                    <a:pt x="1251" y="1387"/>
                    <a:pt x="1220" y="1387"/>
                  </a:cubicBezTo>
                  <a:cubicBezTo>
                    <a:pt x="1212" y="1387"/>
                    <a:pt x="1181" y="1394"/>
                    <a:pt x="1165" y="1394"/>
                  </a:cubicBezTo>
                  <a:cubicBezTo>
                    <a:pt x="1165" y="1394"/>
                    <a:pt x="1165" y="1394"/>
                    <a:pt x="1173" y="1394"/>
                  </a:cubicBezTo>
                  <a:cubicBezTo>
                    <a:pt x="1142" y="1394"/>
                    <a:pt x="1142" y="1394"/>
                    <a:pt x="1134" y="1394"/>
                  </a:cubicBezTo>
                  <a:cubicBezTo>
                    <a:pt x="1134" y="1394"/>
                    <a:pt x="1134" y="1394"/>
                    <a:pt x="1110" y="1402"/>
                  </a:cubicBezTo>
                  <a:cubicBezTo>
                    <a:pt x="1110" y="1402"/>
                    <a:pt x="1110" y="1402"/>
                    <a:pt x="1102" y="1402"/>
                  </a:cubicBezTo>
                  <a:cubicBezTo>
                    <a:pt x="1102" y="1402"/>
                    <a:pt x="1095" y="1402"/>
                    <a:pt x="1095" y="1402"/>
                  </a:cubicBezTo>
                  <a:cubicBezTo>
                    <a:pt x="1095" y="1402"/>
                    <a:pt x="1095" y="1402"/>
                    <a:pt x="1095" y="1402"/>
                  </a:cubicBezTo>
                  <a:cubicBezTo>
                    <a:pt x="1071" y="1402"/>
                    <a:pt x="1048" y="1402"/>
                    <a:pt x="1024" y="1410"/>
                  </a:cubicBezTo>
                  <a:cubicBezTo>
                    <a:pt x="1032" y="1402"/>
                    <a:pt x="1032" y="1402"/>
                    <a:pt x="1032" y="1402"/>
                  </a:cubicBezTo>
                  <a:cubicBezTo>
                    <a:pt x="1040" y="1402"/>
                    <a:pt x="1048" y="1402"/>
                    <a:pt x="1063" y="1402"/>
                  </a:cubicBezTo>
                  <a:cubicBezTo>
                    <a:pt x="1063" y="1402"/>
                    <a:pt x="1063" y="1402"/>
                    <a:pt x="1056" y="1402"/>
                  </a:cubicBezTo>
                  <a:cubicBezTo>
                    <a:pt x="1079" y="1394"/>
                    <a:pt x="1095" y="1394"/>
                    <a:pt x="1126" y="1394"/>
                  </a:cubicBezTo>
                  <a:cubicBezTo>
                    <a:pt x="1126" y="1394"/>
                    <a:pt x="1126" y="1394"/>
                    <a:pt x="1087" y="1394"/>
                  </a:cubicBezTo>
                  <a:cubicBezTo>
                    <a:pt x="1079" y="1394"/>
                    <a:pt x="1079" y="1394"/>
                    <a:pt x="1079" y="1394"/>
                  </a:cubicBezTo>
                  <a:cubicBezTo>
                    <a:pt x="1071" y="1394"/>
                    <a:pt x="1071" y="1394"/>
                    <a:pt x="1071" y="1394"/>
                  </a:cubicBezTo>
                  <a:cubicBezTo>
                    <a:pt x="1071" y="1394"/>
                    <a:pt x="1071" y="1394"/>
                    <a:pt x="1071" y="1394"/>
                  </a:cubicBezTo>
                  <a:cubicBezTo>
                    <a:pt x="1063" y="1394"/>
                    <a:pt x="1063" y="1394"/>
                    <a:pt x="1063" y="1394"/>
                  </a:cubicBezTo>
                  <a:cubicBezTo>
                    <a:pt x="1063" y="1394"/>
                    <a:pt x="1063" y="1394"/>
                    <a:pt x="1048" y="1402"/>
                  </a:cubicBezTo>
                  <a:cubicBezTo>
                    <a:pt x="1048" y="1402"/>
                    <a:pt x="1048" y="1402"/>
                    <a:pt x="1048" y="1394"/>
                  </a:cubicBezTo>
                  <a:cubicBezTo>
                    <a:pt x="1040" y="1402"/>
                    <a:pt x="1040" y="1402"/>
                    <a:pt x="1040" y="1402"/>
                  </a:cubicBezTo>
                  <a:cubicBezTo>
                    <a:pt x="1032" y="1402"/>
                    <a:pt x="1024" y="1402"/>
                    <a:pt x="1024" y="1402"/>
                  </a:cubicBezTo>
                  <a:cubicBezTo>
                    <a:pt x="1024" y="1402"/>
                    <a:pt x="1024" y="1402"/>
                    <a:pt x="1024" y="1402"/>
                  </a:cubicBezTo>
                  <a:cubicBezTo>
                    <a:pt x="1001" y="1402"/>
                    <a:pt x="1009" y="1402"/>
                    <a:pt x="1009" y="1402"/>
                  </a:cubicBezTo>
                  <a:cubicBezTo>
                    <a:pt x="1009" y="1402"/>
                    <a:pt x="1009" y="1402"/>
                    <a:pt x="993" y="1402"/>
                  </a:cubicBezTo>
                  <a:cubicBezTo>
                    <a:pt x="962" y="1402"/>
                    <a:pt x="946" y="1402"/>
                    <a:pt x="946" y="1394"/>
                  </a:cubicBezTo>
                  <a:cubicBezTo>
                    <a:pt x="946" y="1394"/>
                    <a:pt x="946" y="1394"/>
                    <a:pt x="946" y="1402"/>
                  </a:cubicBezTo>
                  <a:cubicBezTo>
                    <a:pt x="946" y="1402"/>
                    <a:pt x="946" y="1402"/>
                    <a:pt x="938" y="1402"/>
                  </a:cubicBezTo>
                  <a:cubicBezTo>
                    <a:pt x="938" y="1402"/>
                    <a:pt x="938" y="1402"/>
                    <a:pt x="938" y="1410"/>
                  </a:cubicBezTo>
                  <a:cubicBezTo>
                    <a:pt x="931" y="1410"/>
                    <a:pt x="931" y="1410"/>
                    <a:pt x="923" y="1410"/>
                  </a:cubicBezTo>
                  <a:cubicBezTo>
                    <a:pt x="923" y="1410"/>
                    <a:pt x="923" y="1402"/>
                    <a:pt x="915" y="1402"/>
                  </a:cubicBezTo>
                  <a:cubicBezTo>
                    <a:pt x="915" y="1402"/>
                    <a:pt x="915" y="1402"/>
                    <a:pt x="915" y="1402"/>
                  </a:cubicBezTo>
                  <a:cubicBezTo>
                    <a:pt x="907" y="1402"/>
                    <a:pt x="899" y="1402"/>
                    <a:pt x="884" y="1402"/>
                  </a:cubicBezTo>
                  <a:cubicBezTo>
                    <a:pt x="891" y="1402"/>
                    <a:pt x="907" y="1402"/>
                    <a:pt x="907" y="1410"/>
                  </a:cubicBezTo>
                  <a:cubicBezTo>
                    <a:pt x="899" y="1410"/>
                    <a:pt x="891" y="1410"/>
                    <a:pt x="884" y="1402"/>
                  </a:cubicBezTo>
                  <a:cubicBezTo>
                    <a:pt x="876" y="1402"/>
                    <a:pt x="884" y="1402"/>
                    <a:pt x="868" y="1402"/>
                  </a:cubicBezTo>
                  <a:cubicBezTo>
                    <a:pt x="860" y="1402"/>
                    <a:pt x="868" y="1402"/>
                    <a:pt x="860" y="1402"/>
                  </a:cubicBezTo>
                  <a:cubicBezTo>
                    <a:pt x="860" y="1402"/>
                    <a:pt x="868" y="1402"/>
                    <a:pt x="860" y="1402"/>
                  </a:cubicBezTo>
                  <a:cubicBezTo>
                    <a:pt x="860" y="1402"/>
                    <a:pt x="852" y="1402"/>
                    <a:pt x="845" y="1402"/>
                  </a:cubicBezTo>
                  <a:cubicBezTo>
                    <a:pt x="837" y="1402"/>
                    <a:pt x="821" y="1402"/>
                    <a:pt x="813" y="1402"/>
                  </a:cubicBezTo>
                  <a:cubicBezTo>
                    <a:pt x="813" y="1402"/>
                    <a:pt x="805" y="1402"/>
                    <a:pt x="805" y="1402"/>
                  </a:cubicBezTo>
                  <a:cubicBezTo>
                    <a:pt x="798" y="1394"/>
                    <a:pt x="798" y="1402"/>
                    <a:pt x="798" y="1394"/>
                  </a:cubicBezTo>
                  <a:cubicBezTo>
                    <a:pt x="790" y="1394"/>
                    <a:pt x="782" y="1394"/>
                    <a:pt x="774" y="1394"/>
                  </a:cubicBezTo>
                  <a:cubicBezTo>
                    <a:pt x="774" y="1394"/>
                    <a:pt x="774" y="1394"/>
                    <a:pt x="759" y="1394"/>
                  </a:cubicBezTo>
                  <a:cubicBezTo>
                    <a:pt x="743" y="1394"/>
                    <a:pt x="727" y="1394"/>
                    <a:pt x="688" y="1387"/>
                  </a:cubicBezTo>
                  <a:cubicBezTo>
                    <a:pt x="688" y="1387"/>
                    <a:pt x="688" y="1387"/>
                    <a:pt x="688" y="1387"/>
                  </a:cubicBezTo>
                  <a:cubicBezTo>
                    <a:pt x="680" y="1387"/>
                    <a:pt x="688" y="1387"/>
                    <a:pt x="673" y="1387"/>
                  </a:cubicBezTo>
                  <a:cubicBezTo>
                    <a:pt x="688" y="1394"/>
                    <a:pt x="696" y="1394"/>
                    <a:pt x="696" y="1394"/>
                  </a:cubicBezTo>
                  <a:cubicBezTo>
                    <a:pt x="696" y="1394"/>
                    <a:pt x="696" y="1394"/>
                    <a:pt x="680" y="1394"/>
                  </a:cubicBezTo>
                  <a:cubicBezTo>
                    <a:pt x="673" y="1394"/>
                    <a:pt x="673" y="1394"/>
                    <a:pt x="673" y="1394"/>
                  </a:cubicBezTo>
                  <a:cubicBezTo>
                    <a:pt x="673" y="1394"/>
                    <a:pt x="673" y="1394"/>
                    <a:pt x="657" y="1387"/>
                  </a:cubicBezTo>
                  <a:cubicBezTo>
                    <a:pt x="649" y="1387"/>
                    <a:pt x="641" y="1387"/>
                    <a:pt x="634" y="1387"/>
                  </a:cubicBezTo>
                  <a:cubicBezTo>
                    <a:pt x="634" y="1387"/>
                    <a:pt x="634" y="1387"/>
                    <a:pt x="634" y="1379"/>
                  </a:cubicBezTo>
                  <a:cubicBezTo>
                    <a:pt x="641" y="1379"/>
                    <a:pt x="649" y="1387"/>
                    <a:pt x="657" y="1387"/>
                  </a:cubicBezTo>
                  <a:cubicBezTo>
                    <a:pt x="657" y="1387"/>
                    <a:pt x="657" y="1387"/>
                    <a:pt x="641" y="1379"/>
                  </a:cubicBezTo>
                  <a:cubicBezTo>
                    <a:pt x="641" y="1379"/>
                    <a:pt x="626" y="1379"/>
                    <a:pt x="610" y="1379"/>
                  </a:cubicBezTo>
                  <a:cubicBezTo>
                    <a:pt x="610" y="1379"/>
                    <a:pt x="610" y="1379"/>
                    <a:pt x="626" y="1379"/>
                  </a:cubicBezTo>
                  <a:cubicBezTo>
                    <a:pt x="610" y="1379"/>
                    <a:pt x="602" y="1379"/>
                    <a:pt x="594" y="1371"/>
                  </a:cubicBezTo>
                  <a:cubicBezTo>
                    <a:pt x="594" y="1371"/>
                    <a:pt x="594" y="1371"/>
                    <a:pt x="594" y="1371"/>
                  </a:cubicBezTo>
                  <a:cubicBezTo>
                    <a:pt x="587" y="1371"/>
                    <a:pt x="587" y="1371"/>
                    <a:pt x="587" y="1371"/>
                  </a:cubicBezTo>
                  <a:cubicBezTo>
                    <a:pt x="587" y="1371"/>
                    <a:pt x="579" y="1371"/>
                    <a:pt x="579" y="1363"/>
                  </a:cubicBezTo>
                  <a:cubicBezTo>
                    <a:pt x="579" y="1371"/>
                    <a:pt x="579" y="1371"/>
                    <a:pt x="579" y="1371"/>
                  </a:cubicBezTo>
                  <a:cubicBezTo>
                    <a:pt x="587" y="1371"/>
                    <a:pt x="587" y="1371"/>
                    <a:pt x="587" y="1371"/>
                  </a:cubicBezTo>
                  <a:cubicBezTo>
                    <a:pt x="594" y="1371"/>
                    <a:pt x="594" y="1371"/>
                    <a:pt x="594" y="1379"/>
                  </a:cubicBezTo>
                  <a:cubicBezTo>
                    <a:pt x="594" y="1379"/>
                    <a:pt x="594" y="1371"/>
                    <a:pt x="594" y="1371"/>
                  </a:cubicBezTo>
                  <a:cubicBezTo>
                    <a:pt x="602" y="1379"/>
                    <a:pt x="610" y="1379"/>
                    <a:pt x="610" y="1379"/>
                  </a:cubicBezTo>
                  <a:cubicBezTo>
                    <a:pt x="610" y="1379"/>
                    <a:pt x="602" y="1379"/>
                    <a:pt x="594" y="1379"/>
                  </a:cubicBezTo>
                  <a:cubicBezTo>
                    <a:pt x="587" y="1379"/>
                    <a:pt x="587" y="1379"/>
                    <a:pt x="587" y="1379"/>
                  </a:cubicBezTo>
                  <a:cubicBezTo>
                    <a:pt x="587" y="1379"/>
                    <a:pt x="587" y="1379"/>
                    <a:pt x="587" y="1379"/>
                  </a:cubicBezTo>
                  <a:cubicBezTo>
                    <a:pt x="587" y="1379"/>
                    <a:pt x="579" y="1371"/>
                    <a:pt x="579" y="1371"/>
                  </a:cubicBezTo>
                  <a:cubicBezTo>
                    <a:pt x="579" y="1371"/>
                    <a:pt x="579" y="1371"/>
                    <a:pt x="579" y="1371"/>
                  </a:cubicBezTo>
                  <a:cubicBezTo>
                    <a:pt x="579" y="1371"/>
                    <a:pt x="587" y="1371"/>
                    <a:pt x="594" y="1379"/>
                  </a:cubicBezTo>
                  <a:cubicBezTo>
                    <a:pt x="594" y="1379"/>
                    <a:pt x="594" y="1379"/>
                    <a:pt x="579" y="1371"/>
                  </a:cubicBezTo>
                  <a:cubicBezTo>
                    <a:pt x="579" y="1371"/>
                    <a:pt x="563" y="1363"/>
                    <a:pt x="563" y="1363"/>
                  </a:cubicBezTo>
                  <a:cubicBezTo>
                    <a:pt x="563" y="1363"/>
                    <a:pt x="563" y="1363"/>
                    <a:pt x="555" y="1363"/>
                  </a:cubicBezTo>
                  <a:cubicBezTo>
                    <a:pt x="555" y="1363"/>
                    <a:pt x="548" y="1363"/>
                    <a:pt x="540" y="1363"/>
                  </a:cubicBezTo>
                  <a:cubicBezTo>
                    <a:pt x="540" y="1363"/>
                    <a:pt x="540" y="1363"/>
                    <a:pt x="540" y="1363"/>
                  </a:cubicBezTo>
                  <a:cubicBezTo>
                    <a:pt x="532" y="1363"/>
                    <a:pt x="532" y="1363"/>
                    <a:pt x="532" y="1355"/>
                  </a:cubicBezTo>
                  <a:cubicBezTo>
                    <a:pt x="532" y="1355"/>
                    <a:pt x="524" y="1355"/>
                    <a:pt x="524" y="1355"/>
                  </a:cubicBezTo>
                  <a:cubicBezTo>
                    <a:pt x="540" y="1363"/>
                    <a:pt x="540" y="1363"/>
                    <a:pt x="540" y="1363"/>
                  </a:cubicBezTo>
                  <a:cubicBezTo>
                    <a:pt x="532" y="1355"/>
                    <a:pt x="532" y="1355"/>
                    <a:pt x="532" y="1355"/>
                  </a:cubicBezTo>
                  <a:cubicBezTo>
                    <a:pt x="540" y="1355"/>
                    <a:pt x="540" y="1355"/>
                    <a:pt x="540" y="1355"/>
                  </a:cubicBezTo>
                  <a:cubicBezTo>
                    <a:pt x="532" y="1355"/>
                    <a:pt x="524" y="1347"/>
                    <a:pt x="508" y="1347"/>
                  </a:cubicBezTo>
                  <a:cubicBezTo>
                    <a:pt x="501" y="1347"/>
                    <a:pt x="493" y="1347"/>
                    <a:pt x="493" y="1347"/>
                  </a:cubicBezTo>
                  <a:cubicBezTo>
                    <a:pt x="485" y="1340"/>
                    <a:pt x="493" y="1347"/>
                    <a:pt x="501" y="1347"/>
                  </a:cubicBezTo>
                  <a:cubicBezTo>
                    <a:pt x="501" y="1347"/>
                    <a:pt x="508" y="1355"/>
                    <a:pt x="516" y="1355"/>
                  </a:cubicBezTo>
                  <a:cubicBezTo>
                    <a:pt x="516" y="1355"/>
                    <a:pt x="508" y="1355"/>
                    <a:pt x="501" y="1347"/>
                  </a:cubicBezTo>
                  <a:cubicBezTo>
                    <a:pt x="501" y="1347"/>
                    <a:pt x="501" y="1347"/>
                    <a:pt x="501" y="1347"/>
                  </a:cubicBezTo>
                  <a:cubicBezTo>
                    <a:pt x="501" y="1347"/>
                    <a:pt x="501" y="1347"/>
                    <a:pt x="501" y="1347"/>
                  </a:cubicBezTo>
                  <a:cubicBezTo>
                    <a:pt x="501" y="1347"/>
                    <a:pt x="501" y="1347"/>
                    <a:pt x="501" y="1347"/>
                  </a:cubicBezTo>
                  <a:cubicBezTo>
                    <a:pt x="501" y="1347"/>
                    <a:pt x="501" y="1347"/>
                    <a:pt x="501" y="1347"/>
                  </a:cubicBezTo>
                  <a:cubicBezTo>
                    <a:pt x="485" y="1347"/>
                    <a:pt x="485" y="1347"/>
                    <a:pt x="485" y="1347"/>
                  </a:cubicBezTo>
                  <a:cubicBezTo>
                    <a:pt x="485" y="1347"/>
                    <a:pt x="485" y="1347"/>
                    <a:pt x="485" y="1347"/>
                  </a:cubicBezTo>
                  <a:cubicBezTo>
                    <a:pt x="485" y="1347"/>
                    <a:pt x="493" y="1347"/>
                    <a:pt x="501" y="1347"/>
                  </a:cubicBezTo>
                  <a:cubicBezTo>
                    <a:pt x="493" y="1347"/>
                    <a:pt x="493" y="1347"/>
                    <a:pt x="485" y="1347"/>
                  </a:cubicBezTo>
                  <a:cubicBezTo>
                    <a:pt x="485" y="1347"/>
                    <a:pt x="485" y="1347"/>
                    <a:pt x="485" y="1347"/>
                  </a:cubicBezTo>
                  <a:cubicBezTo>
                    <a:pt x="485" y="1347"/>
                    <a:pt x="485" y="1347"/>
                    <a:pt x="477" y="1347"/>
                  </a:cubicBezTo>
                  <a:cubicBezTo>
                    <a:pt x="477" y="1340"/>
                    <a:pt x="469" y="1340"/>
                    <a:pt x="462" y="1332"/>
                  </a:cubicBezTo>
                  <a:cubicBezTo>
                    <a:pt x="454" y="1332"/>
                    <a:pt x="438" y="1324"/>
                    <a:pt x="430" y="1316"/>
                  </a:cubicBezTo>
                  <a:cubicBezTo>
                    <a:pt x="430" y="1316"/>
                    <a:pt x="423" y="1316"/>
                    <a:pt x="423" y="1316"/>
                  </a:cubicBezTo>
                  <a:cubicBezTo>
                    <a:pt x="415" y="1308"/>
                    <a:pt x="407" y="1308"/>
                    <a:pt x="399" y="1300"/>
                  </a:cubicBezTo>
                  <a:cubicBezTo>
                    <a:pt x="399" y="1300"/>
                    <a:pt x="399" y="1300"/>
                    <a:pt x="399" y="1300"/>
                  </a:cubicBezTo>
                  <a:cubicBezTo>
                    <a:pt x="399" y="1300"/>
                    <a:pt x="399" y="1300"/>
                    <a:pt x="399" y="1300"/>
                  </a:cubicBezTo>
                  <a:cubicBezTo>
                    <a:pt x="399" y="1300"/>
                    <a:pt x="399" y="1300"/>
                    <a:pt x="399" y="1300"/>
                  </a:cubicBezTo>
                  <a:cubicBezTo>
                    <a:pt x="399" y="1300"/>
                    <a:pt x="399" y="1293"/>
                    <a:pt x="391" y="1293"/>
                  </a:cubicBezTo>
                  <a:cubicBezTo>
                    <a:pt x="415" y="1308"/>
                    <a:pt x="438" y="1316"/>
                    <a:pt x="462" y="1332"/>
                  </a:cubicBezTo>
                  <a:cubicBezTo>
                    <a:pt x="462" y="1332"/>
                    <a:pt x="462" y="1332"/>
                    <a:pt x="462" y="1332"/>
                  </a:cubicBezTo>
                  <a:cubicBezTo>
                    <a:pt x="462" y="1332"/>
                    <a:pt x="462" y="1332"/>
                    <a:pt x="462" y="1332"/>
                  </a:cubicBezTo>
                  <a:cubicBezTo>
                    <a:pt x="462" y="1332"/>
                    <a:pt x="462" y="1332"/>
                    <a:pt x="462" y="1332"/>
                  </a:cubicBezTo>
                  <a:cubicBezTo>
                    <a:pt x="469" y="1332"/>
                    <a:pt x="477" y="1332"/>
                    <a:pt x="477" y="1340"/>
                  </a:cubicBezTo>
                  <a:cubicBezTo>
                    <a:pt x="477" y="1332"/>
                    <a:pt x="477" y="1332"/>
                    <a:pt x="477" y="1332"/>
                  </a:cubicBezTo>
                  <a:cubicBezTo>
                    <a:pt x="469" y="1332"/>
                    <a:pt x="469" y="1332"/>
                    <a:pt x="469" y="1332"/>
                  </a:cubicBezTo>
                  <a:cubicBezTo>
                    <a:pt x="469" y="1332"/>
                    <a:pt x="477" y="1340"/>
                    <a:pt x="493" y="1340"/>
                  </a:cubicBezTo>
                  <a:cubicBezTo>
                    <a:pt x="493" y="1340"/>
                    <a:pt x="493" y="1340"/>
                    <a:pt x="508" y="1347"/>
                  </a:cubicBezTo>
                  <a:cubicBezTo>
                    <a:pt x="508" y="1347"/>
                    <a:pt x="508" y="1347"/>
                    <a:pt x="508" y="1340"/>
                  </a:cubicBezTo>
                  <a:cubicBezTo>
                    <a:pt x="508" y="1340"/>
                    <a:pt x="501" y="1340"/>
                    <a:pt x="493" y="1340"/>
                  </a:cubicBezTo>
                  <a:cubicBezTo>
                    <a:pt x="485" y="1332"/>
                    <a:pt x="469" y="1324"/>
                    <a:pt x="462" y="1316"/>
                  </a:cubicBezTo>
                  <a:cubicBezTo>
                    <a:pt x="454" y="1316"/>
                    <a:pt x="493" y="1332"/>
                    <a:pt x="454" y="1316"/>
                  </a:cubicBezTo>
                  <a:cubicBezTo>
                    <a:pt x="462" y="1316"/>
                    <a:pt x="469" y="1316"/>
                    <a:pt x="485" y="1332"/>
                  </a:cubicBezTo>
                  <a:cubicBezTo>
                    <a:pt x="485" y="1332"/>
                    <a:pt x="485" y="1332"/>
                    <a:pt x="493" y="1332"/>
                  </a:cubicBezTo>
                  <a:cubicBezTo>
                    <a:pt x="493" y="1332"/>
                    <a:pt x="493" y="1332"/>
                    <a:pt x="485" y="1324"/>
                  </a:cubicBezTo>
                  <a:cubicBezTo>
                    <a:pt x="485" y="1324"/>
                    <a:pt x="485" y="1324"/>
                    <a:pt x="485" y="1324"/>
                  </a:cubicBezTo>
                  <a:cubicBezTo>
                    <a:pt x="485" y="1324"/>
                    <a:pt x="485" y="1324"/>
                    <a:pt x="485" y="1324"/>
                  </a:cubicBezTo>
                  <a:cubicBezTo>
                    <a:pt x="485" y="1324"/>
                    <a:pt x="477" y="1324"/>
                    <a:pt x="469" y="1316"/>
                  </a:cubicBezTo>
                  <a:cubicBezTo>
                    <a:pt x="462" y="1316"/>
                    <a:pt x="462" y="1316"/>
                    <a:pt x="462" y="1316"/>
                  </a:cubicBezTo>
                  <a:cubicBezTo>
                    <a:pt x="462" y="1316"/>
                    <a:pt x="462" y="1316"/>
                    <a:pt x="446" y="1308"/>
                  </a:cubicBezTo>
                  <a:cubicBezTo>
                    <a:pt x="438" y="1308"/>
                    <a:pt x="430" y="1300"/>
                    <a:pt x="438" y="1300"/>
                  </a:cubicBezTo>
                  <a:cubicBezTo>
                    <a:pt x="446" y="1308"/>
                    <a:pt x="446" y="1308"/>
                    <a:pt x="454" y="1308"/>
                  </a:cubicBezTo>
                  <a:cubicBezTo>
                    <a:pt x="454" y="1308"/>
                    <a:pt x="438" y="1300"/>
                    <a:pt x="415" y="1293"/>
                  </a:cubicBezTo>
                  <a:cubicBezTo>
                    <a:pt x="430" y="1293"/>
                    <a:pt x="430" y="1293"/>
                    <a:pt x="430" y="1293"/>
                  </a:cubicBezTo>
                  <a:cubicBezTo>
                    <a:pt x="423" y="1293"/>
                    <a:pt x="423" y="1293"/>
                    <a:pt x="423" y="1293"/>
                  </a:cubicBezTo>
                  <a:cubicBezTo>
                    <a:pt x="415" y="1293"/>
                    <a:pt x="415" y="1293"/>
                    <a:pt x="415" y="1293"/>
                  </a:cubicBezTo>
                  <a:cubicBezTo>
                    <a:pt x="415" y="1285"/>
                    <a:pt x="407" y="1285"/>
                    <a:pt x="407" y="1285"/>
                  </a:cubicBezTo>
                  <a:cubicBezTo>
                    <a:pt x="407" y="1285"/>
                    <a:pt x="407" y="1285"/>
                    <a:pt x="407" y="1285"/>
                  </a:cubicBezTo>
                  <a:cubicBezTo>
                    <a:pt x="399" y="1277"/>
                    <a:pt x="399" y="1277"/>
                    <a:pt x="391" y="1269"/>
                  </a:cubicBezTo>
                  <a:cubicBezTo>
                    <a:pt x="391" y="1269"/>
                    <a:pt x="391" y="1269"/>
                    <a:pt x="391" y="1269"/>
                  </a:cubicBezTo>
                  <a:cubicBezTo>
                    <a:pt x="391" y="1269"/>
                    <a:pt x="391" y="1269"/>
                    <a:pt x="376" y="1261"/>
                  </a:cubicBezTo>
                  <a:cubicBezTo>
                    <a:pt x="383" y="1269"/>
                    <a:pt x="383" y="1269"/>
                    <a:pt x="383" y="1269"/>
                  </a:cubicBezTo>
                  <a:cubicBezTo>
                    <a:pt x="368" y="1261"/>
                    <a:pt x="360" y="1253"/>
                    <a:pt x="352" y="1246"/>
                  </a:cubicBezTo>
                  <a:cubicBezTo>
                    <a:pt x="352" y="1246"/>
                    <a:pt x="352" y="1246"/>
                    <a:pt x="344" y="1238"/>
                  </a:cubicBezTo>
                  <a:cubicBezTo>
                    <a:pt x="337" y="1238"/>
                    <a:pt x="337" y="1238"/>
                    <a:pt x="337" y="1238"/>
                  </a:cubicBezTo>
                  <a:cubicBezTo>
                    <a:pt x="337" y="1230"/>
                    <a:pt x="337" y="1230"/>
                    <a:pt x="337" y="1230"/>
                  </a:cubicBezTo>
                  <a:cubicBezTo>
                    <a:pt x="337" y="1230"/>
                    <a:pt x="337" y="1230"/>
                    <a:pt x="321" y="1214"/>
                  </a:cubicBezTo>
                  <a:cubicBezTo>
                    <a:pt x="321" y="1214"/>
                    <a:pt x="321" y="1214"/>
                    <a:pt x="321" y="1230"/>
                  </a:cubicBezTo>
                  <a:cubicBezTo>
                    <a:pt x="321" y="1214"/>
                    <a:pt x="313" y="1214"/>
                    <a:pt x="305" y="1206"/>
                  </a:cubicBezTo>
                  <a:cubicBezTo>
                    <a:pt x="290" y="1191"/>
                    <a:pt x="290" y="1191"/>
                    <a:pt x="290" y="1191"/>
                  </a:cubicBezTo>
                  <a:cubicBezTo>
                    <a:pt x="282" y="1183"/>
                    <a:pt x="282" y="1175"/>
                    <a:pt x="274" y="1175"/>
                  </a:cubicBezTo>
                  <a:cubicBezTo>
                    <a:pt x="282" y="1183"/>
                    <a:pt x="297" y="1199"/>
                    <a:pt x="313" y="1206"/>
                  </a:cubicBezTo>
                  <a:cubicBezTo>
                    <a:pt x="290" y="1183"/>
                    <a:pt x="251" y="1144"/>
                    <a:pt x="243" y="1128"/>
                  </a:cubicBezTo>
                  <a:cubicBezTo>
                    <a:pt x="243" y="1120"/>
                    <a:pt x="243" y="1120"/>
                    <a:pt x="235" y="1120"/>
                  </a:cubicBezTo>
                  <a:cubicBezTo>
                    <a:pt x="235" y="1120"/>
                    <a:pt x="235" y="1113"/>
                    <a:pt x="235" y="1113"/>
                  </a:cubicBezTo>
                  <a:cubicBezTo>
                    <a:pt x="235" y="1113"/>
                    <a:pt x="235" y="1113"/>
                    <a:pt x="227" y="1105"/>
                  </a:cubicBezTo>
                  <a:cubicBezTo>
                    <a:pt x="227" y="1105"/>
                    <a:pt x="227" y="1105"/>
                    <a:pt x="227" y="1097"/>
                  </a:cubicBezTo>
                  <a:cubicBezTo>
                    <a:pt x="227" y="1097"/>
                    <a:pt x="219" y="1089"/>
                    <a:pt x="219" y="1089"/>
                  </a:cubicBezTo>
                  <a:cubicBezTo>
                    <a:pt x="219" y="1081"/>
                    <a:pt x="211" y="1073"/>
                    <a:pt x="211" y="1073"/>
                  </a:cubicBezTo>
                  <a:cubicBezTo>
                    <a:pt x="211" y="1073"/>
                    <a:pt x="211" y="1073"/>
                    <a:pt x="211" y="1066"/>
                  </a:cubicBezTo>
                  <a:cubicBezTo>
                    <a:pt x="211" y="1066"/>
                    <a:pt x="211" y="1066"/>
                    <a:pt x="211" y="1066"/>
                  </a:cubicBezTo>
                  <a:cubicBezTo>
                    <a:pt x="204" y="1066"/>
                    <a:pt x="204" y="1058"/>
                    <a:pt x="204" y="1058"/>
                  </a:cubicBezTo>
                  <a:cubicBezTo>
                    <a:pt x="204" y="1058"/>
                    <a:pt x="204" y="1058"/>
                    <a:pt x="204" y="1050"/>
                  </a:cubicBezTo>
                  <a:cubicBezTo>
                    <a:pt x="204" y="1050"/>
                    <a:pt x="204" y="1050"/>
                    <a:pt x="204" y="1050"/>
                  </a:cubicBezTo>
                  <a:cubicBezTo>
                    <a:pt x="196" y="1034"/>
                    <a:pt x="196" y="1034"/>
                    <a:pt x="196" y="1034"/>
                  </a:cubicBezTo>
                  <a:cubicBezTo>
                    <a:pt x="196" y="1034"/>
                    <a:pt x="196" y="1034"/>
                    <a:pt x="188" y="1034"/>
                  </a:cubicBezTo>
                  <a:cubicBezTo>
                    <a:pt x="196" y="1042"/>
                    <a:pt x="196" y="1042"/>
                    <a:pt x="196" y="1042"/>
                  </a:cubicBezTo>
                  <a:cubicBezTo>
                    <a:pt x="196" y="1050"/>
                    <a:pt x="196" y="1050"/>
                    <a:pt x="204" y="1050"/>
                  </a:cubicBezTo>
                  <a:cubicBezTo>
                    <a:pt x="204" y="1066"/>
                    <a:pt x="196" y="1050"/>
                    <a:pt x="204" y="1073"/>
                  </a:cubicBezTo>
                  <a:cubicBezTo>
                    <a:pt x="204" y="1066"/>
                    <a:pt x="204" y="1066"/>
                    <a:pt x="204" y="1066"/>
                  </a:cubicBezTo>
                  <a:cubicBezTo>
                    <a:pt x="196" y="1058"/>
                    <a:pt x="196" y="1058"/>
                    <a:pt x="196" y="1050"/>
                  </a:cubicBezTo>
                  <a:cubicBezTo>
                    <a:pt x="188" y="1042"/>
                    <a:pt x="188" y="1042"/>
                    <a:pt x="188" y="1034"/>
                  </a:cubicBezTo>
                  <a:cubicBezTo>
                    <a:pt x="188" y="1050"/>
                    <a:pt x="204" y="1073"/>
                    <a:pt x="219" y="1105"/>
                  </a:cubicBezTo>
                  <a:cubicBezTo>
                    <a:pt x="219" y="1105"/>
                    <a:pt x="211" y="1097"/>
                    <a:pt x="211" y="1097"/>
                  </a:cubicBezTo>
                  <a:cubicBezTo>
                    <a:pt x="211" y="1097"/>
                    <a:pt x="211" y="1097"/>
                    <a:pt x="211" y="1097"/>
                  </a:cubicBezTo>
                  <a:cubicBezTo>
                    <a:pt x="211" y="1097"/>
                    <a:pt x="211" y="1097"/>
                    <a:pt x="211" y="1097"/>
                  </a:cubicBezTo>
                  <a:cubicBezTo>
                    <a:pt x="211" y="1097"/>
                    <a:pt x="204" y="1089"/>
                    <a:pt x="204" y="1089"/>
                  </a:cubicBezTo>
                  <a:cubicBezTo>
                    <a:pt x="204" y="1089"/>
                    <a:pt x="204" y="1081"/>
                    <a:pt x="204" y="1081"/>
                  </a:cubicBezTo>
                  <a:cubicBezTo>
                    <a:pt x="204" y="1073"/>
                    <a:pt x="204" y="1073"/>
                    <a:pt x="196" y="1073"/>
                  </a:cubicBezTo>
                  <a:cubicBezTo>
                    <a:pt x="196" y="1073"/>
                    <a:pt x="196" y="1066"/>
                    <a:pt x="188" y="1058"/>
                  </a:cubicBezTo>
                  <a:cubicBezTo>
                    <a:pt x="188" y="1050"/>
                    <a:pt x="188" y="1050"/>
                    <a:pt x="188" y="1050"/>
                  </a:cubicBezTo>
                  <a:cubicBezTo>
                    <a:pt x="188" y="1050"/>
                    <a:pt x="188" y="1050"/>
                    <a:pt x="188" y="1050"/>
                  </a:cubicBezTo>
                  <a:cubicBezTo>
                    <a:pt x="188" y="1042"/>
                    <a:pt x="188" y="1042"/>
                    <a:pt x="188" y="1042"/>
                  </a:cubicBezTo>
                  <a:cubicBezTo>
                    <a:pt x="188" y="1050"/>
                    <a:pt x="188" y="1050"/>
                    <a:pt x="188" y="1050"/>
                  </a:cubicBezTo>
                  <a:cubicBezTo>
                    <a:pt x="180" y="1042"/>
                    <a:pt x="180" y="1034"/>
                    <a:pt x="172" y="1026"/>
                  </a:cubicBezTo>
                  <a:cubicBezTo>
                    <a:pt x="180" y="1050"/>
                    <a:pt x="196" y="1073"/>
                    <a:pt x="204" y="1097"/>
                  </a:cubicBezTo>
                  <a:cubicBezTo>
                    <a:pt x="204" y="1097"/>
                    <a:pt x="204" y="1097"/>
                    <a:pt x="204" y="1097"/>
                  </a:cubicBezTo>
                  <a:cubicBezTo>
                    <a:pt x="204" y="1097"/>
                    <a:pt x="204" y="1097"/>
                    <a:pt x="211" y="1105"/>
                  </a:cubicBezTo>
                  <a:cubicBezTo>
                    <a:pt x="211" y="1105"/>
                    <a:pt x="211" y="1105"/>
                    <a:pt x="211" y="1113"/>
                  </a:cubicBezTo>
                  <a:cubicBezTo>
                    <a:pt x="211" y="1113"/>
                    <a:pt x="211" y="1120"/>
                    <a:pt x="219" y="1120"/>
                  </a:cubicBezTo>
                  <a:cubicBezTo>
                    <a:pt x="211" y="1120"/>
                    <a:pt x="211" y="1113"/>
                    <a:pt x="211" y="1105"/>
                  </a:cubicBezTo>
                  <a:cubicBezTo>
                    <a:pt x="211" y="1105"/>
                    <a:pt x="211" y="1113"/>
                    <a:pt x="211" y="1113"/>
                  </a:cubicBezTo>
                  <a:cubicBezTo>
                    <a:pt x="204" y="1105"/>
                    <a:pt x="204" y="1097"/>
                    <a:pt x="204" y="1097"/>
                  </a:cubicBezTo>
                  <a:cubicBezTo>
                    <a:pt x="204" y="1089"/>
                    <a:pt x="204" y="1081"/>
                    <a:pt x="188" y="1066"/>
                  </a:cubicBezTo>
                  <a:cubicBezTo>
                    <a:pt x="188" y="1073"/>
                    <a:pt x="196" y="1073"/>
                    <a:pt x="196" y="1081"/>
                  </a:cubicBezTo>
                  <a:cubicBezTo>
                    <a:pt x="196" y="1081"/>
                    <a:pt x="196" y="1081"/>
                    <a:pt x="204" y="1097"/>
                  </a:cubicBezTo>
                  <a:cubicBezTo>
                    <a:pt x="204" y="1097"/>
                    <a:pt x="196" y="1097"/>
                    <a:pt x="196" y="1097"/>
                  </a:cubicBezTo>
                  <a:cubicBezTo>
                    <a:pt x="196" y="1089"/>
                    <a:pt x="196" y="1089"/>
                    <a:pt x="196" y="1089"/>
                  </a:cubicBezTo>
                  <a:cubicBezTo>
                    <a:pt x="196" y="1081"/>
                    <a:pt x="188" y="1073"/>
                    <a:pt x="188" y="1066"/>
                  </a:cubicBezTo>
                  <a:cubicBezTo>
                    <a:pt x="188" y="1066"/>
                    <a:pt x="188" y="1066"/>
                    <a:pt x="188" y="1066"/>
                  </a:cubicBezTo>
                  <a:cubicBezTo>
                    <a:pt x="188" y="1066"/>
                    <a:pt x="188" y="1066"/>
                    <a:pt x="188" y="1066"/>
                  </a:cubicBezTo>
                  <a:cubicBezTo>
                    <a:pt x="188" y="1066"/>
                    <a:pt x="188" y="1066"/>
                    <a:pt x="188" y="1066"/>
                  </a:cubicBezTo>
                  <a:cubicBezTo>
                    <a:pt x="188" y="1066"/>
                    <a:pt x="188" y="1066"/>
                    <a:pt x="188" y="1081"/>
                  </a:cubicBezTo>
                  <a:cubicBezTo>
                    <a:pt x="188" y="1066"/>
                    <a:pt x="180" y="1058"/>
                    <a:pt x="180" y="1050"/>
                  </a:cubicBezTo>
                  <a:cubicBezTo>
                    <a:pt x="180" y="1058"/>
                    <a:pt x="180" y="1058"/>
                    <a:pt x="188" y="1066"/>
                  </a:cubicBezTo>
                  <a:cubicBezTo>
                    <a:pt x="180" y="1058"/>
                    <a:pt x="180" y="1058"/>
                    <a:pt x="180" y="1050"/>
                  </a:cubicBezTo>
                  <a:cubicBezTo>
                    <a:pt x="180" y="1050"/>
                    <a:pt x="180" y="1050"/>
                    <a:pt x="180" y="1050"/>
                  </a:cubicBezTo>
                  <a:cubicBezTo>
                    <a:pt x="172" y="1034"/>
                    <a:pt x="172" y="1026"/>
                    <a:pt x="165" y="1003"/>
                  </a:cubicBezTo>
                  <a:cubicBezTo>
                    <a:pt x="157" y="995"/>
                    <a:pt x="157" y="987"/>
                    <a:pt x="157" y="972"/>
                  </a:cubicBezTo>
                  <a:cubicBezTo>
                    <a:pt x="157" y="987"/>
                    <a:pt x="165" y="1003"/>
                    <a:pt x="172" y="1011"/>
                  </a:cubicBezTo>
                  <a:cubicBezTo>
                    <a:pt x="172" y="1034"/>
                    <a:pt x="172" y="1019"/>
                    <a:pt x="180" y="1034"/>
                  </a:cubicBezTo>
                  <a:cubicBezTo>
                    <a:pt x="180" y="1034"/>
                    <a:pt x="172" y="1019"/>
                    <a:pt x="165" y="995"/>
                  </a:cubicBezTo>
                  <a:cubicBezTo>
                    <a:pt x="165" y="995"/>
                    <a:pt x="165" y="987"/>
                    <a:pt x="172" y="1003"/>
                  </a:cubicBezTo>
                  <a:cubicBezTo>
                    <a:pt x="157" y="964"/>
                    <a:pt x="149" y="932"/>
                    <a:pt x="141" y="901"/>
                  </a:cubicBezTo>
                  <a:cubicBezTo>
                    <a:pt x="141" y="893"/>
                    <a:pt x="141" y="901"/>
                    <a:pt x="141" y="870"/>
                  </a:cubicBezTo>
                  <a:cubicBezTo>
                    <a:pt x="141" y="870"/>
                    <a:pt x="141" y="870"/>
                    <a:pt x="141" y="878"/>
                  </a:cubicBezTo>
                  <a:cubicBezTo>
                    <a:pt x="141" y="878"/>
                    <a:pt x="141" y="878"/>
                    <a:pt x="133" y="846"/>
                  </a:cubicBezTo>
                  <a:cubicBezTo>
                    <a:pt x="133" y="846"/>
                    <a:pt x="133" y="846"/>
                    <a:pt x="133" y="846"/>
                  </a:cubicBezTo>
                  <a:cubicBezTo>
                    <a:pt x="133" y="838"/>
                    <a:pt x="133" y="838"/>
                    <a:pt x="133" y="838"/>
                  </a:cubicBezTo>
                  <a:cubicBezTo>
                    <a:pt x="133" y="838"/>
                    <a:pt x="133" y="838"/>
                    <a:pt x="133" y="831"/>
                  </a:cubicBezTo>
                  <a:cubicBezTo>
                    <a:pt x="133" y="831"/>
                    <a:pt x="133" y="823"/>
                    <a:pt x="133" y="815"/>
                  </a:cubicBezTo>
                  <a:cubicBezTo>
                    <a:pt x="126" y="815"/>
                    <a:pt x="126" y="815"/>
                    <a:pt x="126" y="815"/>
                  </a:cubicBezTo>
                  <a:cubicBezTo>
                    <a:pt x="126" y="815"/>
                    <a:pt x="126" y="815"/>
                    <a:pt x="133" y="823"/>
                  </a:cubicBezTo>
                  <a:cubicBezTo>
                    <a:pt x="126" y="815"/>
                    <a:pt x="126" y="815"/>
                    <a:pt x="126" y="815"/>
                  </a:cubicBezTo>
                  <a:cubicBezTo>
                    <a:pt x="126" y="784"/>
                    <a:pt x="126" y="776"/>
                    <a:pt x="126" y="768"/>
                  </a:cubicBezTo>
                  <a:cubicBezTo>
                    <a:pt x="126" y="752"/>
                    <a:pt x="118" y="737"/>
                    <a:pt x="110" y="705"/>
                  </a:cubicBezTo>
                  <a:cubicBezTo>
                    <a:pt x="110" y="729"/>
                    <a:pt x="118" y="768"/>
                    <a:pt x="126" y="799"/>
                  </a:cubicBezTo>
                  <a:cubicBezTo>
                    <a:pt x="118" y="799"/>
                    <a:pt x="118" y="791"/>
                    <a:pt x="118" y="784"/>
                  </a:cubicBezTo>
                  <a:cubicBezTo>
                    <a:pt x="118" y="784"/>
                    <a:pt x="118" y="784"/>
                    <a:pt x="118" y="791"/>
                  </a:cubicBezTo>
                  <a:cubicBezTo>
                    <a:pt x="118" y="791"/>
                    <a:pt x="118" y="799"/>
                    <a:pt x="118" y="799"/>
                  </a:cubicBezTo>
                  <a:cubicBezTo>
                    <a:pt x="118" y="784"/>
                    <a:pt x="110" y="768"/>
                    <a:pt x="110" y="768"/>
                  </a:cubicBezTo>
                  <a:cubicBezTo>
                    <a:pt x="110" y="768"/>
                    <a:pt x="110" y="768"/>
                    <a:pt x="110" y="768"/>
                  </a:cubicBezTo>
                  <a:cubicBezTo>
                    <a:pt x="110" y="760"/>
                    <a:pt x="110" y="760"/>
                    <a:pt x="110" y="760"/>
                  </a:cubicBezTo>
                  <a:cubicBezTo>
                    <a:pt x="110" y="760"/>
                    <a:pt x="110" y="760"/>
                    <a:pt x="110" y="752"/>
                  </a:cubicBezTo>
                  <a:cubicBezTo>
                    <a:pt x="110" y="752"/>
                    <a:pt x="110" y="752"/>
                    <a:pt x="110" y="752"/>
                  </a:cubicBezTo>
                  <a:cubicBezTo>
                    <a:pt x="110" y="721"/>
                    <a:pt x="110" y="713"/>
                    <a:pt x="102" y="682"/>
                  </a:cubicBezTo>
                  <a:cubicBezTo>
                    <a:pt x="94" y="658"/>
                    <a:pt x="94" y="502"/>
                    <a:pt x="94" y="463"/>
                  </a:cubicBezTo>
                  <a:cubicBezTo>
                    <a:pt x="94" y="470"/>
                    <a:pt x="94" y="478"/>
                    <a:pt x="94" y="494"/>
                  </a:cubicBezTo>
                  <a:cubicBezTo>
                    <a:pt x="94" y="494"/>
                    <a:pt x="94" y="494"/>
                    <a:pt x="94" y="502"/>
                  </a:cubicBezTo>
                  <a:cubicBezTo>
                    <a:pt x="94" y="502"/>
                    <a:pt x="94" y="509"/>
                    <a:pt x="94" y="517"/>
                  </a:cubicBezTo>
                  <a:cubicBezTo>
                    <a:pt x="94" y="517"/>
                    <a:pt x="94" y="525"/>
                    <a:pt x="94" y="525"/>
                  </a:cubicBezTo>
                  <a:cubicBezTo>
                    <a:pt x="94" y="525"/>
                    <a:pt x="94" y="533"/>
                    <a:pt x="94" y="533"/>
                  </a:cubicBezTo>
                  <a:cubicBezTo>
                    <a:pt x="94" y="580"/>
                    <a:pt x="94" y="635"/>
                    <a:pt x="94" y="635"/>
                  </a:cubicBezTo>
                  <a:cubicBezTo>
                    <a:pt x="94" y="643"/>
                    <a:pt x="94" y="650"/>
                    <a:pt x="94" y="658"/>
                  </a:cubicBezTo>
                  <a:cubicBezTo>
                    <a:pt x="94" y="674"/>
                    <a:pt x="102" y="705"/>
                    <a:pt x="102" y="737"/>
                  </a:cubicBezTo>
                  <a:cubicBezTo>
                    <a:pt x="102" y="737"/>
                    <a:pt x="102" y="737"/>
                    <a:pt x="102" y="737"/>
                  </a:cubicBezTo>
                  <a:cubicBezTo>
                    <a:pt x="102" y="721"/>
                    <a:pt x="94" y="705"/>
                    <a:pt x="94" y="690"/>
                  </a:cubicBezTo>
                  <a:cubicBezTo>
                    <a:pt x="94" y="690"/>
                    <a:pt x="94" y="690"/>
                    <a:pt x="94" y="697"/>
                  </a:cubicBezTo>
                  <a:cubicBezTo>
                    <a:pt x="94" y="697"/>
                    <a:pt x="94" y="697"/>
                    <a:pt x="94" y="682"/>
                  </a:cubicBezTo>
                  <a:cubicBezTo>
                    <a:pt x="94" y="682"/>
                    <a:pt x="94" y="682"/>
                    <a:pt x="94" y="682"/>
                  </a:cubicBezTo>
                  <a:cubicBezTo>
                    <a:pt x="94" y="666"/>
                    <a:pt x="94" y="650"/>
                    <a:pt x="94" y="635"/>
                  </a:cubicBezTo>
                  <a:cubicBezTo>
                    <a:pt x="94" y="627"/>
                    <a:pt x="94" y="627"/>
                    <a:pt x="94" y="627"/>
                  </a:cubicBezTo>
                  <a:cubicBezTo>
                    <a:pt x="94" y="627"/>
                    <a:pt x="94" y="627"/>
                    <a:pt x="94" y="627"/>
                  </a:cubicBezTo>
                  <a:cubicBezTo>
                    <a:pt x="94" y="611"/>
                    <a:pt x="94" y="611"/>
                    <a:pt x="94" y="611"/>
                  </a:cubicBezTo>
                  <a:cubicBezTo>
                    <a:pt x="94" y="611"/>
                    <a:pt x="94" y="611"/>
                    <a:pt x="94" y="603"/>
                  </a:cubicBezTo>
                  <a:cubicBezTo>
                    <a:pt x="94" y="572"/>
                    <a:pt x="86" y="486"/>
                    <a:pt x="86" y="463"/>
                  </a:cubicBezTo>
                  <a:cubicBezTo>
                    <a:pt x="86" y="463"/>
                    <a:pt x="86" y="463"/>
                    <a:pt x="86" y="431"/>
                  </a:cubicBezTo>
                  <a:cubicBezTo>
                    <a:pt x="86" y="423"/>
                    <a:pt x="86" y="431"/>
                    <a:pt x="86" y="423"/>
                  </a:cubicBezTo>
                  <a:cubicBezTo>
                    <a:pt x="86" y="423"/>
                    <a:pt x="86" y="423"/>
                    <a:pt x="86" y="408"/>
                  </a:cubicBezTo>
                  <a:cubicBezTo>
                    <a:pt x="86" y="376"/>
                    <a:pt x="86" y="282"/>
                    <a:pt x="86" y="267"/>
                  </a:cubicBezTo>
                  <a:cubicBezTo>
                    <a:pt x="86" y="275"/>
                    <a:pt x="86" y="306"/>
                    <a:pt x="86" y="322"/>
                  </a:cubicBezTo>
                  <a:cubicBezTo>
                    <a:pt x="86" y="329"/>
                    <a:pt x="86" y="329"/>
                    <a:pt x="86" y="329"/>
                  </a:cubicBezTo>
                  <a:cubicBezTo>
                    <a:pt x="86" y="329"/>
                    <a:pt x="86" y="329"/>
                    <a:pt x="86" y="329"/>
                  </a:cubicBezTo>
                  <a:cubicBezTo>
                    <a:pt x="86" y="337"/>
                    <a:pt x="86" y="337"/>
                    <a:pt x="86" y="345"/>
                  </a:cubicBezTo>
                  <a:cubicBezTo>
                    <a:pt x="86" y="345"/>
                    <a:pt x="86" y="345"/>
                    <a:pt x="86" y="353"/>
                  </a:cubicBezTo>
                  <a:cubicBezTo>
                    <a:pt x="86" y="353"/>
                    <a:pt x="86" y="353"/>
                    <a:pt x="86" y="353"/>
                  </a:cubicBezTo>
                  <a:cubicBezTo>
                    <a:pt x="86" y="361"/>
                    <a:pt x="86" y="361"/>
                    <a:pt x="86" y="369"/>
                  </a:cubicBezTo>
                  <a:cubicBezTo>
                    <a:pt x="94" y="353"/>
                    <a:pt x="86" y="329"/>
                    <a:pt x="86" y="314"/>
                  </a:cubicBezTo>
                  <a:cubicBezTo>
                    <a:pt x="86" y="314"/>
                    <a:pt x="86" y="306"/>
                    <a:pt x="86" y="306"/>
                  </a:cubicBezTo>
                  <a:cubicBezTo>
                    <a:pt x="86" y="306"/>
                    <a:pt x="86" y="306"/>
                    <a:pt x="86" y="298"/>
                  </a:cubicBezTo>
                  <a:cubicBezTo>
                    <a:pt x="86" y="282"/>
                    <a:pt x="86" y="251"/>
                    <a:pt x="86" y="235"/>
                  </a:cubicBezTo>
                  <a:cubicBezTo>
                    <a:pt x="86" y="220"/>
                    <a:pt x="86" y="220"/>
                    <a:pt x="86" y="220"/>
                  </a:cubicBezTo>
                  <a:cubicBezTo>
                    <a:pt x="86" y="196"/>
                    <a:pt x="79" y="173"/>
                    <a:pt x="79" y="157"/>
                  </a:cubicBezTo>
                  <a:cubicBezTo>
                    <a:pt x="79" y="149"/>
                    <a:pt x="79" y="149"/>
                    <a:pt x="79" y="149"/>
                  </a:cubicBezTo>
                  <a:cubicBezTo>
                    <a:pt x="79" y="149"/>
                    <a:pt x="79" y="149"/>
                    <a:pt x="79" y="149"/>
                  </a:cubicBezTo>
                  <a:cubicBezTo>
                    <a:pt x="79" y="149"/>
                    <a:pt x="79" y="149"/>
                    <a:pt x="79" y="149"/>
                  </a:cubicBezTo>
                  <a:cubicBezTo>
                    <a:pt x="79" y="141"/>
                    <a:pt x="79" y="141"/>
                    <a:pt x="79" y="134"/>
                  </a:cubicBezTo>
                  <a:cubicBezTo>
                    <a:pt x="79" y="134"/>
                    <a:pt x="79" y="134"/>
                    <a:pt x="79" y="134"/>
                  </a:cubicBezTo>
                  <a:cubicBezTo>
                    <a:pt x="79" y="134"/>
                    <a:pt x="79" y="134"/>
                    <a:pt x="71" y="141"/>
                  </a:cubicBezTo>
                  <a:cubicBezTo>
                    <a:pt x="79" y="181"/>
                    <a:pt x="86" y="220"/>
                    <a:pt x="86" y="251"/>
                  </a:cubicBezTo>
                  <a:cubicBezTo>
                    <a:pt x="86" y="251"/>
                    <a:pt x="86" y="251"/>
                    <a:pt x="86" y="267"/>
                  </a:cubicBezTo>
                  <a:cubicBezTo>
                    <a:pt x="86" y="259"/>
                    <a:pt x="79" y="251"/>
                    <a:pt x="79" y="243"/>
                  </a:cubicBezTo>
                  <a:cubicBezTo>
                    <a:pt x="79" y="204"/>
                    <a:pt x="79" y="204"/>
                    <a:pt x="71" y="157"/>
                  </a:cubicBezTo>
                  <a:cubicBezTo>
                    <a:pt x="71" y="157"/>
                    <a:pt x="71" y="157"/>
                    <a:pt x="71" y="157"/>
                  </a:cubicBezTo>
                  <a:cubicBezTo>
                    <a:pt x="71" y="157"/>
                    <a:pt x="71" y="157"/>
                    <a:pt x="71" y="149"/>
                  </a:cubicBezTo>
                  <a:cubicBezTo>
                    <a:pt x="71" y="134"/>
                    <a:pt x="71" y="134"/>
                    <a:pt x="71" y="118"/>
                  </a:cubicBezTo>
                  <a:cubicBezTo>
                    <a:pt x="71" y="118"/>
                    <a:pt x="71" y="118"/>
                    <a:pt x="63" y="110"/>
                  </a:cubicBezTo>
                  <a:cubicBezTo>
                    <a:pt x="63" y="110"/>
                    <a:pt x="63" y="110"/>
                    <a:pt x="63" y="102"/>
                  </a:cubicBezTo>
                  <a:cubicBezTo>
                    <a:pt x="63" y="102"/>
                    <a:pt x="63" y="102"/>
                    <a:pt x="55" y="71"/>
                  </a:cubicBezTo>
                  <a:cubicBezTo>
                    <a:pt x="55" y="71"/>
                    <a:pt x="55" y="71"/>
                    <a:pt x="63" y="79"/>
                  </a:cubicBezTo>
                  <a:cubicBezTo>
                    <a:pt x="63" y="79"/>
                    <a:pt x="63" y="79"/>
                    <a:pt x="55" y="47"/>
                  </a:cubicBezTo>
                  <a:cubicBezTo>
                    <a:pt x="55" y="47"/>
                    <a:pt x="55" y="47"/>
                    <a:pt x="55" y="40"/>
                  </a:cubicBezTo>
                  <a:cubicBezTo>
                    <a:pt x="55" y="40"/>
                    <a:pt x="55" y="40"/>
                    <a:pt x="55" y="32"/>
                  </a:cubicBezTo>
                  <a:cubicBezTo>
                    <a:pt x="55" y="32"/>
                    <a:pt x="55" y="32"/>
                    <a:pt x="47" y="24"/>
                  </a:cubicBezTo>
                  <a:cubicBezTo>
                    <a:pt x="47" y="40"/>
                    <a:pt x="55" y="63"/>
                    <a:pt x="55" y="79"/>
                  </a:cubicBezTo>
                  <a:cubicBezTo>
                    <a:pt x="55" y="79"/>
                    <a:pt x="55" y="79"/>
                    <a:pt x="55" y="55"/>
                  </a:cubicBezTo>
                  <a:cubicBezTo>
                    <a:pt x="55" y="55"/>
                    <a:pt x="47" y="55"/>
                    <a:pt x="47" y="47"/>
                  </a:cubicBezTo>
                  <a:cubicBezTo>
                    <a:pt x="47" y="47"/>
                    <a:pt x="47" y="47"/>
                    <a:pt x="55" y="87"/>
                  </a:cubicBezTo>
                  <a:cubicBezTo>
                    <a:pt x="55" y="87"/>
                    <a:pt x="55" y="87"/>
                    <a:pt x="55" y="87"/>
                  </a:cubicBezTo>
                  <a:cubicBezTo>
                    <a:pt x="55" y="87"/>
                    <a:pt x="55" y="87"/>
                    <a:pt x="55" y="87"/>
                  </a:cubicBezTo>
                  <a:cubicBezTo>
                    <a:pt x="55" y="87"/>
                    <a:pt x="55" y="87"/>
                    <a:pt x="55" y="102"/>
                  </a:cubicBezTo>
                  <a:cubicBezTo>
                    <a:pt x="55" y="118"/>
                    <a:pt x="55" y="110"/>
                    <a:pt x="55" y="149"/>
                  </a:cubicBezTo>
                  <a:cubicBezTo>
                    <a:pt x="55" y="149"/>
                    <a:pt x="55" y="149"/>
                    <a:pt x="55" y="157"/>
                  </a:cubicBezTo>
                  <a:cubicBezTo>
                    <a:pt x="55" y="157"/>
                    <a:pt x="55" y="157"/>
                    <a:pt x="63" y="157"/>
                  </a:cubicBezTo>
                  <a:cubicBezTo>
                    <a:pt x="63" y="165"/>
                    <a:pt x="63" y="165"/>
                    <a:pt x="63" y="173"/>
                  </a:cubicBezTo>
                  <a:cubicBezTo>
                    <a:pt x="63" y="173"/>
                    <a:pt x="63" y="173"/>
                    <a:pt x="63" y="173"/>
                  </a:cubicBezTo>
                  <a:cubicBezTo>
                    <a:pt x="63" y="173"/>
                    <a:pt x="63" y="173"/>
                    <a:pt x="63" y="173"/>
                  </a:cubicBezTo>
                  <a:cubicBezTo>
                    <a:pt x="63" y="181"/>
                    <a:pt x="63" y="188"/>
                    <a:pt x="71" y="204"/>
                  </a:cubicBezTo>
                  <a:cubicBezTo>
                    <a:pt x="71" y="204"/>
                    <a:pt x="71" y="204"/>
                    <a:pt x="71" y="204"/>
                  </a:cubicBezTo>
                  <a:cubicBezTo>
                    <a:pt x="71" y="220"/>
                    <a:pt x="71" y="251"/>
                    <a:pt x="71" y="267"/>
                  </a:cubicBezTo>
                  <a:cubicBezTo>
                    <a:pt x="71" y="282"/>
                    <a:pt x="71" y="282"/>
                    <a:pt x="71" y="275"/>
                  </a:cubicBezTo>
                  <a:cubicBezTo>
                    <a:pt x="71" y="275"/>
                    <a:pt x="71" y="267"/>
                    <a:pt x="71" y="267"/>
                  </a:cubicBezTo>
                  <a:cubicBezTo>
                    <a:pt x="71" y="259"/>
                    <a:pt x="71" y="259"/>
                    <a:pt x="71" y="251"/>
                  </a:cubicBezTo>
                  <a:cubicBezTo>
                    <a:pt x="71" y="251"/>
                    <a:pt x="71" y="251"/>
                    <a:pt x="63" y="251"/>
                  </a:cubicBezTo>
                  <a:cubicBezTo>
                    <a:pt x="63" y="235"/>
                    <a:pt x="63" y="228"/>
                    <a:pt x="63" y="220"/>
                  </a:cubicBezTo>
                  <a:cubicBezTo>
                    <a:pt x="63" y="220"/>
                    <a:pt x="63" y="220"/>
                    <a:pt x="63" y="220"/>
                  </a:cubicBezTo>
                  <a:cubicBezTo>
                    <a:pt x="63" y="220"/>
                    <a:pt x="63" y="212"/>
                    <a:pt x="63" y="204"/>
                  </a:cubicBezTo>
                  <a:cubicBezTo>
                    <a:pt x="63" y="196"/>
                    <a:pt x="63" y="181"/>
                    <a:pt x="55" y="173"/>
                  </a:cubicBezTo>
                  <a:cubicBezTo>
                    <a:pt x="55" y="157"/>
                    <a:pt x="55" y="149"/>
                    <a:pt x="55" y="134"/>
                  </a:cubicBezTo>
                  <a:cubicBezTo>
                    <a:pt x="55" y="141"/>
                    <a:pt x="55" y="149"/>
                    <a:pt x="55" y="149"/>
                  </a:cubicBezTo>
                  <a:cubicBezTo>
                    <a:pt x="55" y="149"/>
                    <a:pt x="55" y="149"/>
                    <a:pt x="55" y="157"/>
                  </a:cubicBezTo>
                  <a:cubicBezTo>
                    <a:pt x="55" y="173"/>
                    <a:pt x="55" y="181"/>
                    <a:pt x="55" y="188"/>
                  </a:cubicBezTo>
                  <a:cubicBezTo>
                    <a:pt x="55" y="188"/>
                    <a:pt x="55" y="188"/>
                    <a:pt x="55" y="196"/>
                  </a:cubicBezTo>
                  <a:cubicBezTo>
                    <a:pt x="55" y="188"/>
                    <a:pt x="55" y="165"/>
                    <a:pt x="55" y="157"/>
                  </a:cubicBezTo>
                  <a:cubicBezTo>
                    <a:pt x="55" y="149"/>
                    <a:pt x="55" y="157"/>
                    <a:pt x="47" y="149"/>
                  </a:cubicBezTo>
                  <a:cubicBezTo>
                    <a:pt x="47" y="165"/>
                    <a:pt x="47" y="188"/>
                    <a:pt x="55" y="212"/>
                  </a:cubicBezTo>
                  <a:cubicBezTo>
                    <a:pt x="55" y="212"/>
                    <a:pt x="55" y="212"/>
                    <a:pt x="55" y="212"/>
                  </a:cubicBezTo>
                  <a:cubicBezTo>
                    <a:pt x="55" y="212"/>
                    <a:pt x="55" y="212"/>
                    <a:pt x="55" y="212"/>
                  </a:cubicBezTo>
                  <a:cubicBezTo>
                    <a:pt x="55" y="228"/>
                    <a:pt x="55" y="243"/>
                    <a:pt x="55" y="259"/>
                  </a:cubicBezTo>
                  <a:cubicBezTo>
                    <a:pt x="55" y="259"/>
                    <a:pt x="55" y="259"/>
                    <a:pt x="55" y="267"/>
                  </a:cubicBezTo>
                  <a:cubicBezTo>
                    <a:pt x="55" y="267"/>
                    <a:pt x="55" y="267"/>
                    <a:pt x="55" y="267"/>
                  </a:cubicBezTo>
                  <a:cubicBezTo>
                    <a:pt x="55" y="267"/>
                    <a:pt x="55" y="267"/>
                    <a:pt x="55" y="267"/>
                  </a:cubicBezTo>
                  <a:cubicBezTo>
                    <a:pt x="63" y="282"/>
                    <a:pt x="63" y="298"/>
                    <a:pt x="63" y="306"/>
                  </a:cubicBezTo>
                  <a:cubicBezTo>
                    <a:pt x="63" y="306"/>
                    <a:pt x="63" y="306"/>
                    <a:pt x="55" y="306"/>
                  </a:cubicBezTo>
                  <a:cubicBezTo>
                    <a:pt x="55" y="329"/>
                    <a:pt x="63" y="353"/>
                    <a:pt x="63" y="384"/>
                  </a:cubicBezTo>
                  <a:cubicBezTo>
                    <a:pt x="63" y="376"/>
                    <a:pt x="55" y="361"/>
                    <a:pt x="55" y="353"/>
                  </a:cubicBezTo>
                  <a:cubicBezTo>
                    <a:pt x="55" y="345"/>
                    <a:pt x="55" y="188"/>
                    <a:pt x="47" y="173"/>
                  </a:cubicBezTo>
                  <a:cubicBezTo>
                    <a:pt x="47" y="173"/>
                    <a:pt x="47" y="165"/>
                    <a:pt x="47" y="165"/>
                  </a:cubicBezTo>
                  <a:cubicBezTo>
                    <a:pt x="47" y="165"/>
                    <a:pt x="47" y="165"/>
                    <a:pt x="47" y="165"/>
                  </a:cubicBezTo>
                  <a:cubicBezTo>
                    <a:pt x="47" y="165"/>
                    <a:pt x="47" y="165"/>
                    <a:pt x="47" y="157"/>
                  </a:cubicBezTo>
                  <a:cubicBezTo>
                    <a:pt x="47" y="157"/>
                    <a:pt x="47" y="157"/>
                    <a:pt x="47" y="157"/>
                  </a:cubicBezTo>
                  <a:cubicBezTo>
                    <a:pt x="47" y="149"/>
                    <a:pt x="40" y="141"/>
                    <a:pt x="40" y="134"/>
                  </a:cubicBezTo>
                  <a:cubicBezTo>
                    <a:pt x="40" y="134"/>
                    <a:pt x="40" y="134"/>
                    <a:pt x="40" y="134"/>
                  </a:cubicBezTo>
                  <a:cubicBezTo>
                    <a:pt x="40" y="126"/>
                    <a:pt x="40" y="118"/>
                    <a:pt x="40" y="118"/>
                  </a:cubicBezTo>
                  <a:cubicBezTo>
                    <a:pt x="40" y="110"/>
                    <a:pt x="40" y="110"/>
                    <a:pt x="40" y="110"/>
                  </a:cubicBezTo>
                  <a:cubicBezTo>
                    <a:pt x="40" y="110"/>
                    <a:pt x="40" y="118"/>
                    <a:pt x="47" y="118"/>
                  </a:cubicBezTo>
                  <a:cubicBezTo>
                    <a:pt x="47" y="118"/>
                    <a:pt x="47" y="126"/>
                    <a:pt x="47" y="134"/>
                  </a:cubicBezTo>
                  <a:cubicBezTo>
                    <a:pt x="47" y="118"/>
                    <a:pt x="47" y="118"/>
                    <a:pt x="47" y="102"/>
                  </a:cubicBezTo>
                  <a:cubicBezTo>
                    <a:pt x="40" y="94"/>
                    <a:pt x="40" y="94"/>
                    <a:pt x="40" y="79"/>
                  </a:cubicBezTo>
                  <a:cubicBezTo>
                    <a:pt x="40" y="87"/>
                    <a:pt x="40" y="87"/>
                    <a:pt x="40" y="102"/>
                  </a:cubicBezTo>
                  <a:cubicBezTo>
                    <a:pt x="40" y="94"/>
                    <a:pt x="40" y="94"/>
                    <a:pt x="40" y="87"/>
                  </a:cubicBezTo>
                  <a:cubicBezTo>
                    <a:pt x="40" y="94"/>
                    <a:pt x="40" y="102"/>
                    <a:pt x="40" y="110"/>
                  </a:cubicBezTo>
                  <a:cubicBezTo>
                    <a:pt x="40" y="110"/>
                    <a:pt x="40" y="102"/>
                    <a:pt x="40" y="87"/>
                  </a:cubicBezTo>
                  <a:cubicBezTo>
                    <a:pt x="40" y="87"/>
                    <a:pt x="40" y="87"/>
                    <a:pt x="32" y="87"/>
                  </a:cubicBezTo>
                  <a:cubicBezTo>
                    <a:pt x="32" y="87"/>
                    <a:pt x="32" y="87"/>
                    <a:pt x="32" y="87"/>
                  </a:cubicBezTo>
                  <a:cubicBezTo>
                    <a:pt x="32" y="87"/>
                    <a:pt x="32" y="87"/>
                    <a:pt x="32" y="79"/>
                  </a:cubicBezTo>
                  <a:cubicBezTo>
                    <a:pt x="32" y="79"/>
                    <a:pt x="32" y="79"/>
                    <a:pt x="32" y="79"/>
                  </a:cubicBezTo>
                  <a:cubicBezTo>
                    <a:pt x="32" y="79"/>
                    <a:pt x="32" y="79"/>
                    <a:pt x="32" y="79"/>
                  </a:cubicBezTo>
                  <a:cubicBezTo>
                    <a:pt x="32" y="79"/>
                    <a:pt x="32" y="79"/>
                    <a:pt x="32" y="71"/>
                  </a:cubicBezTo>
                  <a:cubicBezTo>
                    <a:pt x="32" y="71"/>
                    <a:pt x="32" y="71"/>
                    <a:pt x="24" y="71"/>
                  </a:cubicBezTo>
                  <a:cubicBezTo>
                    <a:pt x="32" y="94"/>
                    <a:pt x="32" y="102"/>
                    <a:pt x="32" y="102"/>
                  </a:cubicBezTo>
                  <a:cubicBezTo>
                    <a:pt x="32" y="102"/>
                    <a:pt x="32" y="102"/>
                    <a:pt x="40" y="134"/>
                  </a:cubicBezTo>
                  <a:cubicBezTo>
                    <a:pt x="40" y="134"/>
                    <a:pt x="32" y="134"/>
                    <a:pt x="32" y="134"/>
                  </a:cubicBezTo>
                  <a:cubicBezTo>
                    <a:pt x="32" y="134"/>
                    <a:pt x="40" y="134"/>
                    <a:pt x="40" y="141"/>
                  </a:cubicBezTo>
                  <a:cubicBezTo>
                    <a:pt x="40" y="141"/>
                    <a:pt x="40" y="141"/>
                    <a:pt x="40" y="149"/>
                  </a:cubicBezTo>
                  <a:cubicBezTo>
                    <a:pt x="40" y="149"/>
                    <a:pt x="40" y="157"/>
                    <a:pt x="40" y="157"/>
                  </a:cubicBezTo>
                  <a:cubicBezTo>
                    <a:pt x="40" y="157"/>
                    <a:pt x="40" y="157"/>
                    <a:pt x="40" y="157"/>
                  </a:cubicBezTo>
                  <a:cubicBezTo>
                    <a:pt x="40" y="157"/>
                    <a:pt x="40" y="165"/>
                    <a:pt x="40" y="165"/>
                  </a:cubicBezTo>
                  <a:cubicBezTo>
                    <a:pt x="40" y="165"/>
                    <a:pt x="40" y="173"/>
                    <a:pt x="40" y="173"/>
                  </a:cubicBezTo>
                  <a:cubicBezTo>
                    <a:pt x="40" y="173"/>
                    <a:pt x="40" y="181"/>
                    <a:pt x="40" y="173"/>
                  </a:cubicBezTo>
                  <a:cubicBezTo>
                    <a:pt x="40" y="173"/>
                    <a:pt x="40" y="173"/>
                    <a:pt x="40" y="188"/>
                  </a:cubicBezTo>
                  <a:cubicBezTo>
                    <a:pt x="40" y="188"/>
                    <a:pt x="40" y="196"/>
                    <a:pt x="40" y="196"/>
                  </a:cubicBezTo>
                  <a:cubicBezTo>
                    <a:pt x="40" y="196"/>
                    <a:pt x="40" y="204"/>
                    <a:pt x="40" y="204"/>
                  </a:cubicBezTo>
                  <a:cubicBezTo>
                    <a:pt x="40" y="204"/>
                    <a:pt x="40" y="204"/>
                    <a:pt x="40" y="212"/>
                  </a:cubicBezTo>
                  <a:cubicBezTo>
                    <a:pt x="40" y="212"/>
                    <a:pt x="40" y="212"/>
                    <a:pt x="40" y="251"/>
                  </a:cubicBezTo>
                  <a:cubicBezTo>
                    <a:pt x="47" y="267"/>
                    <a:pt x="47" y="282"/>
                    <a:pt x="47" y="290"/>
                  </a:cubicBezTo>
                  <a:cubicBezTo>
                    <a:pt x="40" y="282"/>
                    <a:pt x="40" y="282"/>
                    <a:pt x="40" y="267"/>
                  </a:cubicBezTo>
                  <a:cubicBezTo>
                    <a:pt x="40" y="282"/>
                    <a:pt x="40" y="290"/>
                    <a:pt x="40" y="306"/>
                  </a:cubicBezTo>
                  <a:cubicBezTo>
                    <a:pt x="40" y="306"/>
                    <a:pt x="40" y="314"/>
                    <a:pt x="40" y="314"/>
                  </a:cubicBezTo>
                  <a:cubicBezTo>
                    <a:pt x="40" y="314"/>
                    <a:pt x="40" y="314"/>
                    <a:pt x="47" y="290"/>
                  </a:cubicBezTo>
                  <a:cubicBezTo>
                    <a:pt x="47" y="290"/>
                    <a:pt x="47" y="290"/>
                    <a:pt x="47" y="298"/>
                  </a:cubicBezTo>
                  <a:cubicBezTo>
                    <a:pt x="47" y="298"/>
                    <a:pt x="47" y="298"/>
                    <a:pt x="47" y="322"/>
                  </a:cubicBezTo>
                  <a:cubicBezTo>
                    <a:pt x="47" y="314"/>
                    <a:pt x="40" y="353"/>
                    <a:pt x="40" y="384"/>
                  </a:cubicBezTo>
                  <a:cubicBezTo>
                    <a:pt x="40" y="384"/>
                    <a:pt x="40" y="384"/>
                    <a:pt x="40" y="376"/>
                  </a:cubicBezTo>
                  <a:cubicBezTo>
                    <a:pt x="40" y="345"/>
                    <a:pt x="40" y="337"/>
                    <a:pt x="40" y="314"/>
                  </a:cubicBezTo>
                  <a:cubicBezTo>
                    <a:pt x="40" y="314"/>
                    <a:pt x="40" y="314"/>
                    <a:pt x="40" y="306"/>
                  </a:cubicBezTo>
                  <a:cubicBezTo>
                    <a:pt x="40" y="306"/>
                    <a:pt x="40" y="275"/>
                    <a:pt x="40" y="251"/>
                  </a:cubicBezTo>
                  <a:cubicBezTo>
                    <a:pt x="40" y="259"/>
                    <a:pt x="40" y="267"/>
                    <a:pt x="40" y="275"/>
                  </a:cubicBezTo>
                  <a:cubicBezTo>
                    <a:pt x="40" y="275"/>
                    <a:pt x="40" y="275"/>
                    <a:pt x="40" y="275"/>
                  </a:cubicBezTo>
                  <a:cubicBezTo>
                    <a:pt x="40" y="259"/>
                    <a:pt x="32" y="228"/>
                    <a:pt x="32" y="212"/>
                  </a:cubicBezTo>
                  <a:cubicBezTo>
                    <a:pt x="32" y="212"/>
                    <a:pt x="32" y="212"/>
                    <a:pt x="32" y="204"/>
                  </a:cubicBezTo>
                  <a:cubicBezTo>
                    <a:pt x="32" y="196"/>
                    <a:pt x="32" y="196"/>
                    <a:pt x="32" y="196"/>
                  </a:cubicBezTo>
                  <a:cubicBezTo>
                    <a:pt x="32" y="196"/>
                    <a:pt x="32" y="196"/>
                    <a:pt x="32" y="188"/>
                  </a:cubicBezTo>
                  <a:cubicBezTo>
                    <a:pt x="32" y="188"/>
                    <a:pt x="32" y="181"/>
                    <a:pt x="32" y="181"/>
                  </a:cubicBezTo>
                  <a:cubicBezTo>
                    <a:pt x="32" y="173"/>
                    <a:pt x="32" y="173"/>
                    <a:pt x="32" y="165"/>
                  </a:cubicBezTo>
                  <a:cubicBezTo>
                    <a:pt x="32" y="165"/>
                    <a:pt x="32" y="173"/>
                    <a:pt x="32" y="173"/>
                  </a:cubicBezTo>
                  <a:cubicBezTo>
                    <a:pt x="32" y="173"/>
                    <a:pt x="32" y="173"/>
                    <a:pt x="32" y="181"/>
                  </a:cubicBezTo>
                  <a:cubicBezTo>
                    <a:pt x="32" y="181"/>
                    <a:pt x="32" y="188"/>
                    <a:pt x="32" y="188"/>
                  </a:cubicBezTo>
                  <a:cubicBezTo>
                    <a:pt x="32" y="188"/>
                    <a:pt x="32" y="188"/>
                    <a:pt x="32" y="173"/>
                  </a:cubicBezTo>
                  <a:cubicBezTo>
                    <a:pt x="32" y="173"/>
                    <a:pt x="32" y="157"/>
                    <a:pt x="24" y="141"/>
                  </a:cubicBezTo>
                  <a:cubicBezTo>
                    <a:pt x="24" y="141"/>
                    <a:pt x="24" y="141"/>
                    <a:pt x="24" y="149"/>
                  </a:cubicBezTo>
                  <a:cubicBezTo>
                    <a:pt x="24" y="149"/>
                    <a:pt x="24" y="157"/>
                    <a:pt x="24" y="157"/>
                  </a:cubicBezTo>
                  <a:cubicBezTo>
                    <a:pt x="24" y="157"/>
                    <a:pt x="24" y="157"/>
                    <a:pt x="32" y="165"/>
                  </a:cubicBezTo>
                  <a:cubicBezTo>
                    <a:pt x="32" y="165"/>
                    <a:pt x="24" y="165"/>
                    <a:pt x="24" y="157"/>
                  </a:cubicBezTo>
                  <a:cubicBezTo>
                    <a:pt x="24" y="165"/>
                    <a:pt x="24" y="165"/>
                    <a:pt x="24" y="165"/>
                  </a:cubicBezTo>
                  <a:cubicBezTo>
                    <a:pt x="24" y="157"/>
                    <a:pt x="24" y="149"/>
                    <a:pt x="24" y="134"/>
                  </a:cubicBezTo>
                  <a:cubicBezTo>
                    <a:pt x="24" y="141"/>
                    <a:pt x="24" y="141"/>
                    <a:pt x="24" y="141"/>
                  </a:cubicBezTo>
                  <a:cubicBezTo>
                    <a:pt x="24" y="134"/>
                    <a:pt x="24" y="134"/>
                    <a:pt x="24" y="126"/>
                  </a:cubicBezTo>
                  <a:cubicBezTo>
                    <a:pt x="24" y="126"/>
                    <a:pt x="24" y="126"/>
                    <a:pt x="24" y="102"/>
                  </a:cubicBezTo>
                  <a:cubicBezTo>
                    <a:pt x="24" y="110"/>
                    <a:pt x="24" y="118"/>
                    <a:pt x="24" y="126"/>
                  </a:cubicBezTo>
                  <a:cubicBezTo>
                    <a:pt x="24" y="126"/>
                    <a:pt x="24" y="126"/>
                    <a:pt x="16" y="118"/>
                  </a:cubicBezTo>
                  <a:cubicBezTo>
                    <a:pt x="16" y="118"/>
                    <a:pt x="16" y="118"/>
                    <a:pt x="16" y="126"/>
                  </a:cubicBezTo>
                  <a:cubicBezTo>
                    <a:pt x="16" y="126"/>
                    <a:pt x="16" y="134"/>
                    <a:pt x="16" y="134"/>
                  </a:cubicBezTo>
                  <a:cubicBezTo>
                    <a:pt x="16" y="134"/>
                    <a:pt x="16" y="134"/>
                    <a:pt x="16" y="134"/>
                  </a:cubicBezTo>
                  <a:cubicBezTo>
                    <a:pt x="16" y="134"/>
                    <a:pt x="16" y="141"/>
                    <a:pt x="16" y="141"/>
                  </a:cubicBezTo>
                  <a:cubicBezTo>
                    <a:pt x="16" y="157"/>
                    <a:pt x="24" y="188"/>
                    <a:pt x="24" y="196"/>
                  </a:cubicBezTo>
                  <a:cubicBezTo>
                    <a:pt x="24" y="181"/>
                    <a:pt x="24" y="181"/>
                    <a:pt x="24" y="181"/>
                  </a:cubicBezTo>
                  <a:cubicBezTo>
                    <a:pt x="24" y="173"/>
                    <a:pt x="24" y="165"/>
                    <a:pt x="16" y="149"/>
                  </a:cubicBezTo>
                  <a:cubicBezTo>
                    <a:pt x="24" y="173"/>
                    <a:pt x="24" y="204"/>
                    <a:pt x="24" y="220"/>
                  </a:cubicBezTo>
                  <a:cubicBezTo>
                    <a:pt x="24" y="212"/>
                    <a:pt x="24" y="212"/>
                    <a:pt x="24" y="204"/>
                  </a:cubicBezTo>
                  <a:cubicBezTo>
                    <a:pt x="24" y="204"/>
                    <a:pt x="24" y="204"/>
                    <a:pt x="24" y="196"/>
                  </a:cubicBezTo>
                  <a:cubicBezTo>
                    <a:pt x="24" y="212"/>
                    <a:pt x="24" y="228"/>
                    <a:pt x="24" y="251"/>
                  </a:cubicBezTo>
                  <a:cubicBezTo>
                    <a:pt x="24" y="251"/>
                    <a:pt x="24" y="251"/>
                    <a:pt x="24" y="251"/>
                  </a:cubicBezTo>
                  <a:cubicBezTo>
                    <a:pt x="24" y="251"/>
                    <a:pt x="24" y="251"/>
                    <a:pt x="24" y="251"/>
                  </a:cubicBezTo>
                  <a:cubicBezTo>
                    <a:pt x="32" y="251"/>
                    <a:pt x="32" y="251"/>
                    <a:pt x="32" y="259"/>
                  </a:cubicBezTo>
                  <a:cubicBezTo>
                    <a:pt x="24" y="251"/>
                    <a:pt x="24" y="259"/>
                    <a:pt x="24" y="259"/>
                  </a:cubicBezTo>
                  <a:cubicBezTo>
                    <a:pt x="24" y="259"/>
                    <a:pt x="24" y="259"/>
                    <a:pt x="32" y="259"/>
                  </a:cubicBezTo>
                  <a:cubicBezTo>
                    <a:pt x="32" y="306"/>
                    <a:pt x="32" y="353"/>
                    <a:pt x="32" y="400"/>
                  </a:cubicBezTo>
                  <a:cubicBezTo>
                    <a:pt x="32" y="400"/>
                    <a:pt x="32" y="400"/>
                    <a:pt x="32" y="400"/>
                  </a:cubicBezTo>
                  <a:cubicBezTo>
                    <a:pt x="32" y="376"/>
                    <a:pt x="32" y="345"/>
                    <a:pt x="24" y="322"/>
                  </a:cubicBezTo>
                  <a:cubicBezTo>
                    <a:pt x="24" y="314"/>
                    <a:pt x="24" y="306"/>
                    <a:pt x="24" y="306"/>
                  </a:cubicBezTo>
                  <a:cubicBezTo>
                    <a:pt x="24" y="306"/>
                    <a:pt x="24" y="306"/>
                    <a:pt x="24" y="298"/>
                  </a:cubicBezTo>
                  <a:cubicBezTo>
                    <a:pt x="24" y="290"/>
                    <a:pt x="24" y="290"/>
                    <a:pt x="24" y="282"/>
                  </a:cubicBezTo>
                  <a:cubicBezTo>
                    <a:pt x="24" y="275"/>
                    <a:pt x="24" y="267"/>
                    <a:pt x="24" y="259"/>
                  </a:cubicBezTo>
                  <a:cubicBezTo>
                    <a:pt x="24" y="259"/>
                    <a:pt x="24" y="259"/>
                    <a:pt x="24" y="259"/>
                  </a:cubicBezTo>
                  <a:cubicBezTo>
                    <a:pt x="24" y="251"/>
                    <a:pt x="24" y="251"/>
                    <a:pt x="24" y="251"/>
                  </a:cubicBezTo>
                  <a:cubicBezTo>
                    <a:pt x="24" y="251"/>
                    <a:pt x="24" y="251"/>
                    <a:pt x="24" y="251"/>
                  </a:cubicBezTo>
                  <a:cubicBezTo>
                    <a:pt x="24" y="235"/>
                    <a:pt x="24" y="220"/>
                    <a:pt x="24" y="212"/>
                  </a:cubicBezTo>
                  <a:cubicBezTo>
                    <a:pt x="24" y="212"/>
                    <a:pt x="24" y="212"/>
                    <a:pt x="24" y="204"/>
                  </a:cubicBezTo>
                  <a:cubicBezTo>
                    <a:pt x="24" y="204"/>
                    <a:pt x="24" y="204"/>
                    <a:pt x="24" y="204"/>
                  </a:cubicBezTo>
                  <a:cubicBezTo>
                    <a:pt x="24" y="204"/>
                    <a:pt x="24" y="204"/>
                    <a:pt x="24" y="204"/>
                  </a:cubicBezTo>
                  <a:cubicBezTo>
                    <a:pt x="24" y="188"/>
                    <a:pt x="24" y="196"/>
                    <a:pt x="16" y="157"/>
                  </a:cubicBezTo>
                  <a:cubicBezTo>
                    <a:pt x="16" y="157"/>
                    <a:pt x="16" y="157"/>
                    <a:pt x="16" y="157"/>
                  </a:cubicBezTo>
                  <a:cubicBezTo>
                    <a:pt x="16" y="165"/>
                    <a:pt x="16" y="165"/>
                    <a:pt x="16" y="173"/>
                  </a:cubicBezTo>
                  <a:cubicBezTo>
                    <a:pt x="24" y="188"/>
                    <a:pt x="24" y="196"/>
                    <a:pt x="24" y="204"/>
                  </a:cubicBezTo>
                  <a:cubicBezTo>
                    <a:pt x="24" y="196"/>
                    <a:pt x="24" y="196"/>
                    <a:pt x="16" y="181"/>
                  </a:cubicBezTo>
                  <a:cubicBezTo>
                    <a:pt x="16" y="181"/>
                    <a:pt x="16" y="181"/>
                    <a:pt x="8" y="165"/>
                  </a:cubicBezTo>
                  <a:cubicBezTo>
                    <a:pt x="16" y="165"/>
                    <a:pt x="16" y="157"/>
                    <a:pt x="16" y="157"/>
                  </a:cubicBezTo>
                  <a:cubicBezTo>
                    <a:pt x="16" y="157"/>
                    <a:pt x="16" y="157"/>
                    <a:pt x="8" y="141"/>
                  </a:cubicBezTo>
                  <a:cubicBezTo>
                    <a:pt x="8" y="134"/>
                    <a:pt x="8" y="141"/>
                    <a:pt x="8" y="134"/>
                  </a:cubicBezTo>
                  <a:cubicBezTo>
                    <a:pt x="8" y="134"/>
                    <a:pt x="8" y="134"/>
                    <a:pt x="8" y="118"/>
                  </a:cubicBezTo>
                  <a:cubicBezTo>
                    <a:pt x="8" y="134"/>
                    <a:pt x="8" y="149"/>
                    <a:pt x="8" y="165"/>
                  </a:cubicBezTo>
                  <a:cubicBezTo>
                    <a:pt x="8" y="165"/>
                    <a:pt x="8" y="165"/>
                    <a:pt x="8" y="165"/>
                  </a:cubicBezTo>
                  <a:cubicBezTo>
                    <a:pt x="8" y="157"/>
                    <a:pt x="8" y="141"/>
                    <a:pt x="8" y="134"/>
                  </a:cubicBezTo>
                  <a:cubicBezTo>
                    <a:pt x="8" y="157"/>
                    <a:pt x="8" y="188"/>
                    <a:pt x="8" y="204"/>
                  </a:cubicBezTo>
                  <a:cubicBezTo>
                    <a:pt x="8" y="196"/>
                    <a:pt x="8" y="196"/>
                    <a:pt x="8" y="173"/>
                  </a:cubicBezTo>
                  <a:cubicBezTo>
                    <a:pt x="8" y="173"/>
                    <a:pt x="0" y="173"/>
                    <a:pt x="8" y="188"/>
                  </a:cubicBezTo>
                  <a:cubicBezTo>
                    <a:pt x="8" y="204"/>
                    <a:pt x="8" y="212"/>
                    <a:pt x="8" y="220"/>
                  </a:cubicBezTo>
                  <a:cubicBezTo>
                    <a:pt x="8" y="235"/>
                    <a:pt x="8" y="220"/>
                    <a:pt x="8" y="220"/>
                  </a:cubicBezTo>
                  <a:cubicBezTo>
                    <a:pt x="8" y="235"/>
                    <a:pt x="16" y="282"/>
                    <a:pt x="24" y="298"/>
                  </a:cubicBezTo>
                  <a:cubicBezTo>
                    <a:pt x="24" y="322"/>
                    <a:pt x="24" y="329"/>
                    <a:pt x="16" y="322"/>
                  </a:cubicBezTo>
                  <a:cubicBezTo>
                    <a:pt x="16" y="322"/>
                    <a:pt x="16" y="322"/>
                    <a:pt x="24" y="337"/>
                  </a:cubicBezTo>
                  <a:cubicBezTo>
                    <a:pt x="16" y="361"/>
                    <a:pt x="16" y="345"/>
                    <a:pt x="16" y="431"/>
                  </a:cubicBezTo>
                  <a:cubicBezTo>
                    <a:pt x="16" y="431"/>
                    <a:pt x="16" y="431"/>
                    <a:pt x="8" y="423"/>
                  </a:cubicBezTo>
                  <a:cubicBezTo>
                    <a:pt x="8" y="423"/>
                    <a:pt x="8" y="423"/>
                    <a:pt x="8" y="431"/>
                  </a:cubicBezTo>
                  <a:cubicBezTo>
                    <a:pt x="8" y="431"/>
                    <a:pt x="8" y="431"/>
                    <a:pt x="8" y="439"/>
                  </a:cubicBezTo>
                  <a:cubicBezTo>
                    <a:pt x="8" y="439"/>
                    <a:pt x="8" y="439"/>
                    <a:pt x="8" y="447"/>
                  </a:cubicBezTo>
                  <a:cubicBezTo>
                    <a:pt x="8" y="447"/>
                    <a:pt x="8" y="447"/>
                    <a:pt x="8" y="447"/>
                  </a:cubicBezTo>
                  <a:cubicBezTo>
                    <a:pt x="8" y="447"/>
                    <a:pt x="8" y="447"/>
                    <a:pt x="8" y="447"/>
                  </a:cubicBezTo>
                  <a:cubicBezTo>
                    <a:pt x="8" y="447"/>
                    <a:pt x="8" y="447"/>
                    <a:pt x="8" y="447"/>
                  </a:cubicBezTo>
                  <a:cubicBezTo>
                    <a:pt x="8" y="455"/>
                    <a:pt x="8" y="463"/>
                    <a:pt x="8" y="463"/>
                  </a:cubicBezTo>
                  <a:cubicBezTo>
                    <a:pt x="8" y="478"/>
                    <a:pt x="8" y="478"/>
                    <a:pt x="8" y="478"/>
                  </a:cubicBezTo>
                  <a:cubicBezTo>
                    <a:pt x="8" y="478"/>
                    <a:pt x="8" y="478"/>
                    <a:pt x="8" y="478"/>
                  </a:cubicBezTo>
                  <a:cubicBezTo>
                    <a:pt x="8" y="486"/>
                    <a:pt x="8" y="486"/>
                    <a:pt x="8" y="486"/>
                  </a:cubicBezTo>
                  <a:cubicBezTo>
                    <a:pt x="8" y="486"/>
                    <a:pt x="8" y="486"/>
                    <a:pt x="8" y="486"/>
                  </a:cubicBezTo>
                  <a:cubicBezTo>
                    <a:pt x="8" y="533"/>
                    <a:pt x="8" y="596"/>
                    <a:pt x="16" y="603"/>
                  </a:cubicBezTo>
                  <a:cubicBezTo>
                    <a:pt x="16" y="603"/>
                    <a:pt x="16" y="603"/>
                    <a:pt x="16" y="619"/>
                  </a:cubicBezTo>
                  <a:cubicBezTo>
                    <a:pt x="16" y="619"/>
                    <a:pt x="16" y="619"/>
                    <a:pt x="16" y="619"/>
                  </a:cubicBezTo>
                  <a:cubicBezTo>
                    <a:pt x="16" y="603"/>
                    <a:pt x="8" y="580"/>
                    <a:pt x="8" y="588"/>
                  </a:cubicBezTo>
                  <a:cubicBezTo>
                    <a:pt x="8" y="588"/>
                    <a:pt x="8" y="588"/>
                    <a:pt x="8" y="596"/>
                  </a:cubicBezTo>
                  <a:cubicBezTo>
                    <a:pt x="8" y="603"/>
                    <a:pt x="8" y="611"/>
                    <a:pt x="8" y="619"/>
                  </a:cubicBezTo>
                  <a:cubicBezTo>
                    <a:pt x="8" y="619"/>
                    <a:pt x="8" y="619"/>
                    <a:pt x="8" y="635"/>
                  </a:cubicBezTo>
                  <a:cubicBezTo>
                    <a:pt x="8" y="635"/>
                    <a:pt x="8" y="635"/>
                    <a:pt x="8" y="635"/>
                  </a:cubicBezTo>
                  <a:cubicBezTo>
                    <a:pt x="16" y="643"/>
                    <a:pt x="16" y="650"/>
                    <a:pt x="16" y="658"/>
                  </a:cubicBezTo>
                  <a:cubicBezTo>
                    <a:pt x="16" y="650"/>
                    <a:pt x="8" y="650"/>
                    <a:pt x="8" y="643"/>
                  </a:cubicBezTo>
                  <a:cubicBezTo>
                    <a:pt x="8" y="643"/>
                    <a:pt x="8" y="643"/>
                    <a:pt x="8" y="650"/>
                  </a:cubicBezTo>
                  <a:cubicBezTo>
                    <a:pt x="8" y="650"/>
                    <a:pt x="8" y="650"/>
                    <a:pt x="8" y="658"/>
                  </a:cubicBezTo>
                  <a:cubicBezTo>
                    <a:pt x="8" y="658"/>
                    <a:pt x="8" y="658"/>
                    <a:pt x="16" y="666"/>
                  </a:cubicBezTo>
                  <a:cubicBezTo>
                    <a:pt x="16" y="682"/>
                    <a:pt x="16" y="674"/>
                    <a:pt x="16" y="682"/>
                  </a:cubicBezTo>
                  <a:cubicBezTo>
                    <a:pt x="16" y="682"/>
                    <a:pt x="16" y="682"/>
                    <a:pt x="16" y="682"/>
                  </a:cubicBezTo>
                  <a:cubicBezTo>
                    <a:pt x="16" y="682"/>
                    <a:pt x="16" y="682"/>
                    <a:pt x="24" y="690"/>
                  </a:cubicBezTo>
                  <a:cubicBezTo>
                    <a:pt x="24" y="690"/>
                    <a:pt x="24" y="690"/>
                    <a:pt x="16" y="690"/>
                  </a:cubicBezTo>
                  <a:cubicBezTo>
                    <a:pt x="16" y="690"/>
                    <a:pt x="16" y="690"/>
                    <a:pt x="24" y="705"/>
                  </a:cubicBezTo>
                  <a:cubicBezTo>
                    <a:pt x="24" y="713"/>
                    <a:pt x="24" y="705"/>
                    <a:pt x="24" y="713"/>
                  </a:cubicBezTo>
                  <a:cubicBezTo>
                    <a:pt x="24" y="713"/>
                    <a:pt x="24" y="713"/>
                    <a:pt x="24" y="729"/>
                  </a:cubicBezTo>
                  <a:cubicBezTo>
                    <a:pt x="24" y="729"/>
                    <a:pt x="24" y="729"/>
                    <a:pt x="24" y="729"/>
                  </a:cubicBezTo>
                  <a:cubicBezTo>
                    <a:pt x="24" y="729"/>
                    <a:pt x="24" y="729"/>
                    <a:pt x="24" y="752"/>
                  </a:cubicBezTo>
                  <a:cubicBezTo>
                    <a:pt x="24" y="760"/>
                    <a:pt x="24" y="760"/>
                    <a:pt x="24" y="768"/>
                  </a:cubicBezTo>
                  <a:cubicBezTo>
                    <a:pt x="24" y="752"/>
                    <a:pt x="24" y="752"/>
                    <a:pt x="24" y="729"/>
                  </a:cubicBezTo>
                  <a:cubicBezTo>
                    <a:pt x="24" y="729"/>
                    <a:pt x="24" y="729"/>
                    <a:pt x="16" y="729"/>
                  </a:cubicBezTo>
                  <a:cubicBezTo>
                    <a:pt x="24" y="744"/>
                    <a:pt x="24" y="760"/>
                    <a:pt x="32" y="791"/>
                  </a:cubicBezTo>
                  <a:cubicBezTo>
                    <a:pt x="24" y="784"/>
                    <a:pt x="24" y="784"/>
                    <a:pt x="24" y="784"/>
                  </a:cubicBezTo>
                  <a:cubicBezTo>
                    <a:pt x="24" y="799"/>
                    <a:pt x="24" y="799"/>
                    <a:pt x="24" y="799"/>
                  </a:cubicBezTo>
                  <a:cubicBezTo>
                    <a:pt x="32" y="799"/>
                    <a:pt x="32" y="799"/>
                    <a:pt x="32" y="799"/>
                  </a:cubicBezTo>
                  <a:cubicBezTo>
                    <a:pt x="32" y="831"/>
                    <a:pt x="40" y="862"/>
                    <a:pt x="47" y="885"/>
                  </a:cubicBezTo>
                  <a:cubicBezTo>
                    <a:pt x="47" y="885"/>
                    <a:pt x="40" y="885"/>
                    <a:pt x="40" y="885"/>
                  </a:cubicBezTo>
                  <a:cubicBezTo>
                    <a:pt x="40" y="885"/>
                    <a:pt x="40" y="885"/>
                    <a:pt x="40" y="885"/>
                  </a:cubicBezTo>
                  <a:cubicBezTo>
                    <a:pt x="40" y="885"/>
                    <a:pt x="40" y="878"/>
                    <a:pt x="40" y="878"/>
                  </a:cubicBezTo>
                  <a:cubicBezTo>
                    <a:pt x="40" y="878"/>
                    <a:pt x="40" y="878"/>
                    <a:pt x="40" y="885"/>
                  </a:cubicBezTo>
                  <a:cubicBezTo>
                    <a:pt x="40" y="885"/>
                    <a:pt x="40" y="885"/>
                    <a:pt x="40" y="878"/>
                  </a:cubicBezTo>
                  <a:cubicBezTo>
                    <a:pt x="40" y="893"/>
                    <a:pt x="40" y="878"/>
                    <a:pt x="40" y="893"/>
                  </a:cubicBezTo>
                  <a:cubicBezTo>
                    <a:pt x="40" y="901"/>
                    <a:pt x="40" y="901"/>
                    <a:pt x="40" y="901"/>
                  </a:cubicBezTo>
                  <a:cubicBezTo>
                    <a:pt x="40" y="901"/>
                    <a:pt x="40" y="901"/>
                    <a:pt x="40" y="901"/>
                  </a:cubicBezTo>
                  <a:cubicBezTo>
                    <a:pt x="40" y="901"/>
                    <a:pt x="40" y="901"/>
                    <a:pt x="40" y="901"/>
                  </a:cubicBezTo>
                  <a:cubicBezTo>
                    <a:pt x="40" y="901"/>
                    <a:pt x="40" y="901"/>
                    <a:pt x="40" y="901"/>
                  </a:cubicBezTo>
                  <a:cubicBezTo>
                    <a:pt x="47" y="901"/>
                    <a:pt x="47" y="901"/>
                    <a:pt x="47" y="909"/>
                  </a:cubicBezTo>
                  <a:cubicBezTo>
                    <a:pt x="47" y="909"/>
                    <a:pt x="47" y="901"/>
                    <a:pt x="40" y="901"/>
                  </a:cubicBezTo>
                  <a:cubicBezTo>
                    <a:pt x="47" y="901"/>
                    <a:pt x="47" y="909"/>
                    <a:pt x="47" y="917"/>
                  </a:cubicBezTo>
                  <a:cubicBezTo>
                    <a:pt x="47" y="901"/>
                    <a:pt x="47" y="901"/>
                    <a:pt x="47" y="901"/>
                  </a:cubicBezTo>
                  <a:cubicBezTo>
                    <a:pt x="47" y="901"/>
                    <a:pt x="47" y="909"/>
                    <a:pt x="47" y="909"/>
                  </a:cubicBezTo>
                  <a:cubicBezTo>
                    <a:pt x="47" y="909"/>
                    <a:pt x="47" y="909"/>
                    <a:pt x="47" y="909"/>
                  </a:cubicBezTo>
                  <a:cubicBezTo>
                    <a:pt x="47" y="917"/>
                    <a:pt x="47" y="909"/>
                    <a:pt x="47" y="917"/>
                  </a:cubicBezTo>
                  <a:cubicBezTo>
                    <a:pt x="47" y="917"/>
                    <a:pt x="47" y="917"/>
                    <a:pt x="47" y="909"/>
                  </a:cubicBezTo>
                  <a:cubicBezTo>
                    <a:pt x="47" y="917"/>
                    <a:pt x="47" y="917"/>
                    <a:pt x="47" y="917"/>
                  </a:cubicBezTo>
                  <a:cubicBezTo>
                    <a:pt x="47" y="917"/>
                    <a:pt x="47" y="917"/>
                    <a:pt x="47" y="932"/>
                  </a:cubicBezTo>
                  <a:cubicBezTo>
                    <a:pt x="55" y="932"/>
                    <a:pt x="47" y="932"/>
                    <a:pt x="55" y="948"/>
                  </a:cubicBezTo>
                  <a:cubicBezTo>
                    <a:pt x="55" y="948"/>
                    <a:pt x="55" y="948"/>
                    <a:pt x="55" y="948"/>
                  </a:cubicBezTo>
                  <a:cubicBezTo>
                    <a:pt x="55" y="948"/>
                    <a:pt x="55" y="948"/>
                    <a:pt x="55" y="932"/>
                  </a:cubicBezTo>
                  <a:cubicBezTo>
                    <a:pt x="55" y="932"/>
                    <a:pt x="47" y="932"/>
                    <a:pt x="47" y="917"/>
                  </a:cubicBezTo>
                  <a:cubicBezTo>
                    <a:pt x="47" y="925"/>
                    <a:pt x="47" y="925"/>
                    <a:pt x="47" y="925"/>
                  </a:cubicBezTo>
                  <a:cubicBezTo>
                    <a:pt x="55" y="925"/>
                    <a:pt x="55" y="925"/>
                    <a:pt x="55" y="932"/>
                  </a:cubicBezTo>
                  <a:cubicBezTo>
                    <a:pt x="55" y="948"/>
                    <a:pt x="71" y="972"/>
                    <a:pt x="71" y="995"/>
                  </a:cubicBezTo>
                  <a:cubicBezTo>
                    <a:pt x="79" y="1019"/>
                    <a:pt x="94" y="1042"/>
                    <a:pt x="102" y="1073"/>
                  </a:cubicBezTo>
                  <a:cubicBezTo>
                    <a:pt x="102" y="1073"/>
                    <a:pt x="102" y="1073"/>
                    <a:pt x="102" y="1073"/>
                  </a:cubicBezTo>
                  <a:cubicBezTo>
                    <a:pt x="102" y="1073"/>
                    <a:pt x="110" y="1081"/>
                    <a:pt x="110" y="1081"/>
                  </a:cubicBezTo>
                  <a:cubicBezTo>
                    <a:pt x="110" y="1081"/>
                    <a:pt x="110" y="1081"/>
                    <a:pt x="110" y="1089"/>
                  </a:cubicBezTo>
                  <a:cubicBezTo>
                    <a:pt x="118" y="1113"/>
                    <a:pt x="118" y="1113"/>
                    <a:pt x="118" y="1113"/>
                  </a:cubicBezTo>
                  <a:cubicBezTo>
                    <a:pt x="126" y="1128"/>
                    <a:pt x="126" y="1128"/>
                    <a:pt x="126" y="1128"/>
                  </a:cubicBezTo>
                  <a:cubicBezTo>
                    <a:pt x="133" y="1128"/>
                    <a:pt x="133" y="1128"/>
                    <a:pt x="133" y="1136"/>
                  </a:cubicBezTo>
                  <a:cubicBezTo>
                    <a:pt x="133" y="1136"/>
                    <a:pt x="133" y="1136"/>
                    <a:pt x="133" y="1136"/>
                  </a:cubicBezTo>
                  <a:cubicBezTo>
                    <a:pt x="141" y="1144"/>
                    <a:pt x="141" y="1144"/>
                    <a:pt x="141" y="1144"/>
                  </a:cubicBezTo>
                  <a:cubicBezTo>
                    <a:pt x="141" y="1144"/>
                    <a:pt x="141" y="1144"/>
                    <a:pt x="141" y="1144"/>
                  </a:cubicBezTo>
                  <a:cubicBezTo>
                    <a:pt x="141" y="1144"/>
                    <a:pt x="141" y="1152"/>
                    <a:pt x="141" y="1152"/>
                  </a:cubicBezTo>
                  <a:cubicBezTo>
                    <a:pt x="149" y="1152"/>
                    <a:pt x="149" y="1159"/>
                    <a:pt x="149" y="1159"/>
                  </a:cubicBezTo>
                  <a:cubicBezTo>
                    <a:pt x="149" y="1159"/>
                    <a:pt x="149" y="1159"/>
                    <a:pt x="149" y="1159"/>
                  </a:cubicBezTo>
                  <a:cubicBezTo>
                    <a:pt x="157" y="1167"/>
                    <a:pt x="157" y="1175"/>
                    <a:pt x="157" y="1175"/>
                  </a:cubicBezTo>
                  <a:cubicBezTo>
                    <a:pt x="157" y="1183"/>
                    <a:pt x="157" y="1183"/>
                    <a:pt x="157" y="1183"/>
                  </a:cubicBezTo>
                  <a:cubicBezTo>
                    <a:pt x="165" y="1191"/>
                    <a:pt x="165" y="1191"/>
                    <a:pt x="172" y="1199"/>
                  </a:cubicBezTo>
                  <a:cubicBezTo>
                    <a:pt x="172" y="1199"/>
                    <a:pt x="172" y="1199"/>
                    <a:pt x="172" y="1199"/>
                  </a:cubicBezTo>
                  <a:cubicBezTo>
                    <a:pt x="172" y="1199"/>
                    <a:pt x="180" y="1206"/>
                    <a:pt x="180" y="1206"/>
                  </a:cubicBezTo>
                  <a:cubicBezTo>
                    <a:pt x="180" y="1206"/>
                    <a:pt x="180" y="1206"/>
                    <a:pt x="180" y="1206"/>
                  </a:cubicBezTo>
                  <a:cubicBezTo>
                    <a:pt x="180" y="1206"/>
                    <a:pt x="180" y="1206"/>
                    <a:pt x="180" y="1206"/>
                  </a:cubicBezTo>
                  <a:cubicBezTo>
                    <a:pt x="188" y="1214"/>
                    <a:pt x="188" y="1222"/>
                    <a:pt x="196" y="1230"/>
                  </a:cubicBezTo>
                  <a:cubicBezTo>
                    <a:pt x="196" y="1230"/>
                    <a:pt x="196" y="1230"/>
                    <a:pt x="196" y="1230"/>
                  </a:cubicBezTo>
                  <a:cubicBezTo>
                    <a:pt x="196" y="1230"/>
                    <a:pt x="196" y="1230"/>
                    <a:pt x="196" y="1230"/>
                  </a:cubicBezTo>
                  <a:cubicBezTo>
                    <a:pt x="196" y="1230"/>
                    <a:pt x="204" y="1238"/>
                    <a:pt x="204" y="1238"/>
                  </a:cubicBezTo>
                  <a:cubicBezTo>
                    <a:pt x="204" y="1238"/>
                    <a:pt x="204" y="1238"/>
                    <a:pt x="204" y="1246"/>
                  </a:cubicBezTo>
                  <a:cubicBezTo>
                    <a:pt x="211" y="1253"/>
                    <a:pt x="211" y="1253"/>
                    <a:pt x="211" y="1253"/>
                  </a:cubicBezTo>
                  <a:cubicBezTo>
                    <a:pt x="211" y="1253"/>
                    <a:pt x="219" y="1253"/>
                    <a:pt x="219" y="1253"/>
                  </a:cubicBezTo>
                  <a:cubicBezTo>
                    <a:pt x="219" y="1253"/>
                    <a:pt x="219" y="1253"/>
                    <a:pt x="219" y="1261"/>
                  </a:cubicBezTo>
                  <a:cubicBezTo>
                    <a:pt x="219" y="1261"/>
                    <a:pt x="227" y="1261"/>
                    <a:pt x="227" y="1269"/>
                  </a:cubicBezTo>
                  <a:cubicBezTo>
                    <a:pt x="227" y="1269"/>
                    <a:pt x="227" y="1269"/>
                    <a:pt x="227" y="1269"/>
                  </a:cubicBezTo>
                  <a:cubicBezTo>
                    <a:pt x="227" y="1269"/>
                    <a:pt x="235" y="1269"/>
                    <a:pt x="235" y="1269"/>
                  </a:cubicBezTo>
                  <a:cubicBezTo>
                    <a:pt x="235" y="1269"/>
                    <a:pt x="227" y="1269"/>
                    <a:pt x="227" y="1269"/>
                  </a:cubicBezTo>
                  <a:cubicBezTo>
                    <a:pt x="243" y="1293"/>
                    <a:pt x="251" y="1293"/>
                    <a:pt x="290" y="1316"/>
                  </a:cubicBezTo>
                  <a:cubicBezTo>
                    <a:pt x="290" y="1324"/>
                    <a:pt x="290" y="1324"/>
                    <a:pt x="290" y="1324"/>
                  </a:cubicBezTo>
                  <a:cubicBezTo>
                    <a:pt x="313" y="1340"/>
                    <a:pt x="337" y="1355"/>
                    <a:pt x="368" y="1379"/>
                  </a:cubicBezTo>
                  <a:cubicBezTo>
                    <a:pt x="376" y="1379"/>
                    <a:pt x="376" y="1379"/>
                    <a:pt x="376" y="1379"/>
                  </a:cubicBezTo>
                  <a:cubicBezTo>
                    <a:pt x="376" y="1379"/>
                    <a:pt x="376" y="1379"/>
                    <a:pt x="376" y="1379"/>
                  </a:cubicBezTo>
                  <a:cubicBezTo>
                    <a:pt x="383" y="1379"/>
                    <a:pt x="383" y="1379"/>
                    <a:pt x="391" y="1387"/>
                  </a:cubicBezTo>
                  <a:cubicBezTo>
                    <a:pt x="383" y="1379"/>
                    <a:pt x="391" y="1387"/>
                    <a:pt x="376" y="1379"/>
                  </a:cubicBezTo>
                  <a:cubicBezTo>
                    <a:pt x="376" y="1379"/>
                    <a:pt x="399" y="1387"/>
                    <a:pt x="415" y="1394"/>
                  </a:cubicBezTo>
                  <a:cubicBezTo>
                    <a:pt x="423" y="1394"/>
                    <a:pt x="423" y="1394"/>
                    <a:pt x="423" y="1394"/>
                  </a:cubicBezTo>
                  <a:cubicBezTo>
                    <a:pt x="415" y="1394"/>
                    <a:pt x="415" y="1394"/>
                    <a:pt x="415" y="1394"/>
                  </a:cubicBezTo>
                  <a:cubicBezTo>
                    <a:pt x="430" y="1402"/>
                    <a:pt x="438" y="1402"/>
                    <a:pt x="446" y="1410"/>
                  </a:cubicBezTo>
                  <a:cubicBezTo>
                    <a:pt x="446" y="1410"/>
                    <a:pt x="446" y="1410"/>
                    <a:pt x="446" y="1410"/>
                  </a:cubicBezTo>
                  <a:cubicBezTo>
                    <a:pt x="454" y="1410"/>
                    <a:pt x="469" y="1418"/>
                    <a:pt x="485" y="1418"/>
                  </a:cubicBezTo>
                  <a:cubicBezTo>
                    <a:pt x="485" y="1418"/>
                    <a:pt x="493" y="1426"/>
                    <a:pt x="501" y="1426"/>
                  </a:cubicBezTo>
                  <a:cubicBezTo>
                    <a:pt x="501" y="1426"/>
                    <a:pt x="501" y="1426"/>
                    <a:pt x="493" y="1426"/>
                  </a:cubicBezTo>
                  <a:cubicBezTo>
                    <a:pt x="508" y="1434"/>
                    <a:pt x="508" y="1426"/>
                    <a:pt x="516" y="1434"/>
                  </a:cubicBezTo>
                  <a:cubicBezTo>
                    <a:pt x="524" y="1434"/>
                    <a:pt x="524" y="1434"/>
                    <a:pt x="524" y="1434"/>
                  </a:cubicBezTo>
                  <a:cubicBezTo>
                    <a:pt x="532" y="1434"/>
                    <a:pt x="532" y="1434"/>
                    <a:pt x="532" y="1434"/>
                  </a:cubicBezTo>
                  <a:cubicBezTo>
                    <a:pt x="532" y="1434"/>
                    <a:pt x="532" y="1434"/>
                    <a:pt x="555" y="1441"/>
                  </a:cubicBezTo>
                  <a:cubicBezTo>
                    <a:pt x="540" y="1434"/>
                    <a:pt x="540" y="1434"/>
                    <a:pt x="540" y="1434"/>
                  </a:cubicBezTo>
                  <a:cubicBezTo>
                    <a:pt x="579" y="1449"/>
                    <a:pt x="579" y="1449"/>
                    <a:pt x="579" y="1449"/>
                  </a:cubicBezTo>
                  <a:cubicBezTo>
                    <a:pt x="563" y="1441"/>
                    <a:pt x="563" y="1441"/>
                    <a:pt x="563" y="1441"/>
                  </a:cubicBezTo>
                  <a:cubicBezTo>
                    <a:pt x="563" y="1441"/>
                    <a:pt x="563" y="1441"/>
                    <a:pt x="571" y="1441"/>
                  </a:cubicBezTo>
                  <a:cubicBezTo>
                    <a:pt x="571" y="1441"/>
                    <a:pt x="571" y="1441"/>
                    <a:pt x="579" y="1449"/>
                  </a:cubicBezTo>
                  <a:cubicBezTo>
                    <a:pt x="579" y="1449"/>
                    <a:pt x="579" y="1449"/>
                    <a:pt x="594" y="1449"/>
                  </a:cubicBezTo>
                  <a:cubicBezTo>
                    <a:pt x="594" y="1449"/>
                    <a:pt x="594" y="1449"/>
                    <a:pt x="587" y="1449"/>
                  </a:cubicBezTo>
                  <a:cubicBezTo>
                    <a:pt x="602" y="1449"/>
                    <a:pt x="626" y="1457"/>
                    <a:pt x="610" y="1449"/>
                  </a:cubicBezTo>
                  <a:cubicBezTo>
                    <a:pt x="618" y="1449"/>
                    <a:pt x="618" y="1457"/>
                    <a:pt x="626" y="1457"/>
                  </a:cubicBezTo>
                  <a:cubicBezTo>
                    <a:pt x="626" y="1457"/>
                    <a:pt x="634" y="1457"/>
                    <a:pt x="641" y="1457"/>
                  </a:cubicBezTo>
                  <a:cubicBezTo>
                    <a:pt x="634" y="1457"/>
                    <a:pt x="634" y="1457"/>
                    <a:pt x="634" y="1457"/>
                  </a:cubicBezTo>
                  <a:cubicBezTo>
                    <a:pt x="641" y="1457"/>
                    <a:pt x="649" y="1457"/>
                    <a:pt x="657" y="1465"/>
                  </a:cubicBezTo>
                  <a:cubicBezTo>
                    <a:pt x="665" y="1465"/>
                    <a:pt x="665" y="1465"/>
                    <a:pt x="665" y="1465"/>
                  </a:cubicBezTo>
                  <a:cubicBezTo>
                    <a:pt x="673" y="1465"/>
                    <a:pt x="673" y="1465"/>
                    <a:pt x="673" y="1465"/>
                  </a:cubicBezTo>
                  <a:cubicBezTo>
                    <a:pt x="673" y="1465"/>
                    <a:pt x="673" y="1465"/>
                    <a:pt x="673" y="1465"/>
                  </a:cubicBezTo>
                  <a:cubicBezTo>
                    <a:pt x="688" y="1465"/>
                    <a:pt x="704" y="1465"/>
                    <a:pt x="712" y="1465"/>
                  </a:cubicBezTo>
                  <a:cubicBezTo>
                    <a:pt x="727" y="1465"/>
                    <a:pt x="743" y="1473"/>
                    <a:pt x="751" y="1473"/>
                  </a:cubicBezTo>
                  <a:cubicBezTo>
                    <a:pt x="751" y="1473"/>
                    <a:pt x="751" y="1473"/>
                    <a:pt x="743" y="1473"/>
                  </a:cubicBezTo>
                  <a:cubicBezTo>
                    <a:pt x="743" y="1473"/>
                    <a:pt x="743" y="1473"/>
                    <a:pt x="790" y="1481"/>
                  </a:cubicBezTo>
                  <a:cubicBezTo>
                    <a:pt x="790" y="1481"/>
                    <a:pt x="790" y="1473"/>
                    <a:pt x="790" y="1473"/>
                  </a:cubicBezTo>
                  <a:cubicBezTo>
                    <a:pt x="798" y="1473"/>
                    <a:pt x="813" y="1473"/>
                    <a:pt x="813" y="1481"/>
                  </a:cubicBezTo>
                  <a:cubicBezTo>
                    <a:pt x="821" y="1481"/>
                    <a:pt x="829" y="1481"/>
                    <a:pt x="829" y="1481"/>
                  </a:cubicBezTo>
                  <a:cubicBezTo>
                    <a:pt x="829" y="1481"/>
                    <a:pt x="829" y="1481"/>
                    <a:pt x="829" y="1481"/>
                  </a:cubicBezTo>
                  <a:cubicBezTo>
                    <a:pt x="829" y="1481"/>
                    <a:pt x="837" y="1481"/>
                    <a:pt x="845" y="1481"/>
                  </a:cubicBezTo>
                  <a:cubicBezTo>
                    <a:pt x="845" y="1481"/>
                    <a:pt x="845" y="1481"/>
                    <a:pt x="845" y="1473"/>
                  </a:cubicBezTo>
                  <a:cubicBezTo>
                    <a:pt x="813" y="1473"/>
                    <a:pt x="829" y="1481"/>
                    <a:pt x="790" y="1473"/>
                  </a:cubicBezTo>
                  <a:cubicBezTo>
                    <a:pt x="813" y="1473"/>
                    <a:pt x="821" y="1473"/>
                    <a:pt x="837" y="1473"/>
                  </a:cubicBezTo>
                  <a:cubicBezTo>
                    <a:pt x="837" y="1473"/>
                    <a:pt x="837" y="1473"/>
                    <a:pt x="845" y="1473"/>
                  </a:cubicBezTo>
                  <a:cubicBezTo>
                    <a:pt x="845" y="1473"/>
                    <a:pt x="860" y="1473"/>
                    <a:pt x="884" y="1473"/>
                  </a:cubicBezTo>
                  <a:cubicBezTo>
                    <a:pt x="884" y="1473"/>
                    <a:pt x="884" y="1473"/>
                    <a:pt x="884" y="1481"/>
                  </a:cubicBezTo>
                  <a:cubicBezTo>
                    <a:pt x="899" y="1481"/>
                    <a:pt x="915" y="1481"/>
                    <a:pt x="931" y="1481"/>
                  </a:cubicBezTo>
                  <a:cubicBezTo>
                    <a:pt x="931" y="1481"/>
                    <a:pt x="931" y="1481"/>
                    <a:pt x="931" y="1481"/>
                  </a:cubicBezTo>
                  <a:cubicBezTo>
                    <a:pt x="938" y="1481"/>
                    <a:pt x="938" y="1481"/>
                    <a:pt x="946" y="1481"/>
                  </a:cubicBezTo>
                  <a:cubicBezTo>
                    <a:pt x="946" y="1473"/>
                    <a:pt x="938" y="1473"/>
                    <a:pt x="931" y="1473"/>
                  </a:cubicBezTo>
                  <a:cubicBezTo>
                    <a:pt x="931" y="1473"/>
                    <a:pt x="931" y="1473"/>
                    <a:pt x="931" y="1473"/>
                  </a:cubicBezTo>
                  <a:cubicBezTo>
                    <a:pt x="938" y="1473"/>
                    <a:pt x="938" y="1473"/>
                    <a:pt x="946" y="1473"/>
                  </a:cubicBezTo>
                  <a:cubicBezTo>
                    <a:pt x="954" y="1473"/>
                    <a:pt x="954" y="1473"/>
                    <a:pt x="954" y="1473"/>
                  </a:cubicBezTo>
                  <a:cubicBezTo>
                    <a:pt x="954" y="1473"/>
                    <a:pt x="962" y="1473"/>
                    <a:pt x="962" y="1473"/>
                  </a:cubicBezTo>
                  <a:cubicBezTo>
                    <a:pt x="962" y="1473"/>
                    <a:pt x="962" y="1473"/>
                    <a:pt x="962" y="1473"/>
                  </a:cubicBezTo>
                  <a:cubicBezTo>
                    <a:pt x="962" y="1473"/>
                    <a:pt x="962" y="1473"/>
                    <a:pt x="962" y="1473"/>
                  </a:cubicBezTo>
                  <a:cubicBezTo>
                    <a:pt x="970" y="1473"/>
                    <a:pt x="970" y="1473"/>
                    <a:pt x="970" y="1473"/>
                  </a:cubicBezTo>
                  <a:cubicBezTo>
                    <a:pt x="970" y="1473"/>
                    <a:pt x="977" y="1473"/>
                    <a:pt x="977" y="1473"/>
                  </a:cubicBezTo>
                  <a:cubicBezTo>
                    <a:pt x="977" y="1473"/>
                    <a:pt x="977" y="1473"/>
                    <a:pt x="977" y="1473"/>
                  </a:cubicBezTo>
                  <a:cubicBezTo>
                    <a:pt x="977" y="1473"/>
                    <a:pt x="977" y="1473"/>
                    <a:pt x="993" y="1473"/>
                  </a:cubicBezTo>
                  <a:cubicBezTo>
                    <a:pt x="1009" y="1473"/>
                    <a:pt x="1001" y="1473"/>
                    <a:pt x="1017" y="1473"/>
                  </a:cubicBezTo>
                  <a:cubicBezTo>
                    <a:pt x="1017" y="1473"/>
                    <a:pt x="1017" y="1473"/>
                    <a:pt x="1032" y="1473"/>
                  </a:cubicBezTo>
                  <a:cubicBezTo>
                    <a:pt x="1017" y="1465"/>
                    <a:pt x="1009" y="1473"/>
                    <a:pt x="1024" y="1465"/>
                  </a:cubicBezTo>
                  <a:cubicBezTo>
                    <a:pt x="1024" y="1465"/>
                    <a:pt x="1024" y="1465"/>
                    <a:pt x="1032" y="1465"/>
                  </a:cubicBezTo>
                  <a:cubicBezTo>
                    <a:pt x="1032" y="1465"/>
                    <a:pt x="1040" y="1465"/>
                    <a:pt x="1040" y="1465"/>
                  </a:cubicBezTo>
                  <a:cubicBezTo>
                    <a:pt x="1056" y="1465"/>
                    <a:pt x="1079" y="1465"/>
                    <a:pt x="1079" y="1465"/>
                  </a:cubicBezTo>
                  <a:cubicBezTo>
                    <a:pt x="1087" y="1465"/>
                    <a:pt x="1079" y="1465"/>
                    <a:pt x="1087" y="1465"/>
                  </a:cubicBezTo>
                  <a:cubicBezTo>
                    <a:pt x="1095" y="1465"/>
                    <a:pt x="1095" y="1465"/>
                    <a:pt x="1102" y="1465"/>
                  </a:cubicBezTo>
                  <a:cubicBezTo>
                    <a:pt x="1126" y="1465"/>
                    <a:pt x="1149" y="1457"/>
                    <a:pt x="1157" y="1457"/>
                  </a:cubicBezTo>
                  <a:cubicBezTo>
                    <a:pt x="1173" y="1457"/>
                    <a:pt x="1165" y="1457"/>
                    <a:pt x="1173" y="1457"/>
                  </a:cubicBezTo>
                  <a:cubicBezTo>
                    <a:pt x="1196" y="1449"/>
                    <a:pt x="1196" y="1449"/>
                    <a:pt x="1196" y="1449"/>
                  </a:cubicBezTo>
                  <a:cubicBezTo>
                    <a:pt x="1212" y="1449"/>
                    <a:pt x="1196" y="1449"/>
                    <a:pt x="1220" y="1449"/>
                  </a:cubicBezTo>
                  <a:cubicBezTo>
                    <a:pt x="1220" y="1449"/>
                    <a:pt x="1220" y="1449"/>
                    <a:pt x="1212" y="1449"/>
                  </a:cubicBezTo>
                  <a:cubicBezTo>
                    <a:pt x="1212" y="1449"/>
                    <a:pt x="1212" y="1449"/>
                    <a:pt x="1220" y="1449"/>
                  </a:cubicBezTo>
                  <a:cubicBezTo>
                    <a:pt x="1220" y="1449"/>
                    <a:pt x="1220" y="1449"/>
                    <a:pt x="1235" y="1449"/>
                  </a:cubicBezTo>
                  <a:cubicBezTo>
                    <a:pt x="1243" y="1449"/>
                    <a:pt x="1243" y="1449"/>
                    <a:pt x="1243" y="1449"/>
                  </a:cubicBezTo>
                  <a:cubicBezTo>
                    <a:pt x="1251" y="1449"/>
                    <a:pt x="1259" y="1449"/>
                    <a:pt x="1259" y="1441"/>
                  </a:cubicBezTo>
                  <a:cubicBezTo>
                    <a:pt x="1259" y="1449"/>
                    <a:pt x="1251" y="1449"/>
                    <a:pt x="1243" y="1449"/>
                  </a:cubicBezTo>
                  <a:cubicBezTo>
                    <a:pt x="1243" y="1449"/>
                    <a:pt x="1243" y="1449"/>
                    <a:pt x="1243" y="1449"/>
                  </a:cubicBezTo>
                  <a:cubicBezTo>
                    <a:pt x="1259" y="1441"/>
                    <a:pt x="1259" y="1441"/>
                    <a:pt x="1259" y="1441"/>
                  </a:cubicBezTo>
                  <a:cubicBezTo>
                    <a:pt x="1259" y="1441"/>
                    <a:pt x="1259" y="1441"/>
                    <a:pt x="1259" y="1441"/>
                  </a:cubicBezTo>
                  <a:cubicBezTo>
                    <a:pt x="1267" y="1441"/>
                    <a:pt x="1267" y="1441"/>
                    <a:pt x="1267" y="1441"/>
                  </a:cubicBezTo>
                  <a:cubicBezTo>
                    <a:pt x="1274" y="1441"/>
                    <a:pt x="1274" y="1441"/>
                    <a:pt x="1274" y="1441"/>
                  </a:cubicBezTo>
                  <a:cubicBezTo>
                    <a:pt x="1290" y="1441"/>
                    <a:pt x="1282" y="1441"/>
                    <a:pt x="1314" y="1434"/>
                  </a:cubicBezTo>
                  <a:cubicBezTo>
                    <a:pt x="1306" y="1434"/>
                    <a:pt x="1314" y="1434"/>
                    <a:pt x="1298" y="1434"/>
                  </a:cubicBezTo>
                  <a:cubicBezTo>
                    <a:pt x="1298" y="1434"/>
                    <a:pt x="1298" y="1434"/>
                    <a:pt x="1298" y="1434"/>
                  </a:cubicBezTo>
                  <a:close/>
                  <a:moveTo>
                    <a:pt x="40" y="118"/>
                  </a:moveTo>
                  <a:cubicBezTo>
                    <a:pt x="40" y="118"/>
                    <a:pt x="40" y="118"/>
                    <a:pt x="40" y="118"/>
                  </a:cubicBezTo>
                  <a:cubicBezTo>
                    <a:pt x="40" y="118"/>
                    <a:pt x="40" y="118"/>
                    <a:pt x="40" y="118"/>
                  </a:cubicBezTo>
                  <a:close/>
                  <a:moveTo>
                    <a:pt x="40" y="94"/>
                  </a:moveTo>
                  <a:cubicBezTo>
                    <a:pt x="40" y="102"/>
                    <a:pt x="40" y="102"/>
                    <a:pt x="40" y="102"/>
                  </a:cubicBezTo>
                  <a:cubicBezTo>
                    <a:pt x="40" y="102"/>
                    <a:pt x="40" y="102"/>
                    <a:pt x="40" y="110"/>
                  </a:cubicBezTo>
                  <a:cubicBezTo>
                    <a:pt x="40" y="110"/>
                    <a:pt x="40" y="110"/>
                    <a:pt x="40" y="110"/>
                  </a:cubicBezTo>
                  <a:cubicBezTo>
                    <a:pt x="40" y="110"/>
                    <a:pt x="40" y="102"/>
                    <a:pt x="40" y="102"/>
                  </a:cubicBezTo>
                  <a:cubicBezTo>
                    <a:pt x="40" y="102"/>
                    <a:pt x="40" y="102"/>
                    <a:pt x="40" y="102"/>
                  </a:cubicBezTo>
                  <a:cubicBezTo>
                    <a:pt x="40" y="102"/>
                    <a:pt x="40" y="102"/>
                    <a:pt x="40" y="102"/>
                  </a:cubicBezTo>
                  <a:cubicBezTo>
                    <a:pt x="40" y="102"/>
                    <a:pt x="40" y="102"/>
                    <a:pt x="40" y="94"/>
                  </a:cubicBezTo>
                  <a:close/>
                  <a:moveTo>
                    <a:pt x="40" y="173"/>
                  </a:moveTo>
                  <a:cubicBezTo>
                    <a:pt x="40" y="165"/>
                    <a:pt x="40" y="157"/>
                    <a:pt x="40" y="157"/>
                  </a:cubicBezTo>
                  <a:cubicBezTo>
                    <a:pt x="40" y="157"/>
                    <a:pt x="40" y="157"/>
                    <a:pt x="40" y="157"/>
                  </a:cubicBezTo>
                  <a:cubicBezTo>
                    <a:pt x="40" y="157"/>
                    <a:pt x="40" y="157"/>
                    <a:pt x="40" y="173"/>
                  </a:cubicBezTo>
                  <a:close/>
                  <a:moveTo>
                    <a:pt x="40" y="149"/>
                  </a:moveTo>
                  <a:cubicBezTo>
                    <a:pt x="40" y="141"/>
                    <a:pt x="40" y="134"/>
                    <a:pt x="40" y="118"/>
                  </a:cubicBezTo>
                  <a:cubicBezTo>
                    <a:pt x="40" y="118"/>
                    <a:pt x="40" y="118"/>
                    <a:pt x="40" y="118"/>
                  </a:cubicBezTo>
                  <a:cubicBezTo>
                    <a:pt x="40" y="118"/>
                    <a:pt x="40" y="126"/>
                    <a:pt x="40" y="126"/>
                  </a:cubicBezTo>
                  <a:cubicBezTo>
                    <a:pt x="40" y="134"/>
                    <a:pt x="40" y="141"/>
                    <a:pt x="40" y="157"/>
                  </a:cubicBezTo>
                  <a:cubicBezTo>
                    <a:pt x="40" y="165"/>
                    <a:pt x="40" y="157"/>
                    <a:pt x="40" y="149"/>
                  </a:cubicBezTo>
                  <a:close/>
                  <a:moveTo>
                    <a:pt x="16" y="134"/>
                  </a:moveTo>
                  <a:cubicBezTo>
                    <a:pt x="16" y="134"/>
                    <a:pt x="16" y="134"/>
                    <a:pt x="16" y="134"/>
                  </a:cubicBezTo>
                  <a:cubicBezTo>
                    <a:pt x="16" y="134"/>
                    <a:pt x="16" y="141"/>
                    <a:pt x="16" y="134"/>
                  </a:cubicBezTo>
                  <a:close/>
                  <a:moveTo>
                    <a:pt x="16" y="173"/>
                  </a:moveTo>
                  <a:cubicBezTo>
                    <a:pt x="16" y="181"/>
                    <a:pt x="16" y="181"/>
                    <a:pt x="16" y="181"/>
                  </a:cubicBezTo>
                  <a:cubicBezTo>
                    <a:pt x="16" y="181"/>
                    <a:pt x="16" y="181"/>
                    <a:pt x="16" y="173"/>
                  </a:cubicBezTo>
                  <a:close/>
                  <a:moveTo>
                    <a:pt x="24" y="650"/>
                  </a:moveTo>
                  <a:cubicBezTo>
                    <a:pt x="24" y="650"/>
                    <a:pt x="24" y="650"/>
                    <a:pt x="24" y="650"/>
                  </a:cubicBezTo>
                  <a:cubicBezTo>
                    <a:pt x="24" y="635"/>
                    <a:pt x="24" y="627"/>
                    <a:pt x="24" y="619"/>
                  </a:cubicBezTo>
                  <a:cubicBezTo>
                    <a:pt x="24" y="627"/>
                    <a:pt x="24" y="619"/>
                    <a:pt x="24" y="627"/>
                  </a:cubicBezTo>
                  <a:cubicBezTo>
                    <a:pt x="24" y="627"/>
                    <a:pt x="24" y="627"/>
                    <a:pt x="24" y="650"/>
                  </a:cubicBezTo>
                  <a:cubicBezTo>
                    <a:pt x="24" y="635"/>
                    <a:pt x="16" y="619"/>
                    <a:pt x="24" y="658"/>
                  </a:cubicBezTo>
                  <a:cubicBezTo>
                    <a:pt x="16" y="658"/>
                    <a:pt x="24" y="650"/>
                    <a:pt x="16" y="650"/>
                  </a:cubicBezTo>
                  <a:cubicBezTo>
                    <a:pt x="16" y="643"/>
                    <a:pt x="16" y="650"/>
                    <a:pt x="16" y="643"/>
                  </a:cubicBezTo>
                  <a:cubicBezTo>
                    <a:pt x="16" y="643"/>
                    <a:pt x="16" y="643"/>
                    <a:pt x="16" y="635"/>
                  </a:cubicBezTo>
                  <a:cubicBezTo>
                    <a:pt x="16" y="635"/>
                    <a:pt x="16" y="635"/>
                    <a:pt x="16" y="635"/>
                  </a:cubicBezTo>
                  <a:cubicBezTo>
                    <a:pt x="16" y="619"/>
                    <a:pt x="16" y="619"/>
                    <a:pt x="24" y="619"/>
                  </a:cubicBezTo>
                  <a:cubicBezTo>
                    <a:pt x="24" y="619"/>
                    <a:pt x="24" y="619"/>
                    <a:pt x="16" y="564"/>
                  </a:cubicBezTo>
                  <a:cubicBezTo>
                    <a:pt x="16" y="564"/>
                    <a:pt x="16" y="564"/>
                    <a:pt x="16" y="564"/>
                  </a:cubicBezTo>
                  <a:cubicBezTo>
                    <a:pt x="24" y="603"/>
                    <a:pt x="24" y="603"/>
                    <a:pt x="24" y="643"/>
                  </a:cubicBezTo>
                  <a:cubicBezTo>
                    <a:pt x="24" y="643"/>
                    <a:pt x="24" y="643"/>
                    <a:pt x="24" y="650"/>
                  </a:cubicBezTo>
                  <a:close/>
                  <a:moveTo>
                    <a:pt x="40" y="603"/>
                  </a:moveTo>
                  <a:cubicBezTo>
                    <a:pt x="40" y="580"/>
                    <a:pt x="32" y="533"/>
                    <a:pt x="32" y="525"/>
                  </a:cubicBezTo>
                  <a:cubicBezTo>
                    <a:pt x="32" y="517"/>
                    <a:pt x="32" y="509"/>
                    <a:pt x="32" y="494"/>
                  </a:cubicBezTo>
                  <a:cubicBezTo>
                    <a:pt x="32" y="494"/>
                    <a:pt x="32" y="494"/>
                    <a:pt x="32" y="494"/>
                  </a:cubicBezTo>
                  <a:cubicBezTo>
                    <a:pt x="32" y="486"/>
                    <a:pt x="32" y="486"/>
                    <a:pt x="32" y="486"/>
                  </a:cubicBezTo>
                  <a:cubicBezTo>
                    <a:pt x="32" y="478"/>
                    <a:pt x="32" y="478"/>
                    <a:pt x="32" y="478"/>
                  </a:cubicBezTo>
                  <a:cubicBezTo>
                    <a:pt x="32" y="478"/>
                    <a:pt x="32" y="478"/>
                    <a:pt x="32" y="478"/>
                  </a:cubicBezTo>
                  <a:cubicBezTo>
                    <a:pt x="32" y="470"/>
                    <a:pt x="32" y="455"/>
                    <a:pt x="32" y="447"/>
                  </a:cubicBezTo>
                  <a:cubicBezTo>
                    <a:pt x="32" y="447"/>
                    <a:pt x="32" y="447"/>
                    <a:pt x="32" y="447"/>
                  </a:cubicBezTo>
                  <a:cubicBezTo>
                    <a:pt x="32" y="431"/>
                    <a:pt x="32" y="416"/>
                    <a:pt x="32" y="408"/>
                  </a:cubicBezTo>
                  <a:cubicBezTo>
                    <a:pt x="32" y="423"/>
                    <a:pt x="32" y="447"/>
                    <a:pt x="32" y="463"/>
                  </a:cubicBezTo>
                  <a:cubicBezTo>
                    <a:pt x="32" y="463"/>
                    <a:pt x="32" y="455"/>
                    <a:pt x="32" y="455"/>
                  </a:cubicBezTo>
                  <a:cubicBezTo>
                    <a:pt x="40" y="486"/>
                    <a:pt x="40" y="549"/>
                    <a:pt x="40" y="564"/>
                  </a:cubicBezTo>
                  <a:cubicBezTo>
                    <a:pt x="40" y="556"/>
                    <a:pt x="40" y="556"/>
                    <a:pt x="40" y="556"/>
                  </a:cubicBezTo>
                  <a:cubicBezTo>
                    <a:pt x="40" y="596"/>
                    <a:pt x="40" y="690"/>
                    <a:pt x="55" y="799"/>
                  </a:cubicBezTo>
                  <a:cubicBezTo>
                    <a:pt x="40" y="713"/>
                    <a:pt x="32" y="635"/>
                    <a:pt x="40" y="603"/>
                  </a:cubicBezTo>
                  <a:close/>
                  <a:moveTo>
                    <a:pt x="63" y="392"/>
                  </a:moveTo>
                  <a:cubicBezTo>
                    <a:pt x="63" y="423"/>
                    <a:pt x="63" y="455"/>
                    <a:pt x="63" y="478"/>
                  </a:cubicBezTo>
                  <a:cubicBezTo>
                    <a:pt x="63" y="455"/>
                    <a:pt x="63" y="423"/>
                    <a:pt x="63" y="392"/>
                  </a:cubicBezTo>
                  <a:close/>
                  <a:moveTo>
                    <a:pt x="63" y="290"/>
                  </a:moveTo>
                  <a:cubicBezTo>
                    <a:pt x="63" y="290"/>
                    <a:pt x="63" y="282"/>
                    <a:pt x="63" y="282"/>
                  </a:cubicBezTo>
                  <a:cubicBezTo>
                    <a:pt x="63" y="282"/>
                    <a:pt x="63" y="282"/>
                    <a:pt x="63" y="282"/>
                  </a:cubicBezTo>
                  <a:cubicBezTo>
                    <a:pt x="63" y="282"/>
                    <a:pt x="63" y="282"/>
                    <a:pt x="63" y="290"/>
                  </a:cubicBezTo>
                  <a:close/>
                  <a:moveTo>
                    <a:pt x="102" y="737"/>
                  </a:moveTo>
                  <a:cubicBezTo>
                    <a:pt x="110" y="791"/>
                    <a:pt x="118" y="846"/>
                    <a:pt x="133" y="901"/>
                  </a:cubicBezTo>
                  <a:cubicBezTo>
                    <a:pt x="126" y="862"/>
                    <a:pt x="118" y="823"/>
                    <a:pt x="110" y="784"/>
                  </a:cubicBezTo>
                  <a:cubicBezTo>
                    <a:pt x="110" y="784"/>
                    <a:pt x="110" y="784"/>
                    <a:pt x="110" y="784"/>
                  </a:cubicBezTo>
                  <a:cubicBezTo>
                    <a:pt x="110" y="776"/>
                    <a:pt x="110" y="776"/>
                    <a:pt x="110" y="776"/>
                  </a:cubicBezTo>
                  <a:cubicBezTo>
                    <a:pt x="102" y="768"/>
                    <a:pt x="102" y="752"/>
                    <a:pt x="102" y="737"/>
                  </a:cubicBezTo>
                  <a:close/>
                  <a:moveTo>
                    <a:pt x="71" y="322"/>
                  </a:moveTo>
                  <a:cubicBezTo>
                    <a:pt x="71" y="314"/>
                    <a:pt x="71" y="306"/>
                    <a:pt x="71" y="298"/>
                  </a:cubicBezTo>
                  <a:cubicBezTo>
                    <a:pt x="71" y="298"/>
                    <a:pt x="71" y="298"/>
                    <a:pt x="71" y="306"/>
                  </a:cubicBezTo>
                  <a:cubicBezTo>
                    <a:pt x="71" y="306"/>
                    <a:pt x="71" y="306"/>
                    <a:pt x="71" y="298"/>
                  </a:cubicBezTo>
                  <a:cubicBezTo>
                    <a:pt x="71" y="290"/>
                    <a:pt x="71" y="275"/>
                    <a:pt x="71" y="275"/>
                  </a:cubicBezTo>
                  <a:cubicBezTo>
                    <a:pt x="71" y="275"/>
                    <a:pt x="79" y="282"/>
                    <a:pt x="79" y="298"/>
                  </a:cubicBezTo>
                  <a:cubicBezTo>
                    <a:pt x="79" y="322"/>
                    <a:pt x="71" y="369"/>
                    <a:pt x="71" y="369"/>
                  </a:cubicBezTo>
                  <a:cubicBezTo>
                    <a:pt x="71" y="369"/>
                    <a:pt x="71" y="369"/>
                    <a:pt x="71" y="392"/>
                  </a:cubicBezTo>
                  <a:cubicBezTo>
                    <a:pt x="71" y="392"/>
                    <a:pt x="71" y="392"/>
                    <a:pt x="71" y="416"/>
                  </a:cubicBezTo>
                  <a:cubicBezTo>
                    <a:pt x="71" y="423"/>
                    <a:pt x="71" y="416"/>
                    <a:pt x="71" y="423"/>
                  </a:cubicBezTo>
                  <a:cubicBezTo>
                    <a:pt x="71" y="423"/>
                    <a:pt x="71" y="423"/>
                    <a:pt x="71" y="416"/>
                  </a:cubicBezTo>
                  <a:cubicBezTo>
                    <a:pt x="71" y="408"/>
                    <a:pt x="71" y="353"/>
                    <a:pt x="71" y="322"/>
                  </a:cubicBezTo>
                  <a:close/>
                  <a:moveTo>
                    <a:pt x="86" y="791"/>
                  </a:moveTo>
                  <a:cubicBezTo>
                    <a:pt x="79" y="760"/>
                    <a:pt x="71" y="721"/>
                    <a:pt x="71" y="682"/>
                  </a:cubicBezTo>
                  <a:cubicBezTo>
                    <a:pt x="79" y="776"/>
                    <a:pt x="102" y="901"/>
                    <a:pt x="126" y="995"/>
                  </a:cubicBezTo>
                  <a:cubicBezTo>
                    <a:pt x="110" y="940"/>
                    <a:pt x="94" y="878"/>
                    <a:pt x="86" y="838"/>
                  </a:cubicBezTo>
                  <a:cubicBezTo>
                    <a:pt x="86" y="838"/>
                    <a:pt x="86" y="838"/>
                    <a:pt x="86" y="791"/>
                  </a:cubicBezTo>
                  <a:close/>
                  <a:moveTo>
                    <a:pt x="94" y="964"/>
                  </a:moveTo>
                  <a:cubicBezTo>
                    <a:pt x="118" y="1042"/>
                    <a:pt x="141" y="1105"/>
                    <a:pt x="157" y="1120"/>
                  </a:cubicBezTo>
                  <a:cubicBezTo>
                    <a:pt x="133" y="1097"/>
                    <a:pt x="110" y="1034"/>
                    <a:pt x="94" y="964"/>
                  </a:cubicBezTo>
                  <a:close/>
                  <a:moveTo>
                    <a:pt x="196" y="1136"/>
                  </a:moveTo>
                  <a:cubicBezTo>
                    <a:pt x="188" y="1128"/>
                    <a:pt x="188" y="1120"/>
                    <a:pt x="180" y="1113"/>
                  </a:cubicBezTo>
                  <a:cubicBezTo>
                    <a:pt x="180" y="1113"/>
                    <a:pt x="180" y="1113"/>
                    <a:pt x="188" y="1113"/>
                  </a:cubicBezTo>
                  <a:cubicBezTo>
                    <a:pt x="196" y="1128"/>
                    <a:pt x="204" y="1152"/>
                    <a:pt x="211" y="1167"/>
                  </a:cubicBezTo>
                  <a:cubicBezTo>
                    <a:pt x="204" y="1152"/>
                    <a:pt x="196" y="1136"/>
                    <a:pt x="196" y="1136"/>
                  </a:cubicBezTo>
                  <a:close/>
                  <a:moveTo>
                    <a:pt x="290" y="1191"/>
                  </a:moveTo>
                  <a:cubicBezTo>
                    <a:pt x="290" y="1191"/>
                    <a:pt x="290" y="1191"/>
                    <a:pt x="290" y="1191"/>
                  </a:cubicBezTo>
                  <a:cubicBezTo>
                    <a:pt x="290" y="1191"/>
                    <a:pt x="290" y="1191"/>
                    <a:pt x="282" y="1183"/>
                  </a:cubicBezTo>
                  <a:cubicBezTo>
                    <a:pt x="282" y="1183"/>
                    <a:pt x="290" y="1191"/>
                    <a:pt x="290" y="1191"/>
                  </a:cubicBezTo>
                  <a:close/>
                  <a:moveTo>
                    <a:pt x="266" y="1167"/>
                  </a:moveTo>
                  <a:cubicBezTo>
                    <a:pt x="266" y="1167"/>
                    <a:pt x="266" y="1159"/>
                    <a:pt x="258" y="1159"/>
                  </a:cubicBezTo>
                  <a:cubicBezTo>
                    <a:pt x="266" y="1159"/>
                    <a:pt x="266" y="1159"/>
                    <a:pt x="266" y="1167"/>
                  </a:cubicBezTo>
                  <a:close/>
                  <a:moveTo>
                    <a:pt x="321" y="1246"/>
                  </a:moveTo>
                  <a:cubicBezTo>
                    <a:pt x="321" y="1246"/>
                    <a:pt x="321" y="1246"/>
                    <a:pt x="321" y="1246"/>
                  </a:cubicBezTo>
                  <a:cubicBezTo>
                    <a:pt x="321" y="1246"/>
                    <a:pt x="321" y="1246"/>
                    <a:pt x="321" y="1246"/>
                  </a:cubicBezTo>
                  <a:cubicBezTo>
                    <a:pt x="337" y="1253"/>
                    <a:pt x="352" y="1269"/>
                    <a:pt x="360" y="1277"/>
                  </a:cubicBezTo>
                  <a:cubicBezTo>
                    <a:pt x="376" y="1277"/>
                    <a:pt x="376" y="1277"/>
                    <a:pt x="376" y="1277"/>
                  </a:cubicBezTo>
                  <a:cubicBezTo>
                    <a:pt x="376" y="1277"/>
                    <a:pt x="376" y="1277"/>
                    <a:pt x="376" y="1277"/>
                  </a:cubicBezTo>
                  <a:cubicBezTo>
                    <a:pt x="376" y="1277"/>
                    <a:pt x="376" y="1277"/>
                    <a:pt x="376" y="1277"/>
                  </a:cubicBezTo>
                  <a:cubicBezTo>
                    <a:pt x="383" y="1285"/>
                    <a:pt x="383" y="1285"/>
                    <a:pt x="383" y="1285"/>
                  </a:cubicBezTo>
                  <a:cubicBezTo>
                    <a:pt x="383" y="1285"/>
                    <a:pt x="383" y="1285"/>
                    <a:pt x="368" y="1277"/>
                  </a:cubicBezTo>
                  <a:cubicBezTo>
                    <a:pt x="368" y="1277"/>
                    <a:pt x="376" y="1285"/>
                    <a:pt x="391" y="1293"/>
                  </a:cubicBezTo>
                  <a:cubicBezTo>
                    <a:pt x="391" y="1293"/>
                    <a:pt x="391" y="1293"/>
                    <a:pt x="383" y="1293"/>
                  </a:cubicBezTo>
                  <a:cubicBezTo>
                    <a:pt x="383" y="1293"/>
                    <a:pt x="391" y="1293"/>
                    <a:pt x="391" y="1293"/>
                  </a:cubicBezTo>
                  <a:cubicBezTo>
                    <a:pt x="391" y="1293"/>
                    <a:pt x="391" y="1300"/>
                    <a:pt x="391" y="1300"/>
                  </a:cubicBezTo>
                  <a:cubicBezTo>
                    <a:pt x="407" y="1308"/>
                    <a:pt x="423" y="1316"/>
                    <a:pt x="415" y="1308"/>
                  </a:cubicBezTo>
                  <a:cubicBezTo>
                    <a:pt x="415" y="1316"/>
                    <a:pt x="423" y="1316"/>
                    <a:pt x="423" y="1316"/>
                  </a:cubicBezTo>
                  <a:cubicBezTo>
                    <a:pt x="423" y="1316"/>
                    <a:pt x="415" y="1316"/>
                    <a:pt x="407" y="1308"/>
                  </a:cubicBezTo>
                  <a:cubicBezTo>
                    <a:pt x="407" y="1308"/>
                    <a:pt x="407" y="1308"/>
                    <a:pt x="407" y="1308"/>
                  </a:cubicBezTo>
                  <a:cubicBezTo>
                    <a:pt x="399" y="1300"/>
                    <a:pt x="383" y="1293"/>
                    <a:pt x="376" y="1293"/>
                  </a:cubicBezTo>
                  <a:cubicBezTo>
                    <a:pt x="376" y="1285"/>
                    <a:pt x="368" y="1285"/>
                    <a:pt x="368" y="1285"/>
                  </a:cubicBezTo>
                  <a:cubicBezTo>
                    <a:pt x="352" y="1277"/>
                    <a:pt x="352" y="1277"/>
                    <a:pt x="352" y="1277"/>
                  </a:cubicBezTo>
                  <a:cubicBezTo>
                    <a:pt x="352" y="1277"/>
                    <a:pt x="352" y="1277"/>
                    <a:pt x="352" y="1277"/>
                  </a:cubicBezTo>
                  <a:cubicBezTo>
                    <a:pt x="360" y="1277"/>
                    <a:pt x="360" y="1285"/>
                    <a:pt x="368" y="1285"/>
                  </a:cubicBezTo>
                  <a:cubicBezTo>
                    <a:pt x="360" y="1285"/>
                    <a:pt x="360" y="1285"/>
                    <a:pt x="360" y="1285"/>
                  </a:cubicBezTo>
                  <a:cubicBezTo>
                    <a:pt x="376" y="1293"/>
                    <a:pt x="376" y="1293"/>
                    <a:pt x="376" y="1293"/>
                  </a:cubicBezTo>
                  <a:cubicBezTo>
                    <a:pt x="376" y="1293"/>
                    <a:pt x="376" y="1293"/>
                    <a:pt x="376" y="1293"/>
                  </a:cubicBezTo>
                  <a:cubicBezTo>
                    <a:pt x="376" y="1293"/>
                    <a:pt x="368" y="1285"/>
                    <a:pt x="360" y="1285"/>
                  </a:cubicBezTo>
                  <a:cubicBezTo>
                    <a:pt x="360" y="1285"/>
                    <a:pt x="360" y="1285"/>
                    <a:pt x="360" y="1285"/>
                  </a:cubicBezTo>
                  <a:cubicBezTo>
                    <a:pt x="360" y="1285"/>
                    <a:pt x="360" y="1285"/>
                    <a:pt x="360" y="1277"/>
                  </a:cubicBezTo>
                  <a:cubicBezTo>
                    <a:pt x="360" y="1277"/>
                    <a:pt x="360" y="1277"/>
                    <a:pt x="360" y="1277"/>
                  </a:cubicBezTo>
                  <a:cubicBezTo>
                    <a:pt x="352" y="1277"/>
                    <a:pt x="352" y="1277"/>
                    <a:pt x="352" y="1277"/>
                  </a:cubicBezTo>
                  <a:cubicBezTo>
                    <a:pt x="352" y="1277"/>
                    <a:pt x="352" y="1277"/>
                    <a:pt x="352" y="1277"/>
                  </a:cubicBezTo>
                  <a:cubicBezTo>
                    <a:pt x="344" y="1269"/>
                    <a:pt x="329" y="1253"/>
                    <a:pt x="313" y="1246"/>
                  </a:cubicBezTo>
                  <a:cubicBezTo>
                    <a:pt x="313" y="1246"/>
                    <a:pt x="313" y="1246"/>
                    <a:pt x="313" y="1246"/>
                  </a:cubicBezTo>
                  <a:cubicBezTo>
                    <a:pt x="313" y="1246"/>
                    <a:pt x="313" y="1246"/>
                    <a:pt x="313" y="1246"/>
                  </a:cubicBezTo>
                  <a:cubicBezTo>
                    <a:pt x="297" y="1238"/>
                    <a:pt x="290" y="1230"/>
                    <a:pt x="290" y="1222"/>
                  </a:cubicBezTo>
                  <a:cubicBezTo>
                    <a:pt x="290" y="1222"/>
                    <a:pt x="290" y="1222"/>
                    <a:pt x="290" y="1222"/>
                  </a:cubicBezTo>
                  <a:cubicBezTo>
                    <a:pt x="297" y="1222"/>
                    <a:pt x="297" y="1222"/>
                    <a:pt x="297" y="1230"/>
                  </a:cubicBezTo>
                  <a:cubicBezTo>
                    <a:pt x="297" y="1222"/>
                    <a:pt x="290" y="1222"/>
                    <a:pt x="290" y="1214"/>
                  </a:cubicBezTo>
                  <a:cubicBezTo>
                    <a:pt x="282" y="1206"/>
                    <a:pt x="266" y="1191"/>
                    <a:pt x="258" y="1183"/>
                  </a:cubicBezTo>
                  <a:cubicBezTo>
                    <a:pt x="258" y="1183"/>
                    <a:pt x="258" y="1183"/>
                    <a:pt x="258" y="1183"/>
                  </a:cubicBezTo>
                  <a:cubicBezTo>
                    <a:pt x="258" y="1183"/>
                    <a:pt x="258" y="1183"/>
                    <a:pt x="258" y="1183"/>
                  </a:cubicBezTo>
                  <a:cubicBezTo>
                    <a:pt x="258" y="1175"/>
                    <a:pt x="251" y="1167"/>
                    <a:pt x="251" y="1167"/>
                  </a:cubicBezTo>
                  <a:cubicBezTo>
                    <a:pt x="274" y="1191"/>
                    <a:pt x="297" y="1222"/>
                    <a:pt x="321" y="1246"/>
                  </a:cubicBezTo>
                  <a:close/>
                  <a:moveTo>
                    <a:pt x="219" y="1113"/>
                  </a:moveTo>
                  <a:cubicBezTo>
                    <a:pt x="219" y="1113"/>
                    <a:pt x="219" y="1113"/>
                    <a:pt x="211" y="1105"/>
                  </a:cubicBezTo>
                  <a:cubicBezTo>
                    <a:pt x="211" y="1105"/>
                    <a:pt x="211" y="1113"/>
                    <a:pt x="219" y="1113"/>
                  </a:cubicBezTo>
                  <a:cubicBezTo>
                    <a:pt x="219" y="1120"/>
                    <a:pt x="219" y="1113"/>
                    <a:pt x="219" y="1120"/>
                  </a:cubicBezTo>
                  <a:cubicBezTo>
                    <a:pt x="227" y="1120"/>
                    <a:pt x="227" y="1120"/>
                    <a:pt x="227" y="1120"/>
                  </a:cubicBezTo>
                  <a:cubicBezTo>
                    <a:pt x="227" y="1120"/>
                    <a:pt x="219" y="1120"/>
                    <a:pt x="219" y="1120"/>
                  </a:cubicBezTo>
                  <a:cubicBezTo>
                    <a:pt x="219" y="1120"/>
                    <a:pt x="219" y="1120"/>
                    <a:pt x="227" y="1144"/>
                  </a:cubicBezTo>
                  <a:cubicBezTo>
                    <a:pt x="235" y="1144"/>
                    <a:pt x="243" y="1152"/>
                    <a:pt x="243" y="1159"/>
                  </a:cubicBezTo>
                  <a:cubicBezTo>
                    <a:pt x="243" y="1159"/>
                    <a:pt x="243" y="1159"/>
                    <a:pt x="243" y="1159"/>
                  </a:cubicBezTo>
                  <a:cubicBezTo>
                    <a:pt x="243" y="1159"/>
                    <a:pt x="243" y="1159"/>
                    <a:pt x="235" y="1152"/>
                  </a:cubicBezTo>
                  <a:cubicBezTo>
                    <a:pt x="235" y="1152"/>
                    <a:pt x="235" y="1152"/>
                    <a:pt x="235" y="1144"/>
                  </a:cubicBezTo>
                  <a:cubicBezTo>
                    <a:pt x="227" y="1144"/>
                    <a:pt x="227" y="1144"/>
                    <a:pt x="227" y="1144"/>
                  </a:cubicBezTo>
                  <a:cubicBezTo>
                    <a:pt x="227" y="1144"/>
                    <a:pt x="227" y="1144"/>
                    <a:pt x="235" y="1144"/>
                  </a:cubicBezTo>
                  <a:cubicBezTo>
                    <a:pt x="227" y="1144"/>
                    <a:pt x="227" y="1144"/>
                    <a:pt x="227" y="1144"/>
                  </a:cubicBezTo>
                  <a:cubicBezTo>
                    <a:pt x="227" y="1136"/>
                    <a:pt x="227" y="1136"/>
                    <a:pt x="227" y="1144"/>
                  </a:cubicBezTo>
                  <a:cubicBezTo>
                    <a:pt x="227" y="1144"/>
                    <a:pt x="227" y="1144"/>
                    <a:pt x="227" y="1136"/>
                  </a:cubicBezTo>
                  <a:cubicBezTo>
                    <a:pt x="227" y="1136"/>
                    <a:pt x="227" y="1136"/>
                    <a:pt x="219" y="1113"/>
                  </a:cubicBezTo>
                  <a:close/>
                  <a:moveTo>
                    <a:pt x="368" y="1371"/>
                  </a:moveTo>
                  <a:cubicBezTo>
                    <a:pt x="368" y="1371"/>
                    <a:pt x="368" y="1371"/>
                    <a:pt x="368" y="1371"/>
                  </a:cubicBezTo>
                  <a:cubicBezTo>
                    <a:pt x="368" y="1371"/>
                    <a:pt x="368" y="1371"/>
                    <a:pt x="368" y="1371"/>
                  </a:cubicBezTo>
                  <a:cubicBezTo>
                    <a:pt x="368" y="1371"/>
                    <a:pt x="368" y="1371"/>
                    <a:pt x="368" y="1371"/>
                  </a:cubicBezTo>
                  <a:close/>
                  <a:moveTo>
                    <a:pt x="774" y="1473"/>
                  </a:moveTo>
                  <a:cubicBezTo>
                    <a:pt x="774" y="1473"/>
                    <a:pt x="774" y="1473"/>
                    <a:pt x="751" y="1465"/>
                  </a:cubicBezTo>
                  <a:cubicBezTo>
                    <a:pt x="751" y="1465"/>
                    <a:pt x="751" y="1465"/>
                    <a:pt x="759" y="1465"/>
                  </a:cubicBezTo>
                  <a:cubicBezTo>
                    <a:pt x="766" y="1473"/>
                    <a:pt x="774" y="1473"/>
                    <a:pt x="790" y="1473"/>
                  </a:cubicBezTo>
                  <a:cubicBezTo>
                    <a:pt x="782" y="1473"/>
                    <a:pt x="774" y="1473"/>
                    <a:pt x="774" y="1473"/>
                  </a:cubicBezTo>
                  <a:close/>
                  <a:moveTo>
                    <a:pt x="727" y="1418"/>
                  </a:moveTo>
                  <a:cubicBezTo>
                    <a:pt x="712" y="1418"/>
                    <a:pt x="688" y="1418"/>
                    <a:pt x="657" y="1410"/>
                  </a:cubicBezTo>
                  <a:cubicBezTo>
                    <a:pt x="649" y="1410"/>
                    <a:pt x="657" y="1410"/>
                    <a:pt x="641" y="1410"/>
                  </a:cubicBezTo>
                  <a:cubicBezTo>
                    <a:pt x="579" y="1410"/>
                    <a:pt x="329" y="1316"/>
                    <a:pt x="290" y="1253"/>
                  </a:cubicBezTo>
                  <a:cubicBezTo>
                    <a:pt x="290" y="1253"/>
                    <a:pt x="290" y="1253"/>
                    <a:pt x="290" y="1246"/>
                  </a:cubicBezTo>
                  <a:cubicBezTo>
                    <a:pt x="282" y="1246"/>
                    <a:pt x="243" y="1199"/>
                    <a:pt x="219" y="1167"/>
                  </a:cubicBezTo>
                  <a:cubicBezTo>
                    <a:pt x="243" y="1206"/>
                    <a:pt x="305" y="1261"/>
                    <a:pt x="329" y="1285"/>
                  </a:cubicBezTo>
                  <a:cubicBezTo>
                    <a:pt x="391" y="1340"/>
                    <a:pt x="571" y="1394"/>
                    <a:pt x="594" y="1394"/>
                  </a:cubicBezTo>
                  <a:cubicBezTo>
                    <a:pt x="618" y="1402"/>
                    <a:pt x="673" y="1410"/>
                    <a:pt x="712" y="1418"/>
                  </a:cubicBezTo>
                  <a:cubicBezTo>
                    <a:pt x="712" y="1418"/>
                    <a:pt x="712" y="1418"/>
                    <a:pt x="696" y="1418"/>
                  </a:cubicBezTo>
                  <a:cubicBezTo>
                    <a:pt x="727" y="1418"/>
                    <a:pt x="798" y="1426"/>
                    <a:pt x="821" y="1426"/>
                  </a:cubicBezTo>
                  <a:cubicBezTo>
                    <a:pt x="790" y="1426"/>
                    <a:pt x="759" y="1426"/>
                    <a:pt x="727" y="1418"/>
                  </a:cubicBezTo>
                  <a:close/>
                  <a:moveTo>
                    <a:pt x="798" y="1402"/>
                  </a:moveTo>
                  <a:cubicBezTo>
                    <a:pt x="798" y="1402"/>
                    <a:pt x="798" y="1402"/>
                    <a:pt x="798" y="1402"/>
                  </a:cubicBezTo>
                  <a:cubicBezTo>
                    <a:pt x="813" y="1402"/>
                    <a:pt x="813" y="1402"/>
                    <a:pt x="837" y="1402"/>
                  </a:cubicBezTo>
                  <a:cubicBezTo>
                    <a:pt x="821" y="1402"/>
                    <a:pt x="805" y="1402"/>
                    <a:pt x="798" y="1402"/>
                  </a:cubicBezTo>
                  <a:close/>
                  <a:moveTo>
                    <a:pt x="1196" y="1434"/>
                  </a:moveTo>
                  <a:cubicBezTo>
                    <a:pt x="1181" y="1434"/>
                    <a:pt x="1165" y="1434"/>
                    <a:pt x="1142" y="1434"/>
                  </a:cubicBezTo>
                  <a:cubicBezTo>
                    <a:pt x="1142" y="1434"/>
                    <a:pt x="1142" y="1434"/>
                    <a:pt x="1142" y="1434"/>
                  </a:cubicBezTo>
                  <a:cubicBezTo>
                    <a:pt x="1157" y="1434"/>
                    <a:pt x="1181" y="1434"/>
                    <a:pt x="1196" y="1434"/>
                  </a:cubicBezTo>
                  <a:close/>
                  <a:moveTo>
                    <a:pt x="954" y="1402"/>
                  </a:moveTo>
                  <a:cubicBezTo>
                    <a:pt x="954" y="1410"/>
                    <a:pt x="954" y="1410"/>
                    <a:pt x="954" y="1410"/>
                  </a:cubicBezTo>
                  <a:cubicBezTo>
                    <a:pt x="954" y="1402"/>
                    <a:pt x="954" y="1402"/>
                    <a:pt x="954" y="1402"/>
                  </a:cubicBezTo>
                  <a:cubicBezTo>
                    <a:pt x="977" y="1402"/>
                    <a:pt x="1001" y="1402"/>
                    <a:pt x="1024" y="1402"/>
                  </a:cubicBezTo>
                  <a:cubicBezTo>
                    <a:pt x="1017" y="1402"/>
                    <a:pt x="1024" y="1402"/>
                    <a:pt x="1024" y="1410"/>
                  </a:cubicBezTo>
                  <a:cubicBezTo>
                    <a:pt x="1001" y="1410"/>
                    <a:pt x="985" y="1410"/>
                    <a:pt x="970" y="1410"/>
                  </a:cubicBezTo>
                  <a:cubicBezTo>
                    <a:pt x="970" y="1410"/>
                    <a:pt x="970" y="1410"/>
                    <a:pt x="946" y="1410"/>
                  </a:cubicBezTo>
                  <a:cubicBezTo>
                    <a:pt x="954" y="1410"/>
                    <a:pt x="954" y="1410"/>
                    <a:pt x="954" y="1402"/>
                  </a:cubicBezTo>
                  <a:close/>
                  <a:moveTo>
                    <a:pt x="1017" y="1465"/>
                  </a:moveTo>
                  <a:cubicBezTo>
                    <a:pt x="1001" y="1465"/>
                    <a:pt x="1009" y="1465"/>
                    <a:pt x="1009" y="1465"/>
                  </a:cubicBezTo>
                  <a:cubicBezTo>
                    <a:pt x="1009" y="1465"/>
                    <a:pt x="1009" y="1465"/>
                    <a:pt x="1009" y="1465"/>
                  </a:cubicBezTo>
                  <a:cubicBezTo>
                    <a:pt x="1009" y="1465"/>
                    <a:pt x="1009" y="1465"/>
                    <a:pt x="1024" y="1465"/>
                  </a:cubicBezTo>
                  <a:cubicBezTo>
                    <a:pt x="1024" y="1465"/>
                    <a:pt x="1024" y="1465"/>
                    <a:pt x="1032" y="1465"/>
                  </a:cubicBezTo>
                  <a:cubicBezTo>
                    <a:pt x="1024" y="1465"/>
                    <a:pt x="1032" y="1465"/>
                    <a:pt x="1017" y="1465"/>
                  </a:cubicBezTo>
                  <a:close/>
                  <a:moveTo>
                    <a:pt x="1001" y="1449"/>
                  </a:moveTo>
                  <a:cubicBezTo>
                    <a:pt x="1001" y="1449"/>
                    <a:pt x="1001" y="1449"/>
                    <a:pt x="993" y="1449"/>
                  </a:cubicBezTo>
                  <a:cubicBezTo>
                    <a:pt x="1017" y="1449"/>
                    <a:pt x="1040" y="1449"/>
                    <a:pt x="1063" y="1441"/>
                  </a:cubicBezTo>
                  <a:cubicBezTo>
                    <a:pt x="1040" y="1449"/>
                    <a:pt x="1017" y="1449"/>
                    <a:pt x="1001" y="1449"/>
                  </a:cubicBezTo>
                  <a:close/>
                  <a:moveTo>
                    <a:pt x="1024" y="1418"/>
                  </a:moveTo>
                  <a:cubicBezTo>
                    <a:pt x="1009" y="1418"/>
                    <a:pt x="1017" y="1418"/>
                    <a:pt x="1009" y="1418"/>
                  </a:cubicBezTo>
                  <a:cubicBezTo>
                    <a:pt x="1001" y="1418"/>
                    <a:pt x="993" y="1418"/>
                    <a:pt x="993" y="1418"/>
                  </a:cubicBezTo>
                  <a:cubicBezTo>
                    <a:pt x="977" y="1418"/>
                    <a:pt x="970" y="1418"/>
                    <a:pt x="954" y="1418"/>
                  </a:cubicBezTo>
                  <a:cubicBezTo>
                    <a:pt x="954" y="1418"/>
                    <a:pt x="954" y="1418"/>
                    <a:pt x="946" y="1418"/>
                  </a:cubicBezTo>
                  <a:cubicBezTo>
                    <a:pt x="977" y="1418"/>
                    <a:pt x="970" y="1418"/>
                    <a:pt x="993" y="1418"/>
                  </a:cubicBezTo>
                  <a:cubicBezTo>
                    <a:pt x="1009" y="1418"/>
                    <a:pt x="993" y="1418"/>
                    <a:pt x="1009" y="1418"/>
                  </a:cubicBezTo>
                  <a:cubicBezTo>
                    <a:pt x="1009" y="1418"/>
                    <a:pt x="1009" y="1418"/>
                    <a:pt x="1024" y="1418"/>
                  </a:cubicBezTo>
                  <a:cubicBezTo>
                    <a:pt x="1040" y="1418"/>
                    <a:pt x="1040" y="1418"/>
                    <a:pt x="1040" y="1418"/>
                  </a:cubicBezTo>
                  <a:cubicBezTo>
                    <a:pt x="1040" y="1418"/>
                    <a:pt x="1040" y="1418"/>
                    <a:pt x="1040" y="1418"/>
                  </a:cubicBezTo>
                  <a:cubicBezTo>
                    <a:pt x="1063" y="1418"/>
                    <a:pt x="1118" y="1410"/>
                    <a:pt x="1126" y="1410"/>
                  </a:cubicBezTo>
                  <a:cubicBezTo>
                    <a:pt x="1126" y="1410"/>
                    <a:pt x="1126" y="1410"/>
                    <a:pt x="1142" y="1410"/>
                  </a:cubicBezTo>
                  <a:cubicBezTo>
                    <a:pt x="1134" y="1410"/>
                    <a:pt x="1134" y="1410"/>
                    <a:pt x="1134" y="1410"/>
                  </a:cubicBezTo>
                  <a:cubicBezTo>
                    <a:pt x="1063" y="1418"/>
                    <a:pt x="1063" y="1418"/>
                    <a:pt x="1024" y="1418"/>
                  </a:cubicBezTo>
                  <a:close/>
                  <a:moveTo>
                    <a:pt x="1126" y="1457"/>
                  </a:moveTo>
                  <a:cubicBezTo>
                    <a:pt x="1126" y="1457"/>
                    <a:pt x="1134" y="1457"/>
                    <a:pt x="1149" y="1457"/>
                  </a:cubicBezTo>
                  <a:cubicBezTo>
                    <a:pt x="1142" y="1457"/>
                    <a:pt x="1142" y="1457"/>
                    <a:pt x="1126" y="1457"/>
                  </a:cubicBezTo>
                  <a:close/>
                  <a:moveTo>
                    <a:pt x="1149" y="1457"/>
                  </a:moveTo>
                  <a:cubicBezTo>
                    <a:pt x="1149" y="1457"/>
                    <a:pt x="1149" y="1457"/>
                    <a:pt x="1157" y="1457"/>
                  </a:cubicBezTo>
                  <a:cubicBezTo>
                    <a:pt x="1157" y="1457"/>
                    <a:pt x="1165" y="1457"/>
                    <a:pt x="1165" y="1449"/>
                  </a:cubicBezTo>
                  <a:cubicBezTo>
                    <a:pt x="1165" y="1457"/>
                    <a:pt x="1165" y="1457"/>
                    <a:pt x="1149" y="1457"/>
                  </a:cubicBezTo>
                  <a:close/>
                  <a:moveTo>
                    <a:pt x="1173" y="1449"/>
                  </a:moveTo>
                  <a:cubicBezTo>
                    <a:pt x="1173" y="1449"/>
                    <a:pt x="1181" y="1449"/>
                    <a:pt x="1188" y="1449"/>
                  </a:cubicBezTo>
                  <a:cubicBezTo>
                    <a:pt x="1188" y="1449"/>
                    <a:pt x="1181" y="1449"/>
                    <a:pt x="1188" y="1449"/>
                  </a:cubicBezTo>
                  <a:cubicBezTo>
                    <a:pt x="1188" y="1449"/>
                    <a:pt x="1188" y="1449"/>
                    <a:pt x="1173" y="1449"/>
                  </a:cubicBezTo>
                  <a:close/>
                  <a:moveTo>
                    <a:pt x="1188" y="1449"/>
                  </a:moveTo>
                  <a:cubicBezTo>
                    <a:pt x="1188" y="1449"/>
                    <a:pt x="1188" y="1449"/>
                    <a:pt x="1181" y="1449"/>
                  </a:cubicBezTo>
                  <a:cubicBezTo>
                    <a:pt x="1188" y="1449"/>
                    <a:pt x="1188" y="1449"/>
                    <a:pt x="1188" y="1449"/>
                  </a:cubicBezTo>
                  <a:cubicBezTo>
                    <a:pt x="1188" y="1449"/>
                    <a:pt x="1188" y="1449"/>
                    <a:pt x="1188" y="1449"/>
                  </a:cubicBezTo>
                  <a:close/>
                  <a:moveTo>
                    <a:pt x="1173" y="1441"/>
                  </a:moveTo>
                  <a:cubicBezTo>
                    <a:pt x="1165" y="1441"/>
                    <a:pt x="1173" y="1441"/>
                    <a:pt x="1181" y="1434"/>
                  </a:cubicBezTo>
                  <a:cubicBezTo>
                    <a:pt x="1188" y="1434"/>
                    <a:pt x="1188" y="1434"/>
                    <a:pt x="1196" y="1434"/>
                  </a:cubicBezTo>
                  <a:cubicBezTo>
                    <a:pt x="1204" y="1434"/>
                    <a:pt x="1212" y="1434"/>
                    <a:pt x="1220" y="1434"/>
                  </a:cubicBezTo>
                  <a:cubicBezTo>
                    <a:pt x="1220" y="1434"/>
                    <a:pt x="1220" y="1434"/>
                    <a:pt x="1212" y="1434"/>
                  </a:cubicBezTo>
                  <a:cubicBezTo>
                    <a:pt x="1188" y="1434"/>
                    <a:pt x="1196" y="1434"/>
                    <a:pt x="1173" y="1441"/>
                  </a:cubicBezTo>
                  <a:close/>
                  <a:moveTo>
                    <a:pt x="540" y="1355"/>
                  </a:moveTo>
                  <a:cubicBezTo>
                    <a:pt x="548" y="1363"/>
                    <a:pt x="555" y="1363"/>
                    <a:pt x="555" y="1363"/>
                  </a:cubicBezTo>
                  <a:cubicBezTo>
                    <a:pt x="563" y="1363"/>
                    <a:pt x="563" y="1363"/>
                    <a:pt x="563" y="1363"/>
                  </a:cubicBezTo>
                  <a:cubicBezTo>
                    <a:pt x="555" y="1363"/>
                    <a:pt x="548" y="1363"/>
                    <a:pt x="540" y="1355"/>
                  </a:cubicBezTo>
                  <a:close/>
                  <a:moveTo>
                    <a:pt x="47" y="149"/>
                  </a:moveTo>
                  <a:cubicBezTo>
                    <a:pt x="47" y="141"/>
                    <a:pt x="47" y="141"/>
                    <a:pt x="47" y="134"/>
                  </a:cubicBezTo>
                  <a:cubicBezTo>
                    <a:pt x="47" y="141"/>
                    <a:pt x="47" y="141"/>
                    <a:pt x="47" y="149"/>
                  </a:cubicBezTo>
                  <a:cubicBezTo>
                    <a:pt x="47" y="149"/>
                    <a:pt x="47" y="149"/>
                    <a:pt x="47" y="149"/>
                  </a:cubicBezTo>
                  <a:close/>
                  <a:moveTo>
                    <a:pt x="55" y="314"/>
                  </a:moveTo>
                  <a:cubicBezTo>
                    <a:pt x="55" y="306"/>
                    <a:pt x="55" y="306"/>
                    <a:pt x="55" y="306"/>
                  </a:cubicBezTo>
                  <a:cubicBezTo>
                    <a:pt x="55" y="298"/>
                    <a:pt x="55" y="290"/>
                    <a:pt x="55" y="298"/>
                  </a:cubicBezTo>
                  <a:cubicBezTo>
                    <a:pt x="55" y="306"/>
                    <a:pt x="55" y="298"/>
                    <a:pt x="55" y="314"/>
                  </a:cubicBezTo>
                  <a:close/>
                  <a:moveTo>
                    <a:pt x="360" y="1277"/>
                  </a:moveTo>
                  <a:cubicBezTo>
                    <a:pt x="360" y="1277"/>
                    <a:pt x="360" y="1277"/>
                    <a:pt x="360" y="1277"/>
                  </a:cubicBezTo>
                  <a:cubicBezTo>
                    <a:pt x="352" y="1277"/>
                    <a:pt x="360" y="1277"/>
                    <a:pt x="360" y="1277"/>
                  </a:cubicBezTo>
                  <a:close/>
                  <a:moveTo>
                    <a:pt x="360" y="1277"/>
                  </a:moveTo>
                  <a:cubicBezTo>
                    <a:pt x="360" y="1277"/>
                    <a:pt x="360" y="1277"/>
                    <a:pt x="360" y="1277"/>
                  </a:cubicBezTo>
                  <a:cubicBezTo>
                    <a:pt x="368" y="1285"/>
                    <a:pt x="368" y="1285"/>
                    <a:pt x="368" y="1285"/>
                  </a:cubicBezTo>
                  <a:cubicBezTo>
                    <a:pt x="360" y="1277"/>
                    <a:pt x="360" y="1277"/>
                    <a:pt x="360" y="1277"/>
                  </a:cubicBezTo>
                  <a:close/>
                  <a:moveTo>
                    <a:pt x="383" y="1293"/>
                  </a:moveTo>
                  <a:cubicBezTo>
                    <a:pt x="383" y="1293"/>
                    <a:pt x="383" y="1293"/>
                    <a:pt x="383" y="1293"/>
                  </a:cubicBezTo>
                  <a:cubicBezTo>
                    <a:pt x="383" y="1293"/>
                    <a:pt x="383" y="1293"/>
                    <a:pt x="383" y="1293"/>
                  </a:cubicBezTo>
                  <a:cubicBezTo>
                    <a:pt x="383" y="1293"/>
                    <a:pt x="383" y="1293"/>
                    <a:pt x="383" y="1293"/>
                  </a:cubicBezTo>
                  <a:close/>
                  <a:moveTo>
                    <a:pt x="32" y="87"/>
                  </a:moveTo>
                  <a:cubicBezTo>
                    <a:pt x="32" y="79"/>
                    <a:pt x="32" y="79"/>
                    <a:pt x="32" y="79"/>
                  </a:cubicBezTo>
                  <a:cubicBezTo>
                    <a:pt x="32" y="79"/>
                    <a:pt x="32" y="79"/>
                    <a:pt x="32" y="79"/>
                  </a:cubicBezTo>
                  <a:cubicBezTo>
                    <a:pt x="32" y="79"/>
                    <a:pt x="32" y="79"/>
                    <a:pt x="32" y="87"/>
                  </a:cubicBezTo>
                  <a:close/>
                  <a:moveTo>
                    <a:pt x="383" y="1293"/>
                  </a:moveTo>
                  <a:cubicBezTo>
                    <a:pt x="383" y="1293"/>
                    <a:pt x="383" y="1293"/>
                    <a:pt x="383" y="1293"/>
                  </a:cubicBezTo>
                  <a:cubicBezTo>
                    <a:pt x="383" y="1293"/>
                    <a:pt x="383" y="1293"/>
                    <a:pt x="391" y="1293"/>
                  </a:cubicBezTo>
                  <a:cubicBezTo>
                    <a:pt x="391" y="1293"/>
                    <a:pt x="391" y="1293"/>
                    <a:pt x="383" y="1293"/>
                  </a:cubicBezTo>
                  <a:close/>
                  <a:moveTo>
                    <a:pt x="337" y="1253"/>
                  </a:moveTo>
                  <a:cubicBezTo>
                    <a:pt x="337" y="1253"/>
                    <a:pt x="337" y="1253"/>
                    <a:pt x="337" y="1261"/>
                  </a:cubicBezTo>
                  <a:cubicBezTo>
                    <a:pt x="337" y="1253"/>
                    <a:pt x="329" y="1253"/>
                    <a:pt x="329" y="1246"/>
                  </a:cubicBezTo>
                  <a:cubicBezTo>
                    <a:pt x="329" y="1253"/>
                    <a:pt x="337" y="1261"/>
                    <a:pt x="329" y="1253"/>
                  </a:cubicBezTo>
                  <a:cubicBezTo>
                    <a:pt x="337" y="1261"/>
                    <a:pt x="337" y="1261"/>
                    <a:pt x="337" y="1261"/>
                  </a:cubicBezTo>
                  <a:cubicBezTo>
                    <a:pt x="337" y="1261"/>
                    <a:pt x="337" y="1261"/>
                    <a:pt x="360" y="1277"/>
                  </a:cubicBezTo>
                  <a:cubicBezTo>
                    <a:pt x="360" y="1277"/>
                    <a:pt x="360" y="1277"/>
                    <a:pt x="376" y="1285"/>
                  </a:cubicBezTo>
                  <a:cubicBezTo>
                    <a:pt x="376" y="1285"/>
                    <a:pt x="376" y="1285"/>
                    <a:pt x="376" y="1285"/>
                  </a:cubicBezTo>
                  <a:cubicBezTo>
                    <a:pt x="368" y="1277"/>
                    <a:pt x="368" y="1277"/>
                    <a:pt x="360" y="1277"/>
                  </a:cubicBezTo>
                  <a:cubicBezTo>
                    <a:pt x="360" y="1277"/>
                    <a:pt x="360" y="1277"/>
                    <a:pt x="352" y="1269"/>
                  </a:cubicBezTo>
                  <a:cubicBezTo>
                    <a:pt x="352" y="1269"/>
                    <a:pt x="352" y="1269"/>
                    <a:pt x="337" y="1253"/>
                  </a:cubicBezTo>
                  <a:close/>
                  <a:moveTo>
                    <a:pt x="32" y="134"/>
                  </a:moveTo>
                  <a:cubicBezTo>
                    <a:pt x="32" y="118"/>
                    <a:pt x="32" y="118"/>
                    <a:pt x="32" y="118"/>
                  </a:cubicBezTo>
                  <a:cubicBezTo>
                    <a:pt x="32" y="126"/>
                    <a:pt x="32" y="126"/>
                    <a:pt x="32" y="134"/>
                  </a:cubicBezTo>
                  <a:close/>
                  <a:moveTo>
                    <a:pt x="47" y="87"/>
                  </a:moveTo>
                  <a:cubicBezTo>
                    <a:pt x="47" y="94"/>
                    <a:pt x="47" y="94"/>
                    <a:pt x="47" y="102"/>
                  </a:cubicBezTo>
                  <a:cubicBezTo>
                    <a:pt x="55" y="118"/>
                    <a:pt x="47" y="118"/>
                    <a:pt x="55" y="118"/>
                  </a:cubicBezTo>
                  <a:cubicBezTo>
                    <a:pt x="55" y="110"/>
                    <a:pt x="55" y="94"/>
                    <a:pt x="47" y="87"/>
                  </a:cubicBezTo>
                  <a:close/>
                  <a:moveTo>
                    <a:pt x="188" y="1066"/>
                  </a:moveTo>
                  <a:cubicBezTo>
                    <a:pt x="188" y="1066"/>
                    <a:pt x="188" y="1066"/>
                    <a:pt x="188" y="1066"/>
                  </a:cubicBezTo>
                  <a:cubicBezTo>
                    <a:pt x="188" y="1066"/>
                    <a:pt x="188" y="1058"/>
                    <a:pt x="188" y="1050"/>
                  </a:cubicBezTo>
                  <a:cubicBezTo>
                    <a:pt x="188" y="1066"/>
                    <a:pt x="188" y="1066"/>
                    <a:pt x="188" y="1066"/>
                  </a:cubicBezTo>
                  <a:close/>
                  <a:moveTo>
                    <a:pt x="235" y="1152"/>
                  </a:moveTo>
                  <a:cubicBezTo>
                    <a:pt x="227" y="1144"/>
                    <a:pt x="227" y="1144"/>
                    <a:pt x="227" y="1144"/>
                  </a:cubicBezTo>
                  <a:cubicBezTo>
                    <a:pt x="227" y="1144"/>
                    <a:pt x="227" y="1144"/>
                    <a:pt x="227" y="1144"/>
                  </a:cubicBezTo>
                  <a:lnTo>
                    <a:pt x="235" y="1152"/>
                  </a:lnTo>
                  <a:close/>
                  <a:moveTo>
                    <a:pt x="469" y="1332"/>
                  </a:moveTo>
                  <a:cubicBezTo>
                    <a:pt x="462" y="1332"/>
                    <a:pt x="462" y="1332"/>
                    <a:pt x="462" y="1332"/>
                  </a:cubicBezTo>
                  <a:cubicBezTo>
                    <a:pt x="462" y="1332"/>
                    <a:pt x="462" y="1332"/>
                    <a:pt x="469" y="1332"/>
                  </a:cubicBezTo>
                  <a:close/>
                  <a:moveTo>
                    <a:pt x="305" y="1238"/>
                  </a:moveTo>
                  <a:cubicBezTo>
                    <a:pt x="305" y="1230"/>
                    <a:pt x="305" y="1230"/>
                    <a:pt x="305" y="1230"/>
                  </a:cubicBezTo>
                  <a:cubicBezTo>
                    <a:pt x="297" y="1230"/>
                    <a:pt x="297" y="1230"/>
                    <a:pt x="297" y="1230"/>
                  </a:cubicBezTo>
                  <a:lnTo>
                    <a:pt x="305" y="1238"/>
                  </a:lnTo>
                  <a:close/>
                  <a:moveTo>
                    <a:pt x="477" y="1340"/>
                  </a:moveTo>
                  <a:cubicBezTo>
                    <a:pt x="485" y="1347"/>
                    <a:pt x="485" y="1347"/>
                    <a:pt x="485" y="1347"/>
                  </a:cubicBezTo>
                  <a:cubicBezTo>
                    <a:pt x="477" y="1340"/>
                    <a:pt x="469" y="1332"/>
                    <a:pt x="477" y="1340"/>
                  </a:cubicBezTo>
                  <a:close/>
                  <a:moveTo>
                    <a:pt x="1009" y="1402"/>
                  </a:moveTo>
                  <a:cubicBezTo>
                    <a:pt x="1017" y="1402"/>
                    <a:pt x="1017" y="1402"/>
                    <a:pt x="1024" y="1394"/>
                  </a:cubicBezTo>
                  <a:cubicBezTo>
                    <a:pt x="1024" y="1394"/>
                    <a:pt x="1024" y="1394"/>
                    <a:pt x="1009" y="1402"/>
                  </a:cubicBezTo>
                  <a:close/>
                  <a:moveTo>
                    <a:pt x="352" y="1277"/>
                  </a:moveTo>
                  <a:cubicBezTo>
                    <a:pt x="352" y="1277"/>
                    <a:pt x="352" y="1277"/>
                    <a:pt x="360" y="1277"/>
                  </a:cubicBezTo>
                  <a:cubicBezTo>
                    <a:pt x="352" y="1277"/>
                    <a:pt x="352" y="1277"/>
                    <a:pt x="352" y="1277"/>
                  </a:cubicBezTo>
                  <a:close/>
                  <a:moveTo>
                    <a:pt x="47" y="55"/>
                  </a:moveTo>
                  <a:cubicBezTo>
                    <a:pt x="47" y="55"/>
                    <a:pt x="47" y="55"/>
                    <a:pt x="47" y="55"/>
                  </a:cubicBezTo>
                  <a:cubicBezTo>
                    <a:pt x="47" y="55"/>
                    <a:pt x="47" y="63"/>
                    <a:pt x="47" y="63"/>
                  </a:cubicBezTo>
                  <a:cubicBezTo>
                    <a:pt x="47" y="63"/>
                    <a:pt x="47" y="63"/>
                    <a:pt x="47" y="55"/>
                  </a:cubicBezTo>
                  <a:close/>
                  <a:moveTo>
                    <a:pt x="40" y="47"/>
                  </a:moveTo>
                  <a:cubicBezTo>
                    <a:pt x="40" y="55"/>
                    <a:pt x="40" y="55"/>
                    <a:pt x="47" y="55"/>
                  </a:cubicBezTo>
                  <a:cubicBezTo>
                    <a:pt x="40" y="47"/>
                    <a:pt x="40" y="47"/>
                    <a:pt x="40" y="47"/>
                  </a:cubicBezTo>
                  <a:close/>
                  <a:moveTo>
                    <a:pt x="32" y="47"/>
                  </a:moveTo>
                  <a:cubicBezTo>
                    <a:pt x="32" y="47"/>
                    <a:pt x="32" y="47"/>
                    <a:pt x="32" y="47"/>
                  </a:cubicBezTo>
                  <a:cubicBezTo>
                    <a:pt x="32" y="47"/>
                    <a:pt x="32" y="47"/>
                    <a:pt x="32" y="47"/>
                  </a:cubicBezTo>
                  <a:cubicBezTo>
                    <a:pt x="32" y="40"/>
                    <a:pt x="32" y="24"/>
                    <a:pt x="24" y="8"/>
                  </a:cubicBezTo>
                  <a:lnTo>
                    <a:pt x="32" y="47"/>
                  </a:lnTo>
                  <a:close/>
                  <a:moveTo>
                    <a:pt x="47" y="134"/>
                  </a:moveTo>
                  <a:cubicBezTo>
                    <a:pt x="47" y="134"/>
                    <a:pt x="47" y="126"/>
                    <a:pt x="47" y="118"/>
                  </a:cubicBezTo>
                  <a:cubicBezTo>
                    <a:pt x="40" y="118"/>
                    <a:pt x="40" y="118"/>
                    <a:pt x="40" y="118"/>
                  </a:cubicBezTo>
                  <a:cubicBezTo>
                    <a:pt x="40" y="126"/>
                    <a:pt x="40" y="118"/>
                    <a:pt x="47" y="134"/>
                  </a:cubicBezTo>
                  <a:close/>
                  <a:moveTo>
                    <a:pt x="40" y="79"/>
                  </a:moveTo>
                  <a:cubicBezTo>
                    <a:pt x="40" y="63"/>
                    <a:pt x="40" y="55"/>
                    <a:pt x="32" y="47"/>
                  </a:cubicBezTo>
                  <a:cubicBezTo>
                    <a:pt x="40" y="55"/>
                    <a:pt x="40" y="63"/>
                    <a:pt x="40" y="79"/>
                  </a:cubicBezTo>
                  <a:close/>
                  <a:moveTo>
                    <a:pt x="24" y="47"/>
                  </a:moveTo>
                  <a:cubicBezTo>
                    <a:pt x="24" y="47"/>
                    <a:pt x="24" y="40"/>
                    <a:pt x="24" y="32"/>
                  </a:cubicBezTo>
                  <a:cubicBezTo>
                    <a:pt x="24" y="32"/>
                    <a:pt x="24" y="32"/>
                    <a:pt x="24" y="16"/>
                  </a:cubicBezTo>
                  <a:cubicBezTo>
                    <a:pt x="24" y="8"/>
                    <a:pt x="16" y="8"/>
                    <a:pt x="16" y="8"/>
                  </a:cubicBezTo>
                  <a:cubicBezTo>
                    <a:pt x="24" y="24"/>
                    <a:pt x="16" y="16"/>
                    <a:pt x="24" y="32"/>
                  </a:cubicBezTo>
                  <a:cubicBezTo>
                    <a:pt x="24" y="32"/>
                    <a:pt x="24" y="32"/>
                    <a:pt x="24" y="47"/>
                  </a:cubicBezTo>
                  <a:close/>
                  <a:moveTo>
                    <a:pt x="40" y="181"/>
                  </a:moveTo>
                  <a:cubicBezTo>
                    <a:pt x="40" y="188"/>
                    <a:pt x="40" y="188"/>
                    <a:pt x="40" y="196"/>
                  </a:cubicBezTo>
                  <a:cubicBezTo>
                    <a:pt x="40" y="196"/>
                    <a:pt x="40" y="188"/>
                    <a:pt x="40" y="181"/>
                  </a:cubicBezTo>
                  <a:cubicBezTo>
                    <a:pt x="40" y="181"/>
                    <a:pt x="40" y="181"/>
                    <a:pt x="40" y="181"/>
                  </a:cubicBezTo>
                  <a:close/>
                  <a:moveTo>
                    <a:pt x="40" y="181"/>
                  </a:moveTo>
                  <a:cubicBezTo>
                    <a:pt x="40" y="181"/>
                    <a:pt x="40" y="173"/>
                    <a:pt x="32" y="165"/>
                  </a:cubicBezTo>
                  <a:cubicBezTo>
                    <a:pt x="40" y="165"/>
                    <a:pt x="40" y="165"/>
                    <a:pt x="40" y="165"/>
                  </a:cubicBezTo>
                  <a:cubicBezTo>
                    <a:pt x="32" y="165"/>
                    <a:pt x="32" y="165"/>
                    <a:pt x="32" y="165"/>
                  </a:cubicBezTo>
                  <a:cubicBezTo>
                    <a:pt x="32" y="165"/>
                    <a:pt x="32" y="157"/>
                    <a:pt x="32" y="157"/>
                  </a:cubicBezTo>
                  <a:cubicBezTo>
                    <a:pt x="32" y="157"/>
                    <a:pt x="32" y="157"/>
                    <a:pt x="32" y="165"/>
                  </a:cubicBezTo>
                  <a:cubicBezTo>
                    <a:pt x="32" y="157"/>
                    <a:pt x="32" y="157"/>
                    <a:pt x="32" y="157"/>
                  </a:cubicBezTo>
                  <a:cubicBezTo>
                    <a:pt x="32" y="165"/>
                    <a:pt x="32" y="165"/>
                    <a:pt x="32" y="165"/>
                  </a:cubicBezTo>
                  <a:cubicBezTo>
                    <a:pt x="32" y="165"/>
                    <a:pt x="32" y="165"/>
                    <a:pt x="32" y="165"/>
                  </a:cubicBezTo>
                  <a:cubicBezTo>
                    <a:pt x="32" y="173"/>
                    <a:pt x="40" y="181"/>
                    <a:pt x="40" y="181"/>
                  </a:cubicBezTo>
                  <a:close/>
                  <a:moveTo>
                    <a:pt x="32" y="157"/>
                  </a:moveTo>
                  <a:cubicBezTo>
                    <a:pt x="32" y="149"/>
                    <a:pt x="32" y="149"/>
                    <a:pt x="32" y="149"/>
                  </a:cubicBezTo>
                  <a:cubicBezTo>
                    <a:pt x="32" y="149"/>
                    <a:pt x="32" y="149"/>
                    <a:pt x="32" y="149"/>
                  </a:cubicBezTo>
                  <a:cubicBezTo>
                    <a:pt x="32" y="149"/>
                    <a:pt x="32" y="149"/>
                    <a:pt x="32" y="157"/>
                  </a:cubicBezTo>
                  <a:cubicBezTo>
                    <a:pt x="32" y="157"/>
                    <a:pt x="32" y="149"/>
                    <a:pt x="32" y="149"/>
                  </a:cubicBezTo>
                  <a:cubicBezTo>
                    <a:pt x="32" y="157"/>
                    <a:pt x="32" y="157"/>
                    <a:pt x="32" y="157"/>
                  </a:cubicBezTo>
                  <a:close/>
                  <a:moveTo>
                    <a:pt x="32" y="157"/>
                  </a:moveTo>
                  <a:cubicBezTo>
                    <a:pt x="32" y="157"/>
                    <a:pt x="32" y="165"/>
                    <a:pt x="32" y="157"/>
                  </a:cubicBezTo>
                  <a:close/>
                  <a:moveTo>
                    <a:pt x="24" y="102"/>
                  </a:moveTo>
                  <a:cubicBezTo>
                    <a:pt x="24" y="102"/>
                    <a:pt x="24" y="102"/>
                    <a:pt x="24" y="102"/>
                  </a:cubicBezTo>
                  <a:cubicBezTo>
                    <a:pt x="24" y="110"/>
                    <a:pt x="24" y="110"/>
                    <a:pt x="24" y="118"/>
                  </a:cubicBezTo>
                  <a:cubicBezTo>
                    <a:pt x="24" y="118"/>
                    <a:pt x="24" y="118"/>
                    <a:pt x="24" y="102"/>
                  </a:cubicBezTo>
                  <a:close/>
                  <a:moveTo>
                    <a:pt x="24" y="87"/>
                  </a:moveTo>
                  <a:cubicBezTo>
                    <a:pt x="24" y="87"/>
                    <a:pt x="24" y="87"/>
                    <a:pt x="24" y="87"/>
                  </a:cubicBezTo>
                  <a:cubicBezTo>
                    <a:pt x="24" y="87"/>
                    <a:pt x="24" y="87"/>
                    <a:pt x="24" y="87"/>
                  </a:cubicBezTo>
                  <a:cubicBezTo>
                    <a:pt x="24" y="79"/>
                    <a:pt x="24" y="79"/>
                    <a:pt x="24" y="79"/>
                  </a:cubicBezTo>
                  <a:cubicBezTo>
                    <a:pt x="24" y="79"/>
                    <a:pt x="24" y="71"/>
                    <a:pt x="24" y="55"/>
                  </a:cubicBezTo>
                  <a:cubicBezTo>
                    <a:pt x="16" y="55"/>
                    <a:pt x="16" y="55"/>
                    <a:pt x="16" y="55"/>
                  </a:cubicBezTo>
                  <a:cubicBezTo>
                    <a:pt x="24" y="87"/>
                    <a:pt x="24" y="71"/>
                    <a:pt x="24" y="102"/>
                  </a:cubicBezTo>
                  <a:cubicBezTo>
                    <a:pt x="24" y="94"/>
                    <a:pt x="24" y="94"/>
                    <a:pt x="24" y="87"/>
                  </a:cubicBezTo>
                  <a:close/>
                  <a:moveTo>
                    <a:pt x="40" y="235"/>
                  </a:moveTo>
                  <a:cubicBezTo>
                    <a:pt x="40" y="228"/>
                    <a:pt x="40" y="220"/>
                    <a:pt x="40" y="212"/>
                  </a:cubicBezTo>
                  <a:cubicBezTo>
                    <a:pt x="40" y="220"/>
                    <a:pt x="40" y="220"/>
                    <a:pt x="40" y="220"/>
                  </a:cubicBezTo>
                  <a:cubicBezTo>
                    <a:pt x="40" y="228"/>
                    <a:pt x="40" y="228"/>
                    <a:pt x="40" y="235"/>
                  </a:cubicBezTo>
                  <a:close/>
                  <a:moveTo>
                    <a:pt x="40" y="251"/>
                  </a:moveTo>
                  <a:cubicBezTo>
                    <a:pt x="40" y="243"/>
                    <a:pt x="40" y="243"/>
                    <a:pt x="40" y="235"/>
                  </a:cubicBezTo>
                  <a:cubicBezTo>
                    <a:pt x="40" y="235"/>
                    <a:pt x="40" y="243"/>
                    <a:pt x="40" y="251"/>
                  </a:cubicBezTo>
                  <a:close/>
                  <a:moveTo>
                    <a:pt x="40" y="204"/>
                  </a:moveTo>
                  <a:cubicBezTo>
                    <a:pt x="40" y="196"/>
                    <a:pt x="40" y="196"/>
                    <a:pt x="40" y="196"/>
                  </a:cubicBezTo>
                  <a:cubicBezTo>
                    <a:pt x="40" y="196"/>
                    <a:pt x="40" y="196"/>
                    <a:pt x="40" y="196"/>
                  </a:cubicBezTo>
                  <a:cubicBezTo>
                    <a:pt x="40" y="196"/>
                    <a:pt x="40" y="196"/>
                    <a:pt x="40" y="188"/>
                  </a:cubicBezTo>
                  <a:cubicBezTo>
                    <a:pt x="40" y="188"/>
                    <a:pt x="40" y="188"/>
                    <a:pt x="32" y="196"/>
                  </a:cubicBezTo>
                  <a:cubicBezTo>
                    <a:pt x="32" y="196"/>
                    <a:pt x="32" y="196"/>
                    <a:pt x="40" y="212"/>
                  </a:cubicBezTo>
                  <a:cubicBezTo>
                    <a:pt x="40" y="212"/>
                    <a:pt x="40" y="204"/>
                    <a:pt x="40" y="204"/>
                  </a:cubicBezTo>
                  <a:close/>
                  <a:moveTo>
                    <a:pt x="40" y="181"/>
                  </a:moveTo>
                  <a:cubicBezTo>
                    <a:pt x="40" y="181"/>
                    <a:pt x="40" y="181"/>
                    <a:pt x="32" y="165"/>
                  </a:cubicBezTo>
                  <a:cubicBezTo>
                    <a:pt x="32" y="165"/>
                    <a:pt x="32" y="173"/>
                    <a:pt x="32" y="173"/>
                  </a:cubicBezTo>
                  <a:cubicBezTo>
                    <a:pt x="40" y="181"/>
                    <a:pt x="32" y="173"/>
                    <a:pt x="40" y="188"/>
                  </a:cubicBezTo>
                  <a:cubicBezTo>
                    <a:pt x="40" y="188"/>
                    <a:pt x="40" y="188"/>
                    <a:pt x="40" y="181"/>
                  </a:cubicBezTo>
                  <a:close/>
                  <a:moveTo>
                    <a:pt x="8" y="71"/>
                  </a:moveTo>
                  <a:cubicBezTo>
                    <a:pt x="8" y="55"/>
                    <a:pt x="8" y="55"/>
                    <a:pt x="8" y="55"/>
                  </a:cubicBezTo>
                  <a:cubicBezTo>
                    <a:pt x="8" y="71"/>
                    <a:pt x="8" y="63"/>
                    <a:pt x="8" y="79"/>
                  </a:cubicBezTo>
                  <a:cubicBezTo>
                    <a:pt x="8" y="79"/>
                    <a:pt x="8" y="79"/>
                    <a:pt x="8" y="71"/>
                  </a:cubicBezTo>
                  <a:close/>
                  <a:moveTo>
                    <a:pt x="8" y="126"/>
                  </a:moveTo>
                  <a:cubicBezTo>
                    <a:pt x="8" y="134"/>
                    <a:pt x="8" y="134"/>
                    <a:pt x="8" y="134"/>
                  </a:cubicBezTo>
                  <a:cubicBezTo>
                    <a:pt x="16" y="141"/>
                    <a:pt x="16" y="141"/>
                    <a:pt x="16" y="141"/>
                  </a:cubicBezTo>
                  <a:lnTo>
                    <a:pt x="8" y="126"/>
                  </a:lnTo>
                  <a:close/>
                  <a:moveTo>
                    <a:pt x="16" y="282"/>
                  </a:moveTo>
                  <a:cubicBezTo>
                    <a:pt x="8" y="275"/>
                    <a:pt x="8" y="275"/>
                    <a:pt x="8" y="275"/>
                  </a:cubicBezTo>
                  <a:cubicBezTo>
                    <a:pt x="16" y="306"/>
                    <a:pt x="16" y="306"/>
                    <a:pt x="16" y="306"/>
                  </a:cubicBezTo>
                  <a:lnTo>
                    <a:pt x="16" y="282"/>
                  </a:lnTo>
                  <a:close/>
                  <a:moveTo>
                    <a:pt x="172" y="1199"/>
                  </a:moveTo>
                  <a:cubicBezTo>
                    <a:pt x="172" y="1199"/>
                    <a:pt x="172" y="1199"/>
                    <a:pt x="180" y="1206"/>
                  </a:cubicBezTo>
                  <a:cubicBezTo>
                    <a:pt x="172" y="1199"/>
                    <a:pt x="172" y="1199"/>
                    <a:pt x="172" y="1199"/>
                  </a:cubicBezTo>
                  <a:cubicBezTo>
                    <a:pt x="172" y="1199"/>
                    <a:pt x="172" y="1199"/>
                    <a:pt x="172" y="1199"/>
                  </a:cubicBezTo>
                  <a:close/>
                  <a:moveTo>
                    <a:pt x="407" y="1394"/>
                  </a:moveTo>
                  <a:cubicBezTo>
                    <a:pt x="415" y="1394"/>
                    <a:pt x="407" y="1394"/>
                    <a:pt x="415" y="1394"/>
                  </a:cubicBezTo>
                  <a:cubicBezTo>
                    <a:pt x="430" y="1402"/>
                    <a:pt x="430" y="1402"/>
                    <a:pt x="430" y="1402"/>
                  </a:cubicBezTo>
                  <a:cubicBezTo>
                    <a:pt x="423" y="1394"/>
                    <a:pt x="423" y="1394"/>
                    <a:pt x="423" y="1394"/>
                  </a:cubicBezTo>
                  <a:cubicBezTo>
                    <a:pt x="407" y="1394"/>
                    <a:pt x="407" y="1394"/>
                    <a:pt x="407" y="1394"/>
                  </a:cubicBezTo>
                  <a:cubicBezTo>
                    <a:pt x="407" y="1394"/>
                    <a:pt x="407" y="1394"/>
                    <a:pt x="407" y="1394"/>
                  </a:cubicBezTo>
                  <a:close/>
                  <a:moveTo>
                    <a:pt x="634" y="1457"/>
                  </a:moveTo>
                  <a:cubicBezTo>
                    <a:pt x="634" y="1457"/>
                    <a:pt x="634" y="1457"/>
                    <a:pt x="610" y="1449"/>
                  </a:cubicBezTo>
                  <a:cubicBezTo>
                    <a:pt x="610" y="1457"/>
                    <a:pt x="610" y="1457"/>
                    <a:pt x="610" y="1457"/>
                  </a:cubicBezTo>
                  <a:cubicBezTo>
                    <a:pt x="610" y="1449"/>
                    <a:pt x="610" y="1457"/>
                    <a:pt x="618" y="1457"/>
                  </a:cubicBezTo>
                  <a:cubicBezTo>
                    <a:pt x="618" y="1457"/>
                    <a:pt x="618" y="1457"/>
                    <a:pt x="634" y="1457"/>
                  </a:cubicBezTo>
                  <a:close/>
                  <a:moveTo>
                    <a:pt x="610" y="1457"/>
                  </a:moveTo>
                  <a:cubicBezTo>
                    <a:pt x="618" y="1457"/>
                    <a:pt x="618" y="1457"/>
                    <a:pt x="626" y="1465"/>
                  </a:cubicBezTo>
                  <a:cubicBezTo>
                    <a:pt x="626" y="1457"/>
                    <a:pt x="618" y="1457"/>
                    <a:pt x="610" y="1457"/>
                  </a:cubicBezTo>
                  <a:close/>
                  <a:moveTo>
                    <a:pt x="610" y="1457"/>
                  </a:moveTo>
                  <a:cubicBezTo>
                    <a:pt x="610" y="1457"/>
                    <a:pt x="610" y="1457"/>
                    <a:pt x="610" y="1457"/>
                  </a:cubicBezTo>
                  <a:cubicBezTo>
                    <a:pt x="610" y="1457"/>
                    <a:pt x="602" y="1457"/>
                    <a:pt x="602" y="1457"/>
                  </a:cubicBezTo>
                  <a:cubicBezTo>
                    <a:pt x="610" y="1457"/>
                    <a:pt x="610" y="1457"/>
                    <a:pt x="610" y="1457"/>
                  </a:cubicBezTo>
                  <a:close/>
                  <a:moveTo>
                    <a:pt x="602" y="1457"/>
                  </a:moveTo>
                  <a:cubicBezTo>
                    <a:pt x="602" y="1457"/>
                    <a:pt x="594" y="1457"/>
                    <a:pt x="594" y="1449"/>
                  </a:cubicBezTo>
                  <a:cubicBezTo>
                    <a:pt x="602" y="1457"/>
                    <a:pt x="594" y="1457"/>
                    <a:pt x="602" y="1457"/>
                  </a:cubicBezTo>
                  <a:close/>
                  <a:moveTo>
                    <a:pt x="32" y="846"/>
                  </a:moveTo>
                  <a:cubicBezTo>
                    <a:pt x="32" y="846"/>
                    <a:pt x="40" y="878"/>
                    <a:pt x="40" y="878"/>
                  </a:cubicBezTo>
                  <a:cubicBezTo>
                    <a:pt x="40" y="878"/>
                    <a:pt x="40" y="878"/>
                    <a:pt x="40" y="878"/>
                  </a:cubicBezTo>
                  <a:cubicBezTo>
                    <a:pt x="40" y="870"/>
                    <a:pt x="32" y="862"/>
                    <a:pt x="32" y="846"/>
                  </a:cubicBezTo>
                  <a:close/>
                  <a:moveTo>
                    <a:pt x="40" y="878"/>
                  </a:moveTo>
                  <a:cubicBezTo>
                    <a:pt x="40" y="878"/>
                    <a:pt x="40" y="878"/>
                    <a:pt x="40" y="878"/>
                  </a:cubicBezTo>
                  <a:cubicBezTo>
                    <a:pt x="40" y="878"/>
                    <a:pt x="40" y="878"/>
                    <a:pt x="40" y="878"/>
                  </a:cubicBezTo>
                  <a:close/>
                  <a:moveTo>
                    <a:pt x="24" y="799"/>
                  </a:moveTo>
                  <a:cubicBezTo>
                    <a:pt x="24" y="784"/>
                    <a:pt x="24" y="784"/>
                    <a:pt x="24" y="776"/>
                  </a:cubicBezTo>
                  <a:cubicBezTo>
                    <a:pt x="24" y="768"/>
                    <a:pt x="16" y="752"/>
                    <a:pt x="24" y="752"/>
                  </a:cubicBezTo>
                  <a:cubicBezTo>
                    <a:pt x="24" y="752"/>
                    <a:pt x="24" y="752"/>
                    <a:pt x="16" y="737"/>
                  </a:cubicBezTo>
                  <a:cubicBezTo>
                    <a:pt x="16" y="737"/>
                    <a:pt x="16" y="737"/>
                    <a:pt x="8" y="737"/>
                  </a:cubicBezTo>
                  <a:cubicBezTo>
                    <a:pt x="8" y="737"/>
                    <a:pt x="8" y="737"/>
                    <a:pt x="16" y="737"/>
                  </a:cubicBezTo>
                  <a:cubicBezTo>
                    <a:pt x="16" y="768"/>
                    <a:pt x="24" y="791"/>
                    <a:pt x="24" y="815"/>
                  </a:cubicBezTo>
                  <a:cubicBezTo>
                    <a:pt x="24" y="815"/>
                    <a:pt x="24" y="815"/>
                    <a:pt x="24" y="815"/>
                  </a:cubicBezTo>
                  <a:cubicBezTo>
                    <a:pt x="24" y="831"/>
                    <a:pt x="24" y="831"/>
                    <a:pt x="24" y="831"/>
                  </a:cubicBezTo>
                  <a:cubicBezTo>
                    <a:pt x="24" y="831"/>
                    <a:pt x="24" y="823"/>
                    <a:pt x="24" y="815"/>
                  </a:cubicBezTo>
                  <a:cubicBezTo>
                    <a:pt x="24" y="815"/>
                    <a:pt x="24" y="807"/>
                    <a:pt x="24" y="807"/>
                  </a:cubicBezTo>
                  <a:cubicBezTo>
                    <a:pt x="24" y="807"/>
                    <a:pt x="24" y="807"/>
                    <a:pt x="24" y="799"/>
                  </a:cubicBezTo>
                  <a:cubicBezTo>
                    <a:pt x="24" y="799"/>
                    <a:pt x="24" y="799"/>
                    <a:pt x="24" y="799"/>
                  </a:cubicBezTo>
                  <a:close/>
                  <a:moveTo>
                    <a:pt x="71" y="979"/>
                  </a:moveTo>
                  <a:cubicBezTo>
                    <a:pt x="63" y="972"/>
                    <a:pt x="71" y="979"/>
                    <a:pt x="63" y="964"/>
                  </a:cubicBezTo>
                  <a:cubicBezTo>
                    <a:pt x="63" y="964"/>
                    <a:pt x="63" y="964"/>
                    <a:pt x="63" y="979"/>
                  </a:cubicBezTo>
                  <a:cubicBezTo>
                    <a:pt x="71" y="987"/>
                    <a:pt x="71" y="987"/>
                    <a:pt x="71" y="1003"/>
                  </a:cubicBezTo>
                  <a:cubicBezTo>
                    <a:pt x="71" y="1003"/>
                    <a:pt x="71" y="1003"/>
                    <a:pt x="71" y="979"/>
                  </a:cubicBezTo>
                  <a:close/>
                  <a:moveTo>
                    <a:pt x="94" y="1073"/>
                  </a:moveTo>
                  <a:cubicBezTo>
                    <a:pt x="94" y="1073"/>
                    <a:pt x="94" y="1073"/>
                    <a:pt x="94" y="1073"/>
                  </a:cubicBezTo>
                  <a:cubicBezTo>
                    <a:pt x="94" y="1073"/>
                    <a:pt x="94" y="1073"/>
                    <a:pt x="94" y="1073"/>
                  </a:cubicBezTo>
                  <a:close/>
                  <a:moveTo>
                    <a:pt x="79" y="1019"/>
                  </a:moveTo>
                  <a:cubicBezTo>
                    <a:pt x="79" y="1011"/>
                    <a:pt x="71" y="1011"/>
                    <a:pt x="71" y="1003"/>
                  </a:cubicBezTo>
                  <a:lnTo>
                    <a:pt x="79" y="1019"/>
                  </a:lnTo>
                  <a:close/>
                  <a:moveTo>
                    <a:pt x="102" y="1081"/>
                  </a:moveTo>
                  <a:cubicBezTo>
                    <a:pt x="102" y="1081"/>
                    <a:pt x="102" y="1081"/>
                    <a:pt x="94" y="1066"/>
                  </a:cubicBezTo>
                  <a:cubicBezTo>
                    <a:pt x="94" y="1058"/>
                    <a:pt x="94" y="1058"/>
                    <a:pt x="94" y="1050"/>
                  </a:cubicBezTo>
                  <a:cubicBezTo>
                    <a:pt x="86" y="1042"/>
                    <a:pt x="86" y="1042"/>
                    <a:pt x="86" y="1042"/>
                  </a:cubicBezTo>
                  <a:cubicBezTo>
                    <a:pt x="86" y="1042"/>
                    <a:pt x="86" y="1042"/>
                    <a:pt x="86" y="1034"/>
                  </a:cubicBezTo>
                  <a:cubicBezTo>
                    <a:pt x="86" y="1034"/>
                    <a:pt x="86" y="1034"/>
                    <a:pt x="86" y="1042"/>
                  </a:cubicBezTo>
                  <a:cubicBezTo>
                    <a:pt x="79" y="1019"/>
                    <a:pt x="79" y="1019"/>
                    <a:pt x="79" y="1019"/>
                  </a:cubicBezTo>
                  <a:cubicBezTo>
                    <a:pt x="79" y="1026"/>
                    <a:pt x="79" y="1034"/>
                    <a:pt x="86" y="1042"/>
                  </a:cubicBezTo>
                  <a:cubicBezTo>
                    <a:pt x="86" y="1042"/>
                    <a:pt x="86" y="1042"/>
                    <a:pt x="86" y="1050"/>
                  </a:cubicBezTo>
                  <a:cubicBezTo>
                    <a:pt x="86" y="1050"/>
                    <a:pt x="86" y="1050"/>
                    <a:pt x="94" y="1066"/>
                  </a:cubicBezTo>
                  <a:cubicBezTo>
                    <a:pt x="94" y="1066"/>
                    <a:pt x="94" y="1066"/>
                    <a:pt x="94" y="1066"/>
                  </a:cubicBezTo>
                  <a:cubicBezTo>
                    <a:pt x="94" y="1066"/>
                    <a:pt x="94" y="1066"/>
                    <a:pt x="94" y="1066"/>
                  </a:cubicBezTo>
                  <a:cubicBezTo>
                    <a:pt x="94" y="1066"/>
                    <a:pt x="94" y="1066"/>
                    <a:pt x="94" y="1073"/>
                  </a:cubicBezTo>
                  <a:cubicBezTo>
                    <a:pt x="94" y="1073"/>
                    <a:pt x="102" y="1073"/>
                    <a:pt x="102" y="1081"/>
                  </a:cubicBezTo>
                  <a:close/>
                  <a:moveTo>
                    <a:pt x="110" y="1089"/>
                  </a:moveTo>
                  <a:cubicBezTo>
                    <a:pt x="102" y="1081"/>
                    <a:pt x="102" y="1081"/>
                    <a:pt x="102" y="1081"/>
                  </a:cubicBezTo>
                  <a:cubicBezTo>
                    <a:pt x="110" y="1097"/>
                    <a:pt x="110" y="1097"/>
                    <a:pt x="110" y="1097"/>
                  </a:cubicBezTo>
                  <a:cubicBezTo>
                    <a:pt x="110" y="1097"/>
                    <a:pt x="110" y="1097"/>
                    <a:pt x="110" y="1097"/>
                  </a:cubicBezTo>
                  <a:cubicBezTo>
                    <a:pt x="110" y="1105"/>
                    <a:pt x="110" y="1105"/>
                    <a:pt x="110" y="1105"/>
                  </a:cubicBezTo>
                  <a:cubicBezTo>
                    <a:pt x="110" y="1105"/>
                    <a:pt x="110" y="1105"/>
                    <a:pt x="126" y="1144"/>
                  </a:cubicBezTo>
                  <a:cubicBezTo>
                    <a:pt x="118" y="1120"/>
                    <a:pt x="118" y="1113"/>
                    <a:pt x="110" y="1105"/>
                  </a:cubicBezTo>
                  <a:lnTo>
                    <a:pt x="110" y="1089"/>
                  </a:lnTo>
                  <a:close/>
                  <a:moveTo>
                    <a:pt x="172" y="1206"/>
                  </a:moveTo>
                  <a:cubicBezTo>
                    <a:pt x="172" y="1206"/>
                    <a:pt x="172" y="1206"/>
                    <a:pt x="172" y="1199"/>
                  </a:cubicBezTo>
                  <a:cubicBezTo>
                    <a:pt x="165" y="1199"/>
                    <a:pt x="165" y="1199"/>
                    <a:pt x="165" y="1199"/>
                  </a:cubicBezTo>
                  <a:cubicBezTo>
                    <a:pt x="165" y="1199"/>
                    <a:pt x="165" y="1199"/>
                    <a:pt x="172" y="1206"/>
                  </a:cubicBezTo>
                  <a:close/>
                  <a:moveTo>
                    <a:pt x="8" y="549"/>
                  </a:moveTo>
                  <a:cubicBezTo>
                    <a:pt x="0" y="541"/>
                    <a:pt x="0" y="541"/>
                    <a:pt x="0" y="541"/>
                  </a:cubicBezTo>
                  <a:cubicBezTo>
                    <a:pt x="8" y="556"/>
                    <a:pt x="0" y="549"/>
                    <a:pt x="8" y="549"/>
                  </a:cubicBezTo>
                  <a:close/>
                  <a:moveTo>
                    <a:pt x="86" y="1034"/>
                  </a:moveTo>
                  <a:cubicBezTo>
                    <a:pt x="86" y="1034"/>
                    <a:pt x="86" y="1034"/>
                    <a:pt x="86" y="1026"/>
                  </a:cubicBezTo>
                  <a:cubicBezTo>
                    <a:pt x="86" y="1034"/>
                    <a:pt x="86" y="1034"/>
                    <a:pt x="86" y="1034"/>
                  </a:cubicBezTo>
                  <a:close/>
                  <a:moveTo>
                    <a:pt x="235" y="1285"/>
                  </a:moveTo>
                  <a:cubicBezTo>
                    <a:pt x="251" y="1293"/>
                    <a:pt x="251" y="1293"/>
                    <a:pt x="251" y="1293"/>
                  </a:cubicBezTo>
                  <a:cubicBezTo>
                    <a:pt x="243" y="1293"/>
                    <a:pt x="243" y="1293"/>
                    <a:pt x="243" y="1293"/>
                  </a:cubicBezTo>
                  <a:lnTo>
                    <a:pt x="235" y="1285"/>
                  </a:lnTo>
                  <a:close/>
                  <a:moveTo>
                    <a:pt x="266" y="1308"/>
                  </a:moveTo>
                  <a:cubicBezTo>
                    <a:pt x="274" y="1316"/>
                    <a:pt x="274" y="1316"/>
                    <a:pt x="274" y="1308"/>
                  </a:cubicBezTo>
                  <a:lnTo>
                    <a:pt x="266" y="1308"/>
                  </a:lnTo>
                  <a:close/>
                  <a:moveTo>
                    <a:pt x="446" y="1418"/>
                  </a:moveTo>
                  <a:cubicBezTo>
                    <a:pt x="438" y="1410"/>
                    <a:pt x="446" y="1418"/>
                    <a:pt x="438" y="1410"/>
                  </a:cubicBezTo>
                  <a:cubicBezTo>
                    <a:pt x="446" y="1418"/>
                    <a:pt x="446" y="1418"/>
                    <a:pt x="446" y="1418"/>
                  </a:cubicBezTo>
                  <a:close/>
                  <a:moveTo>
                    <a:pt x="102" y="1089"/>
                  </a:moveTo>
                  <a:cubicBezTo>
                    <a:pt x="102" y="1089"/>
                    <a:pt x="102" y="1089"/>
                    <a:pt x="110" y="1089"/>
                  </a:cubicBezTo>
                  <a:cubicBezTo>
                    <a:pt x="102" y="1081"/>
                    <a:pt x="102" y="1081"/>
                    <a:pt x="102" y="1081"/>
                  </a:cubicBezTo>
                  <a:lnTo>
                    <a:pt x="102" y="1089"/>
                  </a:lnTo>
                  <a:close/>
                  <a:moveTo>
                    <a:pt x="110" y="1097"/>
                  </a:moveTo>
                  <a:cubicBezTo>
                    <a:pt x="110" y="1097"/>
                    <a:pt x="110" y="1097"/>
                    <a:pt x="110" y="1089"/>
                  </a:cubicBezTo>
                  <a:cubicBezTo>
                    <a:pt x="110" y="1097"/>
                    <a:pt x="110" y="1097"/>
                    <a:pt x="110" y="1097"/>
                  </a:cubicBezTo>
                  <a:close/>
                  <a:moveTo>
                    <a:pt x="258" y="1308"/>
                  </a:moveTo>
                  <a:cubicBezTo>
                    <a:pt x="258" y="1308"/>
                    <a:pt x="258" y="1308"/>
                    <a:pt x="251" y="1300"/>
                  </a:cubicBezTo>
                  <a:cubicBezTo>
                    <a:pt x="251" y="1300"/>
                    <a:pt x="251" y="1300"/>
                    <a:pt x="258" y="1308"/>
                  </a:cubicBezTo>
                  <a:close/>
                  <a:moveTo>
                    <a:pt x="251" y="1300"/>
                  </a:moveTo>
                  <a:cubicBezTo>
                    <a:pt x="251" y="1300"/>
                    <a:pt x="251" y="1300"/>
                    <a:pt x="251" y="1293"/>
                  </a:cubicBezTo>
                  <a:cubicBezTo>
                    <a:pt x="251" y="1293"/>
                    <a:pt x="251" y="1300"/>
                    <a:pt x="251" y="1300"/>
                  </a:cubicBezTo>
                  <a:close/>
                  <a:moveTo>
                    <a:pt x="634" y="1465"/>
                  </a:moveTo>
                  <a:cubicBezTo>
                    <a:pt x="626" y="1465"/>
                    <a:pt x="626" y="1465"/>
                    <a:pt x="626" y="1465"/>
                  </a:cubicBezTo>
                  <a:cubicBezTo>
                    <a:pt x="626" y="1465"/>
                    <a:pt x="626" y="1465"/>
                    <a:pt x="626" y="1465"/>
                  </a:cubicBezTo>
                  <a:lnTo>
                    <a:pt x="634" y="1465"/>
                  </a:lnTo>
                  <a:close/>
                  <a:moveTo>
                    <a:pt x="63" y="979"/>
                  </a:moveTo>
                  <a:cubicBezTo>
                    <a:pt x="63" y="979"/>
                    <a:pt x="63" y="979"/>
                    <a:pt x="55" y="964"/>
                  </a:cubicBezTo>
                  <a:cubicBezTo>
                    <a:pt x="55" y="964"/>
                    <a:pt x="55" y="964"/>
                    <a:pt x="63" y="979"/>
                  </a:cubicBezTo>
                  <a:close/>
                  <a:moveTo>
                    <a:pt x="55" y="964"/>
                  </a:moveTo>
                  <a:cubicBezTo>
                    <a:pt x="63" y="979"/>
                    <a:pt x="63" y="972"/>
                    <a:pt x="55" y="964"/>
                  </a:cubicBezTo>
                  <a:close/>
                  <a:moveTo>
                    <a:pt x="540" y="1449"/>
                  </a:moveTo>
                  <a:cubicBezTo>
                    <a:pt x="563" y="1449"/>
                    <a:pt x="563" y="1449"/>
                    <a:pt x="563" y="1449"/>
                  </a:cubicBezTo>
                  <a:cubicBezTo>
                    <a:pt x="548" y="1449"/>
                    <a:pt x="548" y="1449"/>
                    <a:pt x="548" y="1449"/>
                  </a:cubicBezTo>
                  <a:lnTo>
                    <a:pt x="540" y="1449"/>
                  </a:lnTo>
                  <a:close/>
                  <a:moveTo>
                    <a:pt x="40" y="893"/>
                  </a:moveTo>
                  <a:cubicBezTo>
                    <a:pt x="40" y="893"/>
                    <a:pt x="40" y="893"/>
                    <a:pt x="40" y="893"/>
                  </a:cubicBezTo>
                  <a:cubicBezTo>
                    <a:pt x="40" y="893"/>
                    <a:pt x="40" y="893"/>
                    <a:pt x="40" y="893"/>
                  </a:cubicBezTo>
                  <a:cubicBezTo>
                    <a:pt x="40" y="893"/>
                    <a:pt x="40" y="893"/>
                    <a:pt x="40" y="893"/>
                  </a:cubicBezTo>
                  <a:cubicBezTo>
                    <a:pt x="40" y="901"/>
                    <a:pt x="40" y="901"/>
                    <a:pt x="40" y="901"/>
                  </a:cubicBezTo>
                  <a:cubicBezTo>
                    <a:pt x="40" y="901"/>
                    <a:pt x="40" y="901"/>
                    <a:pt x="40" y="901"/>
                  </a:cubicBezTo>
                  <a:cubicBezTo>
                    <a:pt x="40" y="893"/>
                    <a:pt x="40" y="893"/>
                    <a:pt x="40" y="893"/>
                  </a:cubicBezTo>
                  <a:close/>
                  <a:moveTo>
                    <a:pt x="204" y="1253"/>
                  </a:moveTo>
                  <a:cubicBezTo>
                    <a:pt x="219" y="1261"/>
                    <a:pt x="219" y="1261"/>
                    <a:pt x="219" y="1261"/>
                  </a:cubicBezTo>
                  <a:cubicBezTo>
                    <a:pt x="211" y="1261"/>
                    <a:pt x="211" y="1261"/>
                    <a:pt x="211" y="1261"/>
                  </a:cubicBezTo>
                  <a:lnTo>
                    <a:pt x="204" y="1253"/>
                  </a:lnTo>
                  <a:close/>
                  <a:moveTo>
                    <a:pt x="24" y="838"/>
                  </a:moveTo>
                  <a:cubicBezTo>
                    <a:pt x="24" y="831"/>
                    <a:pt x="24" y="831"/>
                    <a:pt x="24" y="831"/>
                  </a:cubicBezTo>
                  <a:cubicBezTo>
                    <a:pt x="24" y="838"/>
                    <a:pt x="24" y="846"/>
                    <a:pt x="24" y="838"/>
                  </a:cubicBezTo>
                  <a:close/>
                  <a:moveTo>
                    <a:pt x="24" y="831"/>
                  </a:moveTo>
                  <a:cubicBezTo>
                    <a:pt x="24" y="831"/>
                    <a:pt x="24" y="831"/>
                    <a:pt x="24" y="831"/>
                  </a:cubicBezTo>
                  <a:cubicBezTo>
                    <a:pt x="24" y="831"/>
                    <a:pt x="24" y="831"/>
                    <a:pt x="24" y="815"/>
                  </a:cubicBezTo>
                  <a:cubicBezTo>
                    <a:pt x="24" y="815"/>
                    <a:pt x="24" y="815"/>
                    <a:pt x="24" y="831"/>
                  </a:cubicBezTo>
                  <a:close/>
                  <a:moveTo>
                    <a:pt x="219" y="1277"/>
                  </a:moveTo>
                  <a:cubicBezTo>
                    <a:pt x="227" y="1285"/>
                    <a:pt x="227" y="1285"/>
                    <a:pt x="227" y="1285"/>
                  </a:cubicBezTo>
                  <a:cubicBezTo>
                    <a:pt x="227" y="1277"/>
                    <a:pt x="227" y="1277"/>
                    <a:pt x="227" y="1277"/>
                  </a:cubicBezTo>
                  <a:lnTo>
                    <a:pt x="219" y="1277"/>
                  </a:lnTo>
                  <a:close/>
                </a:path>
              </a:pathLst>
            </a:custGeom>
            <a:solidFill>
              <a:srgbClr val="003366"/>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de-DE">
                <a:solidFill>
                  <a:schemeClr val="accent2"/>
                </a:solidFill>
              </a:endParaRPr>
            </a:p>
          </p:txBody>
        </p:sp>
      </p:grpSp>
    </p:spTree>
    <p:extLst>
      <p:ext uri="{BB962C8B-B14F-4D97-AF65-F5344CB8AC3E}">
        <p14:creationId xmlns:p14="http://schemas.microsoft.com/office/powerpoint/2010/main" val="1259552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think-cell data - do not delete" hidden="1">
            <a:extLst>
              <a:ext uri="{FF2B5EF4-FFF2-40B4-BE49-F238E27FC236}">
                <a16:creationId xmlns:a16="http://schemas.microsoft.com/office/drawing/2014/main" id="{445FA89A-EF1D-6D33-380C-C841D3BCBB84}"/>
              </a:ext>
            </a:extLst>
          </p:cNvPr>
          <p:cNvGraphicFramePr>
            <a:graphicFrameLocks noChangeAspect="1"/>
          </p:cNvGraphicFramePr>
          <p:nvPr>
            <p:custDataLst>
              <p:tags r:id="rId1"/>
            </p:custDataLst>
            <p:extLst>
              <p:ext uri="{D42A27DB-BD31-4B8C-83A1-F6EECF244321}">
                <p14:modId xmlns:p14="http://schemas.microsoft.com/office/powerpoint/2010/main" val="24819057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484" imgH="486" progId="TCLayout.ActiveDocument.1">
                  <p:embed/>
                </p:oleObj>
              </mc:Choice>
              <mc:Fallback>
                <p:oleObj name="think-cell Folie" r:id="rId3" imgW="484" imgH="486" progId="TCLayout.ActiveDocument.1">
                  <p:embed/>
                  <p:pic>
                    <p:nvPicPr>
                      <p:cNvPr id="20" name="think-cell data - do not delete" hidden="1">
                        <a:extLst>
                          <a:ext uri="{FF2B5EF4-FFF2-40B4-BE49-F238E27FC236}">
                            <a16:creationId xmlns:a16="http://schemas.microsoft.com/office/drawing/2014/main" id="{445FA89A-EF1D-6D33-380C-C841D3BCBB8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7" name="Rechteck 36">
            <a:extLst>
              <a:ext uri="{FF2B5EF4-FFF2-40B4-BE49-F238E27FC236}">
                <a16:creationId xmlns:a16="http://schemas.microsoft.com/office/drawing/2014/main" id="{99F80379-8530-9EE7-B42B-D858DC6FD07D}"/>
              </a:ext>
            </a:extLst>
          </p:cNvPr>
          <p:cNvSpPr/>
          <p:nvPr/>
        </p:nvSpPr>
        <p:spPr>
          <a:xfrm>
            <a:off x="334963" y="1484313"/>
            <a:ext cx="3413550" cy="4824412"/>
          </a:xfrm>
          <a:prstGeom prst="rect">
            <a:avLst/>
          </a:prstGeom>
          <a:solidFill>
            <a:schemeClr val="bg2">
              <a:lumMod val="20000"/>
              <a:lumOff val="80000"/>
            </a:schemeClr>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6" name="Textplatzhalter 15">
            <a:extLst>
              <a:ext uri="{FF2B5EF4-FFF2-40B4-BE49-F238E27FC236}">
                <a16:creationId xmlns:a16="http://schemas.microsoft.com/office/drawing/2014/main" id="{41EC8898-45B8-EE6D-F682-1EA56BBDF11A}"/>
              </a:ext>
            </a:extLst>
          </p:cNvPr>
          <p:cNvSpPr>
            <a:spLocks noGrp="1"/>
          </p:cNvSpPr>
          <p:nvPr>
            <p:ph type="body" sz="quarter" idx="10"/>
          </p:nvPr>
        </p:nvSpPr>
        <p:spPr/>
        <p:txBody>
          <a:bodyPr/>
          <a:lstStyle/>
          <a:p>
            <a:r>
              <a:rPr lang="de-DE" dirty="0"/>
              <a:t>2. </a:t>
            </a:r>
            <a:r>
              <a:rPr lang="de-DE" sz="1400" spc="245" dirty="0">
                <a:solidFill>
                  <a:srgbClr val="003366"/>
                </a:solidFill>
                <a:cs typeface="Calibri"/>
              </a:rPr>
              <a:t>Vorstellung von aktiven und passiven Investitionen</a:t>
            </a:r>
          </a:p>
        </p:txBody>
      </p:sp>
      <p:sp>
        <p:nvSpPr>
          <p:cNvPr id="15" name="Titel 14">
            <a:extLst>
              <a:ext uri="{FF2B5EF4-FFF2-40B4-BE49-F238E27FC236}">
                <a16:creationId xmlns:a16="http://schemas.microsoft.com/office/drawing/2014/main" id="{72C83E52-9D5B-2BBE-2CD9-D1E452BA9341}"/>
              </a:ext>
            </a:extLst>
          </p:cNvPr>
          <p:cNvSpPr>
            <a:spLocks noGrp="1"/>
          </p:cNvSpPr>
          <p:nvPr>
            <p:ph type="title"/>
          </p:nvPr>
        </p:nvSpPr>
        <p:spPr/>
        <p:txBody>
          <a:bodyPr vert="horz"/>
          <a:lstStyle/>
          <a:p>
            <a:r>
              <a:rPr lang="de-DE" dirty="0">
                <a:solidFill>
                  <a:srgbClr val="294483"/>
                </a:solidFill>
              </a:rPr>
              <a:t>DEEPDIVE</a:t>
            </a:r>
          </a:p>
        </p:txBody>
      </p:sp>
      <p:sp>
        <p:nvSpPr>
          <p:cNvPr id="17" name="Textplatzhalter 16">
            <a:extLst>
              <a:ext uri="{FF2B5EF4-FFF2-40B4-BE49-F238E27FC236}">
                <a16:creationId xmlns:a16="http://schemas.microsoft.com/office/drawing/2014/main" id="{897E5783-10E3-7DEA-29C5-032360722EE4}"/>
              </a:ext>
            </a:extLst>
          </p:cNvPr>
          <p:cNvSpPr>
            <a:spLocks noGrp="1"/>
          </p:cNvSpPr>
          <p:nvPr>
            <p:ph type="body" sz="quarter" idx="14"/>
          </p:nvPr>
        </p:nvSpPr>
        <p:spPr/>
        <p:txBody>
          <a:bodyPr/>
          <a:lstStyle/>
          <a:p>
            <a:endParaRPr lang="de-DE" dirty="0"/>
          </a:p>
        </p:txBody>
      </p:sp>
      <p:grpSp>
        <p:nvGrpSpPr>
          <p:cNvPr id="21" name="Gruppieren 20">
            <a:extLst>
              <a:ext uri="{FF2B5EF4-FFF2-40B4-BE49-F238E27FC236}">
                <a16:creationId xmlns:a16="http://schemas.microsoft.com/office/drawing/2014/main" id="{86661093-3898-2B6F-FD66-D7C6B455FAC4}"/>
              </a:ext>
            </a:extLst>
          </p:cNvPr>
          <p:cNvGrpSpPr/>
          <p:nvPr/>
        </p:nvGrpSpPr>
        <p:grpSpPr>
          <a:xfrm>
            <a:off x="394804" y="1575159"/>
            <a:ext cx="3008971" cy="338023"/>
            <a:chOff x="394804" y="1667755"/>
            <a:chExt cx="3008971" cy="338023"/>
          </a:xfrm>
        </p:grpSpPr>
        <p:sp>
          <p:nvSpPr>
            <p:cNvPr id="22" name="Rechteck 21">
              <a:extLst>
                <a:ext uri="{FF2B5EF4-FFF2-40B4-BE49-F238E27FC236}">
                  <a16:creationId xmlns:a16="http://schemas.microsoft.com/office/drawing/2014/main" id="{E8FDE839-21B2-32E2-67C8-B3A800124B76}"/>
                </a:ext>
              </a:extLst>
            </p:cNvPr>
            <p:cNvSpPr/>
            <p:nvPr/>
          </p:nvSpPr>
          <p:spPr>
            <a:xfrm>
              <a:off x="394804" y="1667755"/>
              <a:ext cx="333633" cy="338023"/>
            </a:xfrm>
            <a:prstGeom prst="rect">
              <a:avLst/>
            </a:prstGeom>
            <a:solidFill>
              <a:schemeClr val="bg1"/>
            </a:solidFill>
            <a:ln w="28575">
              <a:solidFill>
                <a:srgbClr val="003366"/>
              </a:solidFill>
            </a:ln>
          </p:spPr>
          <p:txBody>
            <a:bodyPr rtlCol="0" anchor="ctr">
              <a:noAutofit/>
            </a:bodyPr>
            <a:lstStyle/>
            <a:p>
              <a:pPr algn="ctr">
                <a:lnSpc>
                  <a:spcPct val="90000"/>
                </a:lnSpc>
                <a:spcBef>
                  <a:spcPts val="1000"/>
                </a:spcBef>
                <a:buClr>
                  <a:schemeClr val="accent3"/>
                </a:buClr>
                <a:buSzPct val="85000"/>
              </a:pPr>
              <a:r>
                <a:rPr lang="de-DE" sz="1200" b="1" dirty="0">
                  <a:solidFill>
                    <a:srgbClr val="003366"/>
                  </a:solidFill>
                  <a:latin typeface="Century Gothic"/>
                </a:rPr>
                <a:t>2</a:t>
              </a:r>
            </a:p>
          </p:txBody>
        </p:sp>
        <p:sp>
          <p:nvSpPr>
            <p:cNvPr id="23" name="Textfeld 22">
              <a:extLst>
                <a:ext uri="{FF2B5EF4-FFF2-40B4-BE49-F238E27FC236}">
                  <a16:creationId xmlns:a16="http://schemas.microsoft.com/office/drawing/2014/main" id="{5B8E5428-52B4-C46F-D508-1E4913EF4FF6}"/>
                </a:ext>
              </a:extLst>
            </p:cNvPr>
            <p:cNvSpPr txBox="1"/>
            <p:nvPr/>
          </p:nvSpPr>
          <p:spPr>
            <a:xfrm>
              <a:off x="859934" y="1682878"/>
              <a:ext cx="2543841" cy="307777"/>
            </a:xfrm>
            <a:prstGeom prst="rect">
              <a:avLst/>
            </a:prstGeom>
            <a:noFill/>
          </p:spPr>
          <p:txBody>
            <a:bodyPr wrap="square">
              <a:spAutoFit/>
            </a:bodyPr>
            <a:lstStyle/>
            <a:p>
              <a:r>
                <a:rPr lang="de-DE" sz="1400" b="1" spc="245" dirty="0">
                  <a:solidFill>
                    <a:srgbClr val="003366"/>
                  </a:solidFill>
                  <a:cs typeface="Calibri"/>
                </a:rPr>
                <a:t>Passives Investieren</a:t>
              </a:r>
              <a:endParaRPr lang="de-DE" sz="1400" b="1" dirty="0">
                <a:solidFill>
                  <a:srgbClr val="003366"/>
                </a:solidFill>
              </a:endParaRPr>
            </a:p>
          </p:txBody>
        </p:sp>
      </p:grpSp>
      <p:sp>
        <p:nvSpPr>
          <p:cNvPr id="24" name="object 25">
            <a:extLst>
              <a:ext uri="{FF2B5EF4-FFF2-40B4-BE49-F238E27FC236}">
                <a16:creationId xmlns:a16="http://schemas.microsoft.com/office/drawing/2014/main" id="{A5AD528F-9480-3736-8270-2D8C0AD02B38}"/>
              </a:ext>
            </a:extLst>
          </p:cNvPr>
          <p:cNvSpPr/>
          <p:nvPr/>
        </p:nvSpPr>
        <p:spPr>
          <a:xfrm>
            <a:off x="4087908" y="1506686"/>
            <a:ext cx="7762875" cy="0"/>
          </a:xfrm>
          <a:custGeom>
            <a:avLst/>
            <a:gdLst/>
            <a:ahLst/>
            <a:cxnLst/>
            <a:rect l="l" t="t" r="r" b="b"/>
            <a:pathLst>
              <a:path w="7762875">
                <a:moveTo>
                  <a:pt x="0" y="0"/>
                </a:moveTo>
                <a:lnTo>
                  <a:pt x="7762875" y="0"/>
                </a:lnTo>
              </a:path>
            </a:pathLst>
          </a:custGeom>
          <a:ln w="25400">
            <a:solidFill>
              <a:schemeClr val="bg2"/>
            </a:solidFill>
          </a:ln>
        </p:spPr>
        <p:txBody>
          <a:bodyPr wrap="square" lIns="0" tIns="0" rIns="0" bIns="0" rtlCol="0"/>
          <a:lstStyle/>
          <a:p>
            <a:endParaRPr/>
          </a:p>
        </p:txBody>
      </p:sp>
      <p:sp>
        <p:nvSpPr>
          <p:cNvPr id="25" name="Textfeld 24">
            <a:extLst>
              <a:ext uri="{FF2B5EF4-FFF2-40B4-BE49-F238E27FC236}">
                <a16:creationId xmlns:a16="http://schemas.microsoft.com/office/drawing/2014/main" id="{EF7584B2-EB9A-B244-75C5-D4EAB7F79160}"/>
              </a:ext>
            </a:extLst>
          </p:cNvPr>
          <p:cNvSpPr txBox="1"/>
          <p:nvPr/>
        </p:nvSpPr>
        <p:spPr>
          <a:xfrm>
            <a:off x="4011555" y="1568031"/>
            <a:ext cx="4343398" cy="276999"/>
          </a:xfrm>
          <a:prstGeom prst="rect">
            <a:avLst/>
          </a:prstGeom>
          <a:solidFill>
            <a:schemeClr val="bg1"/>
          </a:solidFill>
        </p:spPr>
        <p:txBody>
          <a:bodyPr wrap="square">
            <a:spAutoFit/>
          </a:bodyPr>
          <a:lstStyle/>
          <a:p>
            <a:r>
              <a:rPr lang="de-DE" sz="1200" b="1" dirty="0">
                <a:solidFill>
                  <a:schemeClr val="bg2"/>
                </a:solidFill>
              </a:rPr>
              <a:t>MSCI Europe Mid Cap ETF EUR</a:t>
            </a:r>
            <a:endParaRPr lang="de-DE" sz="1200" dirty="0">
              <a:solidFill>
                <a:schemeClr val="bg2"/>
              </a:solidFill>
            </a:endParaRPr>
          </a:p>
        </p:txBody>
      </p:sp>
      <p:sp>
        <p:nvSpPr>
          <p:cNvPr id="26" name="object 21">
            <a:extLst>
              <a:ext uri="{FF2B5EF4-FFF2-40B4-BE49-F238E27FC236}">
                <a16:creationId xmlns:a16="http://schemas.microsoft.com/office/drawing/2014/main" id="{1277753D-3041-71DC-A6CC-AFE694C0D437}"/>
              </a:ext>
            </a:extLst>
          </p:cNvPr>
          <p:cNvSpPr/>
          <p:nvPr/>
        </p:nvSpPr>
        <p:spPr>
          <a:xfrm>
            <a:off x="494379" y="2171629"/>
            <a:ext cx="340851" cy="289432"/>
          </a:xfrm>
          <a:custGeom>
            <a:avLst/>
            <a:gdLst/>
            <a:ahLst/>
            <a:cxnLst/>
            <a:rect l="l" t="t" r="r" b="b"/>
            <a:pathLst>
              <a:path w="408305" h="346710">
                <a:moveTo>
                  <a:pt x="21460" y="6176"/>
                </a:moveTo>
                <a:lnTo>
                  <a:pt x="0" y="6176"/>
                </a:lnTo>
                <a:lnTo>
                  <a:pt x="0" y="346143"/>
                </a:lnTo>
                <a:lnTo>
                  <a:pt x="407735" y="346143"/>
                </a:lnTo>
                <a:lnTo>
                  <a:pt x="407735" y="324787"/>
                </a:lnTo>
                <a:lnTo>
                  <a:pt x="21460" y="324787"/>
                </a:lnTo>
                <a:lnTo>
                  <a:pt x="21460" y="6176"/>
                </a:lnTo>
                <a:close/>
              </a:path>
              <a:path w="408305" h="346710">
                <a:moveTo>
                  <a:pt x="118030" y="234566"/>
                </a:moveTo>
                <a:lnTo>
                  <a:pt x="53650" y="274015"/>
                </a:lnTo>
                <a:lnTo>
                  <a:pt x="53650" y="324787"/>
                </a:lnTo>
                <a:lnTo>
                  <a:pt x="75105" y="324787"/>
                </a:lnTo>
                <a:lnTo>
                  <a:pt x="75105" y="283112"/>
                </a:lnTo>
                <a:lnTo>
                  <a:pt x="96565" y="269954"/>
                </a:lnTo>
                <a:lnTo>
                  <a:pt x="118030" y="269954"/>
                </a:lnTo>
                <a:lnTo>
                  <a:pt x="118030" y="234566"/>
                </a:lnTo>
                <a:close/>
              </a:path>
              <a:path w="408305" h="346710">
                <a:moveTo>
                  <a:pt x="118030" y="269954"/>
                </a:moveTo>
                <a:lnTo>
                  <a:pt x="96565" y="269954"/>
                </a:lnTo>
                <a:lnTo>
                  <a:pt x="96565" y="324787"/>
                </a:lnTo>
                <a:lnTo>
                  <a:pt x="118030" y="324787"/>
                </a:lnTo>
                <a:lnTo>
                  <a:pt x="118030" y="269954"/>
                </a:lnTo>
                <a:close/>
              </a:path>
              <a:path w="408305" h="346710">
                <a:moveTo>
                  <a:pt x="214595" y="175335"/>
                </a:moveTo>
                <a:lnTo>
                  <a:pt x="150220" y="214824"/>
                </a:lnTo>
                <a:lnTo>
                  <a:pt x="150220" y="324787"/>
                </a:lnTo>
                <a:lnTo>
                  <a:pt x="214595" y="324787"/>
                </a:lnTo>
                <a:lnTo>
                  <a:pt x="171680" y="324782"/>
                </a:lnTo>
                <a:lnTo>
                  <a:pt x="171680" y="223881"/>
                </a:lnTo>
                <a:lnTo>
                  <a:pt x="193135" y="210718"/>
                </a:lnTo>
                <a:lnTo>
                  <a:pt x="214595" y="210718"/>
                </a:lnTo>
                <a:lnTo>
                  <a:pt x="214595" y="175335"/>
                </a:lnTo>
                <a:close/>
              </a:path>
              <a:path w="408305" h="346710">
                <a:moveTo>
                  <a:pt x="311352" y="115989"/>
                </a:moveTo>
                <a:lnTo>
                  <a:pt x="246790" y="155588"/>
                </a:lnTo>
                <a:lnTo>
                  <a:pt x="246790" y="324787"/>
                </a:lnTo>
                <a:lnTo>
                  <a:pt x="268245" y="324787"/>
                </a:lnTo>
                <a:lnTo>
                  <a:pt x="268245" y="164655"/>
                </a:lnTo>
                <a:lnTo>
                  <a:pt x="289705" y="151623"/>
                </a:lnTo>
                <a:lnTo>
                  <a:pt x="311321" y="151623"/>
                </a:lnTo>
                <a:lnTo>
                  <a:pt x="311352" y="115989"/>
                </a:lnTo>
                <a:close/>
              </a:path>
              <a:path w="408305" h="346710">
                <a:moveTo>
                  <a:pt x="311321" y="151623"/>
                </a:moveTo>
                <a:lnTo>
                  <a:pt x="289705" y="151623"/>
                </a:lnTo>
                <a:lnTo>
                  <a:pt x="289705" y="324787"/>
                </a:lnTo>
                <a:lnTo>
                  <a:pt x="311170" y="324787"/>
                </a:lnTo>
                <a:lnTo>
                  <a:pt x="311321" y="151623"/>
                </a:lnTo>
                <a:close/>
              </a:path>
              <a:path w="408305" h="346710">
                <a:moveTo>
                  <a:pt x="214595" y="210718"/>
                </a:moveTo>
                <a:lnTo>
                  <a:pt x="193135" y="210718"/>
                </a:lnTo>
                <a:lnTo>
                  <a:pt x="193135" y="324782"/>
                </a:lnTo>
                <a:lnTo>
                  <a:pt x="214595" y="324782"/>
                </a:lnTo>
                <a:lnTo>
                  <a:pt x="214595" y="210718"/>
                </a:lnTo>
                <a:close/>
              </a:path>
              <a:path w="408305" h="346710">
                <a:moveTo>
                  <a:pt x="294976" y="0"/>
                </a:moveTo>
                <a:lnTo>
                  <a:pt x="272315" y="13992"/>
                </a:lnTo>
                <a:lnTo>
                  <a:pt x="307610" y="31914"/>
                </a:lnTo>
                <a:lnTo>
                  <a:pt x="171685" y="115908"/>
                </a:lnTo>
                <a:lnTo>
                  <a:pt x="171685" y="141164"/>
                </a:lnTo>
                <a:lnTo>
                  <a:pt x="319052" y="50194"/>
                </a:lnTo>
                <a:lnTo>
                  <a:pt x="342674" y="50194"/>
                </a:lnTo>
                <a:lnTo>
                  <a:pt x="343360" y="22440"/>
                </a:lnTo>
                <a:lnTo>
                  <a:pt x="294976" y="0"/>
                </a:lnTo>
                <a:close/>
              </a:path>
              <a:path w="408305" h="346710">
                <a:moveTo>
                  <a:pt x="342674" y="50194"/>
                </a:moveTo>
                <a:lnTo>
                  <a:pt x="319052" y="50194"/>
                </a:lnTo>
                <a:lnTo>
                  <a:pt x="319385" y="89532"/>
                </a:lnTo>
                <a:lnTo>
                  <a:pt x="342047" y="75545"/>
                </a:lnTo>
                <a:lnTo>
                  <a:pt x="342674" y="50194"/>
                </a:lnTo>
                <a:close/>
              </a:path>
            </a:pathLst>
          </a:custGeom>
          <a:solidFill>
            <a:srgbClr val="003366"/>
          </a:solidFill>
        </p:spPr>
        <p:txBody>
          <a:bodyPr wrap="square" lIns="0" tIns="0" rIns="0" bIns="0" rtlCol="0"/>
          <a:lstStyle/>
          <a:p>
            <a:endParaRPr/>
          </a:p>
        </p:txBody>
      </p:sp>
      <p:sp>
        <p:nvSpPr>
          <p:cNvPr id="27" name="Textfeld 26">
            <a:extLst>
              <a:ext uri="{FF2B5EF4-FFF2-40B4-BE49-F238E27FC236}">
                <a16:creationId xmlns:a16="http://schemas.microsoft.com/office/drawing/2014/main" id="{C48BE2CA-74A7-FD20-7F62-787EA0071B08}"/>
              </a:ext>
            </a:extLst>
          </p:cNvPr>
          <p:cNvSpPr txBox="1"/>
          <p:nvPr/>
        </p:nvSpPr>
        <p:spPr>
          <a:xfrm>
            <a:off x="934804" y="2177846"/>
            <a:ext cx="823892" cy="276999"/>
          </a:xfrm>
          <a:prstGeom prst="rect">
            <a:avLst/>
          </a:prstGeom>
          <a:noFill/>
        </p:spPr>
        <p:txBody>
          <a:bodyPr wrap="square">
            <a:spAutoFit/>
          </a:bodyPr>
          <a:lstStyle/>
          <a:p>
            <a:r>
              <a:rPr lang="de-DE" sz="1200" b="1" dirty="0">
                <a:solidFill>
                  <a:srgbClr val="003366"/>
                </a:solidFill>
              </a:rPr>
              <a:t>Vorteile</a:t>
            </a:r>
            <a:endParaRPr lang="de-DE" sz="1200" dirty="0">
              <a:solidFill>
                <a:srgbClr val="003366"/>
              </a:solidFill>
            </a:endParaRPr>
          </a:p>
        </p:txBody>
      </p:sp>
      <p:sp>
        <p:nvSpPr>
          <p:cNvPr id="28" name="Textfeld 27">
            <a:extLst>
              <a:ext uri="{FF2B5EF4-FFF2-40B4-BE49-F238E27FC236}">
                <a16:creationId xmlns:a16="http://schemas.microsoft.com/office/drawing/2014/main" id="{AC18E390-7CED-031E-3767-9D4B7880B27C}"/>
              </a:ext>
            </a:extLst>
          </p:cNvPr>
          <p:cNvSpPr txBox="1"/>
          <p:nvPr/>
        </p:nvSpPr>
        <p:spPr>
          <a:xfrm>
            <a:off x="934803" y="4558825"/>
            <a:ext cx="1524311" cy="461665"/>
          </a:xfrm>
          <a:prstGeom prst="rect">
            <a:avLst/>
          </a:prstGeom>
          <a:noFill/>
        </p:spPr>
        <p:txBody>
          <a:bodyPr wrap="square">
            <a:spAutoFit/>
          </a:bodyPr>
          <a:lstStyle/>
          <a:p>
            <a:r>
              <a:rPr lang="de-DE" sz="1200" b="1" dirty="0">
                <a:solidFill>
                  <a:srgbClr val="003366"/>
                </a:solidFill>
              </a:rPr>
              <a:t>Unsicherheiten und Risiken</a:t>
            </a:r>
            <a:endParaRPr lang="de-DE" sz="1200" dirty="0">
              <a:solidFill>
                <a:srgbClr val="003366"/>
              </a:solidFill>
            </a:endParaRPr>
          </a:p>
        </p:txBody>
      </p:sp>
      <p:grpSp>
        <p:nvGrpSpPr>
          <p:cNvPr id="29" name="Group 3">
            <a:extLst>
              <a:ext uri="{FF2B5EF4-FFF2-40B4-BE49-F238E27FC236}">
                <a16:creationId xmlns:a16="http://schemas.microsoft.com/office/drawing/2014/main" id="{ED129D96-6457-CEF1-B985-A3C54E140733}"/>
              </a:ext>
            </a:extLst>
          </p:cNvPr>
          <p:cNvGrpSpPr>
            <a:grpSpLocks noChangeAspect="1"/>
          </p:cNvGrpSpPr>
          <p:nvPr/>
        </p:nvGrpSpPr>
        <p:grpSpPr>
          <a:xfrm>
            <a:off x="484804" y="4597225"/>
            <a:ext cx="360000" cy="360000"/>
            <a:chOff x="4032009" y="2888999"/>
            <a:chExt cx="1080000" cy="1080000"/>
          </a:xfrm>
          <a:solidFill>
            <a:srgbClr val="003366"/>
          </a:solidFill>
        </p:grpSpPr>
        <p:sp>
          <p:nvSpPr>
            <p:cNvPr id="30" name="Frame 1">
              <a:extLst>
                <a:ext uri="{FF2B5EF4-FFF2-40B4-BE49-F238E27FC236}">
                  <a16:creationId xmlns:a16="http://schemas.microsoft.com/office/drawing/2014/main" id="{D2B526C9-CC53-C5C3-9F3B-D8717CB81E37}"/>
                </a:ext>
              </a:extLst>
            </p:cNvPr>
            <p:cNvSpPr>
              <a:spLocks noChangeAspect="1"/>
            </p:cNvSpPr>
            <p:nvPr/>
          </p:nvSpPr>
          <p:spPr>
            <a:xfrm>
              <a:off x="4032009" y="2888999"/>
              <a:ext cx="1080000" cy="1080000"/>
            </a:xfrm>
            <a:prstGeom prst="frame">
              <a:avLst>
                <a:gd name="adj1" fmla="val 0"/>
              </a:avLst>
            </a:prstGeom>
            <a:grp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31" name="Graphic 1">
              <a:extLst>
                <a:ext uri="{FF2B5EF4-FFF2-40B4-BE49-F238E27FC236}">
                  <a16:creationId xmlns:a16="http://schemas.microsoft.com/office/drawing/2014/main" id="{B7111A80-0A18-9246-3149-B1317C9844A9}"/>
                </a:ext>
              </a:extLst>
            </p:cNvPr>
            <p:cNvSpPr>
              <a:spLocks noChangeAspect="1"/>
            </p:cNvSpPr>
            <p:nvPr/>
          </p:nvSpPr>
          <p:spPr>
            <a:xfrm>
              <a:off x="4063636" y="2957710"/>
              <a:ext cx="1016746" cy="942578"/>
            </a:xfrm>
            <a:custGeom>
              <a:avLst/>
              <a:gdLst>
                <a:gd name="connsiteX0" fmla="*/ 1010132 w 1016746"/>
                <a:gd name="connsiteY0" fmla="*/ 865362 h 942578"/>
                <a:gd name="connsiteX1" fmla="*/ 990185 w 1016746"/>
                <a:gd name="connsiteY1" fmla="*/ 935974 h 942578"/>
                <a:gd name="connsiteX2" fmla="*/ 964853 w 1016746"/>
                <a:gd name="connsiteY2" fmla="*/ 942578 h 942578"/>
                <a:gd name="connsiteX3" fmla="*/ 878933 w 1016746"/>
                <a:gd name="connsiteY3" fmla="*/ 942578 h 942578"/>
                <a:gd name="connsiteX4" fmla="*/ 878933 w 1016746"/>
                <a:gd name="connsiteY4" fmla="*/ 922258 h 942578"/>
                <a:gd name="connsiteX5" fmla="*/ 964853 w 1016746"/>
                <a:gd name="connsiteY5" fmla="*/ 922258 h 942578"/>
                <a:gd name="connsiteX6" fmla="*/ 996403 w 1016746"/>
                <a:gd name="connsiteY6" fmla="*/ 890681 h 942578"/>
                <a:gd name="connsiteX7" fmla="*/ 992386 w 1016746"/>
                <a:gd name="connsiteY7" fmla="*/ 875285 h 942578"/>
                <a:gd name="connsiteX8" fmla="*/ 522791 w 1016746"/>
                <a:gd name="connsiteY8" fmla="*/ 36476 h 942578"/>
                <a:gd name="connsiteX9" fmla="*/ 479889 w 1016746"/>
                <a:gd name="connsiteY9" fmla="*/ 24321 h 942578"/>
                <a:gd name="connsiteX10" fmla="*/ 467385 w 1016746"/>
                <a:gd name="connsiteY10" fmla="*/ 37119 h 942578"/>
                <a:gd name="connsiteX11" fmla="*/ 24070 w 1016746"/>
                <a:gd name="connsiteY11" fmla="*/ 875963 h 942578"/>
                <a:gd name="connsiteX12" fmla="*/ 37253 w 1016746"/>
                <a:gd name="connsiteY12" fmla="*/ 918611 h 942578"/>
                <a:gd name="connsiteX13" fmla="*/ 51977 w 1016746"/>
                <a:gd name="connsiteY13" fmla="*/ 922258 h 942578"/>
                <a:gd name="connsiteX14" fmla="*/ 769137 w 1016746"/>
                <a:gd name="connsiteY14" fmla="*/ 922258 h 942578"/>
                <a:gd name="connsiteX15" fmla="*/ 769137 w 1016746"/>
                <a:gd name="connsiteY15" fmla="*/ 942578 h 942578"/>
                <a:gd name="connsiteX16" fmla="*/ 51875 w 1016746"/>
                <a:gd name="connsiteY16" fmla="*/ 942578 h 942578"/>
                <a:gd name="connsiteX17" fmla="*/ 0 w 1016746"/>
                <a:gd name="connsiteY17" fmla="*/ 890752 h 942578"/>
                <a:gd name="connsiteX18" fmla="*/ 6020 w 1016746"/>
                <a:gd name="connsiteY18" fmla="*/ 866480 h 942578"/>
                <a:gd name="connsiteX19" fmla="*/ 449402 w 1016746"/>
                <a:gd name="connsiteY19" fmla="*/ 27636 h 942578"/>
                <a:gd name="connsiteX20" fmla="*/ 494817 w 1016746"/>
                <a:gd name="connsiteY20" fmla="*/ 1 h 942578"/>
                <a:gd name="connsiteX21" fmla="*/ 495461 w 1016746"/>
                <a:gd name="connsiteY21" fmla="*/ 1 h 942578"/>
                <a:gd name="connsiteX22" fmla="*/ 540707 w 1016746"/>
                <a:gd name="connsiteY22" fmla="*/ 26519 h 942578"/>
                <a:gd name="connsiteX23" fmla="*/ 459765 w 1016746"/>
                <a:gd name="connsiteY23" fmla="*/ 626365 h 942578"/>
                <a:gd name="connsiteX24" fmla="*/ 444356 w 1016746"/>
                <a:gd name="connsiteY24" fmla="*/ 300195 h 942578"/>
                <a:gd name="connsiteX25" fmla="*/ 447167 w 1016746"/>
                <a:gd name="connsiteY25" fmla="*/ 292711 h 942578"/>
                <a:gd name="connsiteX26" fmla="*/ 454516 w 1016746"/>
                <a:gd name="connsiteY26" fmla="*/ 289561 h 942578"/>
                <a:gd name="connsiteX27" fmla="*/ 559503 w 1016746"/>
                <a:gd name="connsiteY27" fmla="*/ 289561 h 942578"/>
                <a:gd name="connsiteX28" fmla="*/ 566852 w 1016746"/>
                <a:gd name="connsiteY28" fmla="*/ 292711 h 942578"/>
                <a:gd name="connsiteX29" fmla="*/ 569663 w 1016746"/>
                <a:gd name="connsiteY29" fmla="*/ 300195 h 942578"/>
                <a:gd name="connsiteX30" fmla="*/ 554253 w 1016746"/>
                <a:gd name="connsiteY30" fmla="*/ 626365 h 942578"/>
                <a:gd name="connsiteX31" fmla="*/ 544093 w 1016746"/>
                <a:gd name="connsiteY31" fmla="*/ 636051 h 942578"/>
                <a:gd name="connsiteX32" fmla="*/ 469925 w 1016746"/>
                <a:gd name="connsiteY32" fmla="*/ 636051 h 942578"/>
                <a:gd name="connsiteX33" fmla="*/ 459765 w 1016746"/>
                <a:gd name="connsiteY33" fmla="*/ 626365 h 942578"/>
                <a:gd name="connsiteX34" fmla="*/ 465150 w 1016746"/>
                <a:gd name="connsiteY34" fmla="*/ 309881 h 942578"/>
                <a:gd name="connsiteX35" fmla="*/ 479577 w 1016746"/>
                <a:gd name="connsiteY35" fmla="*/ 615731 h 942578"/>
                <a:gd name="connsiteX36" fmla="*/ 534373 w 1016746"/>
                <a:gd name="connsiteY36" fmla="*/ 615731 h 942578"/>
                <a:gd name="connsiteX37" fmla="*/ 548801 w 1016746"/>
                <a:gd name="connsiteY37" fmla="*/ 309881 h 942578"/>
                <a:gd name="connsiteX38" fmla="*/ 444356 w 1016746"/>
                <a:gd name="connsiteY38" fmla="*/ 759834 h 942578"/>
                <a:gd name="connsiteX39" fmla="*/ 508364 w 1016746"/>
                <a:gd name="connsiteY39" fmla="*/ 695826 h 942578"/>
                <a:gd name="connsiteX40" fmla="*/ 572372 w 1016746"/>
                <a:gd name="connsiteY40" fmla="*/ 759834 h 942578"/>
                <a:gd name="connsiteX41" fmla="*/ 508364 w 1016746"/>
                <a:gd name="connsiteY41" fmla="*/ 823842 h 942578"/>
                <a:gd name="connsiteX42" fmla="*/ 444356 w 1016746"/>
                <a:gd name="connsiteY42" fmla="*/ 759834 h 942578"/>
                <a:gd name="connsiteX43" fmla="*/ 464676 w 1016746"/>
                <a:gd name="connsiteY43" fmla="*/ 759834 h 942578"/>
                <a:gd name="connsiteX44" fmla="*/ 508364 w 1016746"/>
                <a:gd name="connsiteY44" fmla="*/ 803522 h 942578"/>
                <a:gd name="connsiteX45" fmla="*/ 552052 w 1016746"/>
                <a:gd name="connsiteY45" fmla="*/ 759834 h 942578"/>
                <a:gd name="connsiteX46" fmla="*/ 508364 w 1016746"/>
                <a:gd name="connsiteY46" fmla="*/ 716146 h 942578"/>
                <a:gd name="connsiteX47" fmla="*/ 464676 w 1016746"/>
                <a:gd name="connsiteY47" fmla="*/ 759834 h 942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016746" h="942578">
                  <a:moveTo>
                    <a:pt x="1010132" y="865362"/>
                  </a:moveTo>
                  <a:cubicBezTo>
                    <a:pt x="1024123" y="890369"/>
                    <a:pt x="1015192" y="921984"/>
                    <a:pt x="990185" y="935974"/>
                  </a:cubicBezTo>
                  <a:cubicBezTo>
                    <a:pt x="982443" y="940306"/>
                    <a:pt x="973722" y="942578"/>
                    <a:pt x="964853" y="942578"/>
                  </a:cubicBezTo>
                  <a:lnTo>
                    <a:pt x="878933" y="942578"/>
                  </a:lnTo>
                  <a:lnTo>
                    <a:pt x="878933" y="922258"/>
                  </a:lnTo>
                  <a:lnTo>
                    <a:pt x="964853" y="922258"/>
                  </a:lnTo>
                  <a:cubicBezTo>
                    <a:pt x="982284" y="922252"/>
                    <a:pt x="996410" y="908112"/>
                    <a:pt x="996403" y="890681"/>
                  </a:cubicBezTo>
                  <a:cubicBezTo>
                    <a:pt x="996399" y="885289"/>
                    <a:pt x="995018" y="879989"/>
                    <a:pt x="992386" y="875285"/>
                  </a:cubicBezTo>
                  <a:lnTo>
                    <a:pt x="522791" y="36476"/>
                  </a:lnTo>
                  <a:cubicBezTo>
                    <a:pt x="514301" y="21272"/>
                    <a:pt x="495091" y="15830"/>
                    <a:pt x="479889" y="24321"/>
                  </a:cubicBezTo>
                  <a:cubicBezTo>
                    <a:pt x="474572" y="27290"/>
                    <a:pt x="470230" y="31735"/>
                    <a:pt x="467385" y="37119"/>
                  </a:cubicBezTo>
                  <a:lnTo>
                    <a:pt x="24070" y="875963"/>
                  </a:lnTo>
                  <a:cubicBezTo>
                    <a:pt x="15934" y="891379"/>
                    <a:pt x="21836" y="910473"/>
                    <a:pt x="37253" y="918611"/>
                  </a:cubicBezTo>
                  <a:cubicBezTo>
                    <a:pt x="41792" y="921005"/>
                    <a:pt x="46845" y="922258"/>
                    <a:pt x="51977" y="922258"/>
                  </a:cubicBezTo>
                  <a:lnTo>
                    <a:pt x="769137" y="922258"/>
                  </a:lnTo>
                  <a:lnTo>
                    <a:pt x="769137" y="942578"/>
                  </a:lnTo>
                  <a:lnTo>
                    <a:pt x="51875" y="942578"/>
                  </a:lnTo>
                  <a:cubicBezTo>
                    <a:pt x="23239" y="942592"/>
                    <a:pt x="14" y="919390"/>
                    <a:pt x="0" y="890752"/>
                  </a:cubicBezTo>
                  <a:cubicBezTo>
                    <a:pt x="-4" y="882292"/>
                    <a:pt x="2063" y="873958"/>
                    <a:pt x="6020" y="866480"/>
                  </a:cubicBezTo>
                  <a:lnTo>
                    <a:pt x="449402" y="27636"/>
                  </a:lnTo>
                  <a:cubicBezTo>
                    <a:pt x="458204" y="10678"/>
                    <a:pt x="475710" y="25"/>
                    <a:pt x="494817" y="1"/>
                  </a:cubicBezTo>
                  <a:lnTo>
                    <a:pt x="495461" y="1"/>
                  </a:lnTo>
                  <a:cubicBezTo>
                    <a:pt x="514267" y="-132"/>
                    <a:pt x="531634" y="10046"/>
                    <a:pt x="540707" y="26519"/>
                  </a:cubicBezTo>
                  <a:close/>
                  <a:moveTo>
                    <a:pt x="459765" y="626365"/>
                  </a:moveTo>
                  <a:lnTo>
                    <a:pt x="444356" y="300195"/>
                  </a:lnTo>
                  <a:cubicBezTo>
                    <a:pt x="444231" y="297421"/>
                    <a:pt x="445247" y="294717"/>
                    <a:pt x="447167" y="292711"/>
                  </a:cubicBezTo>
                  <a:cubicBezTo>
                    <a:pt x="449084" y="290701"/>
                    <a:pt x="451739" y="289563"/>
                    <a:pt x="454516" y="289561"/>
                  </a:cubicBezTo>
                  <a:lnTo>
                    <a:pt x="559503" y="289561"/>
                  </a:lnTo>
                  <a:cubicBezTo>
                    <a:pt x="562280" y="289563"/>
                    <a:pt x="564935" y="290701"/>
                    <a:pt x="566852" y="292711"/>
                  </a:cubicBezTo>
                  <a:cubicBezTo>
                    <a:pt x="568772" y="294717"/>
                    <a:pt x="569788" y="297421"/>
                    <a:pt x="569663" y="300195"/>
                  </a:cubicBezTo>
                  <a:lnTo>
                    <a:pt x="554253" y="626365"/>
                  </a:lnTo>
                  <a:cubicBezTo>
                    <a:pt x="553999" y="631791"/>
                    <a:pt x="549525" y="636058"/>
                    <a:pt x="544093" y="636051"/>
                  </a:cubicBezTo>
                  <a:lnTo>
                    <a:pt x="469925" y="636051"/>
                  </a:lnTo>
                  <a:cubicBezTo>
                    <a:pt x="464493" y="636058"/>
                    <a:pt x="460019" y="631791"/>
                    <a:pt x="459765" y="626365"/>
                  </a:cubicBezTo>
                  <a:close/>
                  <a:moveTo>
                    <a:pt x="465150" y="309881"/>
                  </a:moveTo>
                  <a:lnTo>
                    <a:pt x="479577" y="615731"/>
                  </a:lnTo>
                  <a:lnTo>
                    <a:pt x="534373" y="615731"/>
                  </a:lnTo>
                  <a:lnTo>
                    <a:pt x="548801" y="309881"/>
                  </a:lnTo>
                  <a:close/>
                  <a:moveTo>
                    <a:pt x="444356" y="759834"/>
                  </a:moveTo>
                  <a:cubicBezTo>
                    <a:pt x="444356" y="724484"/>
                    <a:pt x="473014" y="695826"/>
                    <a:pt x="508364" y="695826"/>
                  </a:cubicBezTo>
                  <a:cubicBezTo>
                    <a:pt x="543714" y="695826"/>
                    <a:pt x="572372" y="724484"/>
                    <a:pt x="572372" y="759834"/>
                  </a:cubicBezTo>
                  <a:cubicBezTo>
                    <a:pt x="572372" y="795184"/>
                    <a:pt x="543714" y="823842"/>
                    <a:pt x="508364" y="823842"/>
                  </a:cubicBezTo>
                  <a:cubicBezTo>
                    <a:pt x="473027" y="823805"/>
                    <a:pt x="444393" y="795170"/>
                    <a:pt x="444356" y="759834"/>
                  </a:cubicBezTo>
                  <a:close/>
                  <a:moveTo>
                    <a:pt x="464676" y="759834"/>
                  </a:moveTo>
                  <a:cubicBezTo>
                    <a:pt x="464676" y="783960"/>
                    <a:pt x="484237" y="803522"/>
                    <a:pt x="508364" y="803522"/>
                  </a:cubicBezTo>
                  <a:cubicBezTo>
                    <a:pt x="532490" y="803522"/>
                    <a:pt x="552052" y="783960"/>
                    <a:pt x="552052" y="759834"/>
                  </a:cubicBezTo>
                  <a:cubicBezTo>
                    <a:pt x="552052" y="735707"/>
                    <a:pt x="532490" y="716146"/>
                    <a:pt x="508364" y="716146"/>
                  </a:cubicBezTo>
                  <a:cubicBezTo>
                    <a:pt x="484251" y="716183"/>
                    <a:pt x="464713" y="735721"/>
                    <a:pt x="464676" y="759834"/>
                  </a:cubicBezTo>
                  <a:close/>
                </a:path>
              </a:pathLst>
            </a:custGeom>
            <a:grpFill/>
            <a:ln w="3365" cap="flat">
              <a:noFill/>
              <a:prstDash val="solid"/>
              <a:miter/>
            </a:ln>
          </p:spPr>
          <p:txBody>
            <a:bodyPr rtlCol="0" anchor="ctr"/>
            <a:lstStyle/>
            <a:p>
              <a:endParaRPr lang="de-DE" dirty="0"/>
            </a:p>
          </p:txBody>
        </p:sp>
      </p:grpSp>
      <p:sp>
        <p:nvSpPr>
          <p:cNvPr id="32" name="Textfeld 31">
            <a:extLst>
              <a:ext uri="{FF2B5EF4-FFF2-40B4-BE49-F238E27FC236}">
                <a16:creationId xmlns:a16="http://schemas.microsoft.com/office/drawing/2014/main" id="{27C019DE-3AB4-08F2-71A8-D58AB3E2924F}"/>
              </a:ext>
            </a:extLst>
          </p:cNvPr>
          <p:cNvSpPr txBox="1"/>
          <p:nvPr/>
        </p:nvSpPr>
        <p:spPr>
          <a:xfrm>
            <a:off x="394804" y="2521468"/>
            <a:ext cx="3116314" cy="1477328"/>
          </a:xfrm>
          <a:prstGeom prst="rect">
            <a:avLst/>
          </a:prstGeom>
          <a:noFill/>
        </p:spPr>
        <p:txBody>
          <a:bodyPr wrap="square">
            <a:spAutoFit/>
          </a:bodyPr>
          <a:lstStyle/>
          <a:p>
            <a:r>
              <a:rPr lang="de-DE" sz="1000" b="1" i="0" dirty="0">
                <a:solidFill>
                  <a:srgbClr val="003366"/>
                </a:solidFill>
                <a:effectLst/>
              </a:rPr>
              <a:t>Gebühren: </a:t>
            </a:r>
            <a:r>
              <a:rPr lang="de-DE" sz="1000" i="0" dirty="0">
                <a:solidFill>
                  <a:srgbClr val="003366"/>
                </a:solidFill>
                <a:effectLst/>
              </a:rPr>
              <a:t>ETFs verlangen deutlich niedrigere Gebühren als aktiv verwaltete Fonds</a:t>
            </a:r>
          </a:p>
          <a:p>
            <a:r>
              <a:rPr lang="de-DE" sz="1000" b="1" i="0" dirty="0">
                <a:solidFill>
                  <a:srgbClr val="003366"/>
                </a:solidFill>
                <a:effectLst/>
              </a:rPr>
              <a:t>Transparenz: </a:t>
            </a:r>
            <a:r>
              <a:rPr lang="de-DE" sz="1000" i="0" dirty="0">
                <a:solidFill>
                  <a:srgbClr val="003366"/>
                </a:solidFill>
                <a:effectLst/>
              </a:rPr>
              <a:t>Die kompletten Aktienbestände eines ETFs sind jederzeit einsehbar</a:t>
            </a:r>
          </a:p>
          <a:p>
            <a:r>
              <a:rPr lang="de-DE" sz="1000" b="1" i="0" dirty="0">
                <a:solidFill>
                  <a:srgbClr val="003366"/>
                </a:solidFill>
                <a:effectLst/>
              </a:rPr>
              <a:t>Liquider Handel: </a:t>
            </a:r>
            <a:r>
              <a:rPr lang="de-DE" sz="1000" i="0" dirty="0">
                <a:solidFill>
                  <a:srgbClr val="003366"/>
                </a:solidFill>
                <a:effectLst/>
              </a:rPr>
              <a:t>ETFs können zu jederzeit innerhalb der üblichen Handelszeiten an den Börsen verkauft werden</a:t>
            </a:r>
          </a:p>
          <a:p>
            <a:r>
              <a:rPr lang="de-DE" sz="1000" b="1" i="0" dirty="0">
                <a:solidFill>
                  <a:srgbClr val="003366"/>
                </a:solidFill>
                <a:effectLst/>
              </a:rPr>
              <a:t>Breitere Streuung: </a:t>
            </a:r>
            <a:r>
              <a:rPr lang="de-DE" sz="1000" i="0" dirty="0">
                <a:solidFill>
                  <a:srgbClr val="003366"/>
                </a:solidFill>
                <a:effectLst/>
              </a:rPr>
              <a:t>Die meisten ETFs halten deutlich mehr Aktien als aktive Fonds</a:t>
            </a:r>
            <a:endParaRPr lang="de-DE" sz="1000" dirty="0">
              <a:solidFill>
                <a:srgbClr val="003366"/>
              </a:solidFill>
            </a:endParaRPr>
          </a:p>
        </p:txBody>
      </p:sp>
      <p:sp>
        <p:nvSpPr>
          <p:cNvPr id="33" name="Textfeld 32">
            <a:extLst>
              <a:ext uri="{FF2B5EF4-FFF2-40B4-BE49-F238E27FC236}">
                <a16:creationId xmlns:a16="http://schemas.microsoft.com/office/drawing/2014/main" id="{1FA15469-6C43-6ECC-FBA5-5E65D1FCF598}"/>
              </a:ext>
            </a:extLst>
          </p:cNvPr>
          <p:cNvSpPr txBox="1"/>
          <p:nvPr/>
        </p:nvSpPr>
        <p:spPr>
          <a:xfrm>
            <a:off x="394804" y="5018289"/>
            <a:ext cx="3353708" cy="400110"/>
          </a:xfrm>
          <a:prstGeom prst="rect">
            <a:avLst/>
          </a:prstGeom>
          <a:noFill/>
        </p:spPr>
        <p:txBody>
          <a:bodyPr wrap="square">
            <a:spAutoFit/>
          </a:bodyPr>
          <a:lstStyle/>
          <a:p>
            <a:r>
              <a:rPr lang="de-DE" sz="1000" b="1" dirty="0">
                <a:solidFill>
                  <a:srgbClr val="003366"/>
                </a:solidFill>
              </a:rPr>
              <a:t>Keine Überrendite: </a:t>
            </a:r>
            <a:r>
              <a:rPr lang="de-DE" sz="1000" dirty="0">
                <a:solidFill>
                  <a:srgbClr val="003366"/>
                </a:solidFill>
              </a:rPr>
              <a:t>ETFs zielen nicht darauf ab, einen bestimmten Index zu überflügeln</a:t>
            </a:r>
          </a:p>
        </p:txBody>
      </p:sp>
      <p:pic>
        <p:nvPicPr>
          <p:cNvPr id="10" name="Grafik 9" descr="Ein Bild, das Text, Screenshot, Schrift, Reihe enthält.&#10;&#10;Automatisch generierte Beschreibung">
            <a:extLst>
              <a:ext uri="{FF2B5EF4-FFF2-40B4-BE49-F238E27FC236}">
                <a16:creationId xmlns:a16="http://schemas.microsoft.com/office/drawing/2014/main" id="{97B25D66-21AB-90B4-838F-1F8263E7E4A8}"/>
              </a:ext>
            </a:extLst>
          </p:cNvPr>
          <p:cNvPicPr>
            <a:picLocks noChangeAspect="1"/>
          </p:cNvPicPr>
          <p:nvPr/>
        </p:nvPicPr>
        <p:blipFill rotWithShape="1">
          <a:blip r:embed="rId5">
            <a:extLst>
              <a:ext uri="{28A0092B-C50C-407E-A947-70E740481C1C}">
                <a14:useLocalDpi xmlns:a14="http://schemas.microsoft.com/office/drawing/2010/main" val="0"/>
              </a:ext>
            </a:extLst>
          </a:blip>
          <a:srcRect l="1765" t="25838" r="25058" b="19028"/>
          <a:stretch/>
        </p:blipFill>
        <p:spPr>
          <a:xfrm>
            <a:off x="4071398" y="2010121"/>
            <a:ext cx="2318734" cy="1091894"/>
          </a:xfrm>
          <a:prstGeom prst="rect">
            <a:avLst/>
          </a:prstGeom>
        </p:spPr>
      </p:pic>
      <p:grpSp>
        <p:nvGrpSpPr>
          <p:cNvPr id="13" name="Group 3">
            <a:extLst>
              <a:ext uri="{FF2B5EF4-FFF2-40B4-BE49-F238E27FC236}">
                <a16:creationId xmlns:a16="http://schemas.microsoft.com/office/drawing/2014/main" id="{FFBAB906-8E59-886F-FBC9-1884F4CC9E85}"/>
              </a:ext>
            </a:extLst>
          </p:cNvPr>
          <p:cNvGrpSpPr>
            <a:grpSpLocks noChangeAspect="1"/>
          </p:cNvGrpSpPr>
          <p:nvPr/>
        </p:nvGrpSpPr>
        <p:grpSpPr>
          <a:xfrm>
            <a:off x="5857218" y="2776360"/>
            <a:ext cx="754231" cy="754231"/>
            <a:chOff x="4032003" y="2888525"/>
            <a:chExt cx="1080000" cy="1080000"/>
          </a:xfrm>
          <a:solidFill>
            <a:srgbClr val="003366"/>
          </a:solidFill>
        </p:grpSpPr>
        <p:sp>
          <p:nvSpPr>
            <p:cNvPr id="19" name="Frame 1">
              <a:extLst>
                <a:ext uri="{FF2B5EF4-FFF2-40B4-BE49-F238E27FC236}">
                  <a16:creationId xmlns:a16="http://schemas.microsoft.com/office/drawing/2014/main" id="{D1E64103-B67F-EF92-3B89-C57B3298737C}"/>
                </a:ext>
              </a:extLst>
            </p:cNvPr>
            <p:cNvSpPr>
              <a:spLocks noChangeAspect="1"/>
            </p:cNvSpPr>
            <p:nvPr/>
          </p:nvSpPr>
          <p:spPr>
            <a:xfrm>
              <a:off x="4032003" y="2888525"/>
              <a:ext cx="1080000" cy="1080000"/>
            </a:xfrm>
            <a:prstGeom prst="frame">
              <a:avLst>
                <a:gd name="adj1" fmla="val 0"/>
              </a:avLst>
            </a:prstGeom>
            <a:grp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solidFill>
                  <a:schemeClr val="tx1"/>
                </a:solidFill>
              </a:endParaRPr>
            </a:p>
          </p:txBody>
        </p:sp>
        <p:sp>
          <p:nvSpPr>
            <p:cNvPr id="34" name="Graphic 1">
              <a:extLst>
                <a:ext uri="{FF2B5EF4-FFF2-40B4-BE49-F238E27FC236}">
                  <a16:creationId xmlns:a16="http://schemas.microsoft.com/office/drawing/2014/main" id="{1951E3A0-E905-14B7-400C-F67CEE46B441}"/>
                </a:ext>
              </a:extLst>
            </p:cNvPr>
            <p:cNvSpPr>
              <a:spLocks noChangeAspect="1"/>
            </p:cNvSpPr>
            <p:nvPr/>
          </p:nvSpPr>
          <p:spPr>
            <a:xfrm>
              <a:off x="4064318" y="2920921"/>
              <a:ext cx="1015371" cy="1015209"/>
            </a:xfrm>
            <a:custGeom>
              <a:avLst/>
              <a:gdLst>
                <a:gd name="connsiteX0" fmla="*/ 919974 w 1015371"/>
                <a:gd name="connsiteY0" fmla="*/ 95380 h 1015209"/>
                <a:gd name="connsiteX1" fmla="*/ 459513 w 1015371"/>
                <a:gd name="connsiteY1" fmla="*/ 95349 h 1015209"/>
                <a:gd name="connsiteX2" fmla="*/ 423421 w 1015371"/>
                <a:gd name="connsiteY2" fmla="*/ 512922 h 1015209"/>
                <a:gd name="connsiteX3" fmla="*/ 343157 w 1015371"/>
                <a:gd name="connsiteY3" fmla="*/ 593186 h 1015209"/>
                <a:gd name="connsiteX4" fmla="*/ 327714 w 1015371"/>
                <a:gd name="connsiteY4" fmla="*/ 577709 h 1015209"/>
                <a:gd name="connsiteX5" fmla="*/ 313345 w 1015371"/>
                <a:gd name="connsiteY5" fmla="*/ 577685 h 1015209"/>
                <a:gd name="connsiteX6" fmla="*/ 313320 w 1015371"/>
                <a:gd name="connsiteY6" fmla="*/ 577709 h 1015209"/>
                <a:gd name="connsiteX7" fmla="*/ 25217 w 1015371"/>
                <a:gd name="connsiteY7" fmla="*/ 865813 h 1015209"/>
                <a:gd name="connsiteX8" fmla="*/ 25217 w 1015371"/>
                <a:gd name="connsiteY8" fmla="*/ 987733 h 1015209"/>
                <a:gd name="connsiteX9" fmla="*/ 27520 w 1015371"/>
                <a:gd name="connsiteY9" fmla="*/ 990035 h 1015209"/>
                <a:gd name="connsiteX10" fmla="*/ 149440 w 1015371"/>
                <a:gd name="connsiteY10" fmla="*/ 990035 h 1015209"/>
                <a:gd name="connsiteX11" fmla="*/ 307936 w 1015371"/>
                <a:gd name="connsiteY11" fmla="*/ 831539 h 1015209"/>
                <a:gd name="connsiteX12" fmla="*/ 293644 w 1015371"/>
                <a:gd name="connsiteY12" fmla="*/ 817282 h 1015209"/>
                <a:gd name="connsiteX13" fmla="*/ 135148 w 1015371"/>
                <a:gd name="connsiteY13" fmla="*/ 975744 h 1015209"/>
                <a:gd name="connsiteX14" fmla="*/ 41845 w 1015371"/>
                <a:gd name="connsiteY14" fmla="*/ 975744 h 1015209"/>
                <a:gd name="connsiteX15" fmla="*/ 39576 w 1015371"/>
                <a:gd name="connsiteY15" fmla="*/ 973475 h 1015209"/>
                <a:gd name="connsiteX16" fmla="*/ 39524 w 1015371"/>
                <a:gd name="connsiteY16" fmla="*/ 880223 h 1015209"/>
                <a:gd name="connsiteX17" fmla="*/ 39576 w 1015371"/>
                <a:gd name="connsiteY17" fmla="*/ 880172 h 1015209"/>
                <a:gd name="connsiteX18" fmla="*/ 320500 w 1015371"/>
                <a:gd name="connsiteY18" fmla="*/ 599079 h 1015209"/>
                <a:gd name="connsiteX19" fmla="*/ 335943 w 1015371"/>
                <a:gd name="connsiteY19" fmla="*/ 614556 h 1015209"/>
                <a:gd name="connsiteX20" fmla="*/ 335943 w 1015371"/>
                <a:gd name="connsiteY20" fmla="*/ 614556 h 1015209"/>
                <a:gd name="connsiteX21" fmla="*/ 400595 w 1015371"/>
                <a:gd name="connsiteY21" fmla="*/ 679207 h 1015209"/>
                <a:gd name="connsiteX22" fmla="*/ 400595 w 1015371"/>
                <a:gd name="connsiteY22" fmla="*/ 679207 h 1015209"/>
                <a:gd name="connsiteX23" fmla="*/ 416072 w 1015371"/>
                <a:gd name="connsiteY23" fmla="*/ 694684 h 1015209"/>
                <a:gd name="connsiteX24" fmla="*/ 368659 w 1015371"/>
                <a:gd name="connsiteY24" fmla="*/ 742098 h 1015209"/>
                <a:gd name="connsiteX25" fmla="*/ 383018 w 1015371"/>
                <a:gd name="connsiteY25" fmla="*/ 756457 h 1015209"/>
                <a:gd name="connsiteX26" fmla="*/ 437543 w 1015371"/>
                <a:gd name="connsiteY26" fmla="*/ 701966 h 1015209"/>
                <a:gd name="connsiteX27" fmla="*/ 437567 w 1015371"/>
                <a:gd name="connsiteY27" fmla="*/ 687596 h 1015209"/>
                <a:gd name="connsiteX28" fmla="*/ 437543 w 1015371"/>
                <a:gd name="connsiteY28" fmla="*/ 687572 h 1015209"/>
                <a:gd name="connsiteX29" fmla="*/ 422066 w 1015371"/>
                <a:gd name="connsiteY29" fmla="*/ 672129 h 1015209"/>
                <a:gd name="connsiteX30" fmla="*/ 502330 w 1015371"/>
                <a:gd name="connsiteY30" fmla="*/ 591865 h 1015209"/>
                <a:gd name="connsiteX31" fmla="*/ 956001 w 1015371"/>
                <a:gd name="connsiteY31" fmla="*/ 513081 h 1015209"/>
                <a:gd name="connsiteX32" fmla="*/ 919974 w 1015371"/>
                <a:gd name="connsiteY32" fmla="*/ 95380 h 1015209"/>
                <a:gd name="connsiteX33" fmla="*/ 407808 w 1015371"/>
                <a:gd name="connsiteY33" fmla="*/ 657837 h 1015209"/>
                <a:gd name="connsiteX34" fmla="*/ 382679 w 1015371"/>
                <a:gd name="connsiteY34" fmla="*/ 632674 h 1015209"/>
                <a:gd name="connsiteX35" fmla="*/ 357550 w 1015371"/>
                <a:gd name="connsiteY35" fmla="*/ 607545 h 1015209"/>
                <a:gd name="connsiteX36" fmla="*/ 435715 w 1015371"/>
                <a:gd name="connsiteY36" fmla="*/ 529347 h 1015209"/>
                <a:gd name="connsiteX37" fmla="*/ 486007 w 1015371"/>
                <a:gd name="connsiteY37" fmla="*/ 579639 h 1015209"/>
                <a:gd name="connsiteX38" fmla="*/ 905648 w 1015371"/>
                <a:gd name="connsiteY38" fmla="*/ 541505 h 1015209"/>
                <a:gd name="connsiteX39" fmla="*/ 474069 w 1015371"/>
                <a:gd name="connsiteY39" fmla="*/ 541353 h 1015209"/>
                <a:gd name="connsiteX40" fmla="*/ 474221 w 1015371"/>
                <a:gd name="connsiteY40" fmla="*/ 109773 h 1015209"/>
                <a:gd name="connsiteX41" fmla="*/ 905648 w 1015371"/>
                <a:gd name="connsiteY41" fmla="*/ 109773 h 1015209"/>
                <a:gd name="connsiteX42" fmla="*/ 905615 w 1015371"/>
                <a:gd name="connsiteY42" fmla="*/ 541505 h 1015209"/>
                <a:gd name="connsiteX43" fmla="*/ 964881 w 1015371"/>
                <a:gd name="connsiteY43" fmla="*/ 325639 h 1015209"/>
                <a:gd name="connsiteX44" fmla="*/ 884245 w 1015371"/>
                <a:gd name="connsiteY44" fmla="*/ 520305 h 1015209"/>
                <a:gd name="connsiteX45" fmla="*/ 870055 w 1015371"/>
                <a:gd name="connsiteY45" fmla="*/ 505945 h 1015209"/>
                <a:gd name="connsiteX46" fmla="*/ 870055 w 1015371"/>
                <a:gd name="connsiteY46" fmla="*/ 145333 h 1015209"/>
                <a:gd name="connsiteX47" fmla="*/ 884414 w 1015371"/>
                <a:gd name="connsiteY47" fmla="*/ 130974 h 1015209"/>
                <a:gd name="connsiteX48" fmla="*/ 964881 w 1015371"/>
                <a:gd name="connsiteY48" fmla="*/ 325639 h 1015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015371" h="1015209">
                  <a:moveTo>
                    <a:pt x="919974" y="95380"/>
                  </a:moveTo>
                  <a:cubicBezTo>
                    <a:pt x="792828" y="-31781"/>
                    <a:pt x="586675" y="-31795"/>
                    <a:pt x="459513" y="95349"/>
                  </a:cubicBezTo>
                  <a:cubicBezTo>
                    <a:pt x="347583" y="207264"/>
                    <a:pt x="332355" y="383460"/>
                    <a:pt x="423421" y="512922"/>
                  </a:cubicBezTo>
                  <a:lnTo>
                    <a:pt x="343157" y="593186"/>
                  </a:lnTo>
                  <a:lnTo>
                    <a:pt x="327714" y="577709"/>
                  </a:lnTo>
                  <a:cubicBezTo>
                    <a:pt x="323753" y="573733"/>
                    <a:pt x="317320" y="573723"/>
                    <a:pt x="313345" y="577685"/>
                  </a:cubicBezTo>
                  <a:cubicBezTo>
                    <a:pt x="313337" y="577692"/>
                    <a:pt x="313329" y="577702"/>
                    <a:pt x="313320" y="577709"/>
                  </a:cubicBezTo>
                  <a:lnTo>
                    <a:pt x="25217" y="865813"/>
                  </a:lnTo>
                  <a:cubicBezTo>
                    <a:pt x="-8406" y="899500"/>
                    <a:pt x="-8406" y="954045"/>
                    <a:pt x="25217" y="987733"/>
                  </a:cubicBezTo>
                  <a:lnTo>
                    <a:pt x="27520" y="990035"/>
                  </a:lnTo>
                  <a:cubicBezTo>
                    <a:pt x="61229" y="1023601"/>
                    <a:pt x="115730" y="1023601"/>
                    <a:pt x="149440" y="990035"/>
                  </a:cubicBezTo>
                  <a:lnTo>
                    <a:pt x="307936" y="831539"/>
                  </a:lnTo>
                  <a:lnTo>
                    <a:pt x="293644" y="817282"/>
                  </a:lnTo>
                  <a:lnTo>
                    <a:pt x="135148" y="975744"/>
                  </a:lnTo>
                  <a:cubicBezTo>
                    <a:pt x="109376" y="1001493"/>
                    <a:pt x="67617" y="1001493"/>
                    <a:pt x="41845" y="975744"/>
                  </a:cubicBezTo>
                  <a:lnTo>
                    <a:pt x="39576" y="973475"/>
                  </a:lnTo>
                  <a:cubicBezTo>
                    <a:pt x="13811" y="947739"/>
                    <a:pt x="13788" y="905989"/>
                    <a:pt x="39524" y="880223"/>
                  </a:cubicBezTo>
                  <a:cubicBezTo>
                    <a:pt x="39542" y="880206"/>
                    <a:pt x="39559" y="880189"/>
                    <a:pt x="39576" y="880172"/>
                  </a:cubicBezTo>
                  <a:lnTo>
                    <a:pt x="320500" y="599079"/>
                  </a:lnTo>
                  <a:lnTo>
                    <a:pt x="335943" y="614556"/>
                  </a:lnTo>
                  <a:lnTo>
                    <a:pt x="335943" y="614556"/>
                  </a:lnTo>
                  <a:lnTo>
                    <a:pt x="400595" y="679207"/>
                  </a:lnTo>
                  <a:lnTo>
                    <a:pt x="400595" y="679207"/>
                  </a:lnTo>
                  <a:lnTo>
                    <a:pt x="416072" y="694684"/>
                  </a:lnTo>
                  <a:lnTo>
                    <a:pt x="368659" y="742098"/>
                  </a:lnTo>
                  <a:lnTo>
                    <a:pt x="383018" y="756457"/>
                  </a:lnTo>
                  <a:lnTo>
                    <a:pt x="437543" y="701966"/>
                  </a:lnTo>
                  <a:cubicBezTo>
                    <a:pt x="441519" y="698003"/>
                    <a:pt x="441529" y="691572"/>
                    <a:pt x="437567" y="687596"/>
                  </a:cubicBezTo>
                  <a:cubicBezTo>
                    <a:pt x="437560" y="687589"/>
                    <a:pt x="437550" y="687579"/>
                    <a:pt x="437543" y="687572"/>
                  </a:cubicBezTo>
                  <a:lnTo>
                    <a:pt x="422066" y="672129"/>
                  </a:lnTo>
                  <a:lnTo>
                    <a:pt x="502330" y="591865"/>
                  </a:lnTo>
                  <a:cubicBezTo>
                    <a:pt x="649362" y="695385"/>
                    <a:pt x="852478" y="660113"/>
                    <a:pt x="956001" y="513081"/>
                  </a:cubicBezTo>
                  <a:cubicBezTo>
                    <a:pt x="1047157" y="383609"/>
                    <a:pt x="1031951" y="207330"/>
                    <a:pt x="919974" y="95380"/>
                  </a:cubicBezTo>
                  <a:close/>
                  <a:moveTo>
                    <a:pt x="407808" y="657837"/>
                  </a:moveTo>
                  <a:lnTo>
                    <a:pt x="382679" y="632674"/>
                  </a:lnTo>
                  <a:lnTo>
                    <a:pt x="357550" y="607545"/>
                  </a:lnTo>
                  <a:lnTo>
                    <a:pt x="435715" y="529347"/>
                  </a:lnTo>
                  <a:cubicBezTo>
                    <a:pt x="450551" y="547933"/>
                    <a:pt x="467420" y="564802"/>
                    <a:pt x="486007" y="579639"/>
                  </a:cubicBezTo>
                  <a:close/>
                  <a:moveTo>
                    <a:pt x="905648" y="541505"/>
                  </a:moveTo>
                  <a:cubicBezTo>
                    <a:pt x="786428" y="660642"/>
                    <a:pt x="593205" y="660570"/>
                    <a:pt x="474069" y="541353"/>
                  </a:cubicBezTo>
                  <a:cubicBezTo>
                    <a:pt x="354936" y="422132"/>
                    <a:pt x="355003" y="228908"/>
                    <a:pt x="474221" y="109773"/>
                  </a:cubicBezTo>
                  <a:cubicBezTo>
                    <a:pt x="593381" y="-9302"/>
                    <a:pt x="786489" y="-9302"/>
                    <a:pt x="905648" y="109773"/>
                  </a:cubicBezTo>
                  <a:cubicBezTo>
                    <a:pt x="1024656" y="229085"/>
                    <a:pt x="1024642" y="422210"/>
                    <a:pt x="905615" y="541505"/>
                  </a:cubicBezTo>
                  <a:close/>
                  <a:moveTo>
                    <a:pt x="964881" y="325639"/>
                  </a:moveTo>
                  <a:cubicBezTo>
                    <a:pt x="965074" y="398693"/>
                    <a:pt x="936040" y="468787"/>
                    <a:pt x="884245" y="520305"/>
                  </a:cubicBezTo>
                  <a:lnTo>
                    <a:pt x="870055" y="505945"/>
                  </a:lnTo>
                  <a:cubicBezTo>
                    <a:pt x="969623" y="406360"/>
                    <a:pt x="969623" y="244919"/>
                    <a:pt x="870055" y="145333"/>
                  </a:cubicBezTo>
                  <a:lnTo>
                    <a:pt x="884414" y="130974"/>
                  </a:lnTo>
                  <a:cubicBezTo>
                    <a:pt x="936145" y="182519"/>
                    <a:pt x="965118" y="252611"/>
                    <a:pt x="964881" y="325639"/>
                  </a:cubicBezTo>
                  <a:close/>
                </a:path>
              </a:pathLst>
            </a:custGeom>
            <a:grpFill/>
            <a:ln w="3365" cap="flat">
              <a:noFill/>
              <a:prstDash val="solid"/>
              <a:miter/>
            </a:ln>
          </p:spPr>
          <p:txBody>
            <a:bodyPr rtlCol="0" anchor="ctr"/>
            <a:lstStyle/>
            <a:p>
              <a:endParaRPr lang="de-DE" dirty="0"/>
            </a:p>
          </p:txBody>
        </p:sp>
      </p:grpSp>
      <p:cxnSp>
        <p:nvCxnSpPr>
          <p:cNvPr id="35" name="Gerader Verbinder 34">
            <a:extLst>
              <a:ext uri="{FF2B5EF4-FFF2-40B4-BE49-F238E27FC236}">
                <a16:creationId xmlns:a16="http://schemas.microsoft.com/office/drawing/2014/main" id="{5AB2C86D-992C-C046-7E64-C735B86CDD51}"/>
              </a:ext>
            </a:extLst>
          </p:cNvPr>
          <p:cNvCxnSpPr>
            <a:cxnSpLocks/>
            <a:stCxn id="34" idx="0"/>
          </p:cNvCxnSpPr>
          <p:nvPr/>
        </p:nvCxnSpPr>
        <p:spPr>
          <a:xfrm flipV="1">
            <a:off x="6522261" y="1913182"/>
            <a:ext cx="1013602" cy="952412"/>
          </a:xfrm>
          <a:prstGeom prst="line">
            <a:avLst/>
          </a:prstGeom>
          <a:ln w="12700">
            <a:solidFill>
              <a:srgbClr val="003366"/>
            </a:solidFill>
            <a:prstDash val="dash"/>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54E86BC2-DCDE-9CF5-D1F1-3CC0863DC3D4}"/>
              </a:ext>
            </a:extLst>
          </p:cNvPr>
          <p:cNvCxnSpPr>
            <a:cxnSpLocks/>
          </p:cNvCxnSpPr>
          <p:nvPr/>
        </p:nvCxnSpPr>
        <p:spPr>
          <a:xfrm>
            <a:off x="6411278" y="3241358"/>
            <a:ext cx="1091882" cy="3067367"/>
          </a:xfrm>
          <a:prstGeom prst="line">
            <a:avLst/>
          </a:prstGeom>
          <a:ln w="12700">
            <a:solidFill>
              <a:srgbClr val="003366"/>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9407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DA96F7-4C7E-C5A2-6742-45E57E8C60BD}"/>
              </a:ext>
            </a:extLst>
          </p:cNvPr>
          <p:cNvGraphicFramePr>
            <a:graphicFrameLocks noChangeAspect="1"/>
          </p:cNvGraphicFramePr>
          <p:nvPr>
            <p:custDataLst>
              <p:tags r:id="rId1"/>
            </p:custDataLst>
            <p:extLst>
              <p:ext uri="{D42A27DB-BD31-4B8C-83A1-F6EECF244321}">
                <p14:modId xmlns:p14="http://schemas.microsoft.com/office/powerpoint/2010/main" val="33244802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484" imgH="486" progId="TCLayout.ActiveDocument.1">
                  <p:embed/>
                </p:oleObj>
              </mc:Choice>
              <mc:Fallback>
                <p:oleObj name="think-cell Folie" r:id="rId6" imgW="484" imgH="486"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Textplatzhalter 4">
            <a:extLst>
              <a:ext uri="{FF2B5EF4-FFF2-40B4-BE49-F238E27FC236}">
                <a16:creationId xmlns:a16="http://schemas.microsoft.com/office/drawing/2014/main" id="{D544B2A0-0C58-8918-55E9-13FE28857349}"/>
              </a:ext>
            </a:extLst>
          </p:cNvPr>
          <p:cNvSpPr>
            <a:spLocks noGrp="1"/>
          </p:cNvSpPr>
          <p:nvPr>
            <p:ph type="body" sz="quarter" idx="10"/>
          </p:nvPr>
        </p:nvSpPr>
        <p:spPr/>
        <p:txBody>
          <a:bodyPr/>
          <a:lstStyle/>
          <a:p>
            <a:r>
              <a:rPr lang="de-DE" dirty="0"/>
              <a:t>3. </a:t>
            </a:r>
            <a:r>
              <a:rPr lang="de-DE" sz="1400" spc="245" dirty="0">
                <a:solidFill>
                  <a:srgbClr val="003366"/>
                </a:solidFill>
                <a:cs typeface="Calibri"/>
              </a:rPr>
              <a:t>Ergänzende Analysen zu Informationszwecken</a:t>
            </a:r>
          </a:p>
        </p:txBody>
      </p:sp>
      <p:sp>
        <p:nvSpPr>
          <p:cNvPr id="4" name="Titel 3">
            <a:extLst>
              <a:ext uri="{FF2B5EF4-FFF2-40B4-BE49-F238E27FC236}">
                <a16:creationId xmlns:a16="http://schemas.microsoft.com/office/drawing/2014/main" id="{9646D22E-747C-D28B-D0C5-0F19AB54E780}"/>
              </a:ext>
            </a:extLst>
          </p:cNvPr>
          <p:cNvSpPr>
            <a:spLocks noGrp="1"/>
          </p:cNvSpPr>
          <p:nvPr>
            <p:ph type="title"/>
          </p:nvPr>
        </p:nvSpPr>
        <p:spPr>
          <a:xfrm>
            <a:off x="339195" y="485433"/>
            <a:ext cx="11520000" cy="756000"/>
          </a:xfrm>
        </p:spPr>
        <p:txBody>
          <a:bodyPr/>
          <a:lstStyle/>
          <a:p>
            <a:endParaRPr lang="de-DE" dirty="0"/>
          </a:p>
        </p:txBody>
      </p:sp>
      <p:sp>
        <p:nvSpPr>
          <p:cNvPr id="6" name="Textplatzhalter 5">
            <a:extLst>
              <a:ext uri="{FF2B5EF4-FFF2-40B4-BE49-F238E27FC236}">
                <a16:creationId xmlns:a16="http://schemas.microsoft.com/office/drawing/2014/main" id="{A96BC823-BDE2-7910-B265-452BDE2A338C}"/>
              </a:ext>
            </a:extLst>
          </p:cNvPr>
          <p:cNvSpPr>
            <a:spLocks noGrp="1"/>
          </p:cNvSpPr>
          <p:nvPr>
            <p:ph type="body" sz="quarter" idx="14"/>
          </p:nvPr>
        </p:nvSpPr>
        <p:spPr/>
        <p:txBody>
          <a:bodyPr/>
          <a:lstStyle/>
          <a:p>
            <a:endParaRPr lang="de-DE" dirty="0"/>
          </a:p>
        </p:txBody>
      </p:sp>
      <p:sp>
        <p:nvSpPr>
          <p:cNvPr id="28" name="Rechteck 27">
            <a:extLst>
              <a:ext uri="{FF2B5EF4-FFF2-40B4-BE49-F238E27FC236}">
                <a16:creationId xmlns:a16="http://schemas.microsoft.com/office/drawing/2014/main" id="{56038295-CF73-7675-81CE-FCB97DBA9ACB}"/>
              </a:ext>
            </a:extLst>
          </p:cNvPr>
          <p:cNvSpPr/>
          <p:nvPr/>
        </p:nvSpPr>
        <p:spPr>
          <a:xfrm>
            <a:off x="3340164" y="1484313"/>
            <a:ext cx="2520000" cy="4176000"/>
          </a:xfrm>
          <a:prstGeom prst="rect">
            <a:avLst/>
          </a:prstGeom>
          <a:solidFill>
            <a:srgbClr val="003366"/>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30" name="Textfeld 29">
            <a:extLst>
              <a:ext uri="{FF2B5EF4-FFF2-40B4-BE49-F238E27FC236}">
                <a16:creationId xmlns:a16="http://schemas.microsoft.com/office/drawing/2014/main" id="{05F94379-EAC4-A757-6C7A-68936C939035}"/>
              </a:ext>
            </a:extLst>
          </p:cNvPr>
          <p:cNvSpPr txBox="1"/>
          <p:nvPr/>
        </p:nvSpPr>
        <p:spPr>
          <a:xfrm>
            <a:off x="3371070" y="1680857"/>
            <a:ext cx="1556658" cy="369332"/>
          </a:xfrm>
          <a:prstGeom prst="rect">
            <a:avLst/>
          </a:prstGeom>
          <a:noFill/>
        </p:spPr>
        <p:txBody>
          <a:bodyPr wrap="square">
            <a:spAutoFit/>
          </a:bodyPr>
          <a:lstStyle/>
          <a:p>
            <a:pPr algn="l"/>
            <a:r>
              <a:rPr lang="de-DE" b="1" i="0" dirty="0">
                <a:solidFill>
                  <a:schemeClr val="bg1"/>
                </a:solidFill>
                <a:effectLst/>
              </a:rPr>
              <a:t>Bärenmarkt </a:t>
            </a:r>
          </a:p>
        </p:txBody>
      </p:sp>
      <p:sp>
        <p:nvSpPr>
          <p:cNvPr id="31" name="Textfeld 30">
            <a:extLst>
              <a:ext uri="{FF2B5EF4-FFF2-40B4-BE49-F238E27FC236}">
                <a16:creationId xmlns:a16="http://schemas.microsoft.com/office/drawing/2014/main" id="{85858326-D295-3D17-9897-2768BF19CB85}"/>
              </a:ext>
            </a:extLst>
          </p:cNvPr>
          <p:cNvSpPr txBox="1"/>
          <p:nvPr/>
        </p:nvSpPr>
        <p:spPr>
          <a:xfrm>
            <a:off x="3371070" y="2405344"/>
            <a:ext cx="2427528" cy="3231654"/>
          </a:xfrm>
          <a:prstGeom prst="rect">
            <a:avLst/>
          </a:prstGeom>
          <a:noFill/>
        </p:spPr>
        <p:txBody>
          <a:bodyPr wrap="square">
            <a:spAutoFit/>
          </a:bodyPr>
          <a:lstStyle/>
          <a:p>
            <a:r>
              <a:rPr lang="de-DE" sz="1200" dirty="0">
                <a:solidFill>
                  <a:schemeClr val="bg1"/>
                </a:solidFill>
              </a:rPr>
              <a:t>In Zeiten von sinkenden Kursen erzielen die aktiv gemanagten Fonds oftmals ein besser Ergebnis </a:t>
            </a:r>
            <a:r>
              <a:rPr lang="de-DE" sz="1200" dirty="0" err="1">
                <a:solidFill>
                  <a:schemeClr val="bg1"/>
                </a:solidFill>
              </a:rPr>
              <a:t>gg</a:t>
            </a:r>
            <a:r>
              <a:rPr lang="de-DE" sz="1200" dirty="0">
                <a:solidFill>
                  <a:schemeClr val="bg1"/>
                </a:solidFill>
              </a:rPr>
              <a:t>. </a:t>
            </a:r>
            <a:r>
              <a:rPr lang="de-DE" sz="1200" dirty="0" err="1">
                <a:solidFill>
                  <a:schemeClr val="bg1"/>
                </a:solidFill>
              </a:rPr>
              <a:t>ETF‘s</a:t>
            </a:r>
            <a:r>
              <a:rPr lang="de-DE" sz="1200" dirty="0">
                <a:solidFill>
                  <a:schemeClr val="bg1"/>
                </a:solidFill>
              </a:rPr>
              <a:t>. Während ETFs mit ihrem Benchmark-Index sinken, begrenzt der erfahrene Fondsmanager die Verluste der Aktien und identifiziert möglicherweise sogar Wertpapiere, die eine Rendite erzielen könnten. Der aktive Fonds ist dank seiner flexiblen Strategie und des Know-hows der Fondsmanager besser auf einen Börsencrash vorbereitet als der Indexfonds.</a:t>
            </a:r>
          </a:p>
        </p:txBody>
      </p:sp>
      <p:sp>
        <p:nvSpPr>
          <p:cNvPr id="33" name="Rechteck 32">
            <a:extLst>
              <a:ext uri="{FF2B5EF4-FFF2-40B4-BE49-F238E27FC236}">
                <a16:creationId xmlns:a16="http://schemas.microsoft.com/office/drawing/2014/main" id="{1254A07A-4266-003D-B386-810CCC04E4B5}"/>
              </a:ext>
            </a:extLst>
          </p:cNvPr>
          <p:cNvSpPr/>
          <p:nvPr/>
        </p:nvSpPr>
        <p:spPr>
          <a:xfrm>
            <a:off x="9342101" y="1484313"/>
            <a:ext cx="2520000" cy="4176000"/>
          </a:xfrm>
          <a:prstGeom prst="rect">
            <a:avLst/>
          </a:prstGeom>
          <a:solidFill>
            <a:srgbClr val="003366"/>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35" name="Textfeld 34">
            <a:extLst>
              <a:ext uri="{FF2B5EF4-FFF2-40B4-BE49-F238E27FC236}">
                <a16:creationId xmlns:a16="http://schemas.microsoft.com/office/drawing/2014/main" id="{84070D03-E9AD-743C-6485-420B0EDFD30D}"/>
              </a:ext>
            </a:extLst>
          </p:cNvPr>
          <p:cNvSpPr txBox="1"/>
          <p:nvPr/>
        </p:nvSpPr>
        <p:spPr>
          <a:xfrm>
            <a:off x="9373007" y="1680857"/>
            <a:ext cx="1556658" cy="646331"/>
          </a:xfrm>
          <a:prstGeom prst="rect">
            <a:avLst/>
          </a:prstGeom>
          <a:noFill/>
        </p:spPr>
        <p:txBody>
          <a:bodyPr wrap="square">
            <a:spAutoFit/>
          </a:bodyPr>
          <a:lstStyle/>
          <a:p>
            <a:pPr algn="l"/>
            <a:r>
              <a:rPr lang="de-DE" b="1" i="0" dirty="0">
                <a:solidFill>
                  <a:schemeClr val="bg1"/>
                </a:solidFill>
                <a:effectLst/>
              </a:rPr>
              <a:t>Langjährige Anlage </a:t>
            </a:r>
          </a:p>
        </p:txBody>
      </p:sp>
      <p:sp>
        <p:nvSpPr>
          <p:cNvPr id="36" name="Textfeld 35">
            <a:extLst>
              <a:ext uri="{FF2B5EF4-FFF2-40B4-BE49-F238E27FC236}">
                <a16:creationId xmlns:a16="http://schemas.microsoft.com/office/drawing/2014/main" id="{72D93D7C-4B32-78D3-3ABA-D5B143FBEE25}"/>
              </a:ext>
            </a:extLst>
          </p:cNvPr>
          <p:cNvSpPr txBox="1"/>
          <p:nvPr/>
        </p:nvSpPr>
        <p:spPr>
          <a:xfrm>
            <a:off x="9373007" y="2405344"/>
            <a:ext cx="2427528" cy="3046988"/>
          </a:xfrm>
          <a:prstGeom prst="rect">
            <a:avLst/>
          </a:prstGeom>
          <a:noFill/>
        </p:spPr>
        <p:txBody>
          <a:bodyPr wrap="square">
            <a:spAutoFit/>
          </a:bodyPr>
          <a:lstStyle/>
          <a:p>
            <a:r>
              <a:rPr lang="de-DE" sz="1200" dirty="0">
                <a:solidFill>
                  <a:schemeClr val="bg1"/>
                </a:solidFill>
              </a:rPr>
              <a:t>Studien belegen, dass durchschnittlich ETFs die Fondsmanager über einen langen Zeitraum hinweg schlagen, da die Performance eines Vergleichsindex über mehrere Jahre hinweg in der Regel ein stabiles Wachstum aufweist. Verluste und Gewinne von Aktien sowie Bullen- und Bärenmärkte gleichen sich über diesen Zeitraum aus. Langfristig orientierte Anleger entscheiden sich daher eher für Indexfonds</a:t>
            </a:r>
          </a:p>
        </p:txBody>
      </p:sp>
      <p:sp>
        <p:nvSpPr>
          <p:cNvPr id="23" name="Rechteck 22">
            <a:extLst>
              <a:ext uri="{FF2B5EF4-FFF2-40B4-BE49-F238E27FC236}">
                <a16:creationId xmlns:a16="http://schemas.microsoft.com/office/drawing/2014/main" id="{92B22926-B773-171B-B173-E8D64E088087}"/>
              </a:ext>
            </a:extLst>
          </p:cNvPr>
          <p:cNvSpPr/>
          <p:nvPr/>
        </p:nvSpPr>
        <p:spPr>
          <a:xfrm>
            <a:off x="6341133" y="1484313"/>
            <a:ext cx="2520000" cy="4176000"/>
          </a:xfrm>
          <a:prstGeom prst="rect">
            <a:avLst/>
          </a:prstGeom>
          <a:solidFill>
            <a:srgbClr val="003366"/>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25" name="Textfeld 24">
            <a:extLst>
              <a:ext uri="{FF2B5EF4-FFF2-40B4-BE49-F238E27FC236}">
                <a16:creationId xmlns:a16="http://schemas.microsoft.com/office/drawing/2014/main" id="{1265705C-6963-F9AC-4780-A238FFCEA876}"/>
              </a:ext>
            </a:extLst>
          </p:cNvPr>
          <p:cNvSpPr txBox="1"/>
          <p:nvPr/>
        </p:nvSpPr>
        <p:spPr>
          <a:xfrm>
            <a:off x="6372039" y="1680857"/>
            <a:ext cx="1776269" cy="646331"/>
          </a:xfrm>
          <a:prstGeom prst="rect">
            <a:avLst/>
          </a:prstGeom>
          <a:noFill/>
        </p:spPr>
        <p:txBody>
          <a:bodyPr wrap="square">
            <a:spAutoFit/>
          </a:bodyPr>
          <a:lstStyle/>
          <a:p>
            <a:pPr algn="l"/>
            <a:r>
              <a:rPr lang="de-DE" b="1" i="0" dirty="0">
                <a:solidFill>
                  <a:schemeClr val="bg1"/>
                </a:solidFill>
                <a:effectLst/>
              </a:rPr>
              <a:t>Markt bewegt sich seitwärts</a:t>
            </a:r>
          </a:p>
        </p:txBody>
      </p:sp>
      <p:sp>
        <p:nvSpPr>
          <p:cNvPr id="26" name="Textfeld 25">
            <a:extLst>
              <a:ext uri="{FF2B5EF4-FFF2-40B4-BE49-F238E27FC236}">
                <a16:creationId xmlns:a16="http://schemas.microsoft.com/office/drawing/2014/main" id="{8C60A03E-F289-50D2-60E9-83313CC5641E}"/>
              </a:ext>
            </a:extLst>
          </p:cNvPr>
          <p:cNvSpPr txBox="1"/>
          <p:nvPr/>
        </p:nvSpPr>
        <p:spPr>
          <a:xfrm>
            <a:off x="6372039" y="2405344"/>
            <a:ext cx="2427528" cy="2308324"/>
          </a:xfrm>
          <a:prstGeom prst="rect">
            <a:avLst/>
          </a:prstGeom>
          <a:noFill/>
        </p:spPr>
        <p:txBody>
          <a:bodyPr wrap="square">
            <a:spAutoFit/>
          </a:bodyPr>
          <a:lstStyle/>
          <a:p>
            <a:r>
              <a:rPr lang="de-DE" sz="1200" dirty="0">
                <a:solidFill>
                  <a:schemeClr val="bg1"/>
                </a:solidFill>
              </a:rPr>
              <a:t>Erneut eine Gelegenheit für aktiv verwaltete Fonds – während der Indexfonds weiterhin in die gleiche Gewichtung an Aktien seines Vergleichsindex investiert, kann sich der Fondsmanager des klassischen Investmentfonds auf die Aktien konzentrieren, die eine bessere Performance als der Markt zeigen</a:t>
            </a:r>
          </a:p>
        </p:txBody>
      </p:sp>
      <p:sp>
        <p:nvSpPr>
          <p:cNvPr id="7" name="Rechteck 6">
            <a:extLst>
              <a:ext uri="{FF2B5EF4-FFF2-40B4-BE49-F238E27FC236}">
                <a16:creationId xmlns:a16="http://schemas.microsoft.com/office/drawing/2014/main" id="{79D3AEE5-66A6-9A58-BCAC-959569E56E54}"/>
              </a:ext>
            </a:extLst>
          </p:cNvPr>
          <p:cNvSpPr/>
          <p:nvPr/>
        </p:nvSpPr>
        <p:spPr>
          <a:xfrm>
            <a:off x="334963" y="1484313"/>
            <a:ext cx="2520000" cy="4176000"/>
          </a:xfrm>
          <a:prstGeom prst="rect">
            <a:avLst/>
          </a:prstGeom>
          <a:solidFill>
            <a:srgbClr val="003366"/>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sp>
        <p:nvSpPr>
          <p:cNvPr id="14" name="Textfeld 13">
            <a:extLst>
              <a:ext uri="{FF2B5EF4-FFF2-40B4-BE49-F238E27FC236}">
                <a16:creationId xmlns:a16="http://schemas.microsoft.com/office/drawing/2014/main" id="{7DCA5BC7-D7AA-CCA2-300D-531FEBDE6A54}"/>
              </a:ext>
            </a:extLst>
          </p:cNvPr>
          <p:cNvSpPr txBox="1"/>
          <p:nvPr/>
        </p:nvSpPr>
        <p:spPr>
          <a:xfrm>
            <a:off x="370101" y="1680857"/>
            <a:ext cx="1556658" cy="369332"/>
          </a:xfrm>
          <a:prstGeom prst="rect">
            <a:avLst/>
          </a:prstGeom>
          <a:noFill/>
        </p:spPr>
        <p:txBody>
          <a:bodyPr wrap="square">
            <a:spAutoFit/>
          </a:bodyPr>
          <a:lstStyle/>
          <a:p>
            <a:pPr algn="l"/>
            <a:r>
              <a:rPr lang="de-DE" b="1" i="0" dirty="0">
                <a:solidFill>
                  <a:schemeClr val="bg1"/>
                </a:solidFill>
                <a:effectLst/>
              </a:rPr>
              <a:t>Bullenmarkt </a:t>
            </a:r>
          </a:p>
        </p:txBody>
      </p:sp>
      <p:sp>
        <p:nvSpPr>
          <p:cNvPr id="20" name="Textfeld 19">
            <a:extLst>
              <a:ext uri="{FF2B5EF4-FFF2-40B4-BE49-F238E27FC236}">
                <a16:creationId xmlns:a16="http://schemas.microsoft.com/office/drawing/2014/main" id="{8578BA22-77F9-C474-EF71-9D7A8C543B26}"/>
              </a:ext>
            </a:extLst>
          </p:cNvPr>
          <p:cNvSpPr txBox="1"/>
          <p:nvPr/>
        </p:nvSpPr>
        <p:spPr>
          <a:xfrm>
            <a:off x="370101" y="2405344"/>
            <a:ext cx="2427528" cy="2862322"/>
          </a:xfrm>
          <a:prstGeom prst="rect">
            <a:avLst/>
          </a:prstGeom>
          <a:noFill/>
        </p:spPr>
        <p:txBody>
          <a:bodyPr wrap="square">
            <a:spAutoFit/>
          </a:bodyPr>
          <a:lstStyle/>
          <a:p>
            <a:r>
              <a:rPr lang="de-DE" sz="1200" dirty="0">
                <a:solidFill>
                  <a:schemeClr val="bg1"/>
                </a:solidFill>
              </a:rPr>
              <a:t>ETFs sind in der Regel den bekannten und beliebten Aktienmärkten großer Nationen voraus. Aktive Investments stehen vor der Herausforderung, Gebühren zu erwirtschaften und gleichzeitig den Vergleichsindex zu übertreffen. Es gibt zwar einige wenige aktive Aktienfonds, die den Index schlagen, doch für Anleger ist es schwer vorherzusagen, welcher das sein wird.</a:t>
            </a:r>
          </a:p>
        </p:txBody>
      </p:sp>
      <p:pic>
        <p:nvPicPr>
          <p:cNvPr id="49" name="Grafik 48" descr="Sanduhr 60% mit einfarbiger Füllung">
            <a:extLst>
              <a:ext uri="{FF2B5EF4-FFF2-40B4-BE49-F238E27FC236}">
                <a16:creationId xmlns:a16="http://schemas.microsoft.com/office/drawing/2014/main" id="{44FBBED4-BA26-C8ED-9AC7-0E241F99D73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19516" y="1621920"/>
            <a:ext cx="576000" cy="576000"/>
          </a:xfrm>
          <a:prstGeom prst="rect">
            <a:avLst/>
          </a:prstGeom>
        </p:spPr>
      </p:pic>
      <p:pic>
        <p:nvPicPr>
          <p:cNvPr id="50" name="Grafik 49" descr="Krebs mit einfarbiger Füllung">
            <a:extLst>
              <a:ext uri="{FF2B5EF4-FFF2-40B4-BE49-F238E27FC236}">
                <a16:creationId xmlns:a16="http://schemas.microsoft.com/office/drawing/2014/main" id="{3DE39F62-7B4B-391E-E2D6-29A5792DB8B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218548" y="1621920"/>
            <a:ext cx="576000" cy="576000"/>
          </a:xfrm>
          <a:prstGeom prst="rect">
            <a:avLst/>
          </a:prstGeom>
        </p:spPr>
      </p:pic>
      <p:pic>
        <p:nvPicPr>
          <p:cNvPr id="51" name="Grafik 50" descr="Kuh mit einfarbiger Füllung">
            <a:extLst>
              <a:ext uri="{FF2B5EF4-FFF2-40B4-BE49-F238E27FC236}">
                <a16:creationId xmlns:a16="http://schemas.microsoft.com/office/drawing/2014/main" id="{EF8182CF-8F06-5642-EA87-67FF7C79AFB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16610" y="1621920"/>
            <a:ext cx="576000" cy="576000"/>
          </a:xfrm>
          <a:prstGeom prst="rect">
            <a:avLst/>
          </a:prstGeom>
        </p:spPr>
      </p:pic>
      <p:pic>
        <p:nvPicPr>
          <p:cNvPr id="52" name="Grafik 51" descr="Bär mit einfarbiger Füllung">
            <a:extLst>
              <a:ext uri="{FF2B5EF4-FFF2-40B4-BE49-F238E27FC236}">
                <a16:creationId xmlns:a16="http://schemas.microsoft.com/office/drawing/2014/main" id="{8EAC7F69-191A-F1A7-A389-502410CDDC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217579" y="1621920"/>
            <a:ext cx="576000" cy="576000"/>
          </a:xfrm>
          <a:prstGeom prst="rect">
            <a:avLst/>
          </a:prstGeom>
        </p:spPr>
      </p:pic>
      <p:sp>
        <p:nvSpPr>
          <p:cNvPr id="54" name="Rechteck 53">
            <a:extLst>
              <a:ext uri="{FF2B5EF4-FFF2-40B4-BE49-F238E27FC236}">
                <a16:creationId xmlns:a16="http://schemas.microsoft.com/office/drawing/2014/main" id="{B278BF26-9987-1640-5B09-05D6FFB29EAB}"/>
              </a:ext>
            </a:extLst>
          </p:cNvPr>
          <p:cNvSpPr/>
          <p:nvPr/>
        </p:nvSpPr>
        <p:spPr>
          <a:xfrm>
            <a:off x="334963" y="5797920"/>
            <a:ext cx="11522074" cy="510805"/>
          </a:xfrm>
          <a:prstGeom prst="rect">
            <a:avLst/>
          </a:prstGeom>
          <a:solidFill>
            <a:srgbClr val="DDDDDD"/>
          </a:solidFill>
          <a:ln>
            <a:solidFill>
              <a:srgbClr val="DDDDDD"/>
            </a:solidFill>
          </a:ln>
        </p:spPr>
        <p:txBody>
          <a:bodyPr bIns="126000" rtlCol="0" anchor="b">
            <a:noAutofit/>
          </a:bodyPr>
          <a:lstStyle/>
          <a:p>
            <a:pPr algn="ctr">
              <a:lnSpc>
                <a:spcPct val="90000"/>
              </a:lnSpc>
              <a:spcBef>
                <a:spcPts val="1000"/>
              </a:spcBef>
              <a:buClr>
                <a:schemeClr val="accent3"/>
              </a:buClr>
              <a:buSzPct val="85000"/>
            </a:pPr>
            <a:r>
              <a:rPr lang="de-DE" sz="1200" dirty="0">
                <a:solidFill>
                  <a:srgbClr val="003366"/>
                </a:solidFill>
                <a:latin typeface="Century Gothic"/>
              </a:rPr>
              <a:t>FAZIT</a:t>
            </a:r>
          </a:p>
        </p:txBody>
      </p:sp>
      <p:sp>
        <p:nvSpPr>
          <p:cNvPr id="55" name="Gleichschenkliges Dreieck 54">
            <a:extLst>
              <a:ext uri="{FF2B5EF4-FFF2-40B4-BE49-F238E27FC236}">
                <a16:creationId xmlns:a16="http://schemas.microsoft.com/office/drawing/2014/main" id="{F054FBCA-415F-DD67-349F-7870B6C104DC}"/>
              </a:ext>
            </a:extLst>
          </p:cNvPr>
          <p:cNvSpPr/>
          <p:nvPr/>
        </p:nvSpPr>
        <p:spPr>
          <a:xfrm rot="10800000">
            <a:off x="5736906" y="5735937"/>
            <a:ext cx="718189" cy="250097"/>
          </a:xfrm>
          <a:prstGeom prst="triangle">
            <a:avLst>
              <a:gd name="adj" fmla="val 50531"/>
            </a:avLst>
          </a:prstGeom>
          <a:solidFill>
            <a:schemeClr val="bg1"/>
          </a:solidFill>
        </p:spPr>
        <p:txBody>
          <a:bodyPr rtlCol="0" anchor="t">
            <a:noAutofit/>
          </a:bodyPr>
          <a:lstStyle/>
          <a:p>
            <a:pPr marL="285750" indent="-285750" algn="l">
              <a:lnSpc>
                <a:spcPct val="90000"/>
              </a:lnSpc>
              <a:spcBef>
                <a:spcPts val="1000"/>
              </a:spcBef>
              <a:buClr>
                <a:schemeClr val="accent3"/>
              </a:buClr>
              <a:buSzPct val="85000"/>
              <a:buFont typeface="Century Gothic" panose="020B0502020202020204" pitchFamily="34" charset="0"/>
              <a:buChar char="►"/>
            </a:pPr>
            <a:endParaRPr lang="de-DE" sz="1200" dirty="0" err="1">
              <a:solidFill>
                <a:schemeClr val="bg2"/>
              </a:solidFill>
              <a:latin typeface="Century Gothic"/>
            </a:endParaRPr>
          </a:p>
        </p:txBody>
      </p:sp>
      <p:grpSp>
        <p:nvGrpSpPr>
          <p:cNvPr id="56" name="Group 68">
            <a:extLst>
              <a:ext uri="{FF2B5EF4-FFF2-40B4-BE49-F238E27FC236}">
                <a16:creationId xmlns:a16="http://schemas.microsoft.com/office/drawing/2014/main" id="{246A8C88-5857-A116-5A84-49251BEF669A}"/>
              </a:ext>
            </a:extLst>
          </p:cNvPr>
          <p:cNvGrpSpPr/>
          <p:nvPr>
            <p:custDataLst>
              <p:tags r:id="rId2"/>
            </p:custDataLst>
          </p:nvPr>
        </p:nvGrpSpPr>
        <p:grpSpPr>
          <a:xfrm>
            <a:off x="5922379" y="5802765"/>
            <a:ext cx="347242" cy="116814"/>
            <a:chOff x="5748759" y="5622949"/>
            <a:chExt cx="694486" cy="357729"/>
          </a:xfrm>
        </p:grpSpPr>
        <p:cxnSp>
          <p:nvCxnSpPr>
            <p:cNvPr id="57" name="Straight Connector 69">
              <a:extLst>
                <a:ext uri="{FF2B5EF4-FFF2-40B4-BE49-F238E27FC236}">
                  <a16:creationId xmlns:a16="http://schemas.microsoft.com/office/drawing/2014/main" id="{982C0851-66E4-E220-736E-9C75AA61CD2F}"/>
                </a:ext>
              </a:extLst>
            </p:cNvPr>
            <p:cNvCxnSpPr/>
            <p:nvPr>
              <p:custDataLst>
                <p:tags r:id="rId3"/>
              </p:custDataLst>
            </p:nvPr>
          </p:nvCxnSpPr>
          <p:spPr bwMode="gray">
            <a:xfrm>
              <a:off x="5748759" y="5622949"/>
              <a:ext cx="347243" cy="357729"/>
            </a:xfrm>
            <a:prstGeom prst="line">
              <a:avLst/>
            </a:prstGeom>
            <a:ln w="38100" cap="rnd" cmpd="sng" algn="ctr">
              <a:solidFill>
                <a:srgbClr val="003366"/>
              </a:solidFill>
              <a:prstDash val="solid"/>
              <a:round/>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58" name="Straight Connector 70">
              <a:extLst>
                <a:ext uri="{FF2B5EF4-FFF2-40B4-BE49-F238E27FC236}">
                  <a16:creationId xmlns:a16="http://schemas.microsoft.com/office/drawing/2014/main" id="{B02F55E7-239E-DF9F-7877-57C555665D3F}"/>
                </a:ext>
              </a:extLst>
            </p:cNvPr>
            <p:cNvCxnSpPr/>
            <p:nvPr>
              <p:custDataLst>
                <p:tags r:id="rId4"/>
              </p:custDataLst>
            </p:nvPr>
          </p:nvCxnSpPr>
          <p:spPr bwMode="gray">
            <a:xfrm flipH="1">
              <a:off x="6096002" y="5622949"/>
              <a:ext cx="347243" cy="357729"/>
            </a:xfrm>
            <a:prstGeom prst="line">
              <a:avLst/>
            </a:prstGeom>
            <a:ln w="38100" cap="rnd" cmpd="sng" algn="ctr">
              <a:solidFill>
                <a:srgbClr val="003366"/>
              </a:solidFill>
              <a:prstDash val="solid"/>
              <a:round/>
              <a:headEnd type="none" w="med" len="med"/>
              <a:tailEnd type="non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2308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platzhalter 4">
            <a:extLst>
              <a:ext uri="{FF2B5EF4-FFF2-40B4-BE49-F238E27FC236}">
                <a16:creationId xmlns:a16="http://schemas.microsoft.com/office/drawing/2014/main" id="{31EBDFE5-AB91-7F85-5728-F82281178265}"/>
              </a:ext>
            </a:extLst>
          </p:cNvPr>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t="20800" b="20800"/>
          <a:stretch/>
        </p:blipFill>
        <p:spPr>
          <a:xfrm>
            <a:off x="0" y="0"/>
            <a:ext cx="12192000" cy="4005064"/>
          </a:xfrm>
          <a:prstGeom prst="rect">
            <a:avLst/>
          </a:prstGeom>
        </p:spPr>
      </p:pic>
      <p:sp>
        <p:nvSpPr>
          <p:cNvPr id="3" name="Textplatzhalter 2">
            <a:extLst>
              <a:ext uri="{FF2B5EF4-FFF2-40B4-BE49-F238E27FC236}">
                <a16:creationId xmlns:a16="http://schemas.microsoft.com/office/drawing/2014/main" id="{2221DB6B-FFE2-8D04-9059-9198A88886ED}"/>
              </a:ext>
            </a:extLst>
          </p:cNvPr>
          <p:cNvSpPr>
            <a:spLocks noGrp="1"/>
          </p:cNvSpPr>
          <p:nvPr>
            <p:ph type="body" sz="quarter" idx="11"/>
          </p:nvPr>
        </p:nvSpPr>
        <p:spPr>
          <a:xfrm>
            <a:off x="350269" y="4637249"/>
            <a:ext cx="10258238" cy="936103"/>
          </a:xfrm>
        </p:spPr>
        <p:txBody>
          <a:bodyPr/>
          <a:lstStyle/>
          <a:p>
            <a:r>
              <a:rPr lang="de-DE" b="1" dirty="0">
                <a:solidFill>
                  <a:srgbClr val="003366"/>
                </a:solidFill>
              </a:rPr>
              <a:t>VIELEN DANK!</a:t>
            </a:r>
          </a:p>
        </p:txBody>
      </p:sp>
      <p:sp>
        <p:nvSpPr>
          <p:cNvPr id="7" name="Fußzeilenplatzhalter 3">
            <a:extLst>
              <a:ext uri="{FF2B5EF4-FFF2-40B4-BE49-F238E27FC236}">
                <a16:creationId xmlns:a16="http://schemas.microsoft.com/office/drawing/2014/main" id="{0A11A44E-8EEC-B4BE-0286-21AB6A076CDD}"/>
              </a:ext>
            </a:extLst>
          </p:cNvPr>
          <p:cNvSpPr txBox="1">
            <a:spLocks/>
          </p:cNvSpPr>
          <p:nvPr/>
        </p:nvSpPr>
        <p:spPr>
          <a:xfrm>
            <a:off x="11365485" y="3716115"/>
            <a:ext cx="756000" cy="216000"/>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sz="1000" dirty="0">
                <a:solidFill>
                  <a:schemeClr val="bg1"/>
                </a:solidFill>
              </a:rPr>
              <a:t>© Metzler</a:t>
            </a:r>
          </a:p>
        </p:txBody>
      </p:sp>
      <p:pic>
        <p:nvPicPr>
          <p:cNvPr id="8" name="Picture 2" descr="Projektberichte, Studien und Videos von Metrics - Metrics">
            <a:extLst>
              <a:ext uri="{FF2B5EF4-FFF2-40B4-BE49-F238E27FC236}">
                <a16:creationId xmlns:a16="http://schemas.microsoft.com/office/drawing/2014/main" id="{BD619E01-BC98-1D1B-6BA7-55A9A03B5E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250" t="21896" r="33750" b="27519"/>
          <a:stretch/>
        </p:blipFill>
        <p:spPr bwMode="auto">
          <a:xfrm>
            <a:off x="10516396" y="4615476"/>
            <a:ext cx="1333499" cy="128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7765561"/>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EE4P_STYLE_ID" val="ececa7d4-aebc-487c-afb9-2019a59c1b26"/>
  <p:tag name="THINKCELLPRESENTATIONDONOTDELETE" val="&lt;?xml version=&quot;1.0&quot; encoding=&quot;UTF-16&quot; standalone=&quot;yes&quot;?&gt;&lt;root reqver=&quot;28224&quot;&gt;&lt;version val=&quot;3532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BAINBULLETSACTIVATED" val="Fals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_a5IxdpkUlXOp.P.Tgjcq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aeB35oVNb8hmA3koot00f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O.yGznE4T7da._MQBsXcP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cj0fdNgMxI19nrXbk03IG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rETmpFdZdjv8DT5wwg5HW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x1jmPE73v1eYnoCkY80o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sQHRzqOeYGjkULttkDi_t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69xr9XY_CL0CebUmZ39dk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pMV8R6q8lLfxiLb9p3E0o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CLIk8Xw.thXNKWJFgxdeA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7EblxIx4iUkBBQO.ijJR.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BAINBULLETSACTIVATED" val="Fals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AS_UNIQUEID" val="6128"/>
</p:tagLst>
</file>

<file path=ppt/tags/tag26.xml><?xml version="1.0" encoding="utf-8"?>
<p:tagLst xmlns:a="http://schemas.openxmlformats.org/drawingml/2006/main" xmlns:r="http://schemas.openxmlformats.org/officeDocument/2006/relationships" xmlns:p="http://schemas.openxmlformats.org/presentationml/2006/main">
  <p:tag name="AS_UNIQUEID" val="6129"/>
</p:tagLst>
</file>

<file path=ppt/tags/tag27.xml><?xml version="1.0" encoding="utf-8"?>
<p:tagLst xmlns:a="http://schemas.openxmlformats.org/drawingml/2006/main" xmlns:r="http://schemas.openxmlformats.org/officeDocument/2006/relationships" xmlns:p="http://schemas.openxmlformats.org/presentationml/2006/main">
  <p:tag name="AS_UNIQUEID" val="6130"/>
</p:tagLst>
</file>

<file path=ppt/theme/theme1.xml><?xml version="1.0" encoding="utf-8"?>
<a:theme xmlns:a="http://schemas.openxmlformats.org/drawingml/2006/main" name="Office">
  <a:themeElements>
    <a:clrScheme name="Kerkhoff Farbcode">
      <a:dk1>
        <a:srgbClr val="FFFFFF"/>
      </a:dk1>
      <a:lt1>
        <a:srgbClr val="000000"/>
      </a:lt1>
      <a:dk2>
        <a:srgbClr val="575757"/>
      </a:dk2>
      <a:lt2>
        <a:srgbClr val="B2B2B2"/>
      </a:lt2>
      <a:accent1>
        <a:srgbClr val="DFE1E1"/>
      </a:accent1>
      <a:accent2>
        <a:srgbClr val="0056A4"/>
      </a:accent2>
      <a:accent3>
        <a:srgbClr val="00A9EB"/>
      </a:accent3>
      <a:accent4>
        <a:srgbClr val="69D1FF"/>
      </a:accent4>
      <a:accent5>
        <a:srgbClr val="FFCC00"/>
      </a:accent5>
      <a:accent6>
        <a:srgbClr val="C01522"/>
      </a:accent6>
      <a:hlink>
        <a:srgbClr val="ED7D3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t">
        <a:noAutofit/>
      </a:bodyPr>
      <a:lstStyle>
        <a:defPPr marL="285750" indent="-285750" algn="l">
          <a:lnSpc>
            <a:spcPct val="90000"/>
          </a:lnSpc>
          <a:spcBef>
            <a:spcPts val="1000"/>
          </a:spcBef>
          <a:buClr>
            <a:schemeClr val="accent3"/>
          </a:buClr>
          <a:buSzPct val="85000"/>
          <a:buFont typeface="Century Gothic" panose="020B0502020202020204" pitchFamily="34" charset="0"/>
          <a:buChar char="►"/>
          <a:defRPr sz="1200" dirty="0" err="1">
            <a:solidFill>
              <a:schemeClr val="bg2"/>
            </a:solidFill>
            <a:latin typeface="Century Gothic"/>
          </a:defRPr>
        </a:defPPr>
      </a:lstStyle>
    </a:spDef>
    <a:txDef>
      <a:spPr/>
      <a:bodyPr vert="horz" wrap="square" lIns="72000" tIns="54000" rIns="72000" bIns="54000" rtlCol="0">
        <a:noAutofit/>
      </a:bodyPr>
      <a:lstStyle>
        <a:defPPr marL="270000" indent="-270000" algn="l">
          <a:lnSpc>
            <a:spcPct val="100000"/>
          </a:lnSpc>
          <a:spcBef>
            <a:spcPts val="800"/>
          </a:spcBef>
          <a:buClr>
            <a:srgbClr val="00A9EB"/>
          </a:buClr>
          <a:buSzPct val="85000"/>
          <a:buFont typeface="Century Gothic" panose="020B0502020202020204" pitchFamily="34" charset="0"/>
          <a:buChar char="►"/>
          <a:tabLst>
            <a:tab pos="1076325" algn="l"/>
          </a:tabLst>
          <a:defRPr sz="1200" dirty="0" err="1" smtClean="0">
            <a:solidFill>
              <a:srgbClr val="575757"/>
            </a:solidFill>
            <a:latin typeface="Century Gothic"/>
            <a:cs typeface="+mn-cs"/>
          </a:defRPr>
        </a:defPPr>
      </a:lstStyle>
    </a:txDef>
  </a:objectDefaults>
  <a:extraClrSchemeLst/>
  <a:extLst>
    <a:ext uri="{05A4C25C-085E-4340-85A3-A5531E510DB2}">
      <thm15:themeFamily xmlns:thm15="http://schemas.microsoft.com/office/thememl/2012/main" name="KC_Master_DE.pptx" id="{E05A9EE3-D75D-4340-BA8A-FAE88C4FF991}" vid="{538F5E54-AD76-4CB8-A85C-068C0D1DA39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dcac0227-9cec-465a-8ebc-a456d11cd125" xsi:nil="true"/>
    <lcf76f155ced4ddcb4097134ff3c332f xmlns="55bbf5f8-108e-43a6-bf50-1060e18588f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34EED28DB6BCB744A6672C94DB1D01CD" ma:contentTypeVersion="9" ma:contentTypeDescription="Ein neues Dokument erstellen." ma:contentTypeScope="" ma:versionID="77fa5aff490baa2d072fae7171ed7e1f">
  <xsd:schema xmlns:xsd="http://www.w3.org/2001/XMLSchema" xmlns:xs="http://www.w3.org/2001/XMLSchema" xmlns:p="http://schemas.microsoft.com/office/2006/metadata/properties" xmlns:ns2="55bbf5f8-108e-43a6-bf50-1060e18588fc" xmlns:ns3="dcac0227-9cec-465a-8ebc-a456d11cd125" targetNamespace="http://schemas.microsoft.com/office/2006/metadata/properties" ma:root="true" ma:fieldsID="6311d4287a43dd29a1a6f442e61bb33f" ns2:_="" ns3:_="">
    <xsd:import namespace="55bbf5f8-108e-43a6-bf50-1060e18588fc"/>
    <xsd:import namespace="dcac0227-9cec-465a-8ebc-a456d11cd125"/>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bbf5f8-108e-43a6-bf50-1060e18588f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0f93e522-6fec-4e69-94cb-87ced19090db"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ac0227-9cec-465a-8ebc-a456d11cd125"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3621a0c2-bfd0-4157-b3e1-04e3ec7cb782}" ma:internalName="TaxCatchAll" ma:showField="CatchAllData" ma:web="dcac0227-9cec-465a-8ebc-a456d11cd1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D994BAF-91A7-4059-B57D-5D9787AAEF88}">
  <ds:schemaRefs>
    <ds:schemaRef ds:uri="http://schemas.microsoft.com/sharepoint/v3/contenttype/forms"/>
  </ds:schemaRefs>
</ds:datastoreItem>
</file>

<file path=customXml/itemProps2.xml><?xml version="1.0" encoding="utf-8"?>
<ds:datastoreItem xmlns:ds="http://schemas.openxmlformats.org/officeDocument/2006/customXml" ds:itemID="{7C7C5C9F-FB18-417B-B1A7-2755DCDE4B11}">
  <ds:schemaRefs>
    <ds:schemaRef ds:uri="55bbf5f8-108e-43a6-bf50-1060e18588fc"/>
    <ds:schemaRef ds:uri="dcac0227-9cec-465a-8ebc-a456d11cd1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33BBA93-65D4-4CF4-B665-CB35EF99D796}">
  <ds:schemaRefs>
    <ds:schemaRef ds:uri="55bbf5f8-108e-43a6-bf50-1060e18588fc"/>
    <ds:schemaRef ds:uri="dcac0227-9cec-465a-8ebc-a456d11cd1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1046</Words>
  <Application>Microsoft Office PowerPoint</Application>
  <PresentationFormat>Breitbild</PresentationFormat>
  <Paragraphs>126</Paragraphs>
  <Slides>10</Slides>
  <Notes>1</Notes>
  <HiddenSlides>0</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10</vt:i4>
      </vt:variant>
    </vt:vector>
  </HeadingPairs>
  <TitlesOfParts>
    <vt:vector size="18" baseType="lpstr">
      <vt:lpstr>Arial</vt:lpstr>
      <vt:lpstr>Calibri</vt:lpstr>
      <vt:lpstr>Century Gothic</vt:lpstr>
      <vt:lpstr>Segoe Print</vt:lpstr>
      <vt:lpstr>Symbol</vt:lpstr>
      <vt:lpstr>Wingdings</vt:lpstr>
      <vt:lpstr>Office</vt:lpstr>
      <vt:lpstr>think-cell Folie</vt:lpstr>
      <vt:lpstr>PowerPoint-Präsentation</vt:lpstr>
      <vt:lpstr>AGENDA</vt:lpstr>
      <vt:lpstr>BEI AKTIVEN FONDS TRIFFT DAS FONDSMANAGEMENT DIE TITELAUSWAHL, WÄHREND PASSIVE FONDS INDIZES NACHBILDEN</vt:lpstr>
      <vt:lpstr>PRODUKTVERGLEICH</vt:lpstr>
      <vt:lpstr>BEURTEILUNG DES AKTIVEN INVESTIERENS</vt:lpstr>
      <vt:lpstr>DEEPDIVE:</vt:lpstr>
      <vt:lpstr>BEURTEILUNG DES PASSIVEN INVESTIERENS</vt:lpstr>
      <vt:lpstr>DEEPDIVE</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Felix Heine</dc:creator>
  <cp:lastModifiedBy>Felix Heine</cp:lastModifiedBy>
  <cp:revision>1</cp:revision>
  <dcterms:created xsi:type="dcterms:W3CDTF">2024-05-09T12:29:19Z</dcterms:created>
  <dcterms:modified xsi:type="dcterms:W3CDTF">2024-05-09T16:13:29Z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0x01010034EED28DB6BCB744A6672C94DB1D01CD</vt:lpwstr>
  </property>
  <property fmtid="{D5CDD505-2E9C-101B-9397-08002B2CF9AE}" pid="3" name="MediaServiceImageTags">
    <vt:lpwstr/>
  </property>
</Properties>
</file>
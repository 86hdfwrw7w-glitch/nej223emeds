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handoutMasterIdLst>
    <p:handoutMasterId r:id="rId8"/>
  </p:handoutMasterIdLst>
  <p:sldIdLst>
    <p:sldId id="266" r:id="rId5"/>
    <p:sldId id="267" r:id="rId6"/>
  </p:sldIdLst>
  <p:sldSz cx="12192000" cy="6858000"/>
  <p:notesSz cx="6858000" cy="9144000"/>
  <p:custDataLst>
    <p:tags r:id="rId9"/>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34" userDrawn="1">
          <p15:clr>
            <a:srgbClr val="A4A3A4"/>
          </p15:clr>
        </p15:guide>
        <p15:guide id="3" pos="7446" userDrawn="1">
          <p15:clr>
            <a:srgbClr val="A4A3A4"/>
          </p15:clr>
        </p15:guide>
        <p15:guide id="4" pos="3840" userDrawn="1">
          <p15:clr>
            <a:srgbClr val="A4A3A4"/>
          </p15:clr>
        </p15:guide>
        <p15:guide id="5" orient="horz" pos="3952" userDrawn="1">
          <p15:clr>
            <a:srgbClr val="A4A3A4"/>
          </p15:clr>
        </p15:guide>
        <p15:guide id="6" orient="horz" pos="10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Wellnhofer | BDSU" initials="MW|B" lastIdx="3" clrIdx="0">
    <p:extLst>
      <p:ext uri="{19B8F6BF-5375-455C-9EA6-DF929625EA0E}">
        <p15:presenceInfo xmlns:p15="http://schemas.microsoft.com/office/powerpoint/2012/main" userId="Michael Wellnhofer | BDSU" providerId="None"/>
      </p:ext>
    </p:extLst>
  </p:cmAuthor>
  <p:cmAuthor id="2" name="Simon Dierkes | BDSU" initials="SB" lastIdx="2" clrIdx="1">
    <p:extLst>
      <p:ext uri="{19B8F6BF-5375-455C-9EA6-DF929625EA0E}">
        <p15:presenceInfo xmlns:p15="http://schemas.microsoft.com/office/powerpoint/2012/main" userId="S::simon.dierkes@bdsu.de::ababdc81-e54b-471f-a9e7-694cab39ff9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B6D789"/>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46"/>
    <p:restoredTop sz="96208"/>
  </p:normalViewPr>
  <p:slideViewPr>
    <p:cSldViewPr snapToGrid="0">
      <p:cViewPr varScale="1">
        <p:scale>
          <a:sx n="99" d="100"/>
          <a:sy n="99" d="100"/>
        </p:scale>
        <p:origin x="192" y="784"/>
      </p:cViewPr>
      <p:guideLst>
        <p:guide orient="horz" pos="2160"/>
        <p:guide pos="234"/>
        <p:guide pos="7446"/>
        <p:guide pos="3840"/>
        <p:guide orient="horz" pos="3952"/>
        <p:guide orient="horz" pos="1026"/>
      </p:guideLst>
    </p:cSldViewPr>
  </p:slideViewPr>
  <p:notesTextViewPr>
    <p:cViewPr>
      <p:scale>
        <a:sx n="1" d="1"/>
        <a:sy n="1" d="1"/>
      </p:scale>
      <p:origin x="0" y="0"/>
    </p:cViewPr>
  </p:notesTextViewPr>
  <p:notesViewPr>
    <p:cSldViewPr snapToGrid="0">
      <p:cViewPr>
        <p:scale>
          <a:sx n="1" d="2"/>
          <a:sy n="1" d="2"/>
        </p:scale>
        <p:origin x="3472" y="14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tags" Target="tags/tag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2580BB45-25A0-4F45-969A-56FC3A71FF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5853DD9B-24C3-499D-BA02-B5B6B0E2154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53C35E-CD7D-4F3E-8D10-14DEFFFE0103}" type="datetimeFigureOut">
              <a:rPr lang="de-DE" smtClean="0"/>
              <a:t>05.12.22</a:t>
            </a:fld>
            <a:endParaRPr lang="de-DE"/>
          </a:p>
        </p:txBody>
      </p:sp>
      <p:sp>
        <p:nvSpPr>
          <p:cNvPr id="4" name="Fußzeilenplatzhalter 3">
            <a:extLst>
              <a:ext uri="{FF2B5EF4-FFF2-40B4-BE49-F238E27FC236}">
                <a16:creationId xmlns:a16="http://schemas.microsoft.com/office/drawing/2014/main" id="{61213A19-20BF-4067-8212-F54A1E686D9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C830A915-ABC6-4D84-BB05-17BDBFDD243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67C445B-4688-4473-A70C-D2C836AB0194}" type="slidenum">
              <a:rPr lang="de-DE" smtClean="0"/>
              <a:t>‹Nr.›</a:t>
            </a:fld>
            <a:endParaRPr lang="de-DE"/>
          </a:p>
        </p:txBody>
      </p:sp>
    </p:spTree>
    <p:extLst>
      <p:ext uri="{BB962C8B-B14F-4D97-AF65-F5344CB8AC3E}">
        <p14:creationId xmlns:p14="http://schemas.microsoft.com/office/powerpoint/2010/main" val="28330358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AE5ECC-D80A-4BE1-9F40-5733F1A9831B}" type="datetimeFigureOut">
              <a:rPr lang="de-DE" smtClean="0"/>
              <a:t>05.12.22</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8E0677-6FC1-422B-8B6D-5EFB9774CD05}" type="slidenum">
              <a:rPr lang="de-DE" smtClean="0"/>
              <a:t>‹Nr.›</a:t>
            </a:fld>
            <a:endParaRPr lang="de-DE"/>
          </a:p>
        </p:txBody>
      </p:sp>
    </p:spTree>
    <p:extLst>
      <p:ext uri="{BB962C8B-B14F-4D97-AF65-F5344CB8AC3E}">
        <p14:creationId xmlns:p14="http://schemas.microsoft.com/office/powerpoint/2010/main" val="2343899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4" Type="http://schemas.microsoft.com/office/2007/relationships/hdphoto" Target="../media/hdphoto4.wdp"/></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01_Titelfolie">
    <p:bg>
      <p:bgPr>
        <a:solidFill>
          <a:schemeClr val="bg1"/>
        </a:solidFill>
        <a:effectLst/>
      </p:bgPr>
    </p:bg>
    <p:spTree>
      <p:nvGrpSpPr>
        <p:cNvPr id="1" name=""/>
        <p:cNvGrpSpPr/>
        <p:nvPr/>
      </p:nvGrpSpPr>
      <p:grpSpPr>
        <a:xfrm>
          <a:off x="0" y="0"/>
          <a:ext cx="0" cy="0"/>
          <a:chOff x="0" y="0"/>
          <a:chExt cx="0" cy="0"/>
        </a:xfrm>
      </p:grpSpPr>
      <p:pic>
        <p:nvPicPr>
          <p:cNvPr id="9" name="Grafik 8" descr="Ein Bild, das draußen, Pflanze, Baum, Gras enthält.&#10;&#10;Automatisch generierte Beschreibung">
            <a:extLst>
              <a:ext uri="{FF2B5EF4-FFF2-40B4-BE49-F238E27FC236}">
                <a16:creationId xmlns:a16="http://schemas.microsoft.com/office/drawing/2014/main" id="{26EFFE99-A36E-4E38-92D0-64A572D60739}"/>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0" y="-2"/>
            <a:ext cx="12211474" cy="6858002"/>
          </a:xfrm>
          <a:prstGeom prst="rect">
            <a:avLst/>
          </a:prstGeom>
        </p:spPr>
      </p:pic>
      <p:sp>
        <p:nvSpPr>
          <p:cNvPr id="7" name="Rechteck 6">
            <a:extLst>
              <a:ext uri="{FF2B5EF4-FFF2-40B4-BE49-F238E27FC236}">
                <a16:creationId xmlns:a16="http://schemas.microsoft.com/office/drawing/2014/main" id="{83241C88-717E-4810-BFF4-865E696097C1}"/>
              </a:ext>
            </a:extLst>
          </p:cNvPr>
          <p:cNvSpPr/>
          <p:nvPr userDrawn="1"/>
        </p:nvSpPr>
        <p:spPr>
          <a:xfrm>
            <a:off x="0" y="-2"/>
            <a:ext cx="12211474" cy="6858002"/>
          </a:xfrm>
          <a:prstGeom prst="rect">
            <a:avLst/>
          </a:prstGeom>
          <a:solidFill>
            <a:schemeClr val="tx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mj-lt"/>
              <a:ea typeface="+mn-ea"/>
              <a:cs typeface="+mn-cs"/>
            </a:endParaRPr>
          </a:p>
        </p:txBody>
      </p:sp>
      <p:sp>
        <p:nvSpPr>
          <p:cNvPr id="2" name="Titel 1">
            <a:extLst>
              <a:ext uri="{FF2B5EF4-FFF2-40B4-BE49-F238E27FC236}">
                <a16:creationId xmlns:a16="http://schemas.microsoft.com/office/drawing/2014/main" id="{5154D7CD-E854-4E9D-8430-B6FE87474DE9}"/>
              </a:ext>
            </a:extLst>
          </p:cNvPr>
          <p:cNvSpPr>
            <a:spLocks noGrp="1"/>
          </p:cNvSpPr>
          <p:nvPr>
            <p:ph type="ctrTitle"/>
          </p:nvPr>
        </p:nvSpPr>
        <p:spPr>
          <a:xfrm>
            <a:off x="1540329" y="2188395"/>
            <a:ext cx="9144000" cy="1749623"/>
          </a:xfrm>
          <a:prstGeom prst="rect">
            <a:avLst/>
          </a:prstGeom>
          <a:ln w="9525">
            <a:noFill/>
          </a:ln>
        </p:spPr>
        <p:txBody>
          <a:bodyPr anchor="ctr" anchorCtr="0">
            <a:normAutofit/>
          </a:bodyPr>
          <a:lstStyle>
            <a:lvl1pPr algn="ctr">
              <a:defRPr sz="6000" b="1">
                <a:solidFill>
                  <a:schemeClr val="bg2"/>
                </a:solidFill>
              </a:defRPr>
            </a:lvl1pPr>
          </a:lstStyle>
          <a:p>
            <a:r>
              <a:rPr lang="de-DE"/>
              <a:t>Mastertitelformat bearbeiten</a:t>
            </a:r>
          </a:p>
        </p:txBody>
      </p:sp>
      <p:sp>
        <p:nvSpPr>
          <p:cNvPr id="3" name="Untertitel 2">
            <a:extLst>
              <a:ext uri="{FF2B5EF4-FFF2-40B4-BE49-F238E27FC236}">
                <a16:creationId xmlns:a16="http://schemas.microsoft.com/office/drawing/2014/main" id="{2321EC9C-3A99-47AA-A965-1C9D37363403}"/>
              </a:ext>
            </a:extLst>
          </p:cNvPr>
          <p:cNvSpPr>
            <a:spLocks noGrp="1"/>
          </p:cNvSpPr>
          <p:nvPr>
            <p:ph type="subTitle" idx="1"/>
          </p:nvPr>
        </p:nvSpPr>
        <p:spPr>
          <a:xfrm>
            <a:off x="1540329" y="3977962"/>
            <a:ext cx="9144000" cy="414791"/>
          </a:xfrm>
          <a:prstGeom prst="rect">
            <a:avLst/>
          </a:prstGeom>
          <a:ln>
            <a:noFill/>
          </a:ln>
        </p:spPr>
        <p:txBody>
          <a:bodyPr/>
          <a:lstStyle>
            <a:lvl1pPr marL="0" indent="0" algn="ctr">
              <a:buNone/>
              <a:defRPr sz="2400">
                <a:solidFill>
                  <a:schemeClr val="tx2">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pic>
        <p:nvPicPr>
          <p:cNvPr id="5" name="Grafik 4">
            <a:extLst>
              <a:ext uri="{FF2B5EF4-FFF2-40B4-BE49-F238E27FC236}">
                <a16:creationId xmlns:a16="http://schemas.microsoft.com/office/drawing/2014/main" id="{89C28D19-52B0-4BE8-9E0F-109DBF315AB0}"/>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
        <p:nvSpPr>
          <p:cNvPr id="6" name="Rechteck 5">
            <a:extLst>
              <a:ext uri="{FF2B5EF4-FFF2-40B4-BE49-F238E27FC236}">
                <a16:creationId xmlns:a16="http://schemas.microsoft.com/office/drawing/2014/main" id="{E51CC060-2085-4A40-A215-6A9DC20EB694}"/>
              </a:ext>
            </a:extLst>
          </p:cNvPr>
          <p:cNvSpPr/>
          <p:nvPr userDrawn="1"/>
        </p:nvSpPr>
        <p:spPr>
          <a:xfrm>
            <a:off x="839597" y="6475939"/>
            <a:ext cx="4975736"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chemeClr val="bg2"/>
                </a:solidFill>
                <a:effectLst/>
                <a:uLnTx/>
                <a:uFillTx/>
                <a:latin typeface="Tahoma" pitchFamily="34" charset="0"/>
                <a:ea typeface="Tahoma" pitchFamily="34" charset="0"/>
                <a:cs typeface="Tahoma" pitchFamily="34" charset="0"/>
              </a:rPr>
              <a:t>Bundesverband Deutscher Studentischer Unternehmensberatungen e.V.</a:t>
            </a:r>
            <a:r>
              <a:rPr kumimoji="0" lang="de-DE" sz="1100" b="1" i="0" u="none" strike="noStrike" kern="1200" cap="none" spc="0" normalizeH="0" baseline="0" noProof="0">
                <a:ln>
                  <a:noFill/>
                </a:ln>
                <a:solidFill>
                  <a:schemeClr val="bg2"/>
                </a:solidFill>
                <a:effectLst/>
                <a:uLnTx/>
                <a:uFillTx/>
                <a:latin typeface="Tahoma" pitchFamily="34" charset="0"/>
                <a:ea typeface="Tahoma" pitchFamily="34" charset="0"/>
                <a:cs typeface="Tahoma" pitchFamily="34" charset="0"/>
              </a:rPr>
              <a:t> </a:t>
            </a:r>
            <a:endParaRPr kumimoji="0" lang="de-DE" sz="1100" b="0" i="0" u="none" strike="noStrike" kern="1200" cap="none" spc="0" normalizeH="0" baseline="0" noProof="0">
              <a:ln>
                <a:noFill/>
              </a:ln>
              <a:solidFill>
                <a:schemeClr val="bg2"/>
              </a:solidFill>
              <a:effectLst/>
              <a:uLnTx/>
              <a:uFillTx/>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2276630189"/>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_Agenda">
    <p:spTree>
      <p:nvGrpSpPr>
        <p:cNvPr id="1" name=""/>
        <p:cNvGrpSpPr/>
        <p:nvPr/>
      </p:nvGrpSpPr>
      <p:grpSpPr>
        <a:xfrm>
          <a:off x="0" y="0"/>
          <a:ext cx="0" cy="0"/>
          <a:chOff x="0" y="0"/>
          <a:chExt cx="0" cy="0"/>
        </a:xfrm>
      </p:grpSpPr>
      <p:pic>
        <p:nvPicPr>
          <p:cNvPr id="6" name="Grafik 5" descr="Ein Bild, das drinnen, Laptop, Tisch, Computer enthält.&#10;&#10;Automatisch generierte Beschreibung">
            <a:extLst>
              <a:ext uri="{FF2B5EF4-FFF2-40B4-BE49-F238E27FC236}">
                <a16:creationId xmlns:a16="http://schemas.microsoft.com/office/drawing/2014/main" id="{D9A00A71-FB33-46D4-AB5D-0D9469C3355F}"/>
              </a:ext>
            </a:extLst>
          </p:cNvPr>
          <p:cNvPicPr>
            <a:picLocks noChangeAspect="1"/>
          </p:cNvPicPr>
          <p:nvPr userDrawn="1"/>
        </p:nvPicPr>
        <p:blipFill rotWithShape="1">
          <a:blip r:embed="rId2" cstate="screen">
            <a:alphaModFix amt="80000"/>
            <a:extLst>
              <a:ext uri="{BEBA8EAE-BF5A-486C-A8C5-ECC9F3942E4B}">
                <a14:imgProps xmlns:a14="http://schemas.microsoft.com/office/drawing/2010/main">
                  <a14:imgLayer r:embed="rId3">
                    <a14:imgEffect>
                      <a14:colorTemperature colorTemp="6300"/>
                    </a14:imgEffect>
                    <a14:imgEffect>
                      <a14:saturation sat="0"/>
                    </a14:imgEffect>
                  </a14:imgLayer>
                </a14:imgProps>
              </a:ext>
              <a:ext uri="{28A0092B-C50C-407E-A947-70E740481C1C}">
                <a14:useLocalDpi xmlns:a14="http://schemas.microsoft.com/office/drawing/2010/main"/>
              </a:ext>
            </a:extLst>
          </a:blip>
          <a:srcRect/>
          <a:stretch/>
        </p:blipFill>
        <p:spPr>
          <a:xfrm>
            <a:off x="-1" y="0"/>
            <a:ext cx="6096001" cy="6858000"/>
          </a:xfrm>
          <a:prstGeom prst="rect">
            <a:avLst/>
          </a:prstGeom>
        </p:spPr>
      </p:pic>
      <p:pic>
        <p:nvPicPr>
          <p:cNvPr id="5" name="Grafik 4">
            <a:extLst>
              <a:ext uri="{FF2B5EF4-FFF2-40B4-BE49-F238E27FC236}">
                <a16:creationId xmlns:a16="http://schemas.microsoft.com/office/drawing/2014/main" id="{B84098A4-1071-4DED-A055-CB7E4CDD69E0}"/>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
        <p:nvSpPr>
          <p:cNvPr id="9" name="Rechteck 8">
            <a:extLst>
              <a:ext uri="{FF2B5EF4-FFF2-40B4-BE49-F238E27FC236}">
                <a16:creationId xmlns:a16="http://schemas.microsoft.com/office/drawing/2014/main" id="{7562B7F0-5711-485E-A863-7E8990EE1F9A}"/>
              </a:ext>
            </a:extLst>
          </p:cNvPr>
          <p:cNvSpPr/>
          <p:nvPr userDrawn="1"/>
        </p:nvSpPr>
        <p:spPr>
          <a:xfrm>
            <a:off x="6572397" y="1830570"/>
            <a:ext cx="468000" cy="468000"/>
          </a:xfrm>
          <a:prstGeom prst="rect">
            <a:avLst/>
          </a:prstGeom>
          <a:solidFill>
            <a:schemeClr val="tx2"/>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4C45ABA5-B052-48CB-A758-9E8CA4772BB3}"/>
              </a:ext>
            </a:extLst>
          </p:cNvPr>
          <p:cNvSpPr/>
          <p:nvPr userDrawn="1"/>
        </p:nvSpPr>
        <p:spPr>
          <a:xfrm>
            <a:off x="6572397" y="2622164"/>
            <a:ext cx="468000" cy="468000"/>
          </a:xfrm>
          <a:prstGeom prst="rect">
            <a:avLst/>
          </a:prstGeom>
          <a:solidFill>
            <a:schemeClr val="tx2"/>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022EECE7-A4F2-48BE-9864-A00E9277275E}"/>
              </a:ext>
            </a:extLst>
          </p:cNvPr>
          <p:cNvSpPr/>
          <p:nvPr userDrawn="1"/>
        </p:nvSpPr>
        <p:spPr>
          <a:xfrm>
            <a:off x="6572397" y="3413758"/>
            <a:ext cx="468000" cy="468000"/>
          </a:xfrm>
          <a:prstGeom prst="rect">
            <a:avLst/>
          </a:prstGeom>
          <a:solidFill>
            <a:schemeClr val="tx2"/>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5012C804-BBE2-4331-9B64-D0473DCE7A37}"/>
              </a:ext>
            </a:extLst>
          </p:cNvPr>
          <p:cNvSpPr/>
          <p:nvPr userDrawn="1"/>
        </p:nvSpPr>
        <p:spPr>
          <a:xfrm>
            <a:off x="6572397" y="4205352"/>
            <a:ext cx="468000" cy="468000"/>
          </a:xfrm>
          <a:prstGeom prst="rect">
            <a:avLst/>
          </a:prstGeom>
          <a:solidFill>
            <a:schemeClr val="tx2"/>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15" name="Rechteck 14">
            <a:extLst>
              <a:ext uri="{FF2B5EF4-FFF2-40B4-BE49-F238E27FC236}">
                <a16:creationId xmlns:a16="http://schemas.microsoft.com/office/drawing/2014/main" id="{42A78D2C-F87D-40CA-8EB1-1CD29928CB15}"/>
              </a:ext>
            </a:extLst>
          </p:cNvPr>
          <p:cNvSpPr/>
          <p:nvPr userDrawn="1"/>
        </p:nvSpPr>
        <p:spPr>
          <a:xfrm>
            <a:off x="6572397" y="4996946"/>
            <a:ext cx="468000" cy="468000"/>
          </a:xfrm>
          <a:prstGeom prst="rect">
            <a:avLst/>
          </a:prstGeom>
          <a:solidFill>
            <a:schemeClr val="tx2"/>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41103EFE-CB23-4FFC-9187-71F38F443F73}"/>
              </a:ext>
            </a:extLst>
          </p:cNvPr>
          <p:cNvSpPr/>
          <p:nvPr userDrawn="1"/>
        </p:nvSpPr>
        <p:spPr>
          <a:xfrm>
            <a:off x="6572397" y="5788538"/>
            <a:ext cx="468000" cy="468000"/>
          </a:xfrm>
          <a:prstGeom prst="rect">
            <a:avLst/>
          </a:prstGeom>
          <a:solidFill>
            <a:schemeClr val="tx2"/>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53AE338E-EC2F-437D-BA60-5CE93A4914F4}"/>
              </a:ext>
            </a:extLst>
          </p:cNvPr>
          <p:cNvSpPr/>
          <p:nvPr userDrawn="1"/>
        </p:nvSpPr>
        <p:spPr>
          <a:xfrm>
            <a:off x="6476998" y="734659"/>
            <a:ext cx="2040943" cy="615553"/>
          </a:xfrm>
          <a:prstGeom prst="rect">
            <a:avLst/>
          </a:prstGeom>
        </p:spPr>
        <p:txBody>
          <a:bodyPr wrap="none">
            <a:spAutoFit/>
          </a:bodyPr>
          <a:lstStyle/>
          <a:p>
            <a:r>
              <a:rPr kumimoji="0" lang="de-DE" sz="3400" b="1" i="0" u="none" strike="noStrike" kern="1200" cap="none" spc="0" normalizeH="0" baseline="0" noProof="0">
                <a:ln>
                  <a:noFill/>
                </a:ln>
                <a:solidFill>
                  <a:srgbClr val="7F7F7F"/>
                </a:solidFill>
                <a:effectLst/>
                <a:uLnTx/>
                <a:uFillTx/>
                <a:latin typeface="+mn-lt"/>
                <a:ea typeface="+mj-ea"/>
                <a:cs typeface="+mj-cs"/>
              </a:rPr>
              <a:t>AGENDA</a:t>
            </a:r>
            <a:endParaRPr lang="de-DE" sz="3400" b="1"/>
          </a:p>
        </p:txBody>
      </p:sp>
      <p:sp>
        <p:nvSpPr>
          <p:cNvPr id="19" name="Textfeld 18">
            <a:extLst>
              <a:ext uri="{FF2B5EF4-FFF2-40B4-BE49-F238E27FC236}">
                <a16:creationId xmlns:a16="http://schemas.microsoft.com/office/drawing/2014/main" id="{61B69337-48FB-483D-9C9D-F308CB4208EA}"/>
              </a:ext>
            </a:extLst>
          </p:cNvPr>
          <p:cNvSpPr txBox="1"/>
          <p:nvPr userDrawn="1"/>
        </p:nvSpPr>
        <p:spPr>
          <a:xfrm>
            <a:off x="6540498" y="1873494"/>
            <a:ext cx="540000" cy="369210"/>
          </a:xfrm>
          <a:prstGeom prst="rect">
            <a:avLst/>
          </a:prstGeom>
          <a:noFill/>
        </p:spPr>
        <p:txBody>
          <a:bodyPr wrap="square" rtlCol="0">
            <a:spAutoFit/>
          </a:bodyPr>
          <a:lstStyle/>
          <a:p>
            <a:pPr algn="ctr"/>
            <a:r>
              <a:rPr lang="de-DE">
                <a:solidFill>
                  <a:schemeClr val="bg2"/>
                </a:solidFill>
              </a:rPr>
              <a:t>01</a:t>
            </a:r>
          </a:p>
        </p:txBody>
      </p:sp>
      <p:sp>
        <p:nvSpPr>
          <p:cNvPr id="20" name="Textfeld 19">
            <a:extLst>
              <a:ext uri="{FF2B5EF4-FFF2-40B4-BE49-F238E27FC236}">
                <a16:creationId xmlns:a16="http://schemas.microsoft.com/office/drawing/2014/main" id="{550576F3-79C5-4ED0-8F4E-A95D2AFFA586}"/>
              </a:ext>
            </a:extLst>
          </p:cNvPr>
          <p:cNvSpPr txBox="1"/>
          <p:nvPr userDrawn="1"/>
        </p:nvSpPr>
        <p:spPr>
          <a:xfrm>
            <a:off x="6540498" y="2666382"/>
            <a:ext cx="540000" cy="369210"/>
          </a:xfrm>
          <a:prstGeom prst="rect">
            <a:avLst/>
          </a:prstGeom>
          <a:noFill/>
        </p:spPr>
        <p:txBody>
          <a:bodyPr wrap="square" rtlCol="0">
            <a:spAutoFit/>
          </a:bodyPr>
          <a:lstStyle/>
          <a:p>
            <a:pPr algn="ctr"/>
            <a:r>
              <a:rPr lang="de-DE">
                <a:solidFill>
                  <a:schemeClr val="bg2"/>
                </a:solidFill>
              </a:rPr>
              <a:t>02</a:t>
            </a:r>
          </a:p>
        </p:txBody>
      </p:sp>
      <p:sp>
        <p:nvSpPr>
          <p:cNvPr id="21" name="Textfeld 20">
            <a:extLst>
              <a:ext uri="{FF2B5EF4-FFF2-40B4-BE49-F238E27FC236}">
                <a16:creationId xmlns:a16="http://schemas.microsoft.com/office/drawing/2014/main" id="{642D1BBA-105E-45FF-89FB-2D6679185CE4}"/>
              </a:ext>
            </a:extLst>
          </p:cNvPr>
          <p:cNvSpPr txBox="1"/>
          <p:nvPr userDrawn="1"/>
        </p:nvSpPr>
        <p:spPr>
          <a:xfrm>
            <a:off x="6540498" y="3459270"/>
            <a:ext cx="540000" cy="369210"/>
          </a:xfrm>
          <a:prstGeom prst="rect">
            <a:avLst/>
          </a:prstGeom>
          <a:noFill/>
        </p:spPr>
        <p:txBody>
          <a:bodyPr wrap="square" rtlCol="0">
            <a:spAutoFit/>
          </a:bodyPr>
          <a:lstStyle/>
          <a:p>
            <a:pPr algn="ctr"/>
            <a:r>
              <a:rPr lang="de-DE">
                <a:solidFill>
                  <a:schemeClr val="bg2"/>
                </a:solidFill>
              </a:rPr>
              <a:t>03</a:t>
            </a:r>
          </a:p>
        </p:txBody>
      </p:sp>
      <p:sp>
        <p:nvSpPr>
          <p:cNvPr id="22" name="Textfeld 21">
            <a:extLst>
              <a:ext uri="{FF2B5EF4-FFF2-40B4-BE49-F238E27FC236}">
                <a16:creationId xmlns:a16="http://schemas.microsoft.com/office/drawing/2014/main" id="{3F767C8B-0185-4452-BA70-8F8B0C1C1B89}"/>
              </a:ext>
            </a:extLst>
          </p:cNvPr>
          <p:cNvSpPr txBox="1"/>
          <p:nvPr userDrawn="1"/>
        </p:nvSpPr>
        <p:spPr>
          <a:xfrm>
            <a:off x="6540498" y="4252158"/>
            <a:ext cx="540000" cy="369210"/>
          </a:xfrm>
          <a:prstGeom prst="rect">
            <a:avLst/>
          </a:prstGeom>
          <a:noFill/>
        </p:spPr>
        <p:txBody>
          <a:bodyPr wrap="square" rtlCol="0">
            <a:spAutoFit/>
          </a:bodyPr>
          <a:lstStyle/>
          <a:p>
            <a:pPr algn="ctr"/>
            <a:r>
              <a:rPr lang="de-DE">
                <a:solidFill>
                  <a:schemeClr val="bg2"/>
                </a:solidFill>
              </a:rPr>
              <a:t>04</a:t>
            </a:r>
          </a:p>
        </p:txBody>
      </p:sp>
      <p:sp>
        <p:nvSpPr>
          <p:cNvPr id="23" name="Textfeld 22">
            <a:extLst>
              <a:ext uri="{FF2B5EF4-FFF2-40B4-BE49-F238E27FC236}">
                <a16:creationId xmlns:a16="http://schemas.microsoft.com/office/drawing/2014/main" id="{9721A92D-9DC2-47B7-9732-4DD8F266F41E}"/>
              </a:ext>
            </a:extLst>
          </p:cNvPr>
          <p:cNvSpPr txBox="1"/>
          <p:nvPr userDrawn="1"/>
        </p:nvSpPr>
        <p:spPr>
          <a:xfrm>
            <a:off x="6540498" y="5045046"/>
            <a:ext cx="540000" cy="369210"/>
          </a:xfrm>
          <a:prstGeom prst="rect">
            <a:avLst/>
          </a:prstGeom>
          <a:noFill/>
        </p:spPr>
        <p:txBody>
          <a:bodyPr wrap="square" rtlCol="0">
            <a:spAutoFit/>
          </a:bodyPr>
          <a:lstStyle/>
          <a:p>
            <a:pPr algn="ctr"/>
            <a:r>
              <a:rPr lang="de-DE">
                <a:solidFill>
                  <a:schemeClr val="bg2"/>
                </a:solidFill>
              </a:rPr>
              <a:t>05</a:t>
            </a:r>
          </a:p>
        </p:txBody>
      </p:sp>
      <p:sp>
        <p:nvSpPr>
          <p:cNvPr id="24" name="Textfeld 23">
            <a:extLst>
              <a:ext uri="{FF2B5EF4-FFF2-40B4-BE49-F238E27FC236}">
                <a16:creationId xmlns:a16="http://schemas.microsoft.com/office/drawing/2014/main" id="{1533597C-72A5-40EF-BF6E-B0F9D8C69B99}"/>
              </a:ext>
            </a:extLst>
          </p:cNvPr>
          <p:cNvSpPr txBox="1"/>
          <p:nvPr userDrawn="1"/>
        </p:nvSpPr>
        <p:spPr>
          <a:xfrm>
            <a:off x="6540498" y="5837933"/>
            <a:ext cx="540000" cy="369210"/>
          </a:xfrm>
          <a:prstGeom prst="rect">
            <a:avLst/>
          </a:prstGeom>
          <a:noFill/>
        </p:spPr>
        <p:txBody>
          <a:bodyPr wrap="square" rtlCol="0">
            <a:spAutoFit/>
          </a:bodyPr>
          <a:lstStyle/>
          <a:p>
            <a:pPr algn="ctr"/>
            <a:r>
              <a:rPr lang="de-DE">
                <a:solidFill>
                  <a:schemeClr val="bg2"/>
                </a:solidFill>
              </a:rPr>
              <a:t>06</a:t>
            </a:r>
          </a:p>
        </p:txBody>
      </p:sp>
      <p:sp>
        <p:nvSpPr>
          <p:cNvPr id="3" name="Textplatzhalter 2">
            <a:extLst>
              <a:ext uri="{FF2B5EF4-FFF2-40B4-BE49-F238E27FC236}">
                <a16:creationId xmlns:a16="http://schemas.microsoft.com/office/drawing/2014/main" id="{1FB295A2-4E70-4C40-9783-5CD7825CBB0C}"/>
              </a:ext>
            </a:extLst>
          </p:cNvPr>
          <p:cNvSpPr>
            <a:spLocks noGrp="1"/>
          </p:cNvSpPr>
          <p:nvPr>
            <p:ph type="body" sz="quarter" idx="10" hasCustomPrompt="1"/>
          </p:nvPr>
        </p:nvSpPr>
        <p:spPr>
          <a:xfrm>
            <a:off x="7235574" y="1830388"/>
            <a:ext cx="4459287" cy="468312"/>
          </a:xfrm>
          <a:prstGeom prst="rect">
            <a:avLst/>
          </a:prstGeom>
        </p:spPr>
        <p:txBody>
          <a:bodyPr anchor="ctr" anchorCtr="0"/>
          <a:lstStyle>
            <a:lvl1pPr marL="0" indent="0">
              <a:buNone/>
              <a:defRPr sz="1800"/>
            </a:lvl1pPr>
          </a:lstStyle>
          <a:p>
            <a:pPr lvl="0"/>
            <a:r>
              <a:rPr lang="de-DE" err="1"/>
              <a:t>Agendapunkt</a:t>
            </a:r>
            <a:endParaRPr lang="de-DE"/>
          </a:p>
        </p:txBody>
      </p:sp>
      <p:sp>
        <p:nvSpPr>
          <p:cNvPr id="30" name="Textplatzhalter 2">
            <a:extLst>
              <a:ext uri="{FF2B5EF4-FFF2-40B4-BE49-F238E27FC236}">
                <a16:creationId xmlns:a16="http://schemas.microsoft.com/office/drawing/2014/main" id="{553E2CD8-494D-415A-B8A7-2A2957278431}"/>
              </a:ext>
            </a:extLst>
          </p:cNvPr>
          <p:cNvSpPr>
            <a:spLocks noGrp="1"/>
          </p:cNvSpPr>
          <p:nvPr>
            <p:ph type="body" sz="quarter" idx="11" hasCustomPrompt="1"/>
          </p:nvPr>
        </p:nvSpPr>
        <p:spPr>
          <a:xfrm>
            <a:off x="7235574" y="2622018"/>
            <a:ext cx="4459287" cy="468312"/>
          </a:xfrm>
          <a:prstGeom prst="rect">
            <a:avLst/>
          </a:prstGeom>
        </p:spPr>
        <p:txBody>
          <a:bodyPr anchor="ctr" anchorCtr="0"/>
          <a:lstStyle>
            <a:lvl1pPr marL="0" indent="0">
              <a:buNone/>
              <a:defRPr sz="1800"/>
            </a:lvl1pPr>
          </a:lstStyle>
          <a:p>
            <a:pPr lvl="0"/>
            <a:r>
              <a:rPr lang="de-DE" err="1"/>
              <a:t>Agendapunkt</a:t>
            </a:r>
            <a:endParaRPr lang="de-DE"/>
          </a:p>
        </p:txBody>
      </p:sp>
      <p:sp>
        <p:nvSpPr>
          <p:cNvPr id="31" name="Textplatzhalter 2">
            <a:extLst>
              <a:ext uri="{FF2B5EF4-FFF2-40B4-BE49-F238E27FC236}">
                <a16:creationId xmlns:a16="http://schemas.microsoft.com/office/drawing/2014/main" id="{6790F996-7C43-4280-AFE2-96F85F0D6B5B}"/>
              </a:ext>
            </a:extLst>
          </p:cNvPr>
          <p:cNvSpPr>
            <a:spLocks noGrp="1"/>
          </p:cNvSpPr>
          <p:nvPr>
            <p:ph type="body" sz="quarter" idx="12" hasCustomPrompt="1"/>
          </p:nvPr>
        </p:nvSpPr>
        <p:spPr>
          <a:xfrm>
            <a:off x="7235574" y="3413648"/>
            <a:ext cx="4459287" cy="468312"/>
          </a:xfrm>
          <a:prstGeom prst="rect">
            <a:avLst/>
          </a:prstGeom>
        </p:spPr>
        <p:txBody>
          <a:bodyPr anchor="ctr" anchorCtr="0"/>
          <a:lstStyle>
            <a:lvl1pPr marL="0" indent="0">
              <a:buNone/>
              <a:defRPr sz="1800"/>
            </a:lvl1pPr>
          </a:lstStyle>
          <a:p>
            <a:pPr lvl="0"/>
            <a:r>
              <a:rPr lang="de-DE" err="1"/>
              <a:t>Agendapunkt</a:t>
            </a:r>
            <a:endParaRPr lang="de-DE"/>
          </a:p>
        </p:txBody>
      </p:sp>
      <p:sp>
        <p:nvSpPr>
          <p:cNvPr id="32" name="Textplatzhalter 2">
            <a:extLst>
              <a:ext uri="{FF2B5EF4-FFF2-40B4-BE49-F238E27FC236}">
                <a16:creationId xmlns:a16="http://schemas.microsoft.com/office/drawing/2014/main" id="{EF5D8233-EC65-428F-93CB-286D166604AB}"/>
              </a:ext>
            </a:extLst>
          </p:cNvPr>
          <p:cNvSpPr>
            <a:spLocks noGrp="1"/>
          </p:cNvSpPr>
          <p:nvPr>
            <p:ph type="body" sz="quarter" idx="13" hasCustomPrompt="1"/>
          </p:nvPr>
        </p:nvSpPr>
        <p:spPr>
          <a:xfrm>
            <a:off x="7235574" y="4205278"/>
            <a:ext cx="4459287" cy="468312"/>
          </a:xfrm>
          <a:prstGeom prst="rect">
            <a:avLst/>
          </a:prstGeom>
        </p:spPr>
        <p:txBody>
          <a:bodyPr anchor="ctr" anchorCtr="0"/>
          <a:lstStyle>
            <a:lvl1pPr marL="0" indent="0">
              <a:buNone/>
              <a:defRPr sz="1800"/>
            </a:lvl1pPr>
          </a:lstStyle>
          <a:p>
            <a:pPr lvl="0"/>
            <a:r>
              <a:rPr lang="de-DE" err="1"/>
              <a:t>Agendapunkt</a:t>
            </a:r>
            <a:endParaRPr lang="de-DE"/>
          </a:p>
        </p:txBody>
      </p:sp>
      <p:sp>
        <p:nvSpPr>
          <p:cNvPr id="33" name="Textplatzhalter 2">
            <a:extLst>
              <a:ext uri="{FF2B5EF4-FFF2-40B4-BE49-F238E27FC236}">
                <a16:creationId xmlns:a16="http://schemas.microsoft.com/office/drawing/2014/main" id="{2CACE7CC-ECDE-4FF4-8000-EFDDC0CBDCD3}"/>
              </a:ext>
            </a:extLst>
          </p:cNvPr>
          <p:cNvSpPr>
            <a:spLocks noGrp="1"/>
          </p:cNvSpPr>
          <p:nvPr>
            <p:ph type="body" sz="quarter" idx="14" hasCustomPrompt="1"/>
          </p:nvPr>
        </p:nvSpPr>
        <p:spPr>
          <a:xfrm>
            <a:off x="7235574" y="4996908"/>
            <a:ext cx="4459287" cy="468312"/>
          </a:xfrm>
          <a:prstGeom prst="rect">
            <a:avLst/>
          </a:prstGeom>
        </p:spPr>
        <p:txBody>
          <a:bodyPr anchor="ctr" anchorCtr="0"/>
          <a:lstStyle>
            <a:lvl1pPr marL="0" indent="0">
              <a:buNone/>
              <a:defRPr sz="1800"/>
            </a:lvl1pPr>
          </a:lstStyle>
          <a:p>
            <a:pPr lvl="0"/>
            <a:r>
              <a:rPr lang="de-DE" err="1"/>
              <a:t>Agendapunkt</a:t>
            </a:r>
            <a:endParaRPr lang="de-DE"/>
          </a:p>
        </p:txBody>
      </p:sp>
      <p:sp>
        <p:nvSpPr>
          <p:cNvPr id="34" name="Textplatzhalter 2">
            <a:extLst>
              <a:ext uri="{FF2B5EF4-FFF2-40B4-BE49-F238E27FC236}">
                <a16:creationId xmlns:a16="http://schemas.microsoft.com/office/drawing/2014/main" id="{51618E12-CC98-478D-8BBF-D5758F601496}"/>
              </a:ext>
            </a:extLst>
          </p:cNvPr>
          <p:cNvSpPr>
            <a:spLocks noGrp="1"/>
          </p:cNvSpPr>
          <p:nvPr>
            <p:ph type="body" sz="quarter" idx="15" hasCustomPrompt="1"/>
          </p:nvPr>
        </p:nvSpPr>
        <p:spPr>
          <a:xfrm>
            <a:off x="7235574" y="5788538"/>
            <a:ext cx="4459287" cy="468312"/>
          </a:xfrm>
          <a:prstGeom prst="rect">
            <a:avLst/>
          </a:prstGeom>
        </p:spPr>
        <p:txBody>
          <a:bodyPr anchor="ctr" anchorCtr="0"/>
          <a:lstStyle>
            <a:lvl1pPr marL="0" indent="0">
              <a:buNone/>
              <a:defRPr sz="1800"/>
            </a:lvl1pPr>
          </a:lstStyle>
          <a:p>
            <a:pPr lvl="0"/>
            <a:r>
              <a:rPr lang="de-DE" err="1"/>
              <a:t>Agendapunkt</a:t>
            </a:r>
            <a:endParaRPr lang="de-DE"/>
          </a:p>
        </p:txBody>
      </p:sp>
    </p:spTree>
    <p:extLst>
      <p:ext uri="{BB962C8B-B14F-4D97-AF65-F5344CB8AC3E}">
        <p14:creationId xmlns:p14="http://schemas.microsoft.com/office/powerpoint/2010/main" val="1176613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_Trennerfolie_Bild rechts">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E60B5D84-2658-4BB5-A451-6A464FE67599}"/>
              </a:ext>
            </a:extLst>
          </p:cNvPr>
          <p:cNvSpPr>
            <a:spLocks noGrp="1"/>
          </p:cNvSpPr>
          <p:nvPr>
            <p:ph type="pic" sz="quarter" idx="10"/>
          </p:nvPr>
        </p:nvSpPr>
        <p:spPr>
          <a:xfrm>
            <a:off x="6096000" y="0"/>
            <a:ext cx="6096000" cy="6858000"/>
          </a:xfrm>
          <a:prstGeom prst="rect">
            <a:avLst/>
          </a:prstGeom>
        </p:spPr>
        <p:txBody>
          <a:bodyPr/>
          <a:lstStyle/>
          <a:p>
            <a:r>
              <a:rPr lang="de-DE"/>
              <a:t>Bild durch Klicken auf Symbol hinzufügen</a:t>
            </a:r>
          </a:p>
        </p:txBody>
      </p:sp>
      <p:sp>
        <p:nvSpPr>
          <p:cNvPr id="10" name="Titel 1">
            <a:extLst>
              <a:ext uri="{FF2B5EF4-FFF2-40B4-BE49-F238E27FC236}">
                <a16:creationId xmlns:a16="http://schemas.microsoft.com/office/drawing/2014/main" id="{9231E924-BDFF-4A04-B8A2-E6A5F4378659}"/>
              </a:ext>
            </a:extLst>
          </p:cNvPr>
          <p:cNvSpPr>
            <a:spLocks noGrp="1"/>
          </p:cNvSpPr>
          <p:nvPr>
            <p:ph type="title" hasCustomPrompt="1"/>
          </p:nvPr>
        </p:nvSpPr>
        <p:spPr>
          <a:xfrm>
            <a:off x="800098" y="1028927"/>
            <a:ext cx="4381502" cy="2852738"/>
          </a:xfrm>
          <a:prstGeom prst="rect">
            <a:avLst/>
          </a:prstGeom>
        </p:spPr>
        <p:txBody>
          <a:bodyPr anchor="b" anchorCtr="0"/>
          <a:lstStyle>
            <a:lvl1pPr>
              <a:defRPr kumimoji="0" lang="de-DE" sz="3400" b="1" i="0" u="none" strike="noStrike" kern="1200" cap="all" spc="0" normalizeH="0" baseline="0" dirty="0">
                <a:ln>
                  <a:noFill/>
                </a:ln>
                <a:solidFill>
                  <a:srgbClr val="7F7F7F"/>
                </a:solidFill>
                <a:effectLst/>
                <a:uLnTx/>
                <a:uFillTx/>
                <a:latin typeface="Tahoma" panose="020B0604030504040204" pitchFamily="34" charset="0"/>
                <a:ea typeface="Tahoma" panose="020B0604030504040204" pitchFamily="34" charset="0"/>
                <a:cs typeface="Tahoma" panose="020B0604030504040204" pitchFamily="34" charset="0"/>
              </a:defRPr>
            </a:lvl1pPr>
          </a:lstStyle>
          <a:p>
            <a:r>
              <a:rPr lang="de-DE"/>
              <a:t>Titel</a:t>
            </a:r>
          </a:p>
        </p:txBody>
      </p:sp>
      <p:sp>
        <p:nvSpPr>
          <p:cNvPr id="13" name="Textplatzhalter 2">
            <a:extLst>
              <a:ext uri="{FF2B5EF4-FFF2-40B4-BE49-F238E27FC236}">
                <a16:creationId xmlns:a16="http://schemas.microsoft.com/office/drawing/2014/main" id="{A59844A4-33F5-48F2-A4D4-708DAD736496}"/>
              </a:ext>
            </a:extLst>
          </p:cNvPr>
          <p:cNvSpPr>
            <a:spLocks noGrp="1"/>
          </p:cNvSpPr>
          <p:nvPr>
            <p:ph type="body" sz="quarter" idx="12" hasCustomPrompt="1"/>
          </p:nvPr>
        </p:nvSpPr>
        <p:spPr>
          <a:xfrm>
            <a:off x="800098" y="3897707"/>
            <a:ext cx="4381502" cy="1414462"/>
          </a:xfrm>
          <a:prstGeom prst="rect">
            <a:avLst/>
          </a:prstGeom>
        </p:spPr>
        <p:txBody>
          <a:bodyPr/>
          <a:lstStyle>
            <a:lvl1pPr marL="0" indent="0">
              <a:buNone/>
              <a:defRPr sz="2000">
                <a:solidFill>
                  <a:schemeClr val="tx2"/>
                </a:solidFill>
              </a:defRPr>
            </a:lvl1pPr>
          </a:lstStyle>
          <a:p>
            <a:pPr lvl="0"/>
            <a:r>
              <a:rPr lang="de-DE"/>
              <a:t>Untertitel</a:t>
            </a:r>
          </a:p>
        </p:txBody>
      </p:sp>
      <p:sp>
        <p:nvSpPr>
          <p:cNvPr id="6" name="Textplatzhalter 3">
            <a:extLst>
              <a:ext uri="{FF2B5EF4-FFF2-40B4-BE49-F238E27FC236}">
                <a16:creationId xmlns:a16="http://schemas.microsoft.com/office/drawing/2014/main" id="{7C1D2D12-C8E1-4494-A3C0-6C2ECADA7A05}"/>
              </a:ext>
            </a:extLst>
          </p:cNvPr>
          <p:cNvSpPr>
            <a:spLocks noGrp="1"/>
          </p:cNvSpPr>
          <p:nvPr>
            <p:ph type="body" sz="quarter" idx="13" hasCustomPrompt="1"/>
          </p:nvPr>
        </p:nvSpPr>
        <p:spPr>
          <a:xfrm>
            <a:off x="5987522" y="3015582"/>
            <a:ext cx="2617260" cy="3778250"/>
          </a:xfrm>
          <a:prstGeom prst="rect">
            <a:avLst/>
          </a:prstGeom>
        </p:spPr>
        <p:txBody>
          <a:bodyPr/>
          <a:lstStyle>
            <a:lvl1pPr marL="0" indent="0">
              <a:buNone/>
              <a:defRPr sz="344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1</a:t>
            </a:r>
          </a:p>
        </p:txBody>
      </p:sp>
      <p:pic>
        <p:nvPicPr>
          <p:cNvPr id="7" name="Grafik 6">
            <a:extLst>
              <a:ext uri="{FF2B5EF4-FFF2-40B4-BE49-F238E27FC236}">
                <a16:creationId xmlns:a16="http://schemas.microsoft.com/office/drawing/2014/main" id="{5F70CFAB-CBF3-4804-B677-6B35036ADD8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Tree>
    <p:extLst>
      <p:ext uri="{BB962C8B-B14F-4D97-AF65-F5344CB8AC3E}">
        <p14:creationId xmlns:p14="http://schemas.microsoft.com/office/powerpoint/2010/main" val="1618039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3_Trennerfolie_Bild links">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E60B5D84-2658-4BB5-A451-6A464FE67599}"/>
              </a:ext>
            </a:extLst>
          </p:cNvPr>
          <p:cNvSpPr>
            <a:spLocks noGrp="1"/>
          </p:cNvSpPr>
          <p:nvPr>
            <p:ph type="pic" sz="quarter" idx="10"/>
          </p:nvPr>
        </p:nvSpPr>
        <p:spPr>
          <a:xfrm>
            <a:off x="0" y="0"/>
            <a:ext cx="6096000" cy="6858000"/>
          </a:xfrm>
          <a:prstGeom prst="rect">
            <a:avLst/>
          </a:prstGeom>
        </p:spPr>
        <p:txBody>
          <a:bodyPr/>
          <a:lstStyle/>
          <a:p>
            <a:r>
              <a:rPr lang="de-DE"/>
              <a:t>Bild durch Klicken auf Symbol hinzufügen</a:t>
            </a:r>
          </a:p>
        </p:txBody>
      </p:sp>
      <p:sp>
        <p:nvSpPr>
          <p:cNvPr id="10" name="Titel 1">
            <a:extLst>
              <a:ext uri="{FF2B5EF4-FFF2-40B4-BE49-F238E27FC236}">
                <a16:creationId xmlns:a16="http://schemas.microsoft.com/office/drawing/2014/main" id="{9231E924-BDFF-4A04-B8A2-E6A5F4378659}"/>
              </a:ext>
            </a:extLst>
          </p:cNvPr>
          <p:cNvSpPr>
            <a:spLocks noGrp="1"/>
          </p:cNvSpPr>
          <p:nvPr>
            <p:ph type="title" hasCustomPrompt="1"/>
          </p:nvPr>
        </p:nvSpPr>
        <p:spPr>
          <a:xfrm>
            <a:off x="6972298" y="1028927"/>
            <a:ext cx="4381502" cy="2852738"/>
          </a:xfrm>
          <a:prstGeom prst="rect">
            <a:avLst/>
          </a:prstGeom>
        </p:spPr>
        <p:txBody>
          <a:bodyPr anchor="b" anchorCtr="0"/>
          <a:lstStyle>
            <a:lvl1pPr>
              <a:defRPr kumimoji="0" lang="de-DE" sz="3400" b="1" i="0" u="none" strike="noStrike" kern="1200" cap="all" spc="0" normalizeH="0" baseline="0" dirty="0">
                <a:ln>
                  <a:noFill/>
                </a:ln>
                <a:solidFill>
                  <a:srgbClr val="7F7F7F"/>
                </a:solidFill>
                <a:effectLst/>
                <a:uLnTx/>
                <a:uFillTx/>
                <a:latin typeface="Tahoma" panose="020B0604030504040204" pitchFamily="34" charset="0"/>
                <a:ea typeface="Tahoma" panose="020B0604030504040204" pitchFamily="34" charset="0"/>
                <a:cs typeface="Tahoma" panose="020B0604030504040204" pitchFamily="34" charset="0"/>
              </a:defRPr>
            </a:lvl1pPr>
          </a:lstStyle>
          <a:p>
            <a:r>
              <a:rPr lang="de-DE"/>
              <a:t>Titel</a:t>
            </a:r>
          </a:p>
        </p:txBody>
      </p:sp>
      <p:sp>
        <p:nvSpPr>
          <p:cNvPr id="6" name="Textplatzhalter 2">
            <a:extLst>
              <a:ext uri="{FF2B5EF4-FFF2-40B4-BE49-F238E27FC236}">
                <a16:creationId xmlns:a16="http://schemas.microsoft.com/office/drawing/2014/main" id="{BC60DF1F-E429-4DD8-8B14-1A03D8DFE9FE}"/>
              </a:ext>
            </a:extLst>
          </p:cNvPr>
          <p:cNvSpPr>
            <a:spLocks noGrp="1"/>
          </p:cNvSpPr>
          <p:nvPr>
            <p:ph type="body" sz="quarter" idx="12" hasCustomPrompt="1"/>
          </p:nvPr>
        </p:nvSpPr>
        <p:spPr>
          <a:xfrm>
            <a:off x="6972298" y="3897707"/>
            <a:ext cx="4381502" cy="1414462"/>
          </a:xfrm>
          <a:prstGeom prst="rect">
            <a:avLst/>
          </a:prstGeom>
        </p:spPr>
        <p:txBody>
          <a:bodyPr/>
          <a:lstStyle>
            <a:lvl1pPr marL="0" indent="0">
              <a:buNone/>
              <a:defRPr sz="2000">
                <a:solidFill>
                  <a:schemeClr val="tx2"/>
                </a:solidFill>
              </a:defRPr>
            </a:lvl1pPr>
          </a:lstStyle>
          <a:p>
            <a:pPr lvl="0"/>
            <a:r>
              <a:rPr lang="de-DE"/>
              <a:t>Untertitel</a:t>
            </a:r>
          </a:p>
        </p:txBody>
      </p:sp>
      <p:sp>
        <p:nvSpPr>
          <p:cNvPr id="7" name="Textplatzhalter 3">
            <a:extLst>
              <a:ext uri="{FF2B5EF4-FFF2-40B4-BE49-F238E27FC236}">
                <a16:creationId xmlns:a16="http://schemas.microsoft.com/office/drawing/2014/main" id="{CB6A3F4C-645A-4D87-9EC1-FCEE4244770D}"/>
              </a:ext>
            </a:extLst>
          </p:cNvPr>
          <p:cNvSpPr>
            <a:spLocks noGrp="1"/>
          </p:cNvSpPr>
          <p:nvPr>
            <p:ph type="body" sz="quarter" idx="13" hasCustomPrompt="1"/>
          </p:nvPr>
        </p:nvSpPr>
        <p:spPr>
          <a:xfrm>
            <a:off x="3609722" y="3015582"/>
            <a:ext cx="2617260" cy="3778250"/>
          </a:xfrm>
          <a:prstGeom prst="rect">
            <a:avLst/>
          </a:prstGeom>
        </p:spPr>
        <p:txBody>
          <a:bodyPr/>
          <a:lstStyle>
            <a:lvl1pPr marL="0" indent="0">
              <a:buNone/>
              <a:defRPr sz="344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1</a:t>
            </a:r>
          </a:p>
        </p:txBody>
      </p:sp>
      <p:pic>
        <p:nvPicPr>
          <p:cNvPr id="8" name="Grafik 7">
            <a:extLst>
              <a:ext uri="{FF2B5EF4-FFF2-40B4-BE49-F238E27FC236}">
                <a16:creationId xmlns:a16="http://schemas.microsoft.com/office/drawing/2014/main" id="{46C690FE-9397-4FF7-A416-52E28BE3D90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Tree>
    <p:extLst>
      <p:ext uri="{BB962C8B-B14F-4D97-AF65-F5344CB8AC3E}">
        <p14:creationId xmlns:p14="http://schemas.microsoft.com/office/powerpoint/2010/main" val="714152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4_Titel und Inhalt">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09E15ACD-B244-4BE0-BFDC-448BAA07D63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
        <p:nvSpPr>
          <p:cNvPr id="7" name="Rechteck 6">
            <a:extLst>
              <a:ext uri="{FF2B5EF4-FFF2-40B4-BE49-F238E27FC236}">
                <a16:creationId xmlns:a16="http://schemas.microsoft.com/office/drawing/2014/main" id="{6849CFFA-5CBC-42EE-9B15-C31225E6EBE8}"/>
              </a:ext>
            </a:extLst>
          </p:cNvPr>
          <p:cNvSpPr/>
          <p:nvPr userDrawn="1"/>
        </p:nvSpPr>
        <p:spPr>
          <a:xfrm>
            <a:off x="839597" y="6475939"/>
            <a:ext cx="4975736"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Bundesverband Deutscher Studentischer Unternehmensberatungen e.V.</a:t>
            </a:r>
            <a:r>
              <a:rPr kumimoji="0" lang="de-DE" sz="1100" b="1"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 </a:t>
            </a:r>
            <a:endPar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endParaRPr>
          </a:p>
        </p:txBody>
      </p:sp>
      <p:sp>
        <p:nvSpPr>
          <p:cNvPr id="8" name="Rechteck 7">
            <a:extLst>
              <a:ext uri="{FF2B5EF4-FFF2-40B4-BE49-F238E27FC236}">
                <a16:creationId xmlns:a16="http://schemas.microsoft.com/office/drawing/2014/main" id="{9BD9DC50-2791-4323-9539-64D45447EEFB}"/>
              </a:ext>
            </a:extLst>
          </p:cNvPr>
          <p:cNvSpPr/>
          <p:nvPr userDrawn="1"/>
        </p:nvSpPr>
        <p:spPr>
          <a:xfrm>
            <a:off x="11688190" y="6502178"/>
            <a:ext cx="368963" cy="196844"/>
          </a:xfrm>
          <a:prstGeom prst="rect">
            <a:avLst/>
          </a:prstGeom>
          <a:solidFill>
            <a:srgbClr val="84B93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F932E8DC-0E3F-4F41-8083-096A035A8998}" type="slidenum">
              <a:rPr lang="de-DE" sz="1400" smtClean="0"/>
              <a:t>‹Nr.›</a:t>
            </a:fld>
            <a:endParaRPr lang="de-DE" sz="1400" dirty="0"/>
          </a:p>
        </p:txBody>
      </p:sp>
      <p:sp>
        <p:nvSpPr>
          <p:cNvPr id="24" name="Inhaltsplatzhalter 23">
            <a:extLst>
              <a:ext uri="{FF2B5EF4-FFF2-40B4-BE49-F238E27FC236}">
                <a16:creationId xmlns:a16="http://schemas.microsoft.com/office/drawing/2014/main" id="{931FEC3A-04EF-4605-8D96-4F9E5F9E3B01}"/>
              </a:ext>
            </a:extLst>
          </p:cNvPr>
          <p:cNvSpPr>
            <a:spLocks noGrp="1"/>
          </p:cNvSpPr>
          <p:nvPr>
            <p:ph sz="quarter" idx="13"/>
          </p:nvPr>
        </p:nvSpPr>
        <p:spPr>
          <a:xfrm>
            <a:off x="402261" y="1648680"/>
            <a:ext cx="11387475" cy="4592632"/>
          </a:xfrm>
          <a:prstGeom prst="rect">
            <a:avLst/>
          </a:prstGeom>
        </p:spPr>
        <p:txBody>
          <a:bodyPr/>
          <a:lstStyle>
            <a:lvl1pPr marL="228600" indent="-228600">
              <a:buFont typeface="Wingdings" panose="05000000000000000000" pitchFamily="2" charset="2"/>
              <a:buChar char="§"/>
              <a:defRPr sz="1800"/>
            </a:lvl1pPr>
            <a:lvl2pPr marL="685800" indent="-228600">
              <a:buFont typeface="Symbol" panose="05050102010706020507" pitchFamily="18" charset="2"/>
              <a:buChar char="-"/>
              <a:defRPr sz="1800"/>
            </a:lvl2pPr>
            <a:lvl3pPr marL="1143000" indent="-228600">
              <a:buFont typeface="Arial" panose="020B0604020202020204" pitchFamily="34" charset="0"/>
              <a:buChar char="•"/>
              <a:defRPr sz="1800"/>
            </a:lvl3pPr>
            <a:lvl4pPr marL="1600200" indent="-228600">
              <a:buFont typeface="Wingdings" panose="05000000000000000000" pitchFamily="2" charset="2"/>
              <a:buChar char="§"/>
              <a:defRPr sz="1800"/>
            </a:lvl4pPr>
            <a:lvl5pPr marL="2171700" indent="-342900">
              <a:buFont typeface="Symbol" panose="05050102010706020507" pitchFamily="18" charset="2"/>
              <a:buChar cha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28">
            <a:extLst>
              <a:ext uri="{FF2B5EF4-FFF2-40B4-BE49-F238E27FC236}">
                <a16:creationId xmlns:a16="http://schemas.microsoft.com/office/drawing/2014/main" id="{C07F9ED2-B7C6-4F9A-86BB-9F088943AC13}"/>
              </a:ext>
            </a:extLst>
          </p:cNvPr>
          <p:cNvSpPr>
            <a:spLocks noGrp="1"/>
          </p:cNvSpPr>
          <p:nvPr>
            <p:ph type="body" sz="quarter" idx="15" hasCustomPrompt="1"/>
          </p:nvPr>
        </p:nvSpPr>
        <p:spPr>
          <a:xfrm>
            <a:off x="401011" y="1020958"/>
            <a:ext cx="11388725" cy="406783"/>
          </a:xfrm>
          <a:prstGeom prst="rect">
            <a:avLst/>
          </a:prstGeom>
        </p:spPr>
        <p:txBody>
          <a:bodyPr>
            <a:noAutofit/>
          </a:bodyPr>
          <a:lstStyle>
            <a:lvl1pPr marL="0" indent="0">
              <a:buNone/>
              <a:defRPr kumimoji="0" lang="de-DE" sz="2200" b="0" i="0" u="none" strike="noStrike" kern="1200" cap="none" spc="0" normalizeH="0" baseline="0" dirty="0">
                <a:ln>
                  <a:noFill/>
                </a:ln>
                <a:solidFill>
                  <a:schemeClr val="tx2"/>
                </a:solidFill>
                <a:effectLst/>
                <a:uLnTx/>
                <a:uFillTx/>
                <a:latin typeface="Tahoma" pitchFamily="34" charset="0"/>
                <a:ea typeface="Tahoma" pitchFamily="34" charset="0"/>
                <a:cs typeface="Tahoma" pitchFamily="34" charset="0"/>
              </a:defRPr>
            </a:lvl1pPr>
          </a:lstStyle>
          <a:p>
            <a:pPr lvl="0"/>
            <a:r>
              <a:rPr lang="de-DE"/>
              <a:t>Action Title</a:t>
            </a:r>
          </a:p>
        </p:txBody>
      </p:sp>
      <p:sp>
        <p:nvSpPr>
          <p:cNvPr id="5" name="Titel 4">
            <a:extLst>
              <a:ext uri="{FF2B5EF4-FFF2-40B4-BE49-F238E27FC236}">
                <a16:creationId xmlns:a16="http://schemas.microsoft.com/office/drawing/2014/main" id="{71C6D928-4684-45EA-932D-ABA27BA7E34B}"/>
              </a:ext>
            </a:extLst>
          </p:cNvPr>
          <p:cNvSpPr>
            <a:spLocks noGrp="1"/>
          </p:cNvSpPr>
          <p:nvPr>
            <p:ph type="title" hasCustomPrompt="1"/>
          </p:nvPr>
        </p:nvSpPr>
        <p:spPr>
          <a:xfrm>
            <a:off x="401011" y="446567"/>
            <a:ext cx="11388725" cy="574391"/>
          </a:xfrm>
          <a:prstGeom prst="rect">
            <a:avLst/>
          </a:prstGeom>
        </p:spPr>
        <p:txBody>
          <a:bodyPr/>
          <a:lstStyle>
            <a:lvl1pPr>
              <a:defRPr sz="3400" b="1">
                <a:latin typeface="+mj-lt"/>
              </a:defRPr>
            </a:lvl1pPr>
          </a:lstStyle>
          <a:p>
            <a:r>
              <a:rPr lang="de-DE"/>
              <a:t>MASTERTITELFORMAT BEARBEITEN</a:t>
            </a:r>
          </a:p>
        </p:txBody>
      </p:sp>
      <p:sp>
        <p:nvSpPr>
          <p:cNvPr id="13" name="Datumsplatzhalter 12">
            <a:extLst>
              <a:ext uri="{FF2B5EF4-FFF2-40B4-BE49-F238E27FC236}">
                <a16:creationId xmlns:a16="http://schemas.microsoft.com/office/drawing/2014/main" id="{A1322357-7EC3-46C8-96FE-D46807877B76}"/>
              </a:ext>
            </a:extLst>
          </p:cNvPr>
          <p:cNvSpPr>
            <a:spLocks noGrp="1"/>
          </p:cNvSpPr>
          <p:nvPr>
            <p:ph type="dt" sz="half" idx="10"/>
          </p:nvPr>
        </p:nvSpPr>
        <p:spPr>
          <a:xfrm>
            <a:off x="8837760" y="6475939"/>
            <a:ext cx="2743200" cy="261608"/>
          </a:xfrm>
          <a:prstGeom prst="rect">
            <a:avLst/>
          </a:prstGeom>
        </p:spPr>
        <p:txBody>
          <a:bodyPr/>
          <a:lstStyle>
            <a:lvl1pPr algn="r">
              <a:defRPr sz="1100">
                <a:solidFill>
                  <a:schemeClr val="tx1">
                    <a:lumMod val="60000"/>
                    <a:lumOff val="40000"/>
                  </a:schemeClr>
                </a:solidFill>
                <a:latin typeface="Tahoma" panose="020B0604030504040204" pitchFamily="34" charset="0"/>
                <a:ea typeface="Tahoma" panose="020B0604030504040204" pitchFamily="34" charset="0"/>
                <a:cs typeface="Tahoma" panose="020B0604030504040204" pitchFamily="34" charset="0"/>
              </a:defRPr>
            </a:lvl1pPr>
          </a:lstStyle>
          <a:p>
            <a:fld id="{95A1A114-EC4E-4D6F-80AF-E9C9AF70EA82}" type="datetime1">
              <a:rPr lang="de-DE" smtClean="0"/>
              <a:pPr/>
              <a:t>05.12.22</a:t>
            </a:fld>
            <a:endParaRPr lang="de-DE"/>
          </a:p>
        </p:txBody>
      </p:sp>
    </p:spTree>
    <p:extLst>
      <p:ext uri="{BB962C8B-B14F-4D97-AF65-F5344CB8AC3E}">
        <p14:creationId xmlns:p14="http://schemas.microsoft.com/office/powerpoint/2010/main" val="1169136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4_Titel und Inhalt_Gebäude Ecke">
    <p:spTree>
      <p:nvGrpSpPr>
        <p:cNvPr id="1" name=""/>
        <p:cNvGrpSpPr/>
        <p:nvPr/>
      </p:nvGrpSpPr>
      <p:grpSpPr>
        <a:xfrm>
          <a:off x="0" y="0"/>
          <a:ext cx="0" cy="0"/>
          <a:chOff x="0" y="0"/>
          <a:chExt cx="0" cy="0"/>
        </a:xfrm>
      </p:grpSpPr>
      <p:pic>
        <p:nvPicPr>
          <p:cNvPr id="3" name="Grafik 2" descr="Ein Bild, das Gebäude, Uhr, Stadt, groß enthält.&#10;&#10;Automatisch generierte Beschreibung">
            <a:extLst>
              <a:ext uri="{FF2B5EF4-FFF2-40B4-BE49-F238E27FC236}">
                <a16:creationId xmlns:a16="http://schemas.microsoft.com/office/drawing/2014/main" id="{D949E22B-A9C6-4C60-81A5-1BCE6D1AF9B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Rechteck 3">
            <a:extLst>
              <a:ext uri="{FF2B5EF4-FFF2-40B4-BE49-F238E27FC236}">
                <a16:creationId xmlns:a16="http://schemas.microsoft.com/office/drawing/2014/main" id="{0E5371EF-0A10-4881-AAA6-4A9244AD8E20}"/>
              </a:ext>
            </a:extLst>
          </p:cNvPr>
          <p:cNvSpPr/>
          <p:nvPr userDrawn="1"/>
        </p:nvSpPr>
        <p:spPr>
          <a:xfrm>
            <a:off x="0" y="0"/>
            <a:ext cx="12192000" cy="6858000"/>
          </a:xfrm>
          <a:prstGeom prst="rect">
            <a:avLst/>
          </a:prstGeom>
          <a:solidFill>
            <a:schemeClr val="bg1">
              <a:alpha val="90000"/>
            </a:schemeClr>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pic>
        <p:nvPicPr>
          <p:cNvPr id="6" name="Grafik 5">
            <a:extLst>
              <a:ext uri="{FF2B5EF4-FFF2-40B4-BE49-F238E27FC236}">
                <a16:creationId xmlns:a16="http://schemas.microsoft.com/office/drawing/2014/main" id="{09E15ACD-B244-4BE0-BFDC-448BAA07D637}"/>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
        <p:nvSpPr>
          <p:cNvPr id="7" name="Rechteck 6">
            <a:extLst>
              <a:ext uri="{FF2B5EF4-FFF2-40B4-BE49-F238E27FC236}">
                <a16:creationId xmlns:a16="http://schemas.microsoft.com/office/drawing/2014/main" id="{6849CFFA-5CBC-42EE-9B15-C31225E6EBE8}"/>
              </a:ext>
            </a:extLst>
          </p:cNvPr>
          <p:cNvSpPr/>
          <p:nvPr userDrawn="1"/>
        </p:nvSpPr>
        <p:spPr>
          <a:xfrm>
            <a:off x="839597" y="6475939"/>
            <a:ext cx="4975736"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Bundesverband Deutscher Studentischer Unternehmensberatungen e.V.</a:t>
            </a:r>
            <a:r>
              <a:rPr kumimoji="0" lang="de-DE" sz="1100" b="1"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 </a:t>
            </a:r>
            <a:endPar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endParaRPr>
          </a:p>
        </p:txBody>
      </p:sp>
      <p:sp>
        <p:nvSpPr>
          <p:cNvPr id="24" name="Inhaltsplatzhalter 23">
            <a:extLst>
              <a:ext uri="{FF2B5EF4-FFF2-40B4-BE49-F238E27FC236}">
                <a16:creationId xmlns:a16="http://schemas.microsoft.com/office/drawing/2014/main" id="{931FEC3A-04EF-4605-8D96-4F9E5F9E3B01}"/>
              </a:ext>
            </a:extLst>
          </p:cNvPr>
          <p:cNvSpPr>
            <a:spLocks noGrp="1"/>
          </p:cNvSpPr>
          <p:nvPr>
            <p:ph sz="quarter" idx="13"/>
          </p:nvPr>
        </p:nvSpPr>
        <p:spPr>
          <a:xfrm>
            <a:off x="402261" y="1648680"/>
            <a:ext cx="11387475" cy="4592632"/>
          </a:xfrm>
          <a:prstGeom prst="rect">
            <a:avLst/>
          </a:prstGeom>
        </p:spPr>
        <p:txBody>
          <a:bodyPr/>
          <a:lstStyle>
            <a:lvl1pPr marL="228600" indent="-228600">
              <a:buFont typeface="Wingdings" panose="05000000000000000000" pitchFamily="2" charset="2"/>
              <a:buChar char="§"/>
              <a:defRPr sz="1800"/>
            </a:lvl1pPr>
            <a:lvl2pPr marL="685800" indent="-228600">
              <a:buFont typeface="Symbol" panose="05050102010706020507" pitchFamily="18" charset="2"/>
              <a:buChar char="-"/>
              <a:defRPr sz="1800"/>
            </a:lvl2pPr>
            <a:lvl3pPr marL="1143000" indent="-228600">
              <a:buFont typeface="Arial" panose="020B0604020202020204" pitchFamily="34" charset="0"/>
              <a:buChar char="•"/>
              <a:defRPr sz="1800"/>
            </a:lvl3pPr>
            <a:lvl4pPr marL="1600200" indent="-228600">
              <a:buFont typeface="Wingdings" panose="05000000000000000000" pitchFamily="2" charset="2"/>
              <a:buChar char="§"/>
              <a:defRPr sz="1800"/>
            </a:lvl4pPr>
            <a:lvl5pPr marL="2171700" indent="-342900">
              <a:buFont typeface="Symbol" panose="05050102010706020507" pitchFamily="18" charset="2"/>
              <a:buChar cha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28">
            <a:extLst>
              <a:ext uri="{FF2B5EF4-FFF2-40B4-BE49-F238E27FC236}">
                <a16:creationId xmlns:a16="http://schemas.microsoft.com/office/drawing/2014/main" id="{C07F9ED2-B7C6-4F9A-86BB-9F088943AC13}"/>
              </a:ext>
            </a:extLst>
          </p:cNvPr>
          <p:cNvSpPr>
            <a:spLocks noGrp="1"/>
          </p:cNvSpPr>
          <p:nvPr>
            <p:ph type="body" sz="quarter" idx="15" hasCustomPrompt="1"/>
          </p:nvPr>
        </p:nvSpPr>
        <p:spPr>
          <a:xfrm>
            <a:off x="401011" y="1020958"/>
            <a:ext cx="11388725" cy="406783"/>
          </a:xfrm>
          <a:prstGeom prst="rect">
            <a:avLst/>
          </a:prstGeom>
        </p:spPr>
        <p:txBody>
          <a:bodyPr>
            <a:noAutofit/>
          </a:bodyPr>
          <a:lstStyle>
            <a:lvl1pPr marL="0" indent="0">
              <a:buNone/>
              <a:defRPr kumimoji="0" lang="de-DE" sz="2200" b="0" i="0" u="none" strike="noStrike" kern="1200" cap="none" spc="0" normalizeH="0" baseline="0" dirty="0">
                <a:ln>
                  <a:noFill/>
                </a:ln>
                <a:solidFill>
                  <a:schemeClr val="tx2"/>
                </a:solidFill>
                <a:effectLst/>
                <a:uLnTx/>
                <a:uFillTx/>
                <a:latin typeface="Tahoma" pitchFamily="34" charset="0"/>
                <a:ea typeface="Tahoma" pitchFamily="34" charset="0"/>
                <a:cs typeface="Tahoma" pitchFamily="34" charset="0"/>
              </a:defRPr>
            </a:lvl1pPr>
          </a:lstStyle>
          <a:p>
            <a:pPr lvl="0"/>
            <a:r>
              <a:rPr lang="de-DE"/>
              <a:t>Action Title</a:t>
            </a:r>
          </a:p>
        </p:txBody>
      </p:sp>
      <p:sp>
        <p:nvSpPr>
          <p:cNvPr id="5" name="Titel 4">
            <a:extLst>
              <a:ext uri="{FF2B5EF4-FFF2-40B4-BE49-F238E27FC236}">
                <a16:creationId xmlns:a16="http://schemas.microsoft.com/office/drawing/2014/main" id="{71C6D928-4684-45EA-932D-ABA27BA7E34B}"/>
              </a:ext>
            </a:extLst>
          </p:cNvPr>
          <p:cNvSpPr>
            <a:spLocks noGrp="1"/>
          </p:cNvSpPr>
          <p:nvPr>
            <p:ph type="title" hasCustomPrompt="1"/>
          </p:nvPr>
        </p:nvSpPr>
        <p:spPr>
          <a:xfrm>
            <a:off x="401011" y="446567"/>
            <a:ext cx="11388725" cy="574391"/>
          </a:xfrm>
          <a:prstGeom prst="rect">
            <a:avLst/>
          </a:prstGeom>
        </p:spPr>
        <p:txBody>
          <a:bodyPr/>
          <a:lstStyle>
            <a:lvl1pPr>
              <a:defRPr sz="3400" b="1">
                <a:latin typeface="+mj-lt"/>
              </a:defRPr>
            </a:lvl1pPr>
          </a:lstStyle>
          <a:p>
            <a:r>
              <a:rPr lang="de-DE"/>
              <a:t>MASTERTITELFORMAT BEARBEITEN</a:t>
            </a:r>
          </a:p>
        </p:txBody>
      </p:sp>
      <p:sp>
        <p:nvSpPr>
          <p:cNvPr id="12" name="Rechteck 7">
            <a:extLst>
              <a:ext uri="{FF2B5EF4-FFF2-40B4-BE49-F238E27FC236}">
                <a16:creationId xmlns:a16="http://schemas.microsoft.com/office/drawing/2014/main" id="{3722199A-DFD6-A14A-96A8-101CEF7D75D8}"/>
              </a:ext>
            </a:extLst>
          </p:cNvPr>
          <p:cNvSpPr/>
          <p:nvPr userDrawn="1"/>
        </p:nvSpPr>
        <p:spPr>
          <a:xfrm>
            <a:off x="11688190" y="6502178"/>
            <a:ext cx="368963" cy="196844"/>
          </a:xfrm>
          <a:prstGeom prst="rect">
            <a:avLst/>
          </a:prstGeom>
          <a:solidFill>
            <a:srgbClr val="84B93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F932E8DC-0E3F-4F41-8083-096A035A8998}" type="slidenum">
              <a:rPr lang="de-DE" sz="1400" smtClean="0"/>
              <a:t>‹Nr.›</a:t>
            </a:fld>
            <a:endParaRPr lang="de-DE" sz="1400" dirty="0"/>
          </a:p>
        </p:txBody>
      </p:sp>
      <p:sp>
        <p:nvSpPr>
          <p:cNvPr id="13" name="Datumsplatzhalter 12">
            <a:extLst>
              <a:ext uri="{FF2B5EF4-FFF2-40B4-BE49-F238E27FC236}">
                <a16:creationId xmlns:a16="http://schemas.microsoft.com/office/drawing/2014/main" id="{A1322357-7EC3-46C8-96FE-D46807877B76}"/>
              </a:ext>
            </a:extLst>
          </p:cNvPr>
          <p:cNvSpPr>
            <a:spLocks noGrp="1"/>
          </p:cNvSpPr>
          <p:nvPr>
            <p:ph type="dt" sz="half" idx="10"/>
          </p:nvPr>
        </p:nvSpPr>
        <p:spPr>
          <a:xfrm>
            <a:off x="8837760" y="6475939"/>
            <a:ext cx="2743200" cy="261608"/>
          </a:xfrm>
          <a:prstGeom prst="rect">
            <a:avLst/>
          </a:prstGeom>
        </p:spPr>
        <p:txBody>
          <a:bodyPr/>
          <a:lstStyle>
            <a:lvl1pPr algn="r">
              <a:defRPr sz="1100">
                <a:solidFill>
                  <a:schemeClr val="tx1">
                    <a:lumMod val="60000"/>
                    <a:lumOff val="40000"/>
                  </a:schemeClr>
                </a:solidFill>
                <a:latin typeface="Tahoma" panose="020B0604030504040204" pitchFamily="34" charset="0"/>
                <a:ea typeface="Tahoma" panose="020B0604030504040204" pitchFamily="34" charset="0"/>
                <a:cs typeface="Tahoma" panose="020B0604030504040204" pitchFamily="34" charset="0"/>
              </a:defRPr>
            </a:lvl1pPr>
          </a:lstStyle>
          <a:p>
            <a:fld id="{95A1A114-EC4E-4D6F-80AF-E9C9AF70EA82}" type="datetime1">
              <a:rPr lang="de-DE" smtClean="0"/>
              <a:pPr/>
              <a:t>05.12.22</a:t>
            </a:fld>
            <a:endParaRPr lang="de-DE"/>
          </a:p>
        </p:txBody>
      </p:sp>
    </p:spTree>
    <p:extLst>
      <p:ext uri="{BB962C8B-B14F-4D97-AF65-F5344CB8AC3E}">
        <p14:creationId xmlns:p14="http://schemas.microsoft.com/office/powerpoint/2010/main" val="2201477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4_Titel und Inhalt_Gebäude gerade">
    <p:spTree>
      <p:nvGrpSpPr>
        <p:cNvPr id="1" name=""/>
        <p:cNvGrpSpPr/>
        <p:nvPr/>
      </p:nvGrpSpPr>
      <p:grpSpPr>
        <a:xfrm>
          <a:off x="0" y="0"/>
          <a:ext cx="0" cy="0"/>
          <a:chOff x="0" y="0"/>
          <a:chExt cx="0" cy="0"/>
        </a:xfrm>
      </p:grpSpPr>
      <p:pic>
        <p:nvPicPr>
          <p:cNvPr id="17" name="Grafik 16" descr="Ein Bild, das draußen, Zug, Wolken, Gebäude enthält.&#10;&#10;Automatisch generierte Beschreibung">
            <a:extLst>
              <a:ext uri="{FF2B5EF4-FFF2-40B4-BE49-F238E27FC236}">
                <a16:creationId xmlns:a16="http://schemas.microsoft.com/office/drawing/2014/main" id="{A8436AD3-D7C2-4577-9F0D-C7D8DE4D43AA}"/>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Rechteck 3">
            <a:extLst>
              <a:ext uri="{FF2B5EF4-FFF2-40B4-BE49-F238E27FC236}">
                <a16:creationId xmlns:a16="http://schemas.microsoft.com/office/drawing/2014/main" id="{0E5371EF-0A10-4881-AAA6-4A9244AD8E20}"/>
              </a:ext>
            </a:extLst>
          </p:cNvPr>
          <p:cNvSpPr/>
          <p:nvPr userDrawn="1"/>
        </p:nvSpPr>
        <p:spPr>
          <a:xfrm>
            <a:off x="-627" y="0"/>
            <a:ext cx="12192000" cy="6858000"/>
          </a:xfrm>
          <a:prstGeom prst="rect">
            <a:avLst/>
          </a:prstGeom>
          <a:solidFill>
            <a:schemeClr val="bg1">
              <a:alpha val="90000"/>
            </a:schemeClr>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dirty="0"/>
          </a:p>
        </p:txBody>
      </p:sp>
      <p:pic>
        <p:nvPicPr>
          <p:cNvPr id="6" name="Grafik 5">
            <a:extLst>
              <a:ext uri="{FF2B5EF4-FFF2-40B4-BE49-F238E27FC236}">
                <a16:creationId xmlns:a16="http://schemas.microsoft.com/office/drawing/2014/main" id="{09E15ACD-B244-4BE0-BFDC-448BAA07D637}"/>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
        <p:nvSpPr>
          <p:cNvPr id="7" name="Rechteck 6">
            <a:extLst>
              <a:ext uri="{FF2B5EF4-FFF2-40B4-BE49-F238E27FC236}">
                <a16:creationId xmlns:a16="http://schemas.microsoft.com/office/drawing/2014/main" id="{6849CFFA-5CBC-42EE-9B15-C31225E6EBE8}"/>
              </a:ext>
            </a:extLst>
          </p:cNvPr>
          <p:cNvSpPr/>
          <p:nvPr userDrawn="1"/>
        </p:nvSpPr>
        <p:spPr>
          <a:xfrm>
            <a:off x="839597" y="6475939"/>
            <a:ext cx="4975736"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Bundesverband Deutscher Studentischer Unternehmensberatungen e.V.</a:t>
            </a:r>
            <a:r>
              <a:rPr kumimoji="0" lang="de-DE" sz="1100" b="1"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 </a:t>
            </a:r>
            <a:endPar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endParaRPr>
          </a:p>
        </p:txBody>
      </p:sp>
      <p:sp>
        <p:nvSpPr>
          <p:cNvPr id="13" name="Datumsplatzhalter 12">
            <a:extLst>
              <a:ext uri="{FF2B5EF4-FFF2-40B4-BE49-F238E27FC236}">
                <a16:creationId xmlns:a16="http://schemas.microsoft.com/office/drawing/2014/main" id="{A1322357-7EC3-46C8-96FE-D46807877B76}"/>
              </a:ext>
            </a:extLst>
          </p:cNvPr>
          <p:cNvSpPr>
            <a:spLocks noGrp="1"/>
          </p:cNvSpPr>
          <p:nvPr>
            <p:ph type="dt" sz="half" idx="10"/>
          </p:nvPr>
        </p:nvSpPr>
        <p:spPr>
          <a:xfrm>
            <a:off x="8837760" y="6475939"/>
            <a:ext cx="2743200" cy="261608"/>
          </a:xfrm>
          <a:prstGeom prst="rect">
            <a:avLst/>
          </a:prstGeom>
        </p:spPr>
        <p:txBody>
          <a:bodyPr/>
          <a:lstStyle>
            <a:lvl1pPr algn="r">
              <a:defRPr sz="1100">
                <a:solidFill>
                  <a:schemeClr val="tx1">
                    <a:lumMod val="60000"/>
                    <a:lumOff val="40000"/>
                  </a:schemeClr>
                </a:solidFill>
                <a:latin typeface="Tahoma" panose="020B0604030504040204" pitchFamily="34" charset="0"/>
                <a:ea typeface="Tahoma" panose="020B0604030504040204" pitchFamily="34" charset="0"/>
                <a:cs typeface="Tahoma" panose="020B0604030504040204" pitchFamily="34" charset="0"/>
              </a:defRPr>
            </a:lvl1pPr>
          </a:lstStyle>
          <a:p>
            <a:fld id="{95A1A114-EC4E-4D6F-80AF-E9C9AF70EA82}" type="datetime1">
              <a:rPr lang="de-DE" smtClean="0"/>
              <a:pPr/>
              <a:t>05.12.22</a:t>
            </a:fld>
            <a:endParaRPr lang="de-DE"/>
          </a:p>
        </p:txBody>
      </p:sp>
      <p:sp>
        <p:nvSpPr>
          <p:cNvPr id="24" name="Inhaltsplatzhalter 23">
            <a:extLst>
              <a:ext uri="{FF2B5EF4-FFF2-40B4-BE49-F238E27FC236}">
                <a16:creationId xmlns:a16="http://schemas.microsoft.com/office/drawing/2014/main" id="{931FEC3A-04EF-4605-8D96-4F9E5F9E3B01}"/>
              </a:ext>
            </a:extLst>
          </p:cNvPr>
          <p:cNvSpPr>
            <a:spLocks noGrp="1"/>
          </p:cNvSpPr>
          <p:nvPr>
            <p:ph sz="quarter" idx="13"/>
          </p:nvPr>
        </p:nvSpPr>
        <p:spPr>
          <a:xfrm>
            <a:off x="402261" y="1648680"/>
            <a:ext cx="11387475" cy="4592632"/>
          </a:xfrm>
          <a:prstGeom prst="rect">
            <a:avLst/>
          </a:prstGeom>
        </p:spPr>
        <p:txBody>
          <a:bodyPr/>
          <a:lstStyle>
            <a:lvl1pPr marL="228600" indent="-228600">
              <a:buFont typeface="Wingdings" panose="05000000000000000000" pitchFamily="2" charset="2"/>
              <a:buChar char="§"/>
              <a:defRPr sz="1800"/>
            </a:lvl1pPr>
            <a:lvl2pPr marL="685800" indent="-228600">
              <a:buFont typeface="Symbol" panose="05050102010706020507" pitchFamily="18" charset="2"/>
              <a:buChar char="-"/>
              <a:defRPr sz="1800"/>
            </a:lvl2pPr>
            <a:lvl3pPr marL="1143000" indent="-228600">
              <a:buFont typeface="Arial" panose="020B0604020202020204" pitchFamily="34" charset="0"/>
              <a:buChar char="•"/>
              <a:defRPr sz="1800"/>
            </a:lvl3pPr>
            <a:lvl4pPr marL="1600200" indent="-228600">
              <a:buFont typeface="Wingdings" panose="05000000000000000000" pitchFamily="2" charset="2"/>
              <a:buChar char="§"/>
              <a:defRPr sz="1800"/>
            </a:lvl4pPr>
            <a:lvl5pPr marL="2171700" indent="-342900">
              <a:buFont typeface="Symbol" panose="05050102010706020507" pitchFamily="18" charset="2"/>
              <a:buChar cha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28">
            <a:extLst>
              <a:ext uri="{FF2B5EF4-FFF2-40B4-BE49-F238E27FC236}">
                <a16:creationId xmlns:a16="http://schemas.microsoft.com/office/drawing/2014/main" id="{C07F9ED2-B7C6-4F9A-86BB-9F088943AC13}"/>
              </a:ext>
            </a:extLst>
          </p:cNvPr>
          <p:cNvSpPr>
            <a:spLocks noGrp="1"/>
          </p:cNvSpPr>
          <p:nvPr>
            <p:ph type="body" sz="quarter" idx="15" hasCustomPrompt="1"/>
          </p:nvPr>
        </p:nvSpPr>
        <p:spPr>
          <a:xfrm>
            <a:off x="401011" y="1020958"/>
            <a:ext cx="11388725" cy="406783"/>
          </a:xfrm>
          <a:prstGeom prst="rect">
            <a:avLst/>
          </a:prstGeom>
        </p:spPr>
        <p:txBody>
          <a:bodyPr>
            <a:noAutofit/>
          </a:bodyPr>
          <a:lstStyle>
            <a:lvl1pPr marL="0" indent="0">
              <a:buNone/>
              <a:defRPr kumimoji="0" lang="de-DE" sz="2200" b="0" i="0" u="none" strike="noStrike" kern="1200" cap="none" spc="0" normalizeH="0" baseline="0" dirty="0">
                <a:ln>
                  <a:noFill/>
                </a:ln>
                <a:solidFill>
                  <a:schemeClr val="tx2"/>
                </a:solidFill>
                <a:effectLst/>
                <a:uLnTx/>
                <a:uFillTx/>
                <a:latin typeface="Tahoma" pitchFamily="34" charset="0"/>
                <a:ea typeface="Tahoma" pitchFamily="34" charset="0"/>
                <a:cs typeface="Tahoma" pitchFamily="34" charset="0"/>
              </a:defRPr>
            </a:lvl1pPr>
          </a:lstStyle>
          <a:p>
            <a:pPr lvl="0"/>
            <a:r>
              <a:rPr lang="de-DE"/>
              <a:t>Action Title</a:t>
            </a:r>
          </a:p>
        </p:txBody>
      </p:sp>
      <p:sp>
        <p:nvSpPr>
          <p:cNvPr id="5" name="Titel 4">
            <a:extLst>
              <a:ext uri="{FF2B5EF4-FFF2-40B4-BE49-F238E27FC236}">
                <a16:creationId xmlns:a16="http://schemas.microsoft.com/office/drawing/2014/main" id="{71C6D928-4684-45EA-932D-ABA27BA7E34B}"/>
              </a:ext>
            </a:extLst>
          </p:cNvPr>
          <p:cNvSpPr>
            <a:spLocks noGrp="1"/>
          </p:cNvSpPr>
          <p:nvPr>
            <p:ph type="title" hasCustomPrompt="1"/>
          </p:nvPr>
        </p:nvSpPr>
        <p:spPr>
          <a:xfrm>
            <a:off x="401011" y="446567"/>
            <a:ext cx="11388725" cy="574391"/>
          </a:xfrm>
          <a:prstGeom prst="rect">
            <a:avLst/>
          </a:prstGeom>
        </p:spPr>
        <p:txBody>
          <a:bodyPr/>
          <a:lstStyle>
            <a:lvl1pPr>
              <a:defRPr sz="3400" b="1">
                <a:latin typeface="+mj-lt"/>
              </a:defRPr>
            </a:lvl1pPr>
          </a:lstStyle>
          <a:p>
            <a:r>
              <a:rPr lang="de-DE"/>
              <a:t>MASTERTITELFORMAT BEARBEITEN</a:t>
            </a:r>
          </a:p>
        </p:txBody>
      </p:sp>
      <p:sp>
        <p:nvSpPr>
          <p:cNvPr id="12" name="Rechteck 7">
            <a:extLst>
              <a:ext uri="{FF2B5EF4-FFF2-40B4-BE49-F238E27FC236}">
                <a16:creationId xmlns:a16="http://schemas.microsoft.com/office/drawing/2014/main" id="{80157855-7A3A-7546-8768-B899E6B948DD}"/>
              </a:ext>
            </a:extLst>
          </p:cNvPr>
          <p:cNvSpPr/>
          <p:nvPr userDrawn="1"/>
        </p:nvSpPr>
        <p:spPr>
          <a:xfrm>
            <a:off x="11688190" y="6502178"/>
            <a:ext cx="368963" cy="196844"/>
          </a:xfrm>
          <a:prstGeom prst="rect">
            <a:avLst/>
          </a:prstGeom>
          <a:solidFill>
            <a:srgbClr val="84B93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F932E8DC-0E3F-4F41-8083-096A035A8998}" type="slidenum">
              <a:rPr lang="de-DE" sz="1400" smtClean="0"/>
              <a:t>‹Nr.›</a:t>
            </a:fld>
            <a:endParaRPr lang="de-DE" sz="1400" dirty="0"/>
          </a:p>
        </p:txBody>
      </p:sp>
    </p:spTree>
    <p:extLst>
      <p:ext uri="{BB962C8B-B14F-4D97-AF65-F5344CB8AC3E}">
        <p14:creationId xmlns:p14="http://schemas.microsoft.com/office/powerpoint/2010/main" val="485365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4_Titel und Inhalt_Gebäude Kasten">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841BCA05-9DF3-430D-BB4D-F82C10D82A8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Rechteck 3">
            <a:extLst>
              <a:ext uri="{FF2B5EF4-FFF2-40B4-BE49-F238E27FC236}">
                <a16:creationId xmlns:a16="http://schemas.microsoft.com/office/drawing/2014/main" id="{0E5371EF-0A10-4881-AAA6-4A9244AD8E20}"/>
              </a:ext>
            </a:extLst>
          </p:cNvPr>
          <p:cNvSpPr/>
          <p:nvPr userDrawn="1"/>
        </p:nvSpPr>
        <p:spPr>
          <a:xfrm>
            <a:off x="-627" y="0"/>
            <a:ext cx="12192000" cy="6858000"/>
          </a:xfrm>
          <a:prstGeom prst="rect">
            <a:avLst/>
          </a:prstGeom>
          <a:solidFill>
            <a:schemeClr val="bg1">
              <a:alpha val="88000"/>
            </a:schemeClr>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pic>
        <p:nvPicPr>
          <p:cNvPr id="6" name="Grafik 5">
            <a:extLst>
              <a:ext uri="{FF2B5EF4-FFF2-40B4-BE49-F238E27FC236}">
                <a16:creationId xmlns:a16="http://schemas.microsoft.com/office/drawing/2014/main" id="{09E15ACD-B244-4BE0-BFDC-448BAA07D637}"/>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
        <p:nvSpPr>
          <p:cNvPr id="7" name="Rechteck 6">
            <a:extLst>
              <a:ext uri="{FF2B5EF4-FFF2-40B4-BE49-F238E27FC236}">
                <a16:creationId xmlns:a16="http://schemas.microsoft.com/office/drawing/2014/main" id="{6849CFFA-5CBC-42EE-9B15-C31225E6EBE8}"/>
              </a:ext>
            </a:extLst>
          </p:cNvPr>
          <p:cNvSpPr/>
          <p:nvPr userDrawn="1"/>
        </p:nvSpPr>
        <p:spPr>
          <a:xfrm>
            <a:off x="839597" y="6475939"/>
            <a:ext cx="4975736"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Bundesverband Deutscher Studentischer Unternehmensberatungen e.V.</a:t>
            </a:r>
            <a:r>
              <a:rPr kumimoji="0" lang="de-DE" sz="1100" b="1"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 </a:t>
            </a:r>
            <a:endPar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endParaRPr>
          </a:p>
        </p:txBody>
      </p:sp>
      <p:sp>
        <p:nvSpPr>
          <p:cNvPr id="13" name="Datumsplatzhalter 12">
            <a:extLst>
              <a:ext uri="{FF2B5EF4-FFF2-40B4-BE49-F238E27FC236}">
                <a16:creationId xmlns:a16="http://schemas.microsoft.com/office/drawing/2014/main" id="{A1322357-7EC3-46C8-96FE-D46807877B76}"/>
              </a:ext>
            </a:extLst>
          </p:cNvPr>
          <p:cNvSpPr>
            <a:spLocks noGrp="1"/>
          </p:cNvSpPr>
          <p:nvPr>
            <p:ph type="dt" sz="half" idx="10"/>
          </p:nvPr>
        </p:nvSpPr>
        <p:spPr>
          <a:xfrm>
            <a:off x="8837760" y="6475939"/>
            <a:ext cx="2743200" cy="261608"/>
          </a:xfrm>
          <a:prstGeom prst="rect">
            <a:avLst/>
          </a:prstGeom>
        </p:spPr>
        <p:txBody>
          <a:bodyPr/>
          <a:lstStyle>
            <a:lvl1pPr algn="r">
              <a:defRPr sz="1100">
                <a:solidFill>
                  <a:schemeClr val="tx1">
                    <a:lumMod val="60000"/>
                    <a:lumOff val="40000"/>
                  </a:schemeClr>
                </a:solidFill>
                <a:latin typeface="Tahoma" panose="020B0604030504040204" pitchFamily="34" charset="0"/>
                <a:ea typeface="Tahoma" panose="020B0604030504040204" pitchFamily="34" charset="0"/>
                <a:cs typeface="Tahoma" panose="020B0604030504040204" pitchFamily="34" charset="0"/>
              </a:defRPr>
            </a:lvl1pPr>
          </a:lstStyle>
          <a:p>
            <a:fld id="{95A1A114-EC4E-4D6F-80AF-E9C9AF70EA82}" type="datetime1">
              <a:rPr lang="de-DE" smtClean="0"/>
              <a:pPr/>
              <a:t>05.12.22</a:t>
            </a:fld>
            <a:endParaRPr lang="de-DE"/>
          </a:p>
        </p:txBody>
      </p:sp>
      <p:sp>
        <p:nvSpPr>
          <p:cNvPr id="24" name="Inhaltsplatzhalter 23">
            <a:extLst>
              <a:ext uri="{FF2B5EF4-FFF2-40B4-BE49-F238E27FC236}">
                <a16:creationId xmlns:a16="http://schemas.microsoft.com/office/drawing/2014/main" id="{931FEC3A-04EF-4605-8D96-4F9E5F9E3B01}"/>
              </a:ext>
            </a:extLst>
          </p:cNvPr>
          <p:cNvSpPr>
            <a:spLocks noGrp="1"/>
          </p:cNvSpPr>
          <p:nvPr>
            <p:ph sz="quarter" idx="13"/>
          </p:nvPr>
        </p:nvSpPr>
        <p:spPr>
          <a:xfrm>
            <a:off x="402261" y="1648680"/>
            <a:ext cx="11387475" cy="4592632"/>
          </a:xfrm>
          <a:prstGeom prst="rect">
            <a:avLst/>
          </a:prstGeom>
        </p:spPr>
        <p:txBody>
          <a:bodyPr/>
          <a:lstStyle>
            <a:lvl1pPr marL="228600" indent="-228600">
              <a:buFont typeface="Wingdings" panose="05000000000000000000" pitchFamily="2" charset="2"/>
              <a:buChar char="§"/>
              <a:defRPr sz="1800"/>
            </a:lvl1pPr>
            <a:lvl2pPr marL="685800" indent="-228600">
              <a:buFont typeface="Symbol" panose="05050102010706020507" pitchFamily="18" charset="2"/>
              <a:buChar char="-"/>
              <a:defRPr sz="1800"/>
            </a:lvl2pPr>
            <a:lvl3pPr marL="1143000" indent="-228600">
              <a:buFont typeface="Arial" panose="020B0604020202020204" pitchFamily="34" charset="0"/>
              <a:buChar char="•"/>
              <a:defRPr sz="1800"/>
            </a:lvl3pPr>
            <a:lvl4pPr marL="1600200" indent="-228600">
              <a:buFont typeface="Wingdings" panose="05000000000000000000" pitchFamily="2" charset="2"/>
              <a:buChar char="§"/>
              <a:defRPr sz="1800"/>
            </a:lvl4pPr>
            <a:lvl5pPr marL="2171700" indent="-342900">
              <a:buFont typeface="Symbol" panose="05050102010706020507" pitchFamily="18" charset="2"/>
              <a:buChar cha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Textplatzhalter 28">
            <a:extLst>
              <a:ext uri="{FF2B5EF4-FFF2-40B4-BE49-F238E27FC236}">
                <a16:creationId xmlns:a16="http://schemas.microsoft.com/office/drawing/2014/main" id="{C07F9ED2-B7C6-4F9A-86BB-9F088943AC13}"/>
              </a:ext>
            </a:extLst>
          </p:cNvPr>
          <p:cNvSpPr>
            <a:spLocks noGrp="1"/>
          </p:cNvSpPr>
          <p:nvPr>
            <p:ph type="body" sz="quarter" idx="15" hasCustomPrompt="1"/>
          </p:nvPr>
        </p:nvSpPr>
        <p:spPr>
          <a:xfrm>
            <a:off x="401011" y="1020958"/>
            <a:ext cx="11388725" cy="406783"/>
          </a:xfrm>
          <a:prstGeom prst="rect">
            <a:avLst/>
          </a:prstGeom>
        </p:spPr>
        <p:txBody>
          <a:bodyPr>
            <a:noAutofit/>
          </a:bodyPr>
          <a:lstStyle>
            <a:lvl1pPr marL="0" indent="0">
              <a:buNone/>
              <a:defRPr kumimoji="0" lang="de-DE" sz="2200" b="0" i="0" u="none" strike="noStrike" kern="1200" cap="none" spc="0" normalizeH="0" baseline="0" dirty="0">
                <a:ln>
                  <a:noFill/>
                </a:ln>
                <a:solidFill>
                  <a:schemeClr val="tx2"/>
                </a:solidFill>
                <a:effectLst/>
                <a:uLnTx/>
                <a:uFillTx/>
                <a:latin typeface="Tahoma" pitchFamily="34" charset="0"/>
                <a:ea typeface="Tahoma" pitchFamily="34" charset="0"/>
                <a:cs typeface="Tahoma" pitchFamily="34" charset="0"/>
              </a:defRPr>
            </a:lvl1pPr>
          </a:lstStyle>
          <a:p>
            <a:pPr lvl="0"/>
            <a:r>
              <a:rPr lang="de-DE"/>
              <a:t>Action Title</a:t>
            </a:r>
          </a:p>
        </p:txBody>
      </p:sp>
      <p:sp>
        <p:nvSpPr>
          <p:cNvPr id="5" name="Titel 4">
            <a:extLst>
              <a:ext uri="{FF2B5EF4-FFF2-40B4-BE49-F238E27FC236}">
                <a16:creationId xmlns:a16="http://schemas.microsoft.com/office/drawing/2014/main" id="{71C6D928-4684-45EA-932D-ABA27BA7E34B}"/>
              </a:ext>
            </a:extLst>
          </p:cNvPr>
          <p:cNvSpPr>
            <a:spLocks noGrp="1"/>
          </p:cNvSpPr>
          <p:nvPr>
            <p:ph type="title" hasCustomPrompt="1"/>
          </p:nvPr>
        </p:nvSpPr>
        <p:spPr>
          <a:xfrm>
            <a:off x="401011" y="446567"/>
            <a:ext cx="11388725" cy="574391"/>
          </a:xfrm>
          <a:prstGeom prst="rect">
            <a:avLst/>
          </a:prstGeom>
        </p:spPr>
        <p:txBody>
          <a:bodyPr/>
          <a:lstStyle>
            <a:lvl1pPr>
              <a:defRPr sz="3400" b="1">
                <a:latin typeface="+mj-lt"/>
              </a:defRPr>
            </a:lvl1pPr>
          </a:lstStyle>
          <a:p>
            <a:r>
              <a:rPr lang="de-DE"/>
              <a:t>MASTERTITELFORMAT BEARBEITEN</a:t>
            </a:r>
          </a:p>
        </p:txBody>
      </p:sp>
      <p:sp>
        <p:nvSpPr>
          <p:cNvPr id="12" name="Rechteck 7">
            <a:extLst>
              <a:ext uri="{FF2B5EF4-FFF2-40B4-BE49-F238E27FC236}">
                <a16:creationId xmlns:a16="http://schemas.microsoft.com/office/drawing/2014/main" id="{D2468C23-6EA0-864F-88B6-5B25E6F056CE}"/>
              </a:ext>
            </a:extLst>
          </p:cNvPr>
          <p:cNvSpPr/>
          <p:nvPr userDrawn="1"/>
        </p:nvSpPr>
        <p:spPr>
          <a:xfrm>
            <a:off x="11688190" y="6502178"/>
            <a:ext cx="368963" cy="196844"/>
          </a:xfrm>
          <a:prstGeom prst="rect">
            <a:avLst/>
          </a:prstGeom>
          <a:solidFill>
            <a:srgbClr val="84B93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F932E8DC-0E3F-4F41-8083-096A035A8998}" type="slidenum">
              <a:rPr lang="de-DE" sz="1400" smtClean="0"/>
              <a:t>‹Nr.›</a:t>
            </a:fld>
            <a:endParaRPr lang="de-DE" sz="1400" dirty="0"/>
          </a:p>
        </p:txBody>
      </p:sp>
    </p:spTree>
    <p:extLst>
      <p:ext uri="{BB962C8B-B14F-4D97-AF65-F5344CB8AC3E}">
        <p14:creationId xmlns:p14="http://schemas.microsoft.com/office/powerpoint/2010/main" val="1711855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5_Inhalt mit 3 Spalten">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09E15ACD-B244-4BE0-BFDC-448BAA07D63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
        <p:nvSpPr>
          <p:cNvPr id="7" name="Rechteck 6">
            <a:extLst>
              <a:ext uri="{FF2B5EF4-FFF2-40B4-BE49-F238E27FC236}">
                <a16:creationId xmlns:a16="http://schemas.microsoft.com/office/drawing/2014/main" id="{6849CFFA-5CBC-42EE-9B15-C31225E6EBE8}"/>
              </a:ext>
            </a:extLst>
          </p:cNvPr>
          <p:cNvSpPr/>
          <p:nvPr userDrawn="1"/>
        </p:nvSpPr>
        <p:spPr>
          <a:xfrm>
            <a:off x="839597" y="6475939"/>
            <a:ext cx="4975736"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Bundesverband Deutscher Studentischer Unternehmensberatungen e.V.</a:t>
            </a:r>
            <a:r>
              <a:rPr kumimoji="0" lang="de-DE" sz="1100" b="1"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 </a:t>
            </a:r>
            <a:endPar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endParaRPr>
          </a:p>
        </p:txBody>
      </p:sp>
      <p:pic>
        <p:nvPicPr>
          <p:cNvPr id="3" name="Grafik 2" descr="Ein Bild, das draußen, Gebäude, sitzend, Wolkenkratzer enthält.&#10;&#10;Automatisch generierte Beschreibung">
            <a:extLst>
              <a:ext uri="{FF2B5EF4-FFF2-40B4-BE49-F238E27FC236}">
                <a16:creationId xmlns:a16="http://schemas.microsoft.com/office/drawing/2014/main" id="{EC35C875-2416-4612-9716-557F20AF7EF9}"/>
              </a:ext>
            </a:extLst>
          </p:cNvPr>
          <p:cNvPicPr>
            <a:picLocks noChangeAspect="1"/>
          </p:cNvPicPr>
          <p:nvPr userDrawn="1"/>
        </p:nvPicPr>
        <p:blipFill rotWithShape="1">
          <a:blip r:embed="rId3" cstate="email">
            <a:alphaModFix amt="10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401010" y="1662368"/>
            <a:ext cx="11388726" cy="4578944"/>
          </a:xfrm>
          <a:prstGeom prst="rect">
            <a:avLst/>
          </a:prstGeom>
        </p:spPr>
      </p:pic>
      <p:sp>
        <p:nvSpPr>
          <p:cNvPr id="13" name="Datumsplatzhalter 12">
            <a:extLst>
              <a:ext uri="{FF2B5EF4-FFF2-40B4-BE49-F238E27FC236}">
                <a16:creationId xmlns:a16="http://schemas.microsoft.com/office/drawing/2014/main" id="{A1322357-7EC3-46C8-96FE-D46807877B76}"/>
              </a:ext>
            </a:extLst>
          </p:cNvPr>
          <p:cNvSpPr>
            <a:spLocks noGrp="1"/>
          </p:cNvSpPr>
          <p:nvPr>
            <p:ph type="dt" sz="half" idx="10"/>
          </p:nvPr>
        </p:nvSpPr>
        <p:spPr>
          <a:xfrm>
            <a:off x="8837760" y="6475939"/>
            <a:ext cx="2743200" cy="261608"/>
          </a:xfrm>
          <a:prstGeom prst="rect">
            <a:avLst/>
          </a:prstGeom>
        </p:spPr>
        <p:txBody>
          <a:bodyPr/>
          <a:lstStyle>
            <a:lvl1pPr algn="r">
              <a:defRPr sz="1100">
                <a:solidFill>
                  <a:schemeClr val="tx1">
                    <a:lumMod val="60000"/>
                    <a:lumOff val="40000"/>
                  </a:schemeClr>
                </a:solidFill>
                <a:latin typeface="Tahoma" panose="020B0604030504040204" pitchFamily="34" charset="0"/>
                <a:ea typeface="Tahoma" panose="020B0604030504040204" pitchFamily="34" charset="0"/>
                <a:cs typeface="Tahoma" panose="020B0604030504040204" pitchFamily="34" charset="0"/>
              </a:defRPr>
            </a:lvl1pPr>
          </a:lstStyle>
          <a:p>
            <a:fld id="{95A1A114-EC4E-4D6F-80AF-E9C9AF70EA82}" type="datetime1">
              <a:rPr lang="de-DE" smtClean="0"/>
              <a:pPr/>
              <a:t>05.12.22</a:t>
            </a:fld>
            <a:endParaRPr lang="de-DE"/>
          </a:p>
        </p:txBody>
      </p:sp>
      <p:sp>
        <p:nvSpPr>
          <p:cNvPr id="14" name="Textplatzhalter 28">
            <a:extLst>
              <a:ext uri="{FF2B5EF4-FFF2-40B4-BE49-F238E27FC236}">
                <a16:creationId xmlns:a16="http://schemas.microsoft.com/office/drawing/2014/main" id="{C07F9ED2-B7C6-4F9A-86BB-9F088943AC13}"/>
              </a:ext>
            </a:extLst>
          </p:cNvPr>
          <p:cNvSpPr>
            <a:spLocks noGrp="1"/>
          </p:cNvSpPr>
          <p:nvPr>
            <p:ph type="body" sz="quarter" idx="15" hasCustomPrompt="1"/>
          </p:nvPr>
        </p:nvSpPr>
        <p:spPr>
          <a:xfrm>
            <a:off x="401011" y="1020958"/>
            <a:ext cx="11388725" cy="406783"/>
          </a:xfrm>
          <a:prstGeom prst="rect">
            <a:avLst/>
          </a:prstGeom>
        </p:spPr>
        <p:txBody>
          <a:bodyPr>
            <a:noAutofit/>
          </a:bodyPr>
          <a:lstStyle>
            <a:lvl1pPr marL="0" indent="0">
              <a:buNone/>
              <a:defRPr kumimoji="0" lang="de-DE" sz="2200" b="0" i="0" u="none" strike="noStrike" kern="1200" cap="none" spc="0" normalizeH="0" baseline="0" dirty="0">
                <a:ln>
                  <a:noFill/>
                </a:ln>
                <a:solidFill>
                  <a:schemeClr val="tx2"/>
                </a:solidFill>
                <a:effectLst/>
                <a:uLnTx/>
                <a:uFillTx/>
                <a:latin typeface="Tahoma" pitchFamily="34" charset="0"/>
                <a:ea typeface="Tahoma" pitchFamily="34" charset="0"/>
                <a:cs typeface="Tahoma" pitchFamily="34" charset="0"/>
              </a:defRPr>
            </a:lvl1pPr>
          </a:lstStyle>
          <a:p>
            <a:pPr lvl="0"/>
            <a:r>
              <a:rPr lang="de-DE"/>
              <a:t>Action Title</a:t>
            </a:r>
          </a:p>
        </p:txBody>
      </p:sp>
      <p:sp>
        <p:nvSpPr>
          <p:cNvPr id="5" name="Titel 4">
            <a:extLst>
              <a:ext uri="{FF2B5EF4-FFF2-40B4-BE49-F238E27FC236}">
                <a16:creationId xmlns:a16="http://schemas.microsoft.com/office/drawing/2014/main" id="{71C6D928-4684-45EA-932D-ABA27BA7E34B}"/>
              </a:ext>
            </a:extLst>
          </p:cNvPr>
          <p:cNvSpPr>
            <a:spLocks noGrp="1"/>
          </p:cNvSpPr>
          <p:nvPr>
            <p:ph type="title" hasCustomPrompt="1"/>
          </p:nvPr>
        </p:nvSpPr>
        <p:spPr>
          <a:xfrm>
            <a:off x="401011" y="446567"/>
            <a:ext cx="11388725" cy="574391"/>
          </a:xfrm>
          <a:prstGeom prst="rect">
            <a:avLst/>
          </a:prstGeom>
        </p:spPr>
        <p:txBody>
          <a:bodyPr/>
          <a:lstStyle>
            <a:lvl1pPr>
              <a:defRPr sz="3400" b="1">
                <a:latin typeface="+mj-lt"/>
              </a:defRPr>
            </a:lvl1pPr>
          </a:lstStyle>
          <a:p>
            <a:r>
              <a:rPr lang="de-DE"/>
              <a:t>MASTERTITELFORMAT BEARBEITEN</a:t>
            </a:r>
          </a:p>
        </p:txBody>
      </p:sp>
      <p:sp>
        <p:nvSpPr>
          <p:cNvPr id="18" name="Rechteck 17">
            <a:extLst>
              <a:ext uri="{FF2B5EF4-FFF2-40B4-BE49-F238E27FC236}">
                <a16:creationId xmlns:a16="http://schemas.microsoft.com/office/drawing/2014/main" id="{AB93BEA0-6AFF-47A2-9403-2CE06319BEB3}"/>
              </a:ext>
            </a:extLst>
          </p:cNvPr>
          <p:cNvSpPr/>
          <p:nvPr userDrawn="1"/>
        </p:nvSpPr>
        <p:spPr>
          <a:xfrm>
            <a:off x="3863205" y="1662368"/>
            <a:ext cx="510362" cy="4578944"/>
          </a:xfrm>
          <a:prstGeom prst="rect">
            <a:avLst/>
          </a:prstGeom>
          <a:solidFill>
            <a:schemeClr val="bg1"/>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E2D08194-7D0F-419C-9D49-B2F1AD02D07C}"/>
              </a:ext>
            </a:extLst>
          </p:cNvPr>
          <p:cNvSpPr/>
          <p:nvPr userDrawn="1"/>
        </p:nvSpPr>
        <p:spPr>
          <a:xfrm>
            <a:off x="7823374" y="1662368"/>
            <a:ext cx="510362" cy="4578944"/>
          </a:xfrm>
          <a:prstGeom prst="rect">
            <a:avLst/>
          </a:prstGeom>
          <a:solidFill>
            <a:schemeClr val="bg1"/>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4" name="Textplatzhalter 3">
            <a:extLst>
              <a:ext uri="{FF2B5EF4-FFF2-40B4-BE49-F238E27FC236}">
                <a16:creationId xmlns:a16="http://schemas.microsoft.com/office/drawing/2014/main" id="{F6175AD4-A383-410B-8CBF-99C0FDEEE7A9}"/>
              </a:ext>
            </a:extLst>
          </p:cNvPr>
          <p:cNvSpPr>
            <a:spLocks noGrp="1"/>
          </p:cNvSpPr>
          <p:nvPr>
            <p:ph type="body" sz="quarter" idx="16"/>
          </p:nvPr>
        </p:nvSpPr>
        <p:spPr>
          <a:xfrm>
            <a:off x="401638" y="1661631"/>
            <a:ext cx="3455987" cy="4580420"/>
          </a:xfrm>
          <a:prstGeom prst="rect">
            <a:avLst/>
          </a:prstGeom>
        </p:spPr>
        <p:txBody>
          <a:bodyPr/>
          <a:lstStyle>
            <a:lvl1pPr marL="228600" indent="-228600">
              <a:buFont typeface="Wingdings" panose="05000000000000000000" pitchFamily="2" charset="2"/>
              <a:buChar char="§"/>
              <a:defRPr sz="1800"/>
            </a:lvl1pPr>
            <a:lvl2pPr marL="685800" indent="-228600">
              <a:buFont typeface="Symbol" panose="05050102010706020507" pitchFamily="18" charset="2"/>
              <a:buChar char="-"/>
              <a:defRPr sz="1800"/>
            </a:lvl2pPr>
            <a:lvl3pPr marL="1143000" indent="-228600">
              <a:buFont typeface="Wingdings" panose="05000000000000000000" pitchFamily="2" charset="2"/>
              <a:buChar char="§"/>
              <a:defRPr sz="1800"/>
            </a:lvl3pPr>
            <a:lvl4pPr marL="1600200" indent="-228600">
              <a:buFont typeface="Symbol" panose="05050102010706020507" pitchFamily="18" charset="2"/>
              <a:buChar char="-"/>
              <a:defRPr sz="1800"/>
            </a:lvl4pPr>
            <a:lvl5pPr marL="2057400" indent="-228600">
              <a:buFont typeface="Wingdings" panose="05000000000000000000" pitchFamily="2" charset="2"/>
              <a:buChar cha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7" name="Textplatzhalter 3">
            <a:extLst>
              <a:ext uri="{FF2B5EF4-FFF2-40B4-BE49-F238E27FC236}">
                <a16:creationId xmlns:a16="http://schemas.microsoft.com/office/drawing/2014/main" id="{05B8000E-5608-4023-816F-E5BE36EDF1B1}"/>
              </a:ext>
            </a:extLst>
          </p:cNvPr>
          <p:cNvSpPr>
            <a:spLocks noGrp="1"/>
          </p:cNvSpPr>
          <p:nvPr>
            <p:ph type="body" sz="quarter" idx="17"/>
          </p:nvPr>
        </p:nvSpPr>
        <p:spPr>
          <a:xfrm>
            <a:off x="4370477" y="1661630"/>
            <a:ext cx="3455987" cy="4580420"/>
          </a:xfrm>
          <a:prstGeom prst="rect">
            <a:avLst/>
          </a:prstGeom>
        </p:spPr>
        <p:txBody>
          <a:bodyPr/>
          <a:lstStyle>
            <a:lvl1pPr marL="228600" indent="-228600">
              <a:buFont typeface="Wingdings" panose="05000000000000000000" pitchFamily="2" charset="2"/>
              <a:buChar char="§"/>
              <a:defRPr sz="1800"/>
            </a:lvl1pPr>
            <a:lvl2pPr marL="685800" indent="-228600">
              <a:buFont typeface="Symbol" panose="05050102010706020507" pitchFamily="18" charset="2"/>
              <a:buChar char="-"/>
              <a:defRPr sz="1800"/>
            </a:lvl2pPr>
            <a:lvl3pPr marL="1143000" indent="-228600">
              <a:buFont typeface="Wingdings" panose="05000000000000000000" pitchFamily="2" charset="2"/>
              <a:buChar char="§"/>
              <a:defRPr sz="1800"/>
            </a:lvl3pPr>
            <a:lvl4pPr marL="1600200" indent="-228600">
              <a:buFont typeface="Symbol" panose="05050102010706020507" pitchFamily="18" charset="2"/>
              <a:buChar char="-"/>
              <a:defRPr sz="1800"/>
            </a:lvl4pPr>
            <a:lvl5pPr marL="2057400" indent="-228600">
              <a:buFont typeface="Wingdings" panose="05000000000000000000" pitchFamily="2" charset="2"/>
              <a:buChar cha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3" name="Textplatzhalter 3">
            <a:extLst>
              <a:ext uri="{FF2B5EF4-FFF2-40B4-BE49-F238E27FC236}">
                <a16:creationId xmlns:a16="http://schemas.microsoft.com/office/drawing/2014/main" id="{03745720-4964-458F-BACF-29B1995A7FE6}"/>
              </a:ext>
            </a:extLst>
          </p:cNvPr>
          <p:cNvSpPr>
            <a:spLocks noGrp="1"/>
          </p:cNvSpPr>
          <p:nvPr>
            <p:ph type="body" sz="quarter" idx="18"/>
          </p:nvPr>
        </p:nvSpPr>
        <p:spPr>
          <a:xfrm>
            <a:off x="8339944" y="1661630"/>
            <a:ext cx="3455987" cy="4580420"/>
          </a:xfrm>
          <a:prstGeom prst="rect">
            <a:avLst/>
          </a:prstGeom>
        </p:spPr>
        <p:txBody>
          <a:bodyPr/>
          <a:lstStyle>
            <a:lvl1pPr marL="228600" indent="-228600">
              <a:buFont typeface="Wingdings" panose="05000000000000000000" pitchFamily="2" charset="2"/>
              <a:buChar char="§"/>
              <a:defRPr sz="1800"/>
            </a:lvl1pPr>
            <a:lvl2pPr marL="685800" indent="-228600">
              <a:buFont typeface="Symbol" panose="05050102010706020507" pitchFamily="18" charset="2"/>
              <a:buChar char="-"/>
              <a:defRPr sz="1800"/>
            </a:lvl2pPr>
            <a:lvl3pPr marL="1143000" indent="-228600">
              <a:buFont typeface="Wingdings" panose="05000000000000000000" pitchFamily="2" charset="2"/>
              <a:buChar char="§"/>
              <a:defRPr sz="1800"/>
            </a:lvl3pPr>
            <a:lvl4pPr marL="1600200" indent="-228600">
              <a:buFont typeface="Symbol" panose="05050102010706020507" pitchFamily="18" charset="2"/>
              <a:buChar char="-"/>
              <a:defRPr sz="1800"/>
            </a:lvl4pPr>
            <a:lvl5pPr marL="2057400" indent="-228600">
              <a:buFont typeface="Wingdings" panose="05000000000000000000" pitchFamily="2" charset="2"/>
              <a:buChar cha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6" name="Rechteck 7">
            <a:extLst>
              <a:ext uri="{FF2B5EF4-FFF2-40B4-BE49-F238E27FC236}">
                <a16:creationId xmlns:a16="http://schemas.microsoft.com/office/drawing/2014/main" id="{E73155FD-4CB3-6549-980C-2FDE206A6DEF}"/>
              </a:ext>
            </a:extLst>
          </p:cNvPr>
          <p:cNvSpPr/>
          <p:nvPr userDrawn="1"/>
        </p:nvSpPr>
        <p:spPr>
          <a:xfrm>
            <a:off x="11688190" y="6502178"/>
            <a:ext cx="368963" cy="196844"/>
          </a:xfrm>
          <a:prstGeom prst="rect">
            <a:avLst/>
          </a:prstGeom>
          <a:solidFill>
            <a:srgbClr val="84B93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F932E8DC-0E3F-4F41-8083-096A035A8998}" type="slidenum">
              <a:rPr lang="de-DE" sz="1400" smtClean="0"/>
              <a:t>‹Nr.›</a:t>
            </a:fld>
            <a:endParaRPr lang="de-DE" sz="1400" dirty="0"/>
          </a:p>
        </p:txBody>
      </p:sp>
    </p:spTree>
    <p:extLst>
      <p:ext uri="{BB962C8B-B14F-4D97-AF65-F5344CB8AC3E}">
        <p14:creationId xmlns:p14="http://schemas.microsoft.com/office/powerpoint/2010/main" val="632723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06_Inhalt und Bilder">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AC24050B-7891-431C-8BD9-875AC443422F}"/>
              </a:ext>
            </a:extLst>
          </p:cNvPr>
          <p:cNvSpPr>
            <a:spLocks noGrp="1"/>
          </p:cNvSpPr>
          <p:nvPr>
            <p:ph type="body" sz="quarter" idx="21"/>
          </p:nvPr>
        </p:nvSpPr>
        <p:spPr>
          <a:xfrm>
            <a:off x="401638" y="1649413"/>
            <a:ext cx="5314950" cy="4592637"/>
          </a:xfrm>
          <a:prstGeom prst="rect">
            <a:avLst/>
          </a:prstGeom>
        </p:spPr>
        <p:txBody>
          <a:bodyPr/>
          <a:lstStyle>
            <a:lvl1pPr marL="285750" indent="-285750">
              <a:buFont typeface="Wingdings" panose="05000000000000000000" pitchFamily="2" charset="2"/>
              <a:buChar char="§"/>
              <a:defRPr sz="1800"/>
            </a:lvl1pPr>
            <a:lvl2pPr marL="742950" indent="-285750">
              <a:buFont typeface="Symbol" panose="05050102010706020507" pitchFamily="18" charset="2"/>
              <a:buChar char="-"/>
              <a:defRPr sz="1800"/>
            </a:lvl2pPr>
            <a:lvl3pPr marL="1200150" indent="-285750">
              <a:buFont typeface="Wingdings" panose="05000000000000000000" pitchFamily="2" charset="2"/>
              <a:buChar char="§"/>
              <a:defRPr sz="1800"/>
            </a:lvl3pPr>
            <a:lvl4pPr marL="1657350" indent="-285750">
              <a:buFont typeface="Symbol" panose="05050102010706020507" pitchFamily="18" charset="2"/>
              <a:buChar char="-"/>
              <a:defRPr sz="1800"/>
            </a:lvl4pPr>
            <a:lvl5pPr marL="2114550" indent="-285750">
              <a:buFont typeface="Wingdings" panose="05000000000000000000" pitchFamily="2" charset="2"/>
              <a:buChar cha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3" name="Grafik 2">
            <a:extLst>
              <a:ext uri="{FF2B5EF4-FFF2-40B4-BE49-F238E27FC236}">
                <a16:creationId xmlns:a16="http://schemas.microsoft.com/office/drawing/2014/main" id="{DC476C27-5C1C-4622-B36B-790BDD380FE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
        <p:nvSpPr>
          <p:cNvPr id="4" name="Rechteck 3">
            <a:extLst>
              <a:ext uri="{FF2B5EF4-FFF2-40B4-BE49-F238E27FC236}">
                <a16:creationId xmlns:a16="http://schemas.microsoft.com/office/drawing/2014/main" id="{C518D894-A8F9-46F3-9BE1-D21FDB351DAB}"/>
              </a:ext>
            </a:extLst>
          </p:cNvPr>
          <p:cNvSpPr/>
          <p:nvPr userDrawn="1"/>
        </p:nvSpPr>
        <p:spPr>
          <a:xfrm>
            <a:off x="839597" y="6475939"/>
            <a:ext cx="4975736"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Bundesverband Deutscher Studentischer Unternehmensberatungen e.V.</a:t>
            </a:r>
            <a:r>
              <a:rPr kumimoji="0" lang="de-DE" sz="1100" b="1"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 </a:t>
            </a:r>
            <a:endPar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endParaRPr>
          </a:p>
        </p:txBody>
      </p:sp>
      <p:sp>
        <p:nvSpPr>
          <p:cNvPr id="9" name="Bildplatzhalter 8">
            <a:extLst>
              <a:ext uri="{FF2B5EF4-FFF2-40B4-BE49-F238E27FC236}">
                <a16:creationId xmlns:a16="http://schemas.microsoft.com/office/drawing/2014/main" id="{252D51BC-760F-4829-8456-19114E058AA3}"/>
              </a:ext>
            </a:extLst>
          </p:cNvPr>
          <p:cNvSpPr>
            <a:spLocks noGrp="1"/>
          </p:cNvSpPr>
          <p:nvPr>
            <p:ph type="pic" sz="quarter" idx="13"/>
          </p:nvPr>
        </p:nvSpPr>
        <p:spPr>
          <a:xfrm>
            <a:off x="6096000" y="0"/>
            <a:ext cx="2160000" cy="2160000"/>
          </a:xfrm>
          <a:prstGeom prst="rect">
            <a:avLst/>
          </a:prstGeom>
        </p:spPr>
        <p:txBody>
          <a:bodyPr/>
          <a:lstStyle/>
          <a:p>
            <a:r>
              <a:rPr lang="de-DE"/>
              <a:t>Bild durch Klicken auf Symbol hinzufügen</a:t>
            </a:r>
          </a:p>
        </p:txBody>
      </p:sp>
      <p:sp>
        <p:nvSpPr>
          <p:cNvPr id="10" name="Bildplatzhalter 8">
            <a:extLst>
              <a:ext uri="{FF2B5EF4-FFF2-40B4-BE49-F238E27FC236}">
                <a16:creationId xmlns:a16="http://schemas.microsoft.com/office/drawing/2014/main" id="{621EB355-7752-44B1-AE66-FC86689868DC}"/>
              </a:ext>
            </a:extLst>
          </p:cNvPr>
          <p:cNvSpPr>
            <a:spLocks noGrp="1"/>
          </p:cNvSpPr>
          <p:nvPr>
            <p:ph type="pic" sz="quarter" idx="14"/>
          </p:nvPr>
        </p:nvSpPr>
        <p:spPr>
          <a:xfrm>
            <a:off x="8448541" y="0"/>
            <a:ext cx="3743459" cy="2160000"/>
          </a:xfrm>
          <a:prstGeom prst="rect">
            <a:avLst/>
          </a:prstGeom>
        </p:spPr>
        <p:txBody>
          <a:bodyPr/>
          <a:lstStyle/>
          <a:p>
            <a:r>
              <a:rPr lang="de-DE"/>
              <a:t>Bild durch Klicken auf Symbol hinzufügen</a:t>
            </a:r>
          </a:p>
        </p:txBody>
      </p:sp>
      <p:sp>
        <p:nvSpPr>
          <p:cNvPr id="11" name="Bildplatzhalter 8">
            <a:extLst>
              <a:ext uri="{FF2B5EF4-FFF2-40B4-BE49-F238E27FC236}">
                <a16:creationId xmlns:a16="http://schemas.microsoft.com/office/drawing/2014/main" id="{42D092B0-5A72-4D9D-B186-8E3AC58485FE}"/>
              </a:ext>
            </a:extLst>
          </p:cNvPr>
          <p:cNvSpPr>
            <a:spLocks noGrp="1"/>
          </p:cNvSpPr>
          <p:nvPr>
            <p:ph type="pic" sz="quarter" idx="15"/>
          </p:nvPr>
        </p:nvSpPr>
        <p:spPr>
          <a:xfrm>
            <a:off x="10032000" y="2346970"/>
            <a:ext cx="2160000" cy="2160000"/>
          </a:xfrm>
          <a:prstGeom prst="rect">
            <a:avLst/>
          </a:prstGeom>
        </p:spPr>
        <p:txBody>
          <a:bodyPr/>
          <a:lstStyle/>
          <a:p>
            <a:r>
              <a:rPr lang="de-DE"/>
              <a:t>Bild durch Klicken auf Symbol hinzufügen</a:t>
            </a:r>
          </a:p>
        </p:txBody>
      </p:sp>
      <p:sp>
        <p:nvSpPr>
          <p:cNvPr id="12" name="Bildplatzhalter 8">
            <a:extLst>
              <a:ext uri="{FF2B5EF4-FFF2-40B4-BE49-F238E27FC236}">
                <a16:creationId xmlns:a16="http://schemas.microsoft.com/office/drawing/2014/main" id="{B01B2730-9942-4BA0-BC4A-5C41488DD31B}"/>
              </a:ext>
            </a:extLst>
          </p:cNvPr>
          <p:cNvSpPr>
            <a:spLocks noGrp="1"/>
          </p:cNvSpPr>
          <p:nvPr>
            <p:ph type="pic" sz="quarter" idx="16"/>
          </p:nvPr>
        </p:nvSpPr>
        <p:spPr>
          <a:xfrm>
            <a:off x="6096000" y="2346970"/>
            <a:ext cx="3743459" cy="2160000"/>
          </a:xfrm>
          <a:prstGeom prst="rect">
            <a:avLst/>
          </a:prstGeom>
        </p:spPr>
        <p:txBody>
          <a:bodyPr/>
          <a:lstStyle/>
          <a:p>
            <a:r>
              <a:rPr lang="de-DE"/>
              <a:t>Bild durch Klicken auf Symbol hinzufügen</a:t>
            </a:r>
          </a:p>
        </p:txBody>
      </p:sp>
      <p:sp>
        <p:nvSpPr>
          <p:cNvPr id="13" name="Bildplatzhalter 8">
            <a:extLst>
              <a:ext uri="{FF2B5EF4-FFF2-40B4-BE49-F238E27FC236}">
                <a16:creationId xmlns:a16="http://schemas.microsoft.com/office/drawing/2014/main" id="{A4E7EAE7-1FC4-48DA-BDFD-E69B863569D5}"/>
              </a:ext>
            </a:extLst>
          </p:cNvPr>
          <p:cNvSpPr>
            <a:spLocks noGrp="1"/>
          </p:cNvSpPr>
          <p:nvPr>
            <p:ph type="pic" sz="quarter" idx="17"/>
          </p:nvPr>
        </p:nvSpPr>
        <p:spPr>
          <a:xfrm>
            <a:off x="6096000" y="4698000"/>
            <a:ext cx="2160000" cy="2160000"/>
          </a:xfrm>
          <a:prstGeom prst="rect">
            <a:avLst/>
          </a:prstGeom>
        </p:spPr>
        <p:txBody>
          <a:bodyPr/>
          <a:lstStyle/>
          <a:p>
            <a:r>
              <a:rPr lang="de-DE"/>
              <a:t>Bild durch Klicken auf Symbol hinzufügen</a:t>
            </a:r>
          </a:p>
        </p:txBody>
      </p:sp>
      <p:sp>
        <p:nvSpPr>
          <p:cNvPr id="21" name="Datumsplatzhalter 12">
            <a:extLst>
              <a:ext uri="{FF2B5EF4-FFF2-40B4-BE49-F238E27FC236}">
                <a16:creationId xmlns:a16="http://schemas.microsoft.com/office/drawing/2014/main" id="{1A326FD7-7856-0A42-B234-3C5D1A3FD6C3}"/>
              </a:ext>
            </a:extLst>
          </p:cNvPr>
          <p:cNvSpPr>
            <a:spLocks noGrp="1"/>
          </p:cNvSpPr>
          <p:nvPr>
            <p:ph type="dt" sz="half" idx="10"/>
          </p:nvPr>
        </p:nvSpPr>
        <p:spPr>
          <a:xfrm>
            <a:off x="8837760" y="6475939"/>
            <a:ext cx="2743200" cy="261608"/>
          </a:xfrm>
          <a:prstGeom prst="rect">
            <a:avLst/>
          </a:prstGeom>
        </p:spPr>
        <p:txBody>
          <a:bodyPr/>
          <a:lstStyle>
            <a:lvl1pPr algn="r">
              <a:defRPr sz="1100">
                <a:solidFill>
                  <a:schemeClr val="tx1">
                    <a:lumMod val="60000"/>
                    <a:lumOff val="40000"/>
                  </a:schemeClr>
                </a:solidFill>
                <a:latin typeface="Tahoma" panose="020B0604030504040204" pitchFamily="34" charset="0"/>
                <a:ea typeface="Tahoma" panose="020B0604030504040204" pitchFamily="34" charset="0"/>
                <a:cs typeface="Tahoma" panose="020B0604030504040204" pitchFamily="34" charset="0"/>
              </a:defRPr>
            </a:lvl1pPr>
          </a:lstStyle>
          <a:p>
            <a:fld id="{95A1A114-EC4E-4D6F-80AF-E9C9AF70EA82}" type="datetime1">
              <a:rPr lang="de-DE" smtClean="0"/>
              <a:pPr/>
              <a:t>05.12.22</a:t>
            </a:fld>
            <a:endParaRPr lang="de-DE"/>
          </a:p>
        </p:txBody>
      </p:sp>
      <p:sp>
        <p:nvSpPr>
          <p:cNvPr id="22" name="Picture Placeholder 21">
            <a:extLst>
              <a:ext uri="{FF2B5EF4-FFF2-40B4-BE49-F238E27FC236}">
                <a16:creationId xmlns:a16="http://schemas.microsoft.com/office/drawing/2014/main" id="{16A48A52-7A3D-B442-92EF-3F0C889DDBC9}"/>
              </a:ext>
            </a:extLst>
          </p:cNvPr>
          <p:cNvSpPr>
            <a:spLocks noGrp="1"/>
          </p:cNvSpPr>
          <p:nvPr>
            <p:ph type="pic" sz="quarter" idx="18"/>
          </p:nvPr>
        </p:nvSpPr>
        <p:spPr>
          <a:xfrm>
            <a:off x="8448541" y="4698000"/>
            <a:ext cx="3743459" cy="2160000"/>
          </a:xfrm>
          <a:custGeom>
            <a:avLst/>
            <a:gdLst>
              <a:gd name="connsiteX0" fmla="*/ 3239649 w 3743459"/>
              <a:gd name="connsiteY0" fmla="*/ 1804178 h 2160000"/>
              <a:gd name="connsiteX1" fmla="*/ 3239649 w 3743459"/>
              <a:gd name="connsiteY1" fmla="*/ 2001022 h 2160000"/>
              <a:gd name="connsiteX2" fmla="*/ 3608612 w 3743459"/>
              <a:gd name="connsiteY2" fmla="*/ 2001022 h 2160000"/>
              <a:gd name="connsiteX3" fmla="*/ 3608612 w 3743459"/>
              <a:gd name="connsiteY3" fmla="*/ 1804178 h 2160000"/>
              <a:gd name="connsiteX4" fmla="*/ 0 w 3743459"/>
              <a:gd name="connsiteY4" fmla="*/ 0 h 2160000"/>
              <a:gd name="connsiteX5" fmla="*/ 3743459 w 3743459"/>
              <a:gd name="connsiteY5" fmla="*/ 0 h 2160000"/>
              <a:gd name="connsiteX6" fmla="*/ 3743459 w 3743459"/>
              <a:gd name="connsiteY6" fmla="*/ 2160000 h 2160000"/>
              <a:gd name="connsiteX7" fmla="*/ 0 w 3743459"/>
              <a:gd name="connsiteY7" fmla="*/ 2160000 h 21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3459" h="2160000">
                <a:moveTo>
                  <a:pt x="3239649" y="1804178"/>
                </a:moveTo>
                <a:lnTo>
                  <a:pt x="3239649" y="2001022"/>
                </a:lnTo>
                <a:lnTo>
                  <a:pt x="3608612" y="2001022"/>
                </a:lnTo>
                <a:lnTo>
                  <a:pt x="3608612" y="1804178"/>
                </a:lnTo>
                <a:close/>
                <a:moveTo>
                  <a:pt x="0" y="0"/>
                </a:moveTo>
                <a:lnTo>
                  <a:pt x="3743459" y="0"/>
                </a:lnTo>
                <a:lnTo>
                  <a:pt x="3743459" y="2160000"/>
                </a:lnTo>
                <a:lnTo>
                  <a:pt x="0" y="2160000"/>
                </a:lnTo>
                <a:close/>
              </a:path>
            </a:pathLst>
          </a:custGeom>
        </p:spPr>
        <p:txBody>
          <a:bodyPr wrap="square">
            <a:noAutofit/>
          </a:bodyPr>
          <a:lstStyle/>
          <a:p>
            <a:r>
              <a:rPr lang="de-DE"/>
              <a:t>Bild durch Klicken auf Symbol hinzufügen</a:t>
            </a:r>
          </a:p>
        </p:txBody>
      </p:sp>
      <p:sp>
        <p:nvSpPr>
          <p:cNvPr id="18" name="Textplatzhalter 28">
            <a:extLst>
              <a:ext uri="{FF2B5EF4-FFF2-40B4-BE49-F238E27FC236}">
                <a16:creationId xmlns:a16="http://schemas.microsoft.com/office/drawing/2014/main" id="{1FE6BC0A-D81A-4F2F-84A5-78891297689F}"/>
              </a:ext>
            </a:extLst>
          </p:cNvPr>
          <p:cNvSpPr>
            <a:spLocks noGrp="1"/>
          </p:cNvSpPr>
          <p:nvPr>
            <p:ph type="body" sz="quarter" idx="19" hasCustomPrompt="1"/>
          </p:nvPr>
        </p:nvSpPr>
        <p:spPr>
          <a:xfrm>
            <a:off x="401012" y="1020958"/>
            <a:ext cx="5317208" cy="406783"/>
          </a:xfrm>
          <a:prstGeom prst="rect">
            <a:avLst/>
          </a:prstGeom>
        </p:spPr>
        <p:txBody>
          <a:bodyPr>
            <a:noAutofit/>
          </a:bodyPr>
          <a:lstStyle>
            <a:lvl1pPr marL="0" indent="0">
              <a:buNone/>
              <a:defRPr kumimoji="0" lang="de-DE" sz="2200" b="0" i="0" u="none" strike="noStrike" kern="1200" cap="none" spc="0" normalizeH="0" baseline="0" dirty="0">
                <a:ln>
                  <a:noFill/>
                </a:ln>
                <a:solidFill>
                  <a:schemeClr val="tx2"/>
                </a:solidFill>
                <a:effectLst/>
                <a:uLnTx/>
                <a:uFillTx/>
                <a:latin typeface="Tahoma" pitchFamily="34" charset="0"/>
                <a:ea typeface="Tahoma" pitchFamily="34" charset="0"/>
                <a:cs typeface="Tahoma" pitchFamily="34" charset="0"/>
              </a:defRPr>
            </a:lvl1pPr>
          </a:lstStyle>
          <a:p>
            <a:pPr lvl="0"/>
            <a:r>
              <a:rPr lang="de-DE"/>
              <a:t>Action Title</a:t>
            </a:r>
          </a:p>
        </p:txBody>
      </p:sp>
      <p:sp>
        <p:nvSpPr>
          <p:cNvPr id="19" name="Titel 4">
            <a:extLst>
              <a:ext uri="{FF2B5EF4-FFF2-40B4-BE49-F238E27FC236}">
                <a16:creationId xmlns:a16="http://schemas.microsoft.com/office/drawing/2014/main" id="{7B966D67-A0B7-4BDE-8712-BC4ED706D7C2}"/>
              </a:ext>
            </a:extLst>
          </p:cNvPr>
          <p:cNvSpPr>
            <a:spLocks noGrp="1"/>
          </p:cNvSpPr>
          <p:nvPr>
            <p:ph type="title" hasCustomPrompt="1"/>
          </p:nvPr>
        </p:nvSpPr>
        <p:spPr>
          <a:xfrm>
            <a:off x="401012" y="446567"/>
            <a:ext cx="5317208" cy="574391"/>
          </a:xfrm>
          <a:prstGeom prst="rect">
            <a:avLst/>
          </a:prstGeom>
        </p:spPr>
        <p:txBody>
          <a:bodyPr/>
          <a:lstStyle>
            <a:lvl1pPr>
              <a:defRPr sz="3400" b="1">
                <a:latin typeface="+mj-lt"/>
              </a:defRPr>
            </a:lvl1pPr>
          </a:lstStyle>
          <a:p>
            <a:r>
              <a:rPr lang="de-DE"/>
              <a:t>TITEL BEARBEITEN</a:t>
            </a:r>
          </a:p>
        </p:txBody>
      </p:sp>
      <p:sp>
        <p:nvSpPr>
          <p:cNvPr id="23" name="Rechteck 7">
            <a:extLst>
              <a:ext uri="{FF2B5EF4-FFF2-40B4-BE49-F238E27FC236}">
                <a16:creationId xmlns:a16="http://schemas.microsoft.com/office/drawing/2014/main" id="{3DC8CD3C-A927-DD4F-B14B-83A6E279AD87}"/>
              </a:ext>
            </a:extLst>
          </p:cNvPr>
          <p:cNvSpPr/>
          <p:nvPr userDrawn="1"/>
        </p:nvSpPr>
        <p:spPr>
          <a:xfrm>
            <a:off x="11688190" y="6502178"/>
            <a:ext cx="368963" cy="196844"/>
          </a:xfrm>
          <a:prstGeom prst="rect">
            <a:avLst/>
          </a:prstGeom>
          <a:solidFill>
            <a:srgbClr val="84B93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F932E8DC-0E3F-4F41-8083-096A035A8998}" type="slidenum">
              <a:rPr lang="de-DE" sz="1400" smtClean="0"/>
              <a:t>‹Nr.›</a:t>
            </a:fld>
            <a:endParaRPr lang="de-DE" sz="1400" dirty="0"/>
          </a:p>
        </p:txBody>
      </p:sp>
    </p:spTree>
    <p:extLst>
      <p:ext uri="{BB962C8B-B14F-4D97-AF65-F5344CB8AC3E}">
        <p14:creationId xmlns:p14="http://schemas.microsoft.com/office/powerpoint/2010/main" val="19975163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06_Text und Bilder_Raster">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09E15ACD-B244-4BE0-BFDC-448BAA07D63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
        <p:nvSpPr>
          <p:cNvPr id="7" name="Rechteck 6">
            <a:extLst>
              <a:ext uri="{FF2B5EF4-FFF2-40B4-BE49-F238E27FC236}">
                <a16:creationId xmlns:a16="http://schemas.microsoft.com/office/drawing/2014/main" id="{6849CFFA-5CBC-42EE-9B15-C31225E6EBE8}"/>
              </a:ext>
            </a:extLst>
          </p:cNvPr>
          <p:cNvSpPr/>
          <p:nvPr userDrawn="1"/>
        </p:nvSpPr>
        <p:spPr>
          <a:xfrm>
            <a:off x="839597" y="6475939"/>
            <a:ext cx="4975736"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Bundesverband Deutscher Studentischer Unternehmensberatungen e.V.</a:t>
            </a:r>
            <a:r>
              <a:rPr kumimoji="0" lang="de-DE" sz="1100" b="1"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 </a:t>
            </a:r>
            <a:endPar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endParaRPr>
          </a:p>
        </p:txBody>
      </p:sp>
      <p:sp>
        <p:nvSpPr>
          <p:cNvPr id="13" name="Datumsplatzhalter 12">
            <a:extLst>
              <a:ext uri="{FF2B5EF4-FFF2-40B4-BE49-F238E27FC236}">
                <a16:creationId xmlns:a16="http://schemas.microsoft.com/office/drawing/2014/main" id="{A1322357-7EC3-46C8-96FE-D46807877B76}"/>
              </a:ext>
            </a:extLst>
          </p:cNvPr>
          <p:cNvSpPr>
            <a:spLocks noGrp="1"/>
          </p:cNvSpPr>
          <p:nvPr>
            <p:ph type="dt" sz="half" idx="10"/>
          </p:nvPr>
        </p:nvSpPr>
        <p:spPr>
          <a:xfrm>
            <a:off x="8837760" y="6475939"/>
            <a:ext cx="2743200" cy="261608"/>
          </a:xfrm>
          <a:prstGeom prst="rect">
            <a:avLst/>
          </a:prstGeom>
        </p:spPr>
        <p:txBody>
          <a:bodyPr/>
          <a:lstStyle>
            <a:lvl1pPr algn="r">
              <a:defRPr sz="1100">
                <a:solidFill>
                  <a:schemeClr val="tx1">
                    <a:lumMod val="60000"/>
                    <a:lumOff val="40000"/>
                  </a:schemeClr>
                </a:solidFill>
                <a:latin typeface="Tahoma" panose="020B0604030504040204" pitchFamily="34" charset="0"/>
                <a:ea typeface="Tahoma" panose="020B0604030504040204" pitchFamily="34" charset="0"/>
                <a:cs typeface="Tahoma" panose="020B0604030504040204" pitchFamily="34" charset="0"/>
              </a:defRPr>
            </a:lvl1pPr>
          </a:lstStyle>
          <a:p>
            <a:fld id="{95A1A114-EC4E-4D6F-80AF-E9C9AF70EA82}" type="datetime1">
              <a:rPr lang="de-DE" smtClean="0"/>
              <a:pPr/>
              <a:t>05.12.22</a:t>
            </a:fld>
            <a:endParaRPr lang="de-DE"/>
          </a:p>
        </p:txBody>
      </p:sp>
      <p:sp>
        <p:nvSpPr>
          <p:cNvPr id="14" name="Textplatzhalter 28">
            <a:extLst>
              <a:ext uri="{FF2B5EF4-FFF2-40B4-BE49-F238E27FC236}">
                <a16:creationId xmlns:a16="http://schemas.microsoft.com/office/drawing/2014/main" id="{C07F9ED2-B7C6-4F9A-86BB-9F088943AC13}"/>
              </a:ext>
            </a:extLst>
          </p:cNvPr>
          <p:cNvSpPr>
            <a:spLocks noGrp="1"/>
          </p:cNvSpPr>
          <p:nvPr>
            <p:ph type="body" sz="quarter" idx="15" hasCustomPrompt="1"/>
          </p:nvPr>
        </p:nvSpPr>
        <p:spPr>
          <a:xfrm>
            <a:off x="401011" y="1020958"/>
            <a:ext cx="11388725" cy="406783"/>
          </a:xfrm>
          <a:prstGeom prst="rect">
            <a:avLst/>
          </a:prstGeom>
        </p:spPr>
        <p:txBody>
          <a:bodyPr>
            <a:noAutofit/>
          </a:bodyPr>
          <a:lstStyle>
            <a:lvl1pPr marL="0" indent="0">
              <a:buNone/>
              <a:defRPr kumimoji="0" lang="de-DE" sz="2200" b="0" i="0" u="none" strike="noStrike" kern="1200" cap="none" spc="0" normalizeH="0" baseline="0" dirty="0">
                <a:ln>
                  <a:noFill/>
                </a:ln>
                <a:solidFill>
                  <a:schemeClr val="tx2"/>
                </a:solidFill>
                <a:effectLst/>
                <a:uLnTx/>
                <a:uFillTx/>
                <a:latin typeface="Tahoma" pitchFamily="34" charset="0"/>
                <a:ea typeface="Tahoma" pitchFamily="34" charset="0"/>
                <a:cs typeface="Tahoma" pitchFamily="34" charset="0"/>
              </a:defRPr>
            </a:lvl1pPr>
          </a:lstStyle>
          <a:p>
            <a:pPr lvl="0"/>
            <a:r>
              <a:rPr lang="de-DE"/>
              <a:t>Action Title</a:t>
            </a:r>
          </a:p>
        </p:txBody>
      </p:sp>
      <p:sp>
        <p:nvSpPr>
          <p:cNvPr id="5" name="Titel 4">
            <a:extLst>
              <a:ext uri="{FF2B5EF4-FFF2-40B4-BE49-F238E27FC236}">
                <a16:creationId xmlns:a16="http://schemas.microsoft.com/office/drawing/2014/main" id="{71C6D928-4684-45EA-932D-ABA27BA7E34B}"/>
              </a:ext>
            </a:extLst>
          </p:cNvPr>
          <p:cNvSpPr>
            <a:spLocks noGrp="1"/>
          </p:cNvSpPr>
          <p:nvPr>
            <p:ph type="title" hasCustomPrompt="1"/>
          </p:nvPr>
        </p:nvSpPr>
        <p:spPr>
          <a:xfrm>
            <a:off x="401011" y="446567"/>
            <a:ext cx="11388725" cy="574391"/>
          </a:xfrm>
          <a:prstGeom prst="rect">
            <a:avLst/>
          </a:prstGeom>
        </p:spPr>
        <p:txBody>
          <a:bodyPr/>
          <a:lstStyle>
            <a:lvl1pPr>
              <a:defRPr sz="3400" b="1">
                <a:latin typeface="+mj-lt"/>
              </a:defRPr>
            </a:lvl1pPr>
          </a:lstStyle>
          <a:p>
            <a:r>
              <a:rPr lang="de-DE"/>
              <a:t>MASTERTITELFORMAT BEARBEITEN</a:t>
            </a:r>
          </a:p>
        </p:txBody>
      </p:sp>
      <p:sp>
        <p:nvSpPr>
          <p:cNvPr id="10" name="Rechteck 9">
            <a:extLst>
              <a:ext uri="{FF2B5EF4-FFF2-40B4-BE49-F238E27FC236}">
                <a16:creationId xmlns:a16="http://schemas.microsoft.com/office/drawing/2014/main" id="{A890BA59-238E-4D86-845D-C65141329689}"/>
              </a:ext>
            </a:extLst>
          </p:cNvPr>
          <p:cNvSpPr/>
          <p:nvPr userDrawn="1"/>
        </p:nvSpPr>
        <p:spPr>
          <a:xfrm>
            <a:off x="401009" y="1662368"/>
            <a:ext cx="4521179" cy="2232000"/>
          </a:xfrm>
          <a:prstGeom prst="rect">
            <a:avLst/>
          </a:prstGeom>
          <a:solidFill>
            <a:srgbClr val="EAEAEA"/>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5953BB0E-50F3-4439-8F4F-6DC5B21C4566}"/>
              </a:ext>
            </a:extLst>
          </p:cNvPr>
          <p:cNvSpPr/>
          <p:nvPr userDrawn="1"/>
        </p:nvSpPr>
        <p:spPr>
          <a:xfrm>
            <a:off x="7268553" y="1662368"/>
            <a:ext cx="2232000" cy="2232000"/>
          </a:xfrm>
          <a:prstGeom prst="rect">
            <a:avLst/>
          </a:prstGeom>
          <a:solidFill>
            <a:schemeClr val="tx2"/>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23" name="Rechteck 22">
            <a:extLst>
              <a:ext uri="{FF2B5EF4-FFF2-40B4-BE49-F238E27FC236}">
                <a16:creationId xmlns:a16="http://schemas.microsoft.com/office/drawing/2014/main" id="{E95FFB53-D256-4740-B124-85A97C0DA8DA}"/>
              </a:ext>
            </a:extLst>
          </p:cNvPr>
          <p:cNvSpPr/>
          <p:nvPr userDrawn="1"/>
        </p:nvSpPr>
        <p:spPr>
          <a:xfrm>
            <a:off x="401010" y="3934699"/>
            <a:ext cx="2232000" cy="2232000"/>
          </a:xfrm>
          <a:prstGeom prst="rect">
            <a:avLst/>
          </a:prstGeom>
          <a:solidFill>
            <a:schemeClr val="tx1"/>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28" name="Rechteck 27">
            <a:extLst>
              <a:ext uri="{FF2B5EF4-FFF2-40B4-BE49-F238E27FC236}">
                <a16:creationId xmlns:a16="http://schemas.microsoft.com/office/drawing/2014/main" id="{8A71B3B1-D2FA-4750-B768-60F33337FAC5}"/>
              </a:ext>
            </a:extLst>
          </p:cNvPr>
          <p:cNvSpPr/>
          <p:nvPr userDrawn="1"/>
        </p:nvSpPr>
        <p:spPr>
          <a:xfrm>
            <a:off x="7268553" y="3948387"/>
            <a:ext cx="4521183" cy="2232000"/>
          </a:xfrm>
          <a:prstGeom prst="rect">
            <a:avLst/>
          </a:prstGeom>
          <a:solidFill>
            <a:srgbClr val="EAEAEA"/>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3" name="Bildplatzhalter 2">
            <a:extLst>
              <a:ext uri="{FF2B5EF4-FFF2-40B4-BE49-F238E27FC236}">
                <a16:creationId xmlns:a16="http://schemas.microsoft.com/office/drawing/2014/main" id="{2524E1CA-E668-481E-B19B-3D21FEA75449}"/>
              </a:ext>
            </a:extLst>
          </p:cNvPr>
          <p:cNvSpPr>
            <a:spLocks noGrp="1"/>
          </p:cNvSpPr>
          <p:nvPr>
            <p:ph type="pic" sz="quarter" idx="16"/>
          </p:nvPr>
        </p:nvSpPr>
        <p:spPr>
          <a:xfrm>
            <a:off x="2690163" y="3941612"/>
            <a:ext cx="2232025" cy="2232025"/>
          </a:xfrm>
          <a:prstGeom prst="rect">
            <a:avLst/>
          </a:prstGeom>
        </p:spPr>
        <p:txBody>
          <a:bodyPr/>
          <a:lstStyle/>
          <a:p>
            <a:r>
              <a:rPr lang="de-DE"/>
              <a:t>Bild durch Klicken auf Symbol hinzufügen</a:t>
            </a:r>
          </a:p>
        </p:txBody>
      </p:sp>
      <p:sp>
        <p:nvSpPr>
          <p:cNvPr id="29" name="Bildplatzhalter 2">
            <a:extLst>
              <a:ext uri="{FF2B5EF4-FFF2-40B4-BE49-F238E27FC236}">
                <a16:creationId xmlns:a16="http://schemas.microsoft.com/office/drawing/2014/main" id="{A7CF3783-0870-444A-9109-43E153FBA025}"/>
              </a:ext>
            </a:extLst>
          </p:cNvPr>
          <p:cNvSpPr>
            <a:spLocks noGrp="1"/>
          </p:cNvSpPr>
          <p:nvPr>
            <p:ph type="pic" sz="quarter" idx="17"/>
          </p:nvPr>
        </p:nvSpPr>
        <p:spPr>
          <a:xfrm>
            <a:off x="4979359" y="3948387"/>
            <a:ext cx="2232025" cy="2232025"/>
          </a:xfrm>
          <a:prstGeom prst="rect">
            <a:avLst/>
          </a:prstGeom>
        </p:spPr>
        <p:txBody>
          <a:bodyPr/>
          <a:lstStyle/>
          <a:p>
            <a:r>
              <a:rPr lang="de-DE"/>
              <a:t>Bild durch Klicken auf Symbol hinzufügen</a:t>
            </a:r>
          </a:p>
        </p:txBody>
      </p:sp>
      <p:sp>
        <p:nvSpPr>
          <p:cNvPr id="30" name="Bildplatzhalter 2">
            <a:extLst>
              <a:ext uri="{FF2B5EF4-FFF2-40B4-BE49-F238E27FC236}">
                <a16:creationId xmlns:a16="http://schemas.microsoft.com/office/drawing/2014/main" id="{6181C2AE-0A10-431A-A291-22F8DA4BB290}"/>
              </a:ext>
            </a:extLst>
          </p:cNvPr>
          <p:cNvSpPr>
            <a:spLocks noGrp="1"/>
          </p:cNvSpPr>
          <p:nvPr>
            <p:ph type="pic" sz="quarter" idx="18"/>
          </p:nvPr>
        </p:nvSpPr>
        <p:spPr>
          <a:xfrm>
            <a:off x="4979358" y="1662368"/>
            <a:ext cx="2232025" cy="2232025"/>
          </a:xfrm>
          <a:prstGeom prst="rect">
            <a:avLst/>
          </a:prstGeom>
        </p:spPr>
        <p:txBody>
          <a:bodyPr/>
          <a:lstStyle/>
          <a:p>
            <a:r>
              <a:rPr lang="de-DE"/>
              <a:t>Bild durch Klicken auf Symbol hinzufügen</a:t>
            </a:r>
          </a:p>
        </p:txBody>
      </p:sp>
      <p:sp>
        <p:nvSpPr>
          <p:cNvPr id="31" name="Bildplatzhalter 2">
            <a:extLst>
              <a:ext uri="{FF2B5EF4-FFF2-40B4-BE49-F238E27FC236}">
                <a16:creationId xmlns:a16="http://schemas.microsoft.com/office/drawing/2014/main" id="{1C878E49-35DD-40D0-B14C-712F62FF3360}"/>
              </a:ext>
            </a:extLst>
          </p:cNvPr>
          <p:cNvSpPr>
            <a:spLocks noGrp="1"/>
          </p:cNvSpPr>
          <p:nvPr>
            <p:ph type="pic" sz="quarter" idx="19"/>
          </p:nvPr>
        </p:nvSpPr>
        <p:spPr>
          <a:xfrm>
            <a:off x="9557723" y="1662343"/>
            <a:ext cx="2232025" cy="2232025"/>
          </a:xfrm>
          <a:prstGeom prst="rect">
            <a:avLst/>
          </a:prstGeom>
        </p:spPr>
        <p:txBody>
          <a:bodyPr/>
          <a:lstStyle/>
          <a:p>
            <a:r>
              <a:rPr lang="de-DE"/>
              <a:t>Bild durch Klicken auf Symbol hinzufügen</a:t>
            </a:r>
          </a:p>
        </p:txBody>
      </p:sp>
      <p:sp>
        <p:nvSpPr>
          <p:cNvPr id="4" name="Textplatzhalter 3">
            <a:extLst>
              <a:ext uri="{FF2B5EF4-FFF2-40B4-BE49-F238E27FC236}">
                <a16:creationId xmlns:a16="http://schemas.microsoft.com/office/drawing/2014/main" id="{9695CA30-1578-4A9D-BDB1-CD701987E41D}"/>
              </a:ext>
            </a:extLst>
          </p:cNvPr>
          <p:cNvSpPr>
            <a:spLocks noGrp="1"/>
          </p:cNvSpPr>
          <p:nvPr>
            <p:ph type="body" sz="quarter" idx="22"/>
          </p:nvPr>
        </p:nvSpPr>
        <p:spPr>
          <a:xfrm>
            <a:off x="483830" y="1736725"/>
            <a:ext cx="4365625" cy="2074863"/>
          </a:xfrm>
          <a:prstGeom prst="rect">
            <a:avLst/>
          </a:prstGeom>
        </p:spPr>
        <p:txBody>
          <a:bodyPr/>
          <a:lstStyle>
            <a:lvl1pPr marL="228600" indent="-228600">
              <a:buFont typeface="Wingdings" panose="05000000000000000000" pitchFamily="2" charset="2"/>
              <a:buChar char="§"/>
              <a:defRPr sz="1800"/>
            </a:lvl1pPr>
            <a:lvl2pPr marL="685800" indent="-228600">
              <a:buFont typeface="Symbol" panose="05050102010706020507" pitchFamily="18" charset="2"/>
              <a:buChar char="-"/>
              <a:defRPr sz="1800"/>
            </a:lvl2pPr>
            <a:lvl3pPr marL="1143000" indent="-228600">
              <a:buFont typeface="Wingdings" panose="05000000000000000000" pitchFamily="2" charset="2"/>
              <a:buChar char="§"/>
              <a:defRPr sz="1800"/>
            </a:lvl3pPr>
            <a:lvl4pPr marL="1714500" indent="-342900">
              <a:buFont typeface="Symbol" panose="05050102010706020507" pitchFamily="18" charset="2"/>
              <a:buChar char="-"/>
              <a:defRPr sz="1800"/>
            </a:lvl4pPr>
            <a:lvl5pPr marL="2057400" indent="-228600">
              <a:buFont typeface="Wingdings" panose="05000000000000000000" pitchFamily="2" charset="2"/>
              <a:buChar cha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1" name="Textplatzhalter 3">
            <a:extLst>
              <a:ext uri="{FF2B5EF4-FFF2-40B4-BE49-F238E27FC236}">
                <a16:creationId xmlns:a16="http://schemas.microsoft.com/office/drawing/2014/main" id="{33E32BD3-4A09-48BF-A8C9-C2F67E4B3398}"/>
              </a:ext>
            </a:extLst>
          </p:cNvPr>
          <p:cNvSpPr>
            <a:spLocks noGrp="1"/>
          </p:cNvSpPr>
          <p:nvPr>
            <p:ph type="body" sz="quarter" idx="23"/>
          </p:nvPr>
        </p:nvSpPr>
        <p:spPr>
          <a:xfrm>
            <a:off x="7346331" y="4026955"/>
            <a:ext cx="4365625" cy="2074863"/>
          </a:xfrm>
          <a:prstGeom prst="rect">
            <a:avLst/>
          </a:prstGeom>
        </p:spPr>
        <p:txBody>
          <a:bodyPr/>
          <a:lstStyle>
            <a:lvl1pPr marL="228600" indent="-228600">
              <a:buFont typeface="Wingdings" panose="05000000000000000000" pitchFamily="2" charset="2"/>
              <a:buChar char="§"/>
              <a:defRPr sz="1800"/>
            </a:lvl1pPr>
            <a:lvl2pPr marL="685800" indent="-228600">
              <a:buFont typeface="Symbol" panose="05050102010706020507" pitchFamily="18" charset="2"/>
              <a:buChar char="-"/>
              <a:defRPr sz="1800"/>
            </a:lvl2pPr>
            <a:lvl3pPr marL="1143000" indent="-228600">
              <a:buFont typeface="Wingdings" panose="05000000000000000000" pitchFamily="2" charset="2"/>
              <a:buChar char="§"/>
              <a:defRPr sz="1800"/>
            </a:lvl3pPr>
            <a:lvl4pPr marL="1714500" indent="-342900">
              <a:buFont typeface="Symbol" panose="05050102010706020507" pitchFamily="18" charset="2"/>
              <a:buChar char="-"/>
              <a:defRPr sz="1800"/>
            </a:lvl4pPr>
            <a:lvl5pPr marL="2057400" indent="-228600">
              <a:buFont typeface="Wingdings" panose="05000000000000000000" pitchFamily="2" charset="2"/>
              <a:buChar cha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0" name="Rechteck 7">
            <a:extLst>
              <a:ext uri="{FF2B5EF4-FFF2-40B4-BE49-F238E27FC236}">
                <a16:creationId xmlns:a16="http://schemas.microsoft.com/office/drawing/2014/main" id="{8A75E10C-9850-F646-8C3A-E23FFDE26F5F}"/>
              </a:ext>
            </a:extLst>
          </p:cNvPr>
          <p:cNvSpPr/>
          <p:nvPr userDrawn="1"/>
        </p:nvSpPr>
        <p:spPr>
          <a:xfrm>
            <a:off x="11688190" y="6502178"/>
            <a:ext cx="368963" cy="196844"/>
          </a:xfrm>
          <a:prstGeom prst="rect">
            <a:avLst/>
          </a:prstGeom>
          <a:solidFill>
            <a:srgbClr val="84B93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F932E8DC-0E3F-4F41-8083-096A035A8998}" type="slidenum">
              <a:rPr lang="de-DE" sz="1400" smtClean="0"/>
              <a:t>‹Nr.›</a:t>
            </a:fld>
            <a:endParaRPr lang="de-DE" sz="1400" dirty="0"/>
          </a:p>
        </p:txBody>
      </p:sp>
    </p:spTree>
    <p:extLst>
      <p:ext uri="{BB962C8B-B14F-4D97-AF65-F5344CB8AC3E}">
        <p14:creationId xmlns:p14="http://schemas.microsoft.com/office/powerpoint/2010/main" val="500529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07_Inhalt und Farbe">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3630BEF6-E235-4048-BD79-D31993653251}"/>
              </a:ext>
            </a:extLst>
          </p:cNvPr>
          <p:cNvSpPr/>
          <p:nvPr userDrawn="1"/>
        </p:nvSpPr>
        <p:spPr>
          <a:xfrm>
            <a:off x="8060267" y="0"/>
            <a:ext cx="4140000" cy="6858000"/>
          </a:xfrm>
          <a:prstGeom prst="rect">
            <a:avLst/>
          </a:prstGeom>
          <a:solidFill>
            <a:schemeClr val="tx2"/>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pic>
        <p:nvPicPr>
          <p:cNvPr id="6" name="Grafik 5">
            <a:extLst>
              <a:ext uri="{FF2B5EF4-FFF2-40B4-BE49-F238E27FC236}">
                <a16:creationId xmlns:a16="http://schemas.microsoft.com/office/drawing/2014/main" id="{09E15ACD-B244-4BE0-BFDC-448BAA07D63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
        <p:nvSpPr>
          <p:cNvPr id="7" name="Rechteck 6">
            <a:extLst>
              <a:ext uri="{FF2B5EF4-FFF2-40B4-BE49-F238E27FC236}">
                <a16:creationId xmlns:a16="http://schemas.microsoft.com/office/drawing/2014/main" id="{6849CFFA-5CBC-42EE-9B15-C31225E6EBE8}"/>
              </a:ext>
            </a:extLst>
          </p:cNvPr>
          <p:cNvSpPr/>
          <p:nvPr userDrawn="1"/>
        </p:nvSpPr>
        <p:spPr>
          <a:xfrm>
            <a:off x="839597" y="6475939"/>
            <a:ext cx="4975736"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Bundesverband Deutscher Studentischer Unternehmensberatungen e.V.</a:t>
            </a:r>
            <a:r>
              <a:rPr kumimoji="0" lang="de-DE" sz="1100" b="1"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 </a:t>
            </a:r>
            <a:endPar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endParaRPr>
          </a:p>
        </p:txBody>
      </p:sp>
      <p:sp>
        <p:nvSpPr>
          <p:cNvPr id="13" name="Datumsplatzhalter 12">
            <a:extLst>
              <a:ext uri="{FF2B5EF4-FFF2-40B4-BE49-F238E27FC236}">
                <a16:creationId xmlns:a16="http://schemas.microsoft.com/office/drawing/2014/main" id="{A1322357-7EC3-46C8-96FE-D46807877B76}"/>
              </a:ext>
            </a:extLst>
          </p:cNvPr>
          <p:cNvSpPr>
            <a:spLocks noGrp="1"/>
          </p:cNvSpPr>
          <p:nvPr>
            <p:ph type="dt" sz="half" idx="10"/>
          </p:nvPr>
        </p:nvSpPr>
        <p:spPr>
          <a:xfrm>
            <a:off x="8837760" y="6475939"/>
            <a:ext cx="2743200" cy="261608"/>
          </a:xfrm>
          <a:prstGeom prst="rect">
            <a:avLst/>
          </a:prstGeom>
        </p:spPr>
        <p:txBody>
          <a:bodyPr/>
          <a:lstStyle>
            <a:lvl1pPr algn="r">
              <a:defRPr sz="110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fld id="{95A1A114-EC4E-4D6F-80AF-E9C9AF70EA82}" type="datetime1">
              <a:rPr lang="de-DE" smtClean="0"/>
              <a:pPr/>
              <a:t>05.12.22</a:t>
            </a:fld>
            <a:endParaRPr lang="de-DE"/>
          </a:p>
        </p:txBody>
      </p:sp>
      <p:sp>
        <p:nvSpPr>
          <p:cNvPr id="14" name="Textplatzhalter 28">
            <a:extLst>
              <a:ext uri="{FF2B5EF4-FFF2-40B4-BE49-F238E27FC236}">
                <a16:creationId xmlns:a16="http://schemas.microsoft.com/office/drawing/2014/main" id="{C07F9ED2-B7C6-4F9A-86BB-9F088943AC13}"/>
              </a:ext>
            </a:extLst>
          </p:cNvPr>
          <p:cNvSpPr>
            <a:spLocks noGrp="1"/>
          </p:cNvSpPr>
          <p:nvPr>
            <p:ph type="body" sz="quarter" idx="15" hasCustomPrompt="1"/>
          </p:nvPr>
        </p:nvSpPr>
        <p:spPr>
          <a:xfrm>
            <a:off x="401011" y="1020958"/>
            <a:ext cx="7184660" cy="406783"/>
          </a:xfrm>
          <a:prstGeom prst="rect">
            <a:avLst/>
          </a:prstGeom>
        </p:spPr>
        <p:txBody>
          <a:bodyPr>
            <a:normAutofit/>
          </a:bodyPr>
          <a:lstStyle>
            <a:lvl1pPr marL="0" indent="0">
              <a:buNone/>
              <a:defRPr kumimoji="0" lang="de-DE" sz="2200" b="0" i="0" u="none" strike="noStrike" kern="1200" cap="none" spc="0" normalizeH="0" baseline="0" dirty="0">
                <a:ln>
                  <a:noFill/>
                </a:ln>
                <a:solidFill>
                  <a:schemeClr val="tx2"/>
                </a:solidFill>
                <a:effectLst/>
                <a:uLnTx/>
                <a:uFillTx/>
                <a:latin typeface="Tahoma" pitchFamily="34" charset="0"/>
                <a:ea typeface="Tahoma" pitchFamily="34" charset="0"/>
                <a:cs typeface="Tahoma" pitchFamily="34" charset="0"/>
              </a:defRPr>
            </a:lvl1pPr>
          </a:lstStyle>
          <a:p>
            <a:pPr lvl="0"/>
            <a:r>
              <a:rPr lang="de-DE"/>
              <a:t>Action Title</a:t>
            </a:r>
          </a:p>
        </p:txBody>
      </p:sp>
      <p:sp>
        <p:nvSpPr>
          <p:cNvPr id="5" name="Titel 4">
            <a:extLst>
              <a:ext uri="{FF2B5EF4-FFF2-40B4-BE49-F238E27FC236}">
                <a16:creationId xmlns:a16="http://schemas.microsoft.com/office/drawing/2014/main" id="{71C6D928-4684-45EA-932D-ABA27BA7E34B}"/>
              </a:ext>
            </a:extLst>
          </p:cNvPr>
          <p:cNvSpPr>
            <a:spLocks noGrp="1"/>
          </p:cNvSpPr>
          <p:nvPr>
            <p:ph type="title" hasCustomPrompt="1"/>
          </p:nvPr>
        </p:nvSpPr>
        <p:spPr>
          <a:xfrm>
            <a:off x="401011" y="446567"/>
            <a:ext cx="7184660" cy="574391"/>
          </a:xfrm>
          <a:prstGeom prst="rect">
            <a:avLst/>
          </a:prstGeom>
        </p:spPr>
        <p:txBody>
          <a:bodyPr/>
          <a:lstStyle>
            <a:lvl1pPr>
              <a:defRPr sz="3400" b="1">
                <a:latin typeface="+mj-lt"/>
              </a:defRPr>
            </a:lvl1pPr>
          </a:lstStyle>
          <a:p>
            <a:r>
              <a:rPr lang="de-DE"/>
              <a:t>TITEL BEARBEITEN</a:t>
            </a:r>
          </a:p>
        </p:txBody>
      </p:sp>
      <p:sp>
        <p:nvSpPr>
          <p:cNvPr id="11" name="Inhaltsplatzhalter 23">
            <a:extLst>
              <a:ext uri="{FF2B5EF4-FFF2-40B4-BE49-F238E27FC236}">
                <a16:creationId xmlns:a16="http://schemas.microsoft.com/office/drawing/2014/main" id="{CC669CB0-3471-46BF-B1C3-68947F5E165C}"/>
              </a:ext>
            </a:extLst>
          </p:cNvPr>
          <p:cNvSpPr>
            <a:spLocks noGrp="1"/>
          </p:cNvSpPr>
          <p:nvPr>
            <p:ph sz="quarter" idx="16"/>
          </p:nvPr>
        </p:nvSpPr>
        <p:spPr>
          <a:xfrm>
            <a:off x="8401050" y="446567"/>
            <a:ext cx="3471620" cy="5808433"/>
          </a:xfrm>
          <a:prstGeom prst="rect">
            <a:avLst/>
          </a:prstGeom>
        </p:spPr>
        <p:txBody>
          <a:bodyPr/>
          <a:lstStyle>
            <a:lvl1pPr marL="228600" indent="-228600">
              <a:buFont typeface="Wingdings" panose="05000000000000000000" pitchFamily="2" charset="2"/>
              <a:buChar char="§"/>
              <a:defRPr sz="1800">
                <a:solidFill>
                  <a:schemeClr val="bg1"/>
                </a:solidFill>
              </a:defRPr>
            </a:lvl1pPr>
            <a:lvl2pPr marL="685800" indent="-228600">
              <a:buFont typeface="Symbol" panose="05050102010706020507" pitchFamily="18" charset="2"/>
              <a:buChar char="-"/>
              <a:defRPr sz="1800">
                <a:solidFill>
                  <a:schemeClr val="bg1"/>
                </a:solidFill>
              </a:defRPr>
            </a:lvl2pPr>
            <a:lvl3pPr marL="1143000" indent="-228600">
              <a:buFont typeface="Arial" panose="020B0604020202020204" pitchFamily="34" charset="0"/>
              <a:buChar char="•"/>
              <a:defRPr sz="1800">
                <a:solidFill>
                  <a:schemeClr val="bg1"/>
                </a:solidFill>
              </a:defRPr>
            </a:lvl3pPr>
            <a:lvl4pPr marL="1600200" indent="-228600">
              <a:buFont typeface="Wingdings" panose="05000000000000000000" pitchFamily="2" charset="2"/>
              <a:buChar char="§"/>
              <a:defRPr sz="1800">
                <a:solidFill>
                  <a:schemeClr val="bg1"/>
                </a:solidFill>
              </a:defRPr>
            </a:lvl4pPr>
            <a:lvl5pPr marL="2171700" indent="-342900">
              <a:buFont typeface="Symbol" panose="05050102010706020507" pitchFamily="18" charset="2"/>
              <a:buChar char="-"/>
              <a:defRPr sz="1800">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6" name="Textplatzhalter 4">
            <a:extLst>
              <a:ext uri="{FF2B5EF4-FFF2-40B4-BE49-F238E27FC236}">
                <a16:creationId xmlns:a16="http://schemas.microsoft.com/office/drawing/2014/main" id="{08143F5F-5CF4-4CEF-A47E-0C262D6CBC1C}"/>
              </a:ext>
            </a:extLst>
          </p:cNvPr>
          <p:cNvSpPr>
            <a:spLocks noGrp="1"/>
          </p:cNvSpPr>
          <p:nvPr>
            <p:ph type="body" sz="quarter" idx="21"/>
          </p:nvPr>
        </p:nvSpPr>
        <p:spPr>
          <a:xfrm>
            <a:off x="401637" y="1649413"/>
            <a:ext cx="7184033" cy="4592637"/>
          </a:xfrm>
          <a:prstGeom prst="rect">
            <a:avLst/>
          </a:prstGeom>
        </p:spPr>
        <p:txBody>
          <a:bodyPr/>
          <a:lstStyle>
            <a:lvl1pPr marL="285750" indent="-285750">
              <a:buFont typeface="Wingdings" panose="05000000000000000000" pitchFamily="2" charset="2"/>
              <a:buChar char="§"/>
              <a:defRPr sz="1800"/>
            </a:lvl1pPr>
            <a:lvl2pPr marL="742950" indent="-285750">
              <a:buFont typeface="Symbol" panose="05050102010706020507" pitchFamily="18" charset="2"/>
              <a:buChar char="-"/>
              <a:defRPr sz="1800"/>
            </a:lvl2pPr>
            <a:lvl3pPr marL="1200150" indent="-285750">
              <a:buFont typeface="Wingdings" panose="05000000000000000000" pitchFamily="2" charset="2"/>
              <a:buChar char="§"/>
              <a:defRPr sz="1800"/>
            </a:lvl3pPr>
            <a:lvl4pPr marL="1657350" indent="-285750">
              <a:buFont typeface="Symbol" panose="05050102010706020507" pitchFamily="18" charset="2"/>
              <a:buChar char="-"/>
              <a:defRPr sz="1800"/>
            </a:lvl4pPr>
            <a:lvl5pPr marL="2114550" indent="-285750">
              <a:buFont typeface="Wingdings" panose="05000000000000000000" pitchFamily="2" charset="2"/>
              <a:buChar cha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2" name="Rechteck 7">
            <a:extLst>
              <a:ext uri="{FF2B5EF4-FFF2-40B4-BE49-F238E27FC236}">
                <a16:creationId xmlns:a16="http://schemas.microsoft.com/office/drawing/2014/main" id="{67D9FEB6-891C-574D-9DB8-93DA6E0CE021}"/>
              </a:ext>
            </a:extLst>
          </p:cNvPr>
          <p:cNvSpPr/>
          <p:nvPr userDrawn="1"/>
        </p:nvSpPr>
        <p:spPr>
          <a:xfrm>
            <a:off x="11688190" y="6502178"/>
            <a:ext cx="368963" cy="1968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F932E8DC-0E3F-4F41-8083-096A035A8998}" type="slidenum">
              <a:rPr lang="de-DE" sz="1400" smtClean="0">
                <a:solidFill>
                  <a:schemeClr val="tx2"/>
                </a:solidFill>
              </a:rPr>
              <a:t>‹Nr.›</a:t>
            </a:fld>
            <a:endParaRPr lang="de-DE" sz="1400" dirty="0">
              <a:solidFill>
                <a:schemeClr val="tx2"/>
              </a:solidFill>
            </a:endParaRPr>
          </a:p>
        </p:txBody>
      </p:sp>
    </p:spTree>
    <p:extLst>
      <p:ext uri="{BB962C8B-B14F-4D97-AF65-F5344CB8AC3E}">
        <p14:creationId xmlns:p14="http://schemas.microsoft.com/office/powerpoint/2010/main" val="220118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7_Inhalt, Bild und Farbe">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09E15ACD-B244-4BE0-BFDC-448BAA07D63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
        <p:nvSpPr>
          <p:cNvPr id="7" name="Rechteck 6">
            <a:extLst>
              <a:ext uri="{FF2B5EF4-FFF2-40B4-BE49-F238E27FC236}">
                <a16:creationId xmlns:a16="http://schemas.microsoft.com/office/drawing/2014/main" id="{6849CFFA-5CBC-42EE-9B15-C31225E6EBE8}"/>
              </a:ext>
            </a:extLst>
          </p:cNvPr>
          <p:cNvSpPr/>
          <p:nvPr userDrawn="1"/>
        </p:nvSpPr>
        <p:spPr>
          <a:xfrm>
            <a:off x="839597" y="6475939"/>
            <a:ext cx="4975736"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Bundesverband Deutscher Studentischer Unternehmensberatungen e.V.</a:t>
            </a:r>
            <a:r>
              <a:rPr kumimoji="0" lang="de-DE" sz="1100" b="1"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 </a:t>
            </a:r>
            <a:endPar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endParaRPr>
          </a:p>
        </p:txBody>
      </p:sp>
      <p:sp>
        <p:nvSpPr>
          <p:cNvPr id="13" name="Datumsplatzhalter 12">
            <a:extLst>
              <a:ext uri="{FF2B5EF4-FFF2-40B4-BE49-F238E27FC236}">
                <a16:creationId xmlns:a16="http://schemas.microsoft.com/office/drawing/2014/main" id="{A1322357-7EC3-46C8-96FE-D46807877B76}"/>
              </a:ext>
            </a:extLst>
          </p:cNvPr>
          <p:cNvSpPr>
            <a:spLocks noGrp="1"/>
          </p:cNvSpPr>
          <p:nvPr>
            <p:ph type="dt" sz="half" idx="10"/>
          </p:nvPr>
        </p:nvSpPr>
        <p:spPr>
          <a:xfrm>
            <a:off x="8837760" y="6475939"/>
            <a:ext cx="2743200" cy="261608"/>
          </a:xfrm>
          <a:prstGeom prst="rect">
            <a:avLst/>
          </a:prstGeom>
        </p:spPr>
        <p:txBody>
          <a:bodyPr/>
          <a:lstStyle>
            <a:lvl1pPr algn="r">
              <a:defRPr sz="1100">
                <a:solidFill>
                  <a:schemeClr val="tx1">
                    <a:lumMod val="60000"/>
                    <a:lumOff val="40000"/>
                  </a:schemeClr>
                </a:solidFill>
                <a:latin typeface="Tahoma" panose="020B0604030504040204" pitchFamily="34" charset="0"/>
                <a:ea typeface="Tahoma" panose="020B0604030504040204" pitchFamily="34" charset="0"/>
                <a:cs typeface="Tahoma" panose="020B0604030504040204" pitchFamily="34" charset="0"/>
              </a:defRPr>
            </a:lvl1pPr>
          </a:lstStyle>
          <a:p>
            <a:fld id="{95A1A114-EC4E-4D6F-80AF-E9C9AF70EA82}" type="datetime1">
              <a:rPr lang="de-DE" smtClean="0"/>
              <a:pPr/>
              <a:t>05.12.22</a:t>
            </a:fld>
            <a:endParaRPr lang="de-DE"/>
          </a:p>
        </p:txBody>
      </p:sp>
      <p:sp>
        <p:nvSpPr>
          <p:cNvPr id="14" name="Textplatzhalter 28">
            <a:extLst>
              <a:ext uri="{FF2B5EF4-FFF2-40B4-BE49-F238E27FC236}">
                <a16:creationId xmlns:a16="http://schemas.microsoft.com/office/drawing/2014/main" id="{C07F9ED2-B7C6-4F9A-86BB-9F088943AC13}"/>
              </a:ext>
            </a:extLst>
          </p:cNvPr>
          <p:cNvSpPr>
            <a:spLocks noGrp="1"/>
          </p:cNvSpPr>
          <p:nvPr>
            <p:ph type="body" sz="quarter" idx="15" hasCustomPrompt="1"/>
          </p:nvPr>
        </p:nvSpPr>
        <p:spPr>
          <a:xfrm>
            <a:off x="401011" y="1020958"/>
            <a:ext cx="11388725" cy="406783"/>
          </a:xfrm>
          <a:prstGeom prst="rect">
            <a:avLst/>
          </a:prstGeom>
        </p:spPr>
        <p:txBody>
          <a:bodyPr>
            <a:noAutofit/>
          </a:bodyPr>
          <a:lstStyle>
            <a:lvl1pPr marL="0" indent="0">
              <a:buNone/>
              <a:defRPr kumimoji="0" lang="de-DE" sz="2200" b="0" i="0" u="none" strike="noStrike" kern="1200" cap="none" spc="0" normalizeH="0" baseline="0" dirty="0">
                <a:ln>
                  <a:noFill/>
                </a:ln>
                <a:solidFill>
                  <a:schemeClr val="tx2"/>
                </a:solidFill>
                <a:effectLst/>
                <a:uLnTx/>
                <a:uFillTx/>
                <a:latin typeface="Tahoma" pitchFamily="34" charset="0"/>
                <a:ea typeface="Tahoma" pitchFamily="34" charset="0"/>
                <a:cs typeface="Tahoma" pitchFamily="34" charset="0"/>
              </a:defRPr>
            </a:lvl1pPr>
          </a:lstStyle>
          <a:p>
            <a:pPr lvl="0"/>
            <a:r>
              <a:rPr lang="de-DE"/>
              <a:t>Action Title</a:t>
            </a:r>
          </a:p>
        </p:txBody>
      </p:sp>
      <p:sp>
        <p:nvSpPr>
          <p:cNvPr id="5" name="Titel 4">
            <a:extLst>
              <a:ext uri="{FF2B5EF4-FFF2-40B4-BE49-F238E27FC236}">
                <a16:creationId xmlns:a16="http://schemas.microsoft.com/office/drawing/2014/main" id="{71C6D928-4684-45EA-932D-ABA27BA7E34B}"/>
              </a:ext>
            </a:extLst>
          </p:cNvPr>
          <p:cNvSpPr>
            <a:spLocks noGrp="1"/>
          </p:cNvSpPr>
          <p:nvPr>
            <p:ph type="title" hasCustomPrompt="1"/>
          </p:nvPr>
        </p:nvSpPr>
        <p:spPr>
          <a:xfrm>
            <a:off x="401011" y="446567"/>
            <a:ext cx="11388725" cy="574391"/>
          </a:xfrm>
          <a:prstGeom prst="rect">
            <a:avLst/>
          </a:prstGeom>
        </p:spPr>
        <p:txBody>
          <a:bodyPr/>
          <a:lstStyle>
            <a:lvl1pPr>
              <a:defRPr sz="3400" b="1">
                <a:latin typeface="+mj-lt"/>
              </a:defRPr>
            </a:lvl1pPr>
          </a:lstStyle>
          <a:p>
            <a:r>
              <a:rPr lang="de-DE"/>
              <a:t>MASTERTITELFORMAT BEARBEITEN</a:t>
            </a:r>
          </a:p>
        </p:txBody>
      </p:sp>
      <p:sp>
        <p:nvSpPr>
          <p:cNvPr id="10" name="Rechteck 9">
            <a:extLst>
              <a:ext uri="{FF2B5EF4-FFF2-40B4-BE49-F238E27FC236}">
                <a16:creationId xmlns:a16="http://schemas.microsoft.com/office/drawing/2014/main" id="{95012284-8123-450A-B9F2-24E5055CBFEF}"/>
              </a:ext>
            </a:extLst>
          </p:cNvPr>
          <p:cNvSpPr/>
          <p:nvPr userDrawn="1"/>
        </p:nvSpPr>
        <p:spPr>
          <a:xfrm>
            <a:off x="0" y="1638591"/>
            <a:ext cx="7794317" cy="4592632"/>
          </a:xfrm>
          <a:prstGeom prst="rect">
            <a:avLst/>
          </a:prstGeom>
          <a:solidFill>
            <a:srgbClr val="EAEAEA"/>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CC431A26-5CDA-4604-AEA2-553518AFEB15}"/>
              </a:ext>
            </a:extLst>
          </p:cNvPr>
          <p:cNvSpPr/>
          <p:nvPr userDrawn="1"/>
        </p:nvSpPr>
        <p:spPr>
          <a:xfrm>
            <a:off x="11182350" y="1638015"/>
            <a:ext cx="1009650" cy="4592632"/>
          </a:xfrm>
          <a:prstGeom prst="rect">
            <a:avLst/>
          </a:prstGeom>
          <a:solidFill>
            <a:schemeClr val="tx2"/>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de-DE"/>
          </a:p>
        </p:txBody>
      </p:sp>
      <p:sp>
        <p:nvSpPr>
          <p:cNvPr id="3" name="Bildplatzhalter 2">
            <a:extLst>
              <a:ext uri="{FF2B5EF4-FFF2-40B4-BE49-F238E27FC236}">
                <a16:creationId xmlns:a16="http://schemas.microsoft.com/office/drawing/2014/main" id="{ECCC3B82-59E8-45F3-8EA0-6EF5AD2B4924}"/>
              </a:ext>
            </a:extLst>
          </p:cNvPr>
          <p:cNvSpPr>
            <a:spLocks noGrp="1"/>
          </p:cNvSpPr>
          <p:nvPr>
            <p:ph type="pic" sz="quarter" idx="16"/>
          </p:nvPr>
        </p:nvSpPr>
        <p:spPr>
          <a:xfrm>
            <a:off x="7794471" y="1638300"/>
            <a:ext cx="3387725" cy="4592347"/>
          </a:xfrm>
          <a:prstGeom prst="rect">
            <a:avLst/>
          </a:prstGeom>
        </p:spPr>
        <p:txBody>
          <a:bodyPr/>
          <a:lstStyle/>
          <a:p>
            <a:r>
              <a:rPr lang="de-DE"/>
              <a:t>Bild durch Klicken auf Symbol hinzufügen</a:t>
            </a:r>
          </a:p>
        </p:txBody>
      </p:sp>
      <p:sp>
        <p:nvSpPr>
          <p:cNvPr id="17" name="Textplatzhalter 4">
            <a:extLst>
              <a:ext uri="{FF2B5EF4-FFF2-40B4-BE49-F238E27FC236}">
                <a16:creationId xmlns:a16="http://schemas.microsoft.com/office/drawing/2014/main" id="{C4B6D758-DC07-41DB-A1EB-3DD3833F055E}"/>
              </a:ext>
            </a:extLst>
          </p:cNvPr>
          <p:cNvSpPr>
            <a:spLocks noGrp="1"/>
          </p:cNvSpPr>
          <p:nvPr>
            <p:ph type="body" sz="quarter" idx="21"/>
          </p:nvPr>
        </p:nvSpPr>
        <p:spPr>
          <a:xfrm>
            <a:off x="401637" y="1649414"/>
            <a:ext cx="7149869" cy="4581234"/>
          </a:xfrm>
          <a:prstGeom prst="rect">
            <a:avLst/>
          </a:prstGeom>
        </p:spPr>
        <p:txBody>
          <a:bodyPr/>
          <a:lstStyle>
            <a:lvl1pPr marL="285750" indent="-285750">
              <a:buFont typeface="Wingdings" panose="05000000000000000000" pitchFamily="2" charset="2"/>
              <a:buChar char="§"/>
              <a:defRPr sz="1800"/>
            </a:lvl1pPr>
            <a:lvl2pPr marL="742950" indent="-285750">
              <a:buFont typeface="Symbol" panose="05050102010706020507" pitchFamily="18" charset="2"/>
              <a:buChar char="-"/>
              <a:defRPr sz="1800"/>
            </a:lvl2pPr>
            <a:lvl3pPr marL="1200150" indent="-285750">
              <a:buFont typeface="Wingdings" panose="05000000000000000000" pitchFamily="2" charset="2"/>
              <a:buChar char="§"/>
              <a:defRPr sz="1800"/>
            </a:lvl3pPr>
            <a:lvl4pPr marL="1657350" indent="-285750">
              <a:buFont typeface="Symbol" panose="05050102010706020507" pitchFamily="18" charset="2"/>
              <a:buChar char="-"/>
              <a:defRPr sz="1800"/>
            </a:lvl4pPr>
            <a:lvl5pPr marL="2114550" indent="-285750">
              <a:buFont typeface="Wingdings" panose="05000000000000000000" pitchFamily="2" charset="2"/>
              <a:buChar cha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6" name="Rechteck 7">
            <a:extLst>
              <a:ext uri="{FF2B5EF4-FFF2-40B4-BE49-F238E27FC236}">
                <a16:creationId xmlns:a16="http://schemas.microsoft.com/office/drawing/2014/main" id="{5AA25631-B226-AC40-B8B3-27C1692AD51C}"/>
              </a:ext>
            </a:extLst>
          </p:cNvPr>
          <p:cNvSpPr/>
          <p:nvPr userDrawn="1"/>
        </p:nvSpPr>
        <p:spPr>
          <a:xfrm>
            <a:off x="11688190" y="6502178"/>
            <a:ext cx="368963" cy="196844"/>
          </a:xfrm>
          <a:prstGeom prst="rect">
            <a:avLst/>
          </a:prstGeom>
          <a:solidFill>
            <a:srgbClr val="84B93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F932E8DC-0E3F-4F41-8083-096A035A8998}" type="slidenum">
              <a:rPr lang="de-DE" sz="1400" smtClean="0"/>
              <a:t>‹Nr.›</a:t>
            </a:fld>
            <a:endParaRPr lang="de-DE" sz="1400" dirty="0"/>
          </a:p>
        </p:txBody>
      </p:sp>
    </p:spTree>
    <p:extLst>
      <p:ext uri="{BB962C8B-B14F-4D97-AF65-F5344CB8AC3E}">
        <p14:creationId xmlns:p14="http://schemas.microsoft.com/office/powerpoint/2010/main" val="4066968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8_Fragen">
    <p:spTree>
      <p:nvGrpSpPr>
        <p:cNvPr id="1" name=""/>
        <p:cNvGrpSpPr/>
        <p:nvPr/>
      </p:nvGrpSpPr>
      <p:grpSpPr>
        <a:xfrm>
          <a:off x="0" y="0"/>
          <a:ext cx="0" cy="0"/>
          <a:chOff x="0" y="0"/>
          <a:chExt cx="0" cy="0"/>
        </a:xfrm>
      </p:grpSpPr>
      <p:sp>
        <p:nvSpPr>
          <p:cNvPr id="7" name="Gleichschenkliges Dreieck 6">
            <a:extLst>
              <a:ext uri="{FF2B5EF4-FFF2-40B4-BE49-F238E27FC236}">
                <a16:creationId xmlns:a16="http://schemas.microsoft.com/office/drawing/2014/main" id="{25A86770-6F6F-4C9E-8B4D-E5F3DFE7B654}"/>
              </a:ext>
            </a:extLst>
          </p:cNvPr>
          <p:cNvSpPr/>
          <p:nvPr userDrawn="1"/>
        </p:nvSpPr>
        <p:spPr>
          <a:xfrm>
            <a:off x="6112331" y="3001915"/>
            <a:ext cx="1240971" cy="80006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itel 1">
            <a:extLst>
              <a:ext uri="{FF2B5EF4-FFF2-40B4-BE49-F238E27FC236}">
                <a16:creationId xmlns:a16="http://schemas.microsoft.com/office/drawing/2014/main" id="{D6EB795B-A17F-4F14-8FA1-1C1AFDA2AE8D}"/>
              </a:ext>
            </a:extLst>
          </p:cNvPr>
          <p:cNvSpPr>
            <a:spLocks noGrp="1"/>
          </p:cNvSpPr>
          <p:nvPr>
            <p:ph type="title" hasCustomPrompt="1"/>
          </p:nvPr>
        </p:nvSpPr>
        <p:spPr>
          <a:xfrm>
            <a:off x="3146303" y="4269148"/>
            <a:ext cx="5866733" cy="1151940"/>
          </a:xfrm>
          <a:prstGeom prst="rect">
            <a:avLst/>
          </a:prstGeom>
        </p:spPr>
        <p:txBody>
          <a:bodyPr/>
          <a:lstStyle>
            <a:lvl1pPr algn="ctr">
              <a:defRPr b="1">
                <a:solidFill>
                  <a:schemeClr val="tx1"/>
                </a:solidFill>
              </a:defRPr>
            </a:lvl1pPr>
          </a:lstStyle>
          <a:p>
            <a:r>
              <a:rPr lang="de-DE"/>
              <a:t>Fragen?</a:t>
            </a:r>
          </a:p>
        </p:txBody>
      </p:sp>
      <p:sp>
        <p:nvSpPr>
          <p:cNvPr id="9" name="Textplatzhalter 9">
            <a:extLst>
              <a:ext uri="{FF2B5EF4-FFF2-40B4-BE49-F238E27FC236}">
                <a16:creationId xmlns:a16="http://schemas.microsoft.com/office/drawing/2014/main" id="{3564F2AB-8DD1-4016-AD49-FAD3A62743D7}"/>
              </a:ext>
            </a:extLst>
          </p:cNvPr>
          <p:cNvSpPr>
            <a:spLocks noGrp="1"/>
          </p:cNvSpPr>
          <p:nvPr>
            <p:ph type="body" sz="quarter" idx="13" hasCustomPrompt="1"/>
          </p:nvPr>
        </p:nvSpPr>
        <p:spPr>
          <a:xfrm>
            <a:off x="3146303" y="5024056"/>
            <a:ext cx="5866732" cy="397032"/>
          </a:xfrm>
          <a:prstGeom prst="rect">
            <a:avLst/>
          </a:prstGeom>
        </p:spPr>
        <p:txBody>
          <a:bodyPr wrap="square" anchor="b">
            <a:noAutofit/>
          </a:bodyPr>
          <a:lstStyle>
            <a:lvl1pPr marL="0" indent="0" algn="ctr">
              <a:buNone/>
              <a:defRPr sz="2200" b="0" baseline="0">
                <a:solidFill>
                  <a:schemeClr val="tx2">
                    <a:lumMod val="60000"/>
                    <a:lumOff val="40000"/>
                  </a:schemeClr>
                </a:solidFill>
                <a:latin typeface="Tahoma" pitchFamily="34" charset="0"/>
                <a:ea typeface="Tahoma" pitchFamily="34" charset="0"/>
                <a:cs typeface="Tahoma" pitchFamily="34" charset="0"/>
              </a:defRPr>
            </a:lvl1pPr>
          </a:lstStyle>
          <a:p>
            <a:pPr lvl="0"/>
            <a:r>
              <a:rPr lang="de-DE"/>
              <a:t>Anmerkungen?</a:t>
            </a:r>
          </a:p>
        </p:txBody>
      </p:sp>
      <p:sp>
        <p:nvSpPr>
          <p:cNvPr id="10" name="Gleichschenkliges Dreieck 9">
            <a:extLst>
              <a:ext uri="{FF2B5EF4-FFF2-40B4-BE49-F238E27FC236}">
                <a16:creationId xmlns:a16="http://schemas.microsoft.com/office/drawing/2014/main" id="{334007CA-9E9F-4458-8D24-2F134747D77C}"/>
              </a:ext>
            </a:extLst>
          </p:cNvPr>
          <p:cNvSpPr/>
          <p:nvPr userDrawn="1"/>
        </p:nvSpPr>
        <p:spPr>
          <a:xfrm>
            <a:off x="4855029" y="3006364"/>
            <a:ext cx="1240971" cy="80006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3" name="Grafik 12">
            <a:extLst>
              <a:ext uri="{FF2B5EF4-FFF2-40B4-BE49-F238E27FC236}">
                <a16:creationId xmlns:a16="http://schemas.microsoft.com/office/drawing/2014/main" id="{FD534A49-F66B-4A67-B424-4BD815467B6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0981" y="6387638"/>
            <a:ext cx="702325" cy="360000"/>
          </a:xfrm>
          <a:prstGeom prst="rect">
            <a:avLst/>
          </a:prstGeom>
        </p:spPr>
      </p:pic>
      <p:sp>
        <p:nvSpPr>
          <p:cNvPr id="14" name="Rechteck 13">
            <a:extLst>
              <a:ext uri="{FF2B5EF4-FFF2-40B4-BE49-F238E27FC236}">
                <a16:creationId xmlns:a16="http://schemas.microsoft.com/office/drawing/2014/main" id="{23C59F2E-3F1A-48DA-82D7-9CD789F09134}"/>
              </a:ext>
            </a:extLst>
          </p:cNvPr>
          <p:cNvSpPr/>
          <p:nvPr userDrawn="1"/>
        </p:nvSpPr>
        <p:spPr>
          <a:xfrm>
            <a:off x="839597" y="6475939"/>
            <a:ext cx="4975736"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Bundesverband Deutscher Studentischer Unternehmensberatungen e.V.</a:t>
            </a:r>
            <a:r>
              <a:rPr kumimoji="0" lang="de-DE" sz="1100" b="1"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rPr>
              <a:t> </a:t>
            </a:r>
            <a:endParaRPr kumimoji="0" lang="de-DE" sz="1100" b="0" i="0" u="none" strike="noStrike" kern="1200" cap="none" spc="0" normalizeH="0" baseline="0" noProof="0">
              <a:ln>
                <a:noFill/>
              </a:ln>
              <a:solidFill>
                <a:schemeClr val="tx1">
                  <a:lumMod val="60000"/>
                  <a:lumOff val="40000"/>
                </a:schemeClr>
              </a:solidFill>
              <a:effectLst/>
              <a:uLnTx/>
              <a:uFillTx/>
              <a:latin typeface="Tahoma" pitchFamily="34" charset="0"/>
              <a:ea typeface="Tahoma" pitchFamily="34" charset="0"/>
              <a:cs typeface="Tahoma" pitchFamily="34" charset="0"/>
            </a:endParaRPr>
          </a:p>
        </p:txBody>
      </p:sp>
      <p:sp>
        <p:nvSpPr>
          <p:cNvPr id="16" name="Datumsplatzhalter 12">
            <a:extLst>
              <a:ext uri="{FF2B5EF4-FFF2-40B4-BE49-F238E27FC236}">
                <a16:creationId xmlns:a16="http://schemas.microsoft.com/office/drawing/2014/main" id="{1D75880A-517C-4769-9D59-E7C268124CA5}"/>
              </a:ext>
            </a:extLst>
          </p:cNvPr>
          <p:cNvSpPr>
            <a:spLocks noGrp="1"/>
          </p:cNvSpPr>
          <p:nvPr>
            <p:ph type="dt" sz="half" idx="10"/>
          </p:nvPr>
        </p:nvSpPr>
        <p:spPr>
          <a:xfrm>
            <a:off x="8837760" y="6475939"/>
            <a:ext cx="2743200" cy="261608"/>
          </a:xfrm>
          <a:prstGeom prst="rect">
            <a:avLst/>
          </a:prstGeom>
        </p:spPr>
        <p:txBody>
          <a:bodyPr/>
          <a:lstStyle>
            <a:lvl1pPr algn="r">
              <a:defRPr sz="1100">
                <a:solidFill>
                  <a:schemeClr val="tx1">
                    <a:lumMod val="60000"/>
                    <a:lumOff val="40000"/>
                  </a:schemeClr>
                </a:solidFill>
                <a:latin typeface="Tahoma" panose="020B0604030504040204" pitchFamily="34" charset="0"/>
                <a:ea typeface="Tahoma" panose="020B0604030504040204" pitchFamily="34" charset="0"/>
                <a:cs typeface="Tahoma" panose="020B0604030504040204" pitchFamily="34" charset="0"/>
              </a:defRPr>
            </a:lvl1pPr>
          </a:lstStyle>
          <a:p>
            <a:fld id="{95A1A114-EC4E-4D6F-80AF-E9C9AF70EA82}" type="datetime1">
              <a:rPr lang="de-DE" smtClean="0"/>
              <a:pPr/>
              <a:t>05.12.22</a:t>
            </a:fld>
            <a:endParaRPr lang="de-DE"/>
          </a:p>
        </p:txBody>
      </p:sp>
      <p:sp>
        <p:nvSpPr>
          <p:cNvPr id="18" name="Rechteck 7">
            <a:extLst>
              <a:ext uri="{FF2B5EF4-FFF2-40B4-BE49-F238E27FC236}">
                <a16:creationId xmlns:a16="http://schemas.microsoft.com/office/drawing/2014/main" id="{533B685A-86A0-214B-ABB3-370692C8060C}"/>
              </a:ext>
            </a:extLst>
          </p:cNvPr>
          <p:cNvSpPr/>
          <p:nvPr userDrawn="1"/>
        </p:nvSpPr>
        <p:spPr>
          <a:xfrm>
            <a:off x="11688190" y="6502178"/>
            <a:ext cx="368963" cy="196844"/>
          </a:xfrm>
          <a:prstGeom prst="rect">
            <a:avLst/>
          </a:prstGeom>
          <a:solidFill>
            <a:srgbClr val="84B93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F932E8DC-0E3F-4F41-8083-096A035A8998}" type="slidenum">
              <a:rPr lang="de-DE" sz="1400" smtClean="0"/>
              <a:t>‹Nr.›</a:t>
            </a:fld>
            <a:endParaRPr lang="de-DE" sz="1400" dirty="0"/>
          </a:p>
        </p:txBody>
      </p:sp>
      <p:sp>
        <p:nvSpPr>
          <p:cNvPr id="22" name="Freeform 21">
            <a:extLst>
              <a:ext uri="{FF2B5EF4-FFF2-40B4-BE49-F238E27FC236}">
                <a16:creationId xmlns:a16="http://schemas.microsoft.com/office/drawing/2014/main" id="{9475EF82-5346-BD4D-87E2-CDDB581B596F}"/>
              </a:ext>
            </a:extLst>
          </p:cNvPr>
          <p:cNvSpPr/>
          <p:nvPr userDrawn="1"/>
        </p:nvSpPr>
        <p:spPr>
          <a:xfrm rot="10800000">
            <a:off x="0" y="-1"/>
            <a:ext cx="12192000" cy="3792713"/>
          </a:xfrm>
          <a:custGeom>
            <a:avLst/>
            <a:gdLst>
              <a:gd name="connsiteX0" fmla="*/ 12192000 w 12192000"/>
              <a:gd name="connsiteY0" fmla="*/ 3792713 h 3792713"/>
              <a:gd name="connsiteX1" fmla="*/ 0 w 12192000"/>
              <a:gd name="connsiteY1" fmla="*/ 3792713 h 3792713"/>
              <a:gd name="connsiteX2" fmla="*/ 0 w 12192000"/>
              <a:gd name="connsiteY2" fmla="*/ 786348 h 3792713"/>
              <a:gd name="connsiteX3" fmla="*/ 5473593 w 12192000"/>
              <a:gd name="connsiteY3" fmla="*/ 786348 h 3792713"/>
              <a:gd name="connsiteX4" fmla="*/ 6096000 w 12192000"/>
              <a:gd name="connsiteY4" fmla="*/ 0 h 3792713"/>
              <a:gd name="connsiteX5" fmla="*/ 6718408 w 12192000"/>
              <a:gd name="connsiteY5" fmla="*/ 786348 h 3792713"/>
              <a:gd name="connsiteX6" fmla="*/ 12192000 w 12192000"/>
              <a:gd name="connsiteY6" fmla="*/ 786348 h 3792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792713">
                <a:moveTo>
                  <a:pt x="12192000" y="3792713"/>
                </a:moveTo>
                <a:lnTo>
                  <a:pt x="0" y="3792713"/>
                </a:lnTo>
                <a:lnTo>
                  <a:pt x="0" y="786348"/>
                </a:lnTo>
                <a:lnTo>
                  <a:pt x="5473593" y="786348"/>
                </a:lnTo>
                <a:lnTo>
                  <a:pt x="6096000" y="0"/>
                </a:lnTo>
                <a:lnTo>
                  <a:pt x="6718408" y="786348"/>
                </a:lnTo>
                <a:lnTo>
                  <a:pt x="12192000" y="786348"/>
                </a:lnTo>
                <a:close/>
              </a:path>
            </a:pathLst>
          </a:custGeom>
          <a:blipFill dpi="0" rotWithShape="0">
            <a:blip r:embed="rId3">
              <a:grayscl/>
              <a:extLst>
                <a:ext uri="{28A0092B-C50C-407E-A947-70E740481C1C}">
                  <a14:useLocalDpi xmlns:a14="http://schemas.microsoft.com/office/drawing/2010/main"/>
                </a:ext>
              </a:extLst>
            </a:blip>
            <a:srcRect/>
            <a:stretch>
              <a:fillRect/>
            </a:stretch>
          </a:blipFill>
          <a:ln>
            <a:noFill/>
          </a:ln>
        </p:spPr>
        <p:style>
          <a:lnRef idx="3">
            <a:schemeClr val="lt1"/>
          </a:lnRef>
          <a:fillRef idx="1">
            <a:schemeClr val="accent2"/>
          </a:fillRef>
          <a:effectRef idx="1">
            <a:schemeClr val="accent2"/>
          </a:effectRef>
          <a:fontRef idx="minor">
            <a:schemeClr val="lt1"/>
          </a:fontRef>
        </p:style>
        <p:txBody>
          <a:bodyPr wrap="square" rtlCol="0" anchor="ctr">
            <a:noAutofit/>
          </a:bodyPr>
          <a:lstStyle/>
          <a:p>
            <a:pPr algn="ctr"/>
            <a:endParaRPr lang="de-DE"/>
          </a:p>
        </p:txBody>
      </p:sp>
    </p:spTree>
    <p:extLst>
      <p:ext uri="{BB962C8B-B14F-4D97-AF65-F5344CB8AC3E}">
        <p14:creationId xmlns:p14="http://schemas.microsoft.com/office/powerpoint/2010/main" val="2450871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183E8066-BAD5-36A0-ABE2-50A73817C5F6}"/>
              </a:ext>
            </a:extLst>
          </p:cNvPr>
          <p:cNvGraphicFramePr>
            <a:graphicFrameLocks noChangeAspect="1"/>
          </p:cNvGraphicFramePr>
          <p:nvPr userDrawn="1">
            <p:custDataLst>
              <p:tags r:id="rId16"/>
            </p:custDataLst>
            <p:extLst>
              <p:ext uri="{D42A27DB-BD31-4B8C-83A1-F6EECF244321}">
                <p14:modId xmlns:p14="http://schemas.microsoft.com/office/powerpoint/2010/main" val="1241003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7" imgW="479" imgH="478" progId="TCLayout.ActiveDocument.1">
                  <p:embed/>
                </p:oleObj>
              </mc:Choice>
              <mc:Fallback>
                <p:oleObj name="think-cell Folie" r:id="rId17" imgW="479" imgH="478" progId="TCLayout.ActiveDocument.1">
                  <p:embed/>
                  <p:pic>
                    <p:nvPicPr>
                      <p:cNvPr id="2" name="Objekt 1" hidden="1">
                        <a:extLst>
                          <a:ext uri="{FF2B5EF4-FFF2-40B4-BE49-F238E27FC236}">
                            <a16:creationId xmlns:a16="http://schemas.microsoft.com/office/drawing/2014/main" id="{183E8066-BAD5-36A0-ABE2-50A73817C5F6}"/>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3503565033"/>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70" r:id="rId3"/>
    <p:sldLayoutId id="2147483656" r:id="rId4"/>
    <p:sldLayoutId id="2147483651" r:id="rId5"/>
    <p:sldLayoutId id="2147483663" r:id="rId6"/>
    <p:sldLayoutId id="2147483664" r:id="rId7"/>
    <p:sldLayoutId id="2147483665" r:id="rId8"/>
    <p:sldLayoutId id="2147483669" r:id="rId9"/>
    <p:sldLayoutId id="2147483661" r:id="rId10"/>
    <p:sldLayoutId id="2147483668" r:id="rId11"/>
    <p:sldLayoutId id="2147483666" r:id="rId12"/>
    <p:sldLayoutId id="2147483667" r:id="rId13"/>
    <p:sldLayoutId id="2147483662" r:id="rId1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7E039CC7-FE02-508C-BC37-CC08E57D7060}"/>
              </a:ext>
            </a:extLst>
          </p:cNvPr>
          <p:cNvSpPr>
            <a:spLocks noGrp="1"/>
          </p:cNvSpPr>
          <p:nvPr>
            <p:ph sz="quarter" idx="13"/>
          </p:nvPr>
        </p:nvSpPr>
        <p:spPr/>
        <p:txBody>
          <a:bodyPr/>
          <a:lstStyle/>
          <a:p>
            <a:pPr marL="0" lvl="0" indent="0">
              <a:buNone/>
              <a:tabLst>
                <a:tab pos="457200" algn="l"/>
              </a:tabLst>
            </a:pPr>
            <a:r>
              <a:rPr lang="de-DE" sz="1800" dirty="0">
                <a:effectLst/>
                <a:latin typeface="Calibri" panose="020F0502020204030204" pitchFamily="34" charset="0"/>
                <a:ea typeface="Calibri" panose="020F0502020204030204" pitchFamily="34" charset="0"/>
                <a:cs typeface="Times New Roman" panose="02020603050405020304" pitchFamily="18" charset="0"/>
              </a:rPr>
              <a:t>Als ehemaliges Pflegekind und Zuwanderer aus Brasilien , wurde mir häufig gesagt, dass meine berufliche Ziele unrealistisch waren. Anstatt motiviert zu werden, um meine Leidenschaften nachzugehen, wurden mir von Sozialarbeiter immer Berufswege gezeigt, die  nicht zu mir, sondern zu deren stigmatisiertem Bild eines zugewandertes Pflegekindes passen. Eines Tages entschied ich mich, mein Schicksal selbst in die Hand zu nehmen und trotz allem für meinen Traum Unternehmensberater zu werden zu kämpfen. Hierfür fing ich an, vor meinem jetzigen Studiengang praktische Erfahrungen in einer Wirtschaftsprüfungsgesellschaft zu sammeln. Als Erstsemester, engagiere ich mich bereits in der studentischen Unternehmensberatung und habe parallel die Zusage für ein Business Development Praktikum für die kommenden Semesterferien bekommen. Das Ganze habe ich ohne Unterstützung und Vorbilder erreicht. Daher habe ich mich  immer gefragt, was ich alles bis jetzt hätte erreichen können, wäre ich in Deutschland geboren und in einem stabilen Elternhaus aufgewachsen. </a:t>
            </a:r>
          </a:p>
          <a:p>
            <a:pPr marL="0" lvl="0" indent="0">
              <a:buNone/>
              <a:tabLst>
                <a:tab pos="457200" algn="l"/>
              </a:tabLst>
            </a:pPr>
            <a:r>
              <a:rPr lang="de-DE" sz="1800" dirty="0">
                <a:effectLst/>
                <a:latin typeface="Calibri" panose="020F0502020204030204" pitchFamily="34" charset="0"/>
                <a:ea typeface="Calibri" panose="020F0502020204030204" pitchFamily="34" charset="0"/>
                <a:cs typeface="Times New Roman" panose="02020603050405020304" pitchFamily="18" charset="0"/>
              </a:rPr>
              <a:t>Aufgrund dessen, finde ich dieses Mentoring Programm eine einzigartige Möglichkeit, um eins zu eins Gesprächen mit einem Berater zu haben, um Einblicke in die Tätigkeiten </a:t>
            </a:r>
            <a:r>
              <a:rPr lang="de-DE" dirty="0">
                <a:latin typeface="Calibri" panose="020F0502020204030204" pitchFamily="34" charset="0"/>
                <a:ea typeface="Calibri" panose="020F0502020204030204" pitchFamily="34" charset="0"/>
                <a:cs typeface="Times New Roman" panose="02020603050405020304" pitchFamily="18" charset="0"/>
              </a:rPr>
              <a:t>dies Berufes </a:t>
            </a:r>
            <a:r>
              <a:rPr lang="de-DE" sz="1800" dirty="0">
                <a:effectLst/>
                <a:latin typeface="Calibri" panose="020F0502020204030204" pitchFamily="34" charset="0"/>
                <a:ea typeface="Calibri" panose="020F0502020204030204" pitchFamily="34" charset="0"/>
                <a:cs typeface="Times New Roman" panose="02020603050405020304" pitchFamily="18" charset="0"/>
              </a:rPr>
              <a:t>zu erlangen und somit mich nicht nur fachlich, sondern auch persönlich zu entwickeln. Mein Ziel mit diesem Programm ist es, ein besseres Verständnis von expliziten und impliziten Regeln und Erwartungen innerhalb meines Wunschunternehmens zu gewinnen. </a:t>
            </a:r>
          </a:p>
          <a:p>
            <a:pPr marL="0" lvl="0" indent="0">
              <a:buNone/>
              <a:tabLst>
                <a:tab pos="457200" algn="l"/>
              </a:tabLst>
            </a:pPr>
            <a:r>
              <a:rPr lang="de-DE" sz="1800" dirty="0">
                <a:effectLst/>
                <a:latin typeface="Calibri" panose="020F0502020204030204" pitchFamily="34" charset="0"/>
                <a:ea typeface="Calibri" panose="020F0502020204030204" pitchFamily="34" charset="0"/>
                <a:cs typeface="Times New Roman" panose="02020603050405020304" pitchFamily="18" charset="0"/>
              </a:rPr>
              <a:t>Da ich nach der Mentoring Phase ein Praktikum in der Unternehmensberatung machen werde, sehe ich hierdurch auch eine großartige Chance, um mich mit dem/der Mentor/-in über Arbeitsweisen und Techniken auseinandersetzen, die ich unmittelbar nach dem Programm umsetzen kann. </a:t>
            </a:r>
          </a:p>
          <a:p>
            <a:pPr marL="457200"/>
            <a:r>
              <a:rPr lang="de-DE" sz="18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endParaRPr lang="de-DE" dirty="0"/>
          </a:p>
        </p:txBody>
      </p:sp>
      <p:sp>
        <p:nvSpPr>
          <p:cNvPr id="3" name="Textplatzhalter 2">
            <a:extLst>
              <a:ext uri="{FF2B5EF4-FFF2-40B4-BE49-F238E27FC236}">
                <a16:creationId xmlns:a16="http://schemas.microsoft.com/office/drawing/2014/main" id="{26A4ABC4-5F49-19FC-50D4-BEDD8E2FBD49}"/>
              </a:ext>
            </a:extLst>
          </p:cNvPr>
          <p:cNvSpPr>
            <a:spLocks noGrp="1"/>
          </p:cNvSpPr>
          <p:nvPr>
            <p:ph type="body" sz="quarter" idx="15"/>
          </p:nvPr>
        </p:nvSpPr>
        <p:spPr/>
        <p:txBody>
          <a:bodyPr/>
          <a:lstStyle/>
          <a:p>
            <a:r>
              <a:rPr lang="de-DE"/>
              <a:t>Begründe deine Motivation in 150 – 250 Wörtern.</a:t>
            </a:r>
            <a:endParaRPr lang="de-DE" dirty="0"/>
          </a:p>
        </p:txBody>
      </p:sp>
      <p:sp>
        <p:nvSpPr>
          <p:cNvPr id="4" name="Titel 3">
            <a:extLst>
              <a:ext uri="{FF2B5EF4-FFF2-40B4-BE49-F238E27FC236}">
                <a16:creationId xmlns:a16="http://schemas.microsoft.com/office/drawing/2014/main" id="{9D5D68FC-0F5B-BF4C-F7A3-1A483F8644FA}"/>
              </a:ext>
            </a:extLst>
          </p:cNvPr>
          <p:cNvSpPr>
            <a:spLocks noGrp="1"/>
          </p:cNvSpPr>
          <p:nvPr>
            <p:ph type="title"/>
          </p:nvPr>
        </p:nvSpPr>
        <p:spPr/>
        <p:txBody>
          <a:bodyPr/>
          <a:lstStyle/>
          <a:p>
            <a:r>
              <a:rPr lang="de-DE"/>
              <a:t>Warum möchtest du am Programm teilnehmen?</a:t>
            </a:r>
            <a:endParaRPr lang="de-DE" dirty="0"/>
          </a:p>
        </p:txBody>
      </p:sp>
      <p:sp>
        <p:nvSpPr>
          <p:cNvPr id="5" name="Datumsplatzhalter 4">
            <a:extLst>
              <a:ext uri="{FF2B5EF4-FFF2-40B4-BE49-F238E27FC236}">
                <a16:creationId xmlns:a16="http://schemas.microsoft.com/office/drawing/2014/main" id="{CEF4D0E7-BD75-CEDE-A84F-598456D3B017}"/>
              </a:ext>
            </a:extLst>
          </p:cNvPr>
          <p:cNvSpPr>
            <a:spLocks noGrp="1"/>
          </p:cNvSpPr>
          <p:nvPr>
            <p:ph type="dt" sz="half" idx="10"/>
          </p:nvPr>
        </p:nvSpPr>
        <p:spPr/>
        <p:txBody>
          <a:bodyPr/>
          <a:lstStyle/>
          <a:p>
            <a:fld id="{95A1A114-EC4E-4D6F-80AF-E9C9AF70EA82}" type="datetime1">
              <a:rPr lang="de-DE" smtClean="0"/>
              <a:pPr/>
              <a:t>07.12.22</a:t>
            </a:fld>
            <a:endParaRPr lang="de-DE"/>
          </a:p>
        </p:txBody>
      </p:sp>
    </p:spTree>
    <p:extLst>
      <p:ext uri="{BB962C8B-B14F-4D97-AF65-F5344CB8AC3E}">
        <p14:creationId xmlns:p14="http://schemas.microsoft.com/office/powerpoint/2010/main" val="2829459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7E039CC7-FE02-508C-BC37-CC08E57D7060}"/>
              </a:ext>
            </a:extLst>
          </p:cNvPr>
          <p:cNvSpPr>
            <a:spLocks noGrp="1"/>
          </p:cNvSpPr>
          <p:nvPr>
            <p:ph sz="quarter" idx="13"/>
          </p:nvPr>
        </p:nvSpPr>
        <p:spPr>
          <a:xfrm>
            <a:off x="401011" y="1757965"/>
            <a:ext cx="11387475" cy="4592632"/>
          </a:xfrm>
        </p:spPr>
        <p:txBody>
          <a:bodyPr/>
          <a:lstStyle/>
          <a:p>
            <a:pPr marL="0" indent="0">
              <a:buNone/>
            </a:pPr>
            <a:r>
              <a:rPr lang="de-DE" dirty="0"/>
              <a:t>Da mich die Entwicklung von effizienten Geschäftsprozessen am meisten Interessiert, hier sind die Fachinhalte mit welchen ich mich bis jetzt am meisten beschäftigt habe:</a:t>
            </a:r>
          </a:p>
        </p:txBody>
      </p:sp>
      <p:sp>
        <p:nvSpPr>
          <p:cNvPr id="3" name="Textplatzhalter 2">
            <a:extLst>
              <a:ext uri="{FF2B5EF4-FFF2-40B4-BE49-F238E27FC236}">
                <a16:creationId xmlns:a16="http://schemas.microsoft.com/office/drawing/2014/main" id="{26A4ABC4-5F49-19FC-50D4-BEDD8E2FBD49}"/>
              </a:ext>
            </a:extLst>
          </p:cNvPr>
          <p:cNvSpPr>
            <a:spLocks noGrp="1"/>
          </p:cNvSpPr>
          <p:nvPr>
            <p:ph type="body" sz="quarter" idx="15"/>
          </p:nvPr>
        </p:nvSpPr>
        <p:spPr/>
        <p:txBody>
          <a:bodyPr/>
          <a:lstStyle/>
          <a:p>
            <a:r>
              <a:rPr lang="de-DE" dirty="0"/>
              <a:t>Erläutere deine Interessen in 3 – 5 Stichpunkten.</a:t>
            </a:r>
          </a:p>
        </p:txBody>
      </p:sp>
      <p:sp>
        <p:nvSpPr>
          <p:cNvPr id="4" name="Titel 3">
            <a:extLst>
              <a:ext uri="{FF2B5EF4-FFF2-40B4-BE49-F238E27FC236}">
                <a16:creationId xmlns:a16="http://schemas.microsoft.com/office/drawing/2014/main" id="{9D5D68FC-0F5B-BF4C-F7A3-1A483F8644FA}"/>
              </a:ext>
            </a:extLst>
          </p:cNvPr>
          <p:cNvSpPr>
            <a:spLocks noGrp="1"/>
          </p:cNvSpPr>
          <p:nvPr>
            <p:ph type="title"/>
          </p:nvPr>
        </p:nvSpPr>
        <p:spPr/>
        <p:txBody>
          <a:bodyPr/>
          <a:lstStyle/>
          <a:p>
            <a:r>
              <a:rPr lang="de-DE" dirty="0"/>
              <a:t>Welche Fachinhalte interessieren dich besonders?</a:t>
            </a:r>
          </a:p>
        </p:txBody>
      </p:sp>
      <p:sp>
        <p:nvSpPr>
          <p:cNvPr id="5" name="Datumsplatzhalter 4">
            <a:extLst>
              <a:ext uri="{FF2B5EF4-FFF2-40B4-BE49-F238E27FC236}">
                <a16:creationId xmlns:a16="http://schemas.microsoft.com/office/drawing/2014/main" id="{CEF4D0E7-BD75-CEDE-A84F-598456D3B017}"/>
              </a:ext>
            </a:extLst>
          </p:cNvPr>
          <p:cNvSpPr>
            <a:spLocks noGrp="1"/>
          </p:cNvSpPr>
          <p:nvPr>
            <p:ph type="dt" sz="half" idx="10"/>
          </p:nvPr>
        </p:nvSpPr>
        <p:spPr/>
        <p:txBody>
          <a:bodyPr/>
          <a:lstStyle/>
          <a:p>
            <a:fld id="{95A1A114-EC4E-4D6F-80AF-E9C9AF70EA82}" type="datetime1">
              <a:rPr lang="de-DE" smtClean="0"/>
              <a:pPr/>
              <a:t>07.12.22</a:t>
            </a:fld>
            <a:endParaRPr lang="de-DE"/>
          </a:p>
        </p:txBody>
      </p:sp>
      <p:sp>
        <p:nvSpPr>
          <p:cNvPr id="9" name="Textfeld 8">
            <a:extLst>
              <a:ext uri="{FF2B5EF4-FFF2-40B4-BE49-F238E27FC236}">
                <a16:creationId xmlns:a16="http://schemas.microsoft.com/office/drawing/2014/main" id="{3419FDC9-6055-FA5B-1B31-BA2C1099F11E}"/>
              </a:ext>
            </a:extLst>
          </p:cNvPr>
          <p:cNvSpPr txBox="1"/>
          <p:nvPr/>
        </p:nvSpPr>
        <p:spPr>
          <a:xfrm>
            <a:off x="691715" y="3611215"/>
            <a:ext cx="2804160" cy="646331"/>
          </a:xfrm>
          <a:prstGeom prst="rect">
            <a:avLst/>
          </a:prstGeom>
          <a:noFill/>
        </p:spPr>
        <p:txBody>
          <a:bodyPr wrap="square" rtlCol="0">
            <a:spAutoFit/>
          </a:bodyPr>
          <a:lstStyle/>
          <a:p>
            <a:r>
              <a:rPr lang="de-DE" dirty="0"/>
              <a:t>System Transformation</a:t>
            </a:r>
          </a:p>
          <a:p>
            <a:endParaRPr lang="de-DE" dirty="0"/>
          </a:p>
        </p:txBody>
      </p:sp>
      <p:sp>
        <p:nvSpPr>
          <p:cNvPr id="10" name="Textfeld 9">
            <a:extLst>
              <a:ext uri="{FF2B5EF4-FFF2-40B4-BE49-F238E27FC236}">
                <a16:creationId xmlns:a16="http://schemas.microsoft.com/office/drawing/2014/main" id="{6D2D0BFC-8EC5-9645-DCBE-D4C241CF75CE}"/>
              </a:ext>
            </a:extLst>
          </p:cNvPr>
          <p:cNvSpPr txBox="1">
            <a:spLocks/>
          </p:cNvSpPr>
          <p:nvPr/>
        </p:nvSpPr>
        <p:spPr>
          <a:xfrm>
            <a:off x="9386983" y="3649347"/>
            <a:ext cx="2326640" cy="540000"/>
          </a:xfrm>
          <a:prstGeom prst="rect">
            <a:avLst/>
          </a:prstGeom>
          <a:noFill/>
        </p:spPr>
        <p:txBody>
          <a:bodyPr wrap="square" rtlCol="0">
            <a:spAutoFit/>
          </a:bodyPr>
          <a:lstStyle/>
          <a:p>
            <a:r>
              <a:rPr lang="de-DE" dirty="0" err="1"/>
              <a:t>Process</a:t>
            </a:r>
            <a:r>
              <a:rPr lang="de-DE" dirty="0"/>
              <a:t> Excellence</a:t>
            </a:r>
          </a:p>
          <a:p>
            <a:endParaRPr lang="de-DE" dirty="0"/>
          </a:p>
        </p:txBody>
      </p:sp>
      <p:sp>
        <p:nvSpPr>
          <p:cNvPr id="11" name="Textfeld 10">
            <a:extLst>
              <a:ext uri="{FF2B5EF4-FFF2-40B4-BE49-F238E27FC236}">
                <a16:creationId xmlns:a16="http://schemas.microsoft.com/office/drawing/2014/main" id="{0EA5E3B9-1991-BDEC-86D8-2A6D695C31FE}"/>
              </a:ext>
            </a:extLst>
          </p:cNvPr>
          <p:cNvSpPr txBox="1"/>
          <p:nvPr/>
        </p:nvSpPr>
        <p:spPr>
          <a:xfrm>
            <a:off x="5901620" y="3470917"/>
            <a:ext cx="2922310" cy="923330"/>
          </a:xfrm>
          <a:prstGeom prst="rect">
            <a:avLst/>
          </a:prstGeom>
          <a:noFill/>
        </p:spPr>
        <p:txBody>
          <a:bodyPr wrap="square" rtlCol="0">
            <a:spAutoFit/>
          </a:bodyPr>
          <a:lstStyle/>
          <a:p>
            <a:pPr algn="ctr"/>
            <a:r>
              <a:rPr lang="de-DE" dirty="0" err="1"/>
              <a:t>Shared</a:t>
            </a:r>
            <a:r>
              <a:rPr lang="de-DE" dirty="0"/>
              <a:t> Services </a:t>
            </a:r>
            <a:r>
              <a:rPr lang="de-DE" dirty="0" err="1"/>
              <a:t>Transformations</a:t>
            </a:r>
            <a:r>
              <a:rPr lang="de-DE" dirty="0"/>
              <a:t> durch EMS </a:t>
            </a:r>
          </a:p>
        </p:txBody>
      </p:sp>
      <p:sp>
        <p:nvSpPr>
          <p:cNvPr id="12" name="Textfeld 11">
            <a:extLst>
              <a:ext uri="{FF2B5EF4-FFF2-40B4-BE49-F238E27FC236}">
                <a16:creationId xmlns:a16="http://schemas.microsoft.com/office/drawing/2014/main" id="{B57193B4-3FD8-D263-F8DE-04573B0D8C88}"/>
              </a:ext>
            </a:extLst>
          </p:cNvPr>
          <p:cNvSpPr txBox="1"/>
          <p:nvPr/>
        </p:nvSpPr>
        <p:spPr>
          <a:xfrm>
            <a:off x="3786578" y="3649347"/>
            <a:ext cx="1889760" cy="646331"/>
          </a:xfrm>
          <a:prstGeom prst="rect">
            <a:avLst/>
          </a:prstGeom>
          <a:noFill/>
        </p:spPr>
        <p:txBody>
          <a:bodyPr wrap="square" rtlCol="0">
            <a:spAutoFit/>
          </a:bodyPr>
          <a:lstStyle/>
          <a:p>
            <a:r>
              <a:rPr lang="de-DE" dirty="0" err="1"/>
              <a:t>Process</a:t>
            </a:r>
            <a:r>
              <a:rPr lang="de-DE" dirty="0"/>
              <a:t> Mining</a:t>
            </a:r>
          </a:p>
          <a:p>
            <a:endParaRPr lang="de-DE" dirty="0"/>
          </a:p>
        </p:txBody>
      </p:sp>
      <p:pic>
        <p:nvPicPr>
          <p:cNvPr id="14" name="Grafik 13" descr="Blockchain Silhouette">
            <a:extLst>
              <a:ext uri="{FF2B5EF4-FFF2-40B4-BE49-F238E27FC236}">
                <a16:creationId xmlns:a16="http://schemas.microsoft.com/office/drawing/2014/main" id="{EB56E7E7-B4CF-269E-4F86-B9D413E09F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36595" y="2578940"/>
            <a:ext cx="914400" cy="914400"/>
          </a:xfrm>
          <a:prstGeom prst="rect">
            <a:avLst/>
          </a:prstGeom>
        </p:spPr>
      </p:pic>
      <p:pic>
        <p:nvPicPr>
          <p:cNvPr id="16" name="Grafik 15" descr="Schuhabdrücke mit einfarbiger Füllung">
            <a:extLst>
              <a:ext uri="{FF2B5EF4-FFF2-40B4-BE49-F238E27FC236}">
                <a16:creationId xmlns:a16="http://schemas.microsoft.com/office/drawing/2014/main" id="{FA9D13E6-ACE5-D251-D039-866E3B50477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32894" y="2621346"/>
            <a:ext cx="914400" cy="914400"/>
          </a:xfrm>
          <a:prstGeom prst="rect">
            <a:avLst/>
          </a:prstGeom>
        </p:spPr>
      </p:pic>
      <p:pic>
        <p:nvPicPr>
          <p:cNvPr id="18" name="Grafik 17" descr="Freigeben mit einfarbiger Füllung">
            <a:extLst>
              <a:ext uri="{FF2B5EF4-FFF2-40B4-BE49-F238E27FC236}">
                <a16:creationId xmlns:a16="http://schemas.microsoft.com/office/drawing/2014/main" id="{B6DE0BB5-145F-9456-CAEE-7DFF6EEE9C7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24492" y="2522058"/>
            <a:ext cx="1128293" cy="1128293"/>
          </a:xfrm>
          <a:prstGeom prst="rect">
            <a:avLst/>
          </a:prstGeom>
        </p:spPr>
      </p:pic>
      <p:pic>
        <p:nvPicPr>
          <p:cNvPr id="22" name="Grafik 21" descr="Rakete mit einfarbiger Füllung">
            <a:extLst>
              <a:ext uri="{FF2B5EF4-FFF2-40B4-BE49-F238E27FC236}">
                <a16:creationId xmlns:a16="http://schemas.microsoft.com/office/drawing/2014/main" id="{04FF96B8-00F6-3C1F-86AC-2279AE25D5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91343" y="2621346"/>
            <a:ext cx="914400" cy="914400"/>
          </a:xfrm>
          <a:prstGeom prst="rect">
            <a:avLst/>
          </a:prstGeom>
        </p:spPr>
      </p:pic>
      <p:sp>
        <p:nvSpPr>
          <p:cNvPr id="23" name="Textfeld 22">
            <a:extLst>
              <a:ext uri="{FF2B5EF4-FFF2-40B4-BE49-F238E27FC236}">
                <a16:creationId xmlns:a16="http://schemas.microsoft.com/office/drawing/2014/main" id="{1438F9FE-70FE-B2C1-11B2-090DE30ED0E9}"/>
              </a:ext>
            </a:extLst>
          </p:cNvPr>
          <p:cNvSpPr txBox="1"/>
          <p:nvPr/>
        </p:nvSpPr>
        <p:spPr>
          <a:xfrm>
            <a:off x="720644" y="4561463"/>
            <a:ext cx="11211758" cy="1969770"/>
          </a:xfrm>
          <a:prstGeom prst="rect">
            <a:avLst/>
          </a:prstGeom>
          <a:noFill/>
        </p:spPr>
        <p:txBody>
          <a:bodyPr wrap="square" rtlCol="0">
            <a:spAutoFit/>
          </a:bodyPr>
          <a:lstStyle/>
          <a:p>
            <a:pPr marL="285750" indent="-285750">
              <a:buFont typeface="Arial" panose="020B0604020202020204" pitchFamily="34" charset="0"/>
              <a:buChar char="•"/>
            </a:pPr>
            <a:r>
              <a:rPr lang="de-DE" sz="1800" dirty="0">
                <a:effectLst/>
                <a:latin typeface="Calibri" panose="020F0502020204030204" pitchFamily="34" charset="0"/>
                <a:ea typeface="Calibri" panose="020F0502020204030204" pitchFamily="34" charset="0"/>
                <a:cs typeface="Times New Roman" panose="02020603050405020304" pitchFamily="18" charset="0"/>
              </a:rPr>
              <a:t>Die digitale </a:t>
            </a:r>
            <a:r>
              <a:rPr lang="de-DE" dirty="0">
                <a:latin typeface="Calibri" panose="020F0502020204030204" pitchFamily="34" charset="0"/>
                <a:ea typeface="Calibri" panose="020F0502020204030204" pitchFamily="34" charset="0"/>
                <a:cs typeface="Times New Roman" panose="02020603050405020304" pitchFamily="18" charset="0"/>
              </a:rPr>
              <a:t>A</a:t>
            </a:r>
            <a:r>
              <a:rPr lang="de-DE" sz="1800" dirty="0">
                <a:effectLst/>
                <a:latin typeface="Calibri" panose="020F0502020204030204" pitchFamily="34" charset="0"/>
                <a:ea typeface="Calibri" panose="020F0502020204030204" pitchFamily="34" charset="0"/>
                <a:cs typeface="Times New Roman" panose="02020603050405020304" pitchFamily="18" charset="0"/>
              </a:rPr>
              <a:t>bbildung von Geschäftsprozessen um diese aufs tiefste zu analysieren und somit alle Unternehmensbereiche zu effizienter gestalten.</a:t>
            </a:r>
          </a:p>
          <a:p>
            <a:pPr marL="285750" indent="-285750">
              <a:buFont typeface="Arial" panose="020B0604020202020204" pitchFamily="34" charset="0"/>
              <a:buChar char="•"/>
            </a:pPr>
            <a:r>
              <a:rPr lang="de-DE" sz="1800" dirty="0">
                <a:effectLst/>
                <a:latin typeface="Calibri" panose="020F0502020204030204" pitchFamily="34" charset="0"/>
                <a:ea typeface="Calibri" panose="020F0502020204030204" pitchFamily="34" charset="0"/>
                <a:cs typeface="Times New Roman" panose="02020603050405020304" pitchFamily="18" charset="0"/>
              </a:rPr>
              <a:t>Durch Digitalisierung Probleme zu lösen</a:t>
            </a:r>
            <a:r>
              <a:rPr lang="de-DE" dirty="0">
                <a:latin typeface="Calibri" panose="020F0502020204030204" pitchFamily="34" charset="0"/>
                <a:ea typeface="Calibri" panose="020F0502020204030204" pitchFamily="34" charset="0"/>
                <a:cs typeface="Times New Roman" panose="02020603050405020304" pitchFamily="18" charset="0"/>
              </a:rPr>
              <a:t>, die jeden betreffen. Wie die effiziente Lieferung von Gütern (Supply Chain Transformation)</a:t>
            </a:r>
          </a:p>
          <a:p>
            <a:pPr marL="285750" indent="-285750">
              <a:buFont typeface="Arial" panose="020B0604020202020204" pitchFamily="34" charset="0"/>
              <a:buChar char="•"/>
            </a:pPr>
            <a:r>
              <a:rPr lang="de-DE" sz="1800" dirty="0">
                <a:effectLst/>
                <a:latin typeface="Calibri" panose="020F0502020204030204" pitchFamily="34" charset="0"/>
                <a:ea typeface="Calibri" panose="020F0502020204030204" pitchFamily="34" charset="0"/>
                <a:cs typeface="Times New Roman" panose="02020603050405020304" pitchFamily="18" charset="0"/>
              </a:rPr>
              <a:t>Durch einen </a:t>
            </a:r>
            <a:r>
              <a:rPr lang="de-DE" dirty="0">
                <a:latin typeface="Calibri" panose="020F0502020204030204" pitchFamily="34" charset="0"/>
                <a:ea typeface="Calibri" panose="020F0502020204030204" pitchFamily="34" charset="0"/>
                <a:cs typeface="Times New Roman" panose="02020603050405020304" pitchFamily="18" charset="0"/>
              </a:rPr>
              <a:t>h</a:t>
            </a:r>
            <a:r>
              <a:rPr lang="de-DE" sz="1800" dirty="0">
                <a:effectLst/>
                <a:latin typeface="Calibri" panose="020F0502020204030204" pitchFamily="34" charset="0"/>
                <a:ea typeface="Calibri" panose="020F0502020204030204" pitchFamily="34" charset="0"/>
                <a:cs typeface="Times New Roman" panose="02020603050405020304" pitchFamily="18" charset="0"/>
              </a:rPr>
              <a:t>olistischen Ansatz und mithilfe von Technologie Kosten vermeiden, Fehler hervorsehen und Stärken stabilisieren</a:t>
            </a:r>
          </a:p>
          <a:p>
            <a:pPr marL="285750" indent="-285750">
              <a:buFont typeface="Arial" panose="020B0604020202020204" pitchFamily="34" charset="0"/>
              <a:buChar char="•"/>
            </a:pPr>
            <a:endParaRPr lang="de-DE" sz="1400" dirty="0"/>
          </a:p>
        </p:txBody>
      </p:sp>
    </p:spTree>
    <p:extLst>
      <p:ext uri="{BB962C8B-B14F-4D97-AF65-F5344CB8AC3E}">
        <p14:creationId xmlns:p14="http://schemas.microsoft.com/office/powerpoint/2010/main" val="42851726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6cd991bf-f022-4378-96e7-2c338aeb3f5a"/>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01 BDSU - Allgemein">
  <a:themeElements>
    <a:clrScheme name="Benutzerdefiniert 1">
      <a:dk1>
        <a:srgbClr val="7F7F7F"/>
      </a:dk1>
      <a:lt1>
        <a:srgbClr val="FFFFFF"/>
      </a:lt1>
      <a:dk2>
        <a:srgbClr val="84B93F"/>
      </a:dk2>
      <a:lt2>
        <a:srgbClr val="FFFFFF"/>
      </a:lt2>
      <a:accent1>
        <a:srgbClr val="A6CC74"/>
      </a:accent1>
      <a:accent2>
        <a:srgbClr val="A9C937"/>
      </a:accent2>
      <a:accent3>
        <a:srgbClr val="BCD232"/>
      </a:accent3>
      <a:accent4>
        <a:srgbClr val="D6DF28"/>
      </a:accent4>
      <a:accent5>
        <a:srgbClr val="F79421"/>
      </a:accent5>
      <a:accent6>
        <a:srgbClr val="7F7F7F"/>
      </a:accent6>
      <a:hlink>
        <a:srgbClr val="7F7F7F"/>
      </a:hlink>
      <a:folHlink>
        <a:srgbClr val="7F7F7F"/>
      </a:folHlink>
    </a:clrScheme>
    <a:fontScheme name="Benutzerdefiniert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3">
          <a:schemeClr val="lt1"/>
        </a:lnRef>
        <a:fillRef idx="1">
          <a:schemeClr val="accent2"/>
        </a:fillRef>
        <a:effectRef idx="1">
          <a:schemeClr val="accent2"/>
        </a:effectRef>
        <a:fontRef idx="minor">
          <a:schemeClr val="lt1"/>
        </a:fontRef>
      </a:style>
    </a:spDef>
  </a:objectDefaults>
  <a:extraClrSchemeLst/>
  <a:extLst>
    <a:ext uri="{05A4C25C-085E-4340-85A3-A5531E510DB2}">
      <thm15:themeFamily xmlns:thm15="http://schemas.microsoft.com/office/thememl/2012/main" name="Presentation1" id="{5348E9D1-54A2-414B-8FD3-9FF7CDC710BC}" vid="{BDE9F462-B0B4-C143-9DE9-7004ED0E4F1E}"/>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dfc651c-a679-4f93-a622-af2ed088be29" xsi:nil="true"/>
    <lcf76f155ced4ddcb4097134ff3c332f xmlns="89fd045d-ee79-49c6-a141-93331107f7b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859FB29DBDEB8949A7B02A7E3F06C7C0" ma:contentTypeVersion="14" ma:contentTypeDescription="Ein neues Dokument erstellen." ma:contentTypeScope="" ma:versionID="cfeb446166089b67fa6f9fc5ffc7aec9">
  <xsd:schema xmlns:xsd="http://www.w3.org/2001/XMLSchema" xmlns:xs="http://www.w3.org/2001/XMLSchema" xmlns:p="http://schemas.microsoft.com/office/2006/metadata/properties" xmlns:ns2="89fd045d-ee79-49c6-a141-93331107f7b0" xmlns:ns3="6dfc651c-a679-4f93-a622-af2ed088be29" targetNamespace="http://schemas.microsoft.com/office/2006/metadata/properties" ma:root="true" ma:fieldsID="a29d8dbd95a9dfd38d2ee193b21b7e81" ns2:_="" ns3:_="">
    <xsd:import namespace="89fd045d-ee79-49c6-a141-93331107f7b0"/>
    <xsd:import namespace="6dfc651c-a679-4f93-a622-af2ed088be29"/>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lcf76f155ced4ddcb4097134ff3c332f" minOccurs="0"/>
                <xsd:element ref="ns3:TaxCatchAll"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fd045d-ee79-49c6-a141-93331107f7b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dmarkierungen" ma:readOnly="false" ma:fieldId="{5cf76f15-5ced-4ddc-b409-7134ff3c332f}" ma:taxonomyMulti="true" ma:sspId="580bc177-009a-4612-8c0e-9865d4898e0f" ma:termSetId="09814cd3-568e-fe90-9814-8d621ff8fb84" ma:anchorId="fba54fb3-c3e1-fe81-a776-ca4b69148c4d" ma:open="true" ma:isKeyword="false">
      <xsd:complexType>
        <xsd:sequence>
          <xsd:element ref="pc:Terms" minOccurs="0" maxOccurs="1"/>
        </xsd:sequence>
      </xsd:complex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dfc651c-a679-4f93-a622-af2ed088be29" elementFormDefault="qualified">
    <xsd:import namespace="http://schemas.microsoft.com/office/2006/documentManagement/types"/>
    <xsd:import namespace="http://schemas.microsoft.com/office/infopath/2007/PartnerControls"/>
    <xsd:element name="SharedWithUsers" ma:index="14"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Freigegeben für - Details" ma:internalName="SharedWithDetails" ma:readOnly="true">
      <xsd:simpleType>
        <xsd:restriction base="dms:Note">
          <xsd:maxLength value="255"/>
        </xsd:restriction>
      </xsd:simpleType>
    </xsd:element>
    <xsd:element name="TaxCatchAll" ma:index="18" nillable="true" ma:displayName="Taxonomy Catch All Column" ma:hidden="true" ma:list="{377c01f7-e909-419f-80b0-b0de407f2d3c}" ma:internalName="TaxCatchAll" ma:showField="CatchAllData" ma:web="6dfc651c-a679-4f93-a622-af2ed088be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5BA4296-8FF5-47CB-9283-DA33FE21D34D}">
  <ds:schemaRefs>
    <ds:schemaRef ds:uri="http://purl.org/dc/elements/1.1/"/>
    <ds:schemaRef ds:uri="http://schemas.microsoft.com/office/2006/metadata/properties"/>
    <ds:schemaRef ds:uri="89fd045d-ee79-49c6-a141-93331107f7b0"/>
    <ds:schemaRef ds:uri="http://purl.org/dc/terms/"/>
    <ds:schemaRef ds:uri="http://schemas.openxmlformats.org/package/2006/metadata/core-properties"/>
    <ds:schemaRef ds:uri="http://purl.org/dc/dcmitype/"/>
    <ds:schemaRef ds:uri="http://schemas.microsoft.com/office/2006/documentManagement/types"/>
    <ds:schemaRef ds:uri="6dfc651c-a679-4f93-a622-af2ed088be29"/>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BA94EF6A-DFEB-42E4-97CC-8E268A517FB4}">
  <ds:schemaRefs>
    <ds:schemaRef ds:uri="http://schemas.microsoft.com/sharepoint/v3/contenttype/forms"/>
  </ds:schemaRefs>
</ds:datastoreItem>
</file>

<file path=customXml/itemProps3.xml><?xml version="1.0" encoding="utf-8"?>
<ds:datastoreItem xmlns:ds="http://schemas.openxmlformats.org/officeDocument/2006/customXml" ds:itemID="{D6C859DC-A312-429B-8415-3A69C72ACEB2}">
  <ds:schemaRefs>
    <ds:schemaRef ds:uri="6dfc651c-a679-4f93-a622-af2ed088be29"/>
    <ds:schemaRef ds:uri="89fd045d-ee79-49c6-a141-93331107f7b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2021-BDSU-Folienmaster</Template>
  <TotalTime>0</TotalTime>
  <Words>403</Words>
  <Application>Microsoft Macintosh PowerPoint</Application>
  <PresentationFormat>Breitbild</PresentationFormat>
  <Paragraphs>18</Paragraphs>
  <Slides>2</Slides>
  <Notes>0</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2</vt:i4>
      </vt:variant>
    </vt:vector>
  </HeadingPairs>
  <TitlesOfParts>
    <vt:vector size="9" baseType="lpstr">
      <vt:lpstr>Arial</vt:lpstr>
      <vt:lpstr>Calibri</vt:lpstr>
      <vt:lpstr>Symbol</vt:lpstr>
      <vt:lpstr>Tahoma</vt:lpstr>
      <vt:lpstr>Wingdings</vt:lpstr>
      <vt:lpstr>01 BDSU - Allgemein</vt:lpstr>
      <vt:lpstr>think-cell Folie</vt:lpstr>
      <vt:lpstr>Warum möchtest du am Programm teilnehmen?</vt:lpstr>
      <vt:lpstr>Welche Fachinhalte interessieren dich besonders?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Umfrage Mentoringprogramm</dc:title>
  <dc:subject/>
  <dc:creator>Anika Walther</dc:creator>
  <cp:keywords/>
  <dc:description/>
  <cp:lastModifiedBy>Noah Lamboglia</cp:lastModifiedBy>
  <cp:revision>16</cp:revision>
  <dcterms:created xsi:type="dcterms:W3CDTF">2022-07-07T15:35:42Z</dcterms:created>
  <dcterms:modified xsi:type="dcterms:W3CDTF">2022-12-07T23:05:30Z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0x010100859FB29DBDEB8949A7B02A7E3F06C7C0</vt:lpwstr>
  </property>
  <property fmtid="{D5CDD505-2E9C-101B-9397-08002B2CF9AE}" pid="3" name="MediaServiceImageTags">
    <vt:lpwstr/>
  </property>
</Properties>
</file>
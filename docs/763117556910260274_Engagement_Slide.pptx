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D009C-3D97-4C21-B88E-EE38C903478A}" v="38" dt="2020-10-06T19:11:24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cha Sprikut" userId="2170c1c3-9901-4138-a5ce-7e913bd9de22" providerId="ADAL" clId="{171D009C-3D97-4C21-B88E-EE38C903478A}"/>
    <pc:docChg chg="undo custSel mod addSld delSld modSld">
      <pc:chgData name="Sascha Sprikut" userId="2170c1c3-9901-4138-a5ce-7e913bd9de22" providerId="ADAL" clId="{171D009C-3D97-4C21-B88E-EE38C903478A}" dt="2020-10-06T19:15:49.702" v="1345" actId="114"/>
      <pc:docMkLst>
        <pc:docMk/>
      </pc:docMkLst>
      <pc:sldChg chg="addSp delSp modSp mod setBg setClrOvrMap">
        <pc:chgData name="Sascha Sprikut" userId="2170c1c3-9901-4138-a5ce-7e913bd9de22" providerId="ADAL" clId="{171D009C-3D97-4C21-B88E-EE38C903478A}" dt="2020-10-06T19:15:49.702" v="1345" actId="114"/>
        <pc:sldMkLst>
          <pc:docMk/>
          <pc:sldMk cId="3077180497" sldId="257"/>
        </pc:sldMkLst>
        <pc:spChg chg="add del mod">
          <ac:chgData name="Sascha Sprikut" userId="2170c1c3-9901-4138-a5ce-7e913bd9de22" providerId="ADAL" clId="{171D009C-3D97-4C21-B88E-EE38C903478A}" dt="2020-10-03T10:13:24.848" v="1177"/>
          <ac:spMkLst>
            <pc:docMk/>
            <pc:sldMk cId="3077180497" sldId="257"/>
            <ac:spMk id="2" creationId="{A0F8C42F-45B7-4046-8881-4CA120FBDA81}"/>
          </ac:spMkLst>
        </pc:spChg>
        <pc:spChg chg="add mod">
          <ac:chgData name="Sascha Sprikut" userId="2170c1c3-9901-4138-a5ce-7e913bd9de22" providerId="ADAL" clId="{171D009C-3D97-4C21-B88E-EE38C903478A}" dt="2020-10-06T19:15:49.702" v="1345" actId="114"/>
          <ac:spMkLst>
            <pc:docMk/>
            <pc:sldMk cId="3077180497" sldId="257"/>
            <ac:spMk id="3" creationId="{628A10F6-1656-464A-BBF0-255F45CAAA97}"/>
          </ac:spMkLst>
        </pc:spChg>
        <pc:spChg chg="mod ord">
          <ac:chgData name="Sascha Sprikut" userId="2170c1c3-9901-4138-a5ce-7e913bd9de22" providerId="ADAL" clId="{171D009C-3D97-4C21-B88E-EE38C903478A}" dt="2020-10-06T19:12:13.964" v="1342" actId="20577"/>
          <ac:spMkLst>
            <pc:docMk/>
            <pc:sldMk cId="3077180497" sldId="257"/>
            <ac:spMk id="4" creationId="{29F4607A-6D48-4917-97D3-2FC1249C385A}"/>
          </ac:spMkLst>
        </pc:spChg>
        <pc:spChg chg="add mod">
          <ac:chgData name="Sascha Sprikut" userId="2170c1c3-9901-4138-a5ce-7e913bd9de22" providerId="ADAL" clId="{171D009C-3D97-4C21-B88E-EE38C903478A}" dt="2020-10-06T19:12:30.927" v="1344" actId="20577"/>
          <ac:spMkLst>
            <pc:docMk/>
            <pc:sldMk cId="3077180497" sldId="257"/>
            <ac:spMk id="7" creationId="{A0A00ECF-6079-446E-81F2-D5E82A394041}"/>
          </ac:spMkLst>
        </pc:spChg>
        <pc:spChg chg="add mod">
          <ac:chgData name="Sascha Sprikut" userId="2170c1c3-9901-4138-a5ce-7e913bd9de22" providerId="ADAL" clId="{171D009C-3D97-4C21-B88E-EE38C903478A}" dt="2020-10-06T19:10:39.833" v="1299" actId="208"/>
          <ac:spMkLst>
            <pc:docMk/>
            <pc:sldMk cId="3077180497" sldId="257"/>
            <ac:spMk id="9" creationId="{28658E17-68C8-48CD-96C4-F0493F0B7ADE}"/>
          </ac:spMkLst>
        </pc:spChg>
        <pc:spChg chg="add mod">
          <ac:chgData name="Sascha Sprikut" userId="2170c1c3-9901-4138-a5ce-7e913bd9de22" providerId="ADAL" clId="{171D009C-3D97-4C21-B88E-EE38C903478A}" dt="2020-10-06T19:11:24.266" v="1323"/>
          <ac:spMkLst>
            <pc:docMk/>
            <pc:sldMk cId="3077180497" sldId="257"/>
            <ac:spMk id="10" creationId="{471AE797-033B-45B5-8DCD-6180FA139C7C}"/>
          </ac:spMkLst>
        </pc:spChg>
        <pc:spChg chg="add mod">
          <ac:chgData name="Sascha Sprikut" userId="2170c1c3-9901-4138-a5ce-7e913bd9de22" providerId="ADAL" clId="{171D009C-3D97-4C21-B88E-EE38C903478A}" dt="2020-10-06T19:11:58.078" v="1341" actId="1076"/>
          <ac:spMkLst>
            <pc:docMk/>
            <pc:sldMk cId="3077180497" sldId="257"/>
            <ac:spMk id="11" creationId="{A217BA14-012B-4CB7-B758-07303FA9D4D8}"/>
          </ac:spMkLst>
        </pc:spChg>
        <pc:spChg chg="add del">
          <ac:chgData name="Sascha Sprikut" userId="2170c1c3-9901-4138-a5ce-7e913bd9de22" providerId="ADAL" clId="{171D009C-3D97-4C21-B88E-EE38C903478A}" dt="2020-10-02T07:53:49.337" v="53" actId="26606"/>
          <ac:spMkLst>
            <pc:docMk/>
            <pc:sldMk cId="3077180497" sldId="257"/>
            <ac:spMk id="71" creationId="{EB181E26-89C4-4A14-92DE-0F4C4B0E9484}"/>
          </ac:spMkLst>
        </pc:spChg>
        <pc:spChg chg="add del">
          <ac:chgData name="Sascha Sprikut" userId="2170c1c3-9901-4138-a5ce-7e913bd9de22" providerId="ADAL" clId="{171D009C-3D97-4C21-B88E-EE38C903478A}" dt="2020-10-02T07:53:49.337" v="53" actId="26606"/>
          <ac:spMkLst>
            <pc:docMk/>
            <pc:sldMk cId="3077180497" sldId="257"/>
            <ac:spMk id="73" creationId="{342402E1-B9D8-424B-837F-6E4AA2E0FF2B}"/>
          </ac:spMkLst>
        </pc:spChg>
        <pc:picChg chg="add del mod modCrop">
          <ac:chgData name="Sascha Sprikut" userId="2170c1c3-9901-4138-a5ce-7e913bd9de22" providerId="ADAL" clId="{171D009C-3D97-4C21-B88E-EE38C903478A}" dt="2020-10-06T19:03:32.255" v="1200"/>
          <ac:picMkLst>
            <pc:docMk/>
            <pc:sldMk cId="3077180497" sldId="257"/>
            <ac:picMk id="5" creationId="{51602D0B-1E00-4AA4-924A-21FA1FF3ED5B}"/>
          </ac:picMkLst>
        </pc:picChg>
        <pc:picChg chg="add del mod">
          <ac:chgData name="Sascha Sprikut" userId="2170c1c3-9901-4138-a5ce-7e913bd9de22" providerId="ADAL" clId="{171D009C-3D97-4C21-B88E-EE38C903478A}" dt="2020-10-06T19:05:30.482" v="1221"/>
          <ac:picMkLst>
            <pc:docMk/>
            <pc:sldMk cId="3077180497" sldId="257"/>
            <ac:picMk id="6" creationId="{0B342122-C9A3-464E-B601-5336B81420E8}"/>
          </ac:picMkLst>
        </pc:picChg>
        <pc:picChg chg="add del mod modCrop">
          <ac:chgData name="Sascha Sprikut" userId="2170c1c3-9901-4138-a5ce-7e913bd9de22" providerId="ADAL" clId="{171D009C-3D97-4C21-B88E-EE38C903478A}" dt="2020-10-02T07:52:20.047" v="45"/>
          <ac:picMkLst>
            <pc:docMk/>
            <pc:sldMk cId="3077180497" sldId="257"/>
            <ac:picMk id="7" creationId="{9C50D7DE-5C0E-4D68-A2C7-B18121D98A29}"/>
          </ac:picMkLst>
        </pc:picChg>
        <pc:picChg chg="add mod">
          <ac:chgData name="Sascha Sprikut" userId="2170c1c3-9901-4138-a5ce-7e913bd9de22" providerId="ADAL" clId="{171D009C-3D97-4C21-B88E-EE38C903478A}" dt="2020-10-06T19:10:00.347" v="1296" actId="1076"/>
          <ac:picMkLst>
            <pc:docMk/>
            <pc:sldMk cId="3077180497" sldId="257"/>
            <ac:picMk id="8" creationId="{5CDABE29-1AA9-4535-A5B5-4BD426B54C04}"/>
          </ac:picMkLst>
        </pc:picChg>
        <pc:picChg chg="add del mod modCrop">
          <ac:chgData name="Sascha Sprikut" userId="2170c1c3-9901-4138-a5ce-7e913bd9de22" providerId="ADAL" clId="{171D009C-3D97-4C21-B88E-EE38C903478A}" dt="2020-10-02T07:51:24.311" v="39"/>
          <ac:picMkLst>
            <pc:docMk/>
            <pc:sldMk cId="3077180497" sldId="257"/>
            <ac:picMk id="9" creationId="{2DEC7557-2E76-45BB-BBE7-042B28FEEDE8}"/>
          </ac:picMkLst>
        </pc:picChg>
        <pc:picChg chg="mod ord">
          <ac:chgData name="Sascha Sprikut" userId="2170c1c3-9901-4138-a5ce-7e913bd9de22" providerId="ADAL" clId="{171D009C-3D97-4C21-B88E-EE38C903478A}" dt="2020-10-06T19:06:36.682" v="1225" actId="1076"/>
          <ac:picMkLst>
            <pc:docMk/>
            <pc:sldMk cId="3077180497" sldId="257"/>
            <ac:picMk id="1026" creationId="{BAA7D36B-5B97-4831-8512-E3DA363D8601}"/>
          </ac:picMkLst>
        </pc:picChg>
      </pc:sldChg>
      <pc:sldChg chg="addSp add del">
        <pc:chgData name="Sascha Sprikut" userId="2170c1c3-9901-4138-a5ce-7e913bd9de22" providerId="ADAL" clId="{171D009C-3D97-4C21-B88E-EE38C903478A}" dt="2020-10-03T09:03:45.174" v="803" actId="2696"/>
        <pc:sldMkLst>
          <pc:docMk/>
          <pc:sldMk cId="2631947438" sldId="258"/>
        </pc:sldMkLst>
        <pc:picChg chg="add">
          <ac:chgData name="Sascha Sprikut" userId="2170c1c3-9901-4138-a5ce-7e913bd9de22" providerId="ADAL" clId="{171D009C-3D97-4C21-B88E-EE38C903478A}" dt="2020-10-02T07:51:20.561" v="38"/>
          <ac:picMkLst>
            <pc:docMk/>
            <pc:sldMk cId="2631947438" sldId="258"/>
            <ac:picMk id="4" creationId="{E0F63906-7106-4F10-BC2D-FBBF202FE949}"/>
          </ac:picMkLst>
        </pc:picChg>
      </pc:sldChg>
      <pc:sldChg chg="addSp add del">
        <pc:chgData name="Sascha Sprikut" userId="2170c1c3-9901-4138-a5ce-7e913bd9de22" providerId="ADAL" clId="{171D009C-3D97-4C21-B88E-EE38C903478A}" dt="2020-10-03T10:16:09.010" v="1198" actId="2696"/>
        <pc:sldMkLst>
          <pc:docMk/>
          <pc:sldMk cId="1787466397" sldId="259"/>
        </pc:sldMkLst>
        <pc:picChg chg="add">
          <ac:chgData name="Sascha Sprikut" userId="2170c1c3-9901-4138-a5ce-7e913bd9de22" providerId="ADAL" clId="{171D009C-3D97-4C21-B88E-EE38C903478A}" dt="2020-10-02T07:52:21.988" v="46"/>
          <ac:picMkLst>
            <pc:docMk/>
            <pc:sldMk cId="1787466397" sldId="259"/>
            <ac:picMk id="4" creationId="{6922CB4E-9B57-4306-91D3-0A4D688E3FD7}"/>
          </ac:picMkLst>
        </pc:picChg>
      </pc:sldChg>
    </pc:docChg>
  </pc:docChgLst>
  <pc:docChgLst>
    <pc:chgData name="Sascha Sprikut" userId="2170c1c3-9901-4138-a5ce-7e913bd9de22" providerId="ADAL" clId="{3F99C346-712A-413E-BEAE-A370B57AB070}"/>
    <pc:docChg chg="custSel delSld modSld">
      <pc:chgData name="Sascha Sprikut" userId="2170c1c3-9901-4138-a5ce-7e913bd9de22" providerId="ADAL" clId="{3F99C346-712A-413E-BEAE-A370B57AB070}" dt="2020-09-13T05:58:53.658" v="439" actId="20577"/>
      <pc:docMkLst>
        <pc:docMk/>
      </pc:docMkLst>
      <pc:sldChg chg="del">
        <pc:chgData name="Sascha Sprikut" userId="2170c1c3-9901-4138-a5ce-7e913bd9de22" providerId="ADAL" clId="{3F99C346-712A-413E-BEAE-A370B57AB070}" dt="2020-09-13T05:46:02.923" v="1" actId="2696"/>
        <pc:sldMkLst>
          <pc:docMk/>
          <pc:sldMk cId="4012119349" sldId="256"/>
        </pc:sldMkLst>
      </pc:sldChg>
      <pc:sldChg chg="modSp">
        <pc:chgData name="Sascha Sprikut" userId="2170c1c3-9901-4138-a5ce-7e913bd9de22" providerId="ADAL" clId="{3F99C346-712A-413E-BEAE-A370B57AB070}" dt="2020-09-13T05:58:53.658" v="439" actId="20577"/>
        <pc:sldMkLst>
          <pc:docMk/>
          <pc:sldMk cId="3077180497" sldId="257"/>
        </pc:sldMkLst>
        <pc:spChg chg="mod">
          <ac:chgData name="Sascha Sprikut" userId="2170c1c3-9901-4138-a5ce-7e913bd9de22" providerId="ADAL" clId="{3F99C346-712A-413E-BEAE-A370B57AB070}" dt="2020-09-13T05:58:53.658" v="439" actId="20577"/>
          <ac:spMkLst>
            <pc:docMk/>
            <pc:sldMk cId="3077180497" sldId="257"/>
            <ac:spMk id="4" creationId="{29F4607A-6D48-4917-97D3-2FC1249C385A}"/>
          </ac:spMkLst>
        </pc:spChg>
        <pc:picChg chg="mod">
          <ac:chgData name="Sascha Sprikut" userId="2170c1c3-9901-4138-a5ce-7e913bd9de22" providerId="ADAL" clId="{3F99C346-712A-413E-BEAE-A370B57AB070}" dt="2020-09-13T05:50:39.565" v="2" actId="1076"/>
          <ac:picMkLst>
            <pc:docMk/>
            <pc:sldMk cId="3077180497" sldId="257"/>
            <ac:picMk id="1026" creationId="{BAA7D36B-5B97-4831-8512-E3DA363D860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06C35-E06C-4A21-8792-EE3CB6E8C0D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A1127-8A29-462A-A274-0ED4F60670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2854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617CC-61CB-4304-AAF4-394694544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5B127F-4E8E-4C4D-9A52-F84FE7E86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029355-11CC-4F3A-A42E-BDAF669F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E07514-C57C-47F9-A3D1-258FE5C05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B3EEF4-C55A-4E04-ACF5-061B186C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97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69250-ADFC-479D-BF7D-B3519A73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7F56B9-89F3-42E3-8416-08B905ED7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7759A9-177D-4057-A11C-D98A1E77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5A5464-E016-4615-8ED0-8AA346A3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74A24B-2427-4B8F-8C07-7F58EDDB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84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01677D-A83E-468C-B083-21C7A9BB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2C426F-2C5D-4C50-B0F3-9A3661969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FE6027-16E8-4887-9C62-1206DA53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71C773-9532-481E-81D5-3E909F32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730732-4183-43F7-BE00-BC06A8D4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46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ADBE9-E4DE-45C3-81B7-9CE7703A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42F6A1-3B65-402D-A22F-68A2F231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C4454A-8335-4D49-9806-87C844E9E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E49E2A-2861-44F2-BB00-E2407A47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159069-DC04-4B75-8CAE-50138DD6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D9A3D6-92FE-4B86-9577-25BA7B9F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23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89881-24E9-46A6-83B8-5C27F549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C37D67-6469-4829-B35B-8ED6FC1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C65CF1-B2CB-47E5-8707-B2FE05AFC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7DC287E-B7D7-4121-BE76-F236D1FF7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DD9A17-4F8C-405B-AF01-25F7BA4A3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B779D19-6A29-49BF-8C66-A1DEC0E2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8FED04B-26A3-4943-9452-6366C628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C270F4F-B60F-4E11-9AA5-91492B01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642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2AECC-0264-4D0C-803C-D1818EF9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F21C77-2A0E-49CC-9F46-73CA2716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E4B121-AB92-4E96-A31E-BC7BE367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6363CE-9F80-43AA-A5D5-0AB7FCE4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44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3B67D5-68BF-4BEC-A258-BE364701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FF4BA3-B8E3-4DCB-A3AA-14118947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911059-B147-4F16-8F88-2FFCAC73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7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534074-FA73-4613-8318-5435C051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D927F6-13AE-478D-96F0-531F914FE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72AABA-5BED-45D0-AEB1-2A1F79AF7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8FF554-DBF8-4A1E-8559-E7BDC5E2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6C8528-8CB5-491D-8936-D0E252D8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68A299-47F8-419F-AB65-D2E8D757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09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C8E5A-D334-4B6B-BCF1-6FE19081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AF92B7B-2582-425B-9B1A-65CB963F7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7C1542-DB60-40CC-8E46-B9EF1A961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EC28A3-69A1-4C0E-9DD8-40B20625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E19B1D-1243-44E0-ADEE-EF7828D8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38A82-AF48-45E8-A6BB-697A52A5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80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F1DED-8B51-4D46-BD7A-8525476B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CDEB9A-A8EF-4D28-8B39-91183B4EE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4E77AF-8007-4641-87B2-E31768E2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B20890-050C-4F79-A9DB-A12068E3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F9E08D-4A8B-440B-960A-AA442569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07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65F388-B282-4766-A85C-11851FE75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B0DEAA-8EEA-4DA8-9852-28D68875F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B41A32-25DF-4BD5-B2F5-1BD1CED8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027290-D33E-41C2-8E79-490939ED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CAA38B-09C9-4DA2-BC0B-DCE09A6A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94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FE04722-4D79-409A-B271-0F7AE42E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3CCFDC-35DC-45D8-822C-A36F5AC3E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E83C98-85AE-4701-B697-37B02D695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50986-B9E3-417F-8DD3-C13EBC7FCA89}" type="datetimeFigureOut">
              <a:rPr lang="de-DE" smtClean="0"/>
              <a:t>06.10.2020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0C89BA-899F-4BAC-830E-198D7FF35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087798-333C-40CA-A46D-AB8641258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D0412-F4A0-44EF-B0D5-7959045FFA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86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AA7D36B-5B97-4831-8512-E3DA363D8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873" y="311756"/>
            <a:ext cx="3111055" cy="135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9F4607A-6D48-4917-97D3-2FC1249C385A}"/>
              </a:ext>
            </a:extLst>
          </p:cNvPr>
          <p:cNvSpPr txBox="1"/>
          <p:nvPr/>
        </p:nvSpPr>
        <p:spPr>
          <a:xfrm>
            <a:off x="6934873" y="2184737"/>
            <a:ext cx="4807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Wichtigstes Engagement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AStA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Mitglied seit WS 19/20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06.09.2020 Wahl zur Referatsleiterin in Studierendenratssitzung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Seit 20.09.2020 Leitung der Referate Inneres und Soziales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8A10F6-1656-464A-BBF0-255F45CAAA97}"/>
              </a:ext>
            </a:extLst>
          </p:cNvPr>
          <p:cNvSpPr txBox="1"/>
          <p:nvPr/>
        </p:nvSpPr>
        <p:spPr>
          <a:xfrm>
            <a:off x="6934873" y="3572459"/>
            <a:ext cx="4944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Warum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Lebensmotto: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„Konstant lernen und wachsen“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Bildung: beste Chance das zu erreichen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AStA = Möglichkeit Hochschulleben aktiv mitzugestalten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Mehrwert schaffen und Verantwortung übernehmen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0A00ECF-6079-446E-81F2-D5E82A394041}"/>
              </a:ext>
            </a:extLst>
          </p:cNvPr>
          <p:cNvSpPr txBox="1"/>
          <p:nvPr/>
        </p:nvSpPr>
        <p:spPr>
          <a:xfrm>
            <a:off x="6934873" y="4989816"/>
            <a:ext cx="3598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Wirkung auf meine </a:t>
            </a:r>
            <a:r>
              <a:rPr lang="de-DE" sz="1200" b="1">
                <a:latin typeface="Arial" panose="020B0604020202020204" pitchFamily="34" charset="0"/>
                <a:cs typeface="Arial" panose="020B0604020202020204" pitchFamily="34" charset="0"/>
              </a:rPr>
              <a:t>persönliche Entwicklung</a:t>
            </a:r>
            <a:endParaRPr lang="de-D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Offenheit und Vertrauen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Verantwortung übernehmen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Eigenständigkeit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Teamwork</a:t>
            </a:r>
          </a:p>
          <a:p>
            <a:endParaRPr lang="de-DE" sz="1200" dirty="0"/>
          </a:p>
        </p:txBody>
      </p:sp>
      <p:pic>
        <p:nvPicPr>
          <p:cNvPr id="8" name="Grafik 7" descr="Ein Bild, das Gebäude, Person, Front, Kind enthält.&#10;&#10;Automatisch generierte Beschreibung">
            <a:extLst>
              <a:ext uri="{FF2B5EF4-FFF2-40B4-BE49-F238E27FC236}">
                <a16:creationId xmlns:a16="http://schemas.microsoft.com/office/drawing/2014/main" id="{5CDABE29-1AA9-4535-A5B5-4BD426B54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07" y="1717084"/>
            <a:ext cx="5909641" cy="4435003"/>
          </a:xfrm>
          <a:prstGeom prst="rect">
            <a:avLst/>
          </a:prstGeom>
        </p:spPr>
      </p:pic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28658E17-68C8-48CD-96C4-F0493F0B7ADE}"/>
              </a:ext>
            </a:extLst>
          </p:cNvPr>
          <p:cNvSpPr/>
          <p:nvPr/>
        </p:nvSpPr>
        <p:spPr>
          <a:xfrm>
            <a:off x="7153654" y="3181740"/>
            <a:ext cx="355020" cy="419878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A217BA14-012B-4CB7-B758-07303FA9D4D8}"/>
              </a:ext>
            </a:extLst>
          </p:cNvPr>
          <p:cNvSpPr/>
          <p:nvPr/>
        </p:nvSpPr>
        <p:spPr>
          <a:xfrm>
            <a:off x="7153654" y="4579030"/>
            <a:ext cx="355020" cy="419878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71AE797-033B-45B5-8DCD-6180FA139C7C}"/>
              </a:ext>
            </a:extLst>
          </p:cNvPr>
          <p:cNvSpPr txBox="1"/>
          <p:nvPr/>
        </p:nvSpPr>
        <p:spPr>
          <a:xfrm>
            <a:off x="617307" y="485192"/>
            <a:ext cx="5335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Sascha Sprikut</a:t>
            </a:r>
          </a:p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– Mein wichtigstes Engagement</a:t>
            </a:r>
          </a:p>
        </p:txBody>
      </p:sp>
    </p:spTree>
    <p:extLst>
      <p:ext uri="{BB962C8B-B14F-4D97-AF65-F5344CB8AC3E}">
        <p14:creationId xmlns:p14="http://schemas.microsoft.com/office/powerpoint/2010/main" val="3077180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78E0104F4FCFD499B424EDE3102DE46" ma:contentTypeVersion="10" ma:contentTypeDescription="Ein neues Dokument erstellen." ma:contentTypeScope="" ma:versionID="9d125887f2bcb51657a348bfd765ef5d">
  <xsd:schema xmlns:xsd="http://www.w3.org/2001/XMLSchema" xmlns:xs="http://www.w3.org/2001/XMLSchema" xmlns:p="http://schemas.microsoft.com/office/2006/metadata/properties" xmlns:ns3="88bcf8b0-a482-452e-b673-d0bbccb3e540" targetNamespace="http://schemas.microsoft.com/office/2006/metadata/properties" ma:root="true" ma:fieldsID="1f28bd5122fcbfb059ff4bd073196f63" ns3:_="">
    <xsd:import namespace="88bcf8b0-a482-452e-b673-d0bbccb3e5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cf8b0-a482-452e-b673-d0bbccb3e5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8DE22C-933C-468E-BD07-F06B0FA2EF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09DCA4-7C3F-4DC0-AB3E-B1EC619488E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D59F2FF-2A41-4EDA-9D1F-90F925D1DE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bcf8b0-a482-452e-b673-d0bbccb3e5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Breitbild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Sascha Sprikut</dc:creator>
  <cp:lastModifiedBy>Sascha Sprikut</cp:lastModifiedBy>
  <cp:revision>1</cp:revision>
  <dcterms:created xsi:type="dcterms:W3CDTF">2020-09-13T05:29:31Z</dcterms:created>
  <dcterms:modified xsi:type="dcterms:W3CDTF">2020-10-06T19:15:51Z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0x010100878E0104F4FCFD499B424EDE3102DE46</vt:lpwstr>
  </property>
</Properties>
</file>
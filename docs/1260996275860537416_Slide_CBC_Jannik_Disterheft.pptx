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2192000" cy="6858000"/>
  <p:notesSz cx="6858000" cy="9144000"/>
  <p:custDataLst>
    <p:tags r:id="rId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  <a:srgbClr val="00414B"/>
    <a:srgbClr val="FFD700"/>
    <a:srgbClr val="FFBC01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11F811-2570-47EF-AC53-E9C84D3B9B29}" v="817" dt="2024-07-11T14:50:42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howGuides="1">
      <p:cViewPr varScale="1">
        <p:scale>
          <a:sx n="107" d="100"/>
          <a:sy n="107" d="100"/>
        </p:scale>
        <p:origin x="26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3432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nik Disterheft" userId="ab653e6e8da495e9" providerId="LiveId" clId="{2011F811-2570-47EF-AC53-E9C84D3B9B29}"/>
    <pc:docChg chg="undo redo custSel addSld delSld modSld sldOrd modMainMaster replTag">
      <pc:chgData name="Jannik Disterheft" userId="ab653e6e8da495e9" providerId="LiveId" clId="{2011F811-2570-47EF-AC53-E9C84D3B9B29}" dt="2024-07-11T16:23:56.524" v="7723" actId="20577"/>
      <pc:docMkLst>
        <pc:docMk/>
      </pc:docMkLst>
      <pc:sldChg chg="del">
        <pc:chgData name="Jannik Disterheft" userId="ab653e6e8da495e9" providerId="LiveId" clId="{2011F811-2570-47EF-AC53-E9C84D3B9B29}" dt="2024-07-03T21:08:46.352" v="1" actId="47"/>
        <pc:sldMkLst>
          <pc:docMk/>
          <pc:sldMk cId="909347500" sldId="256"/>
        </pc:sldMkLst>
      </pc:sldChg>
      <pc:sldChg chg="addSp delSp modSp new del mod setBg">
        <pc:chgData name="Jannik Disterheft" userId="ab653e6e8da495e9" providerId="LiveId" clId="{2011F811-2570-47EF-AC53-E9C84D3B9B29}" dt="2024-07-08T07:24:36.588" v="6886" actId="47"/>
        <pc:sldMkLst>
          <pc:docMk/>
          <pc:sldMk cId="3452851927" sldId="257"/>
        </pc:sldMkLst>
        <pc:spChg chg="mod">
          <ac:chgData name="Jannik Disterheft" userId="ab653e6e8da495e9" providerId="LiveId" clId="{2011F811-2570-47EF-AC53-E9C84D3B9B29}" dt="2024-07-06T20:25:22.397" v="6569" actId="26606"/>
          <ac:spMkLst>
            <pc:docMk/>
            <pc:sldMk cId="3452851927" sldId="257"/>
            <ac:spMk id="2" creationId="{87367337-F8D1-E81F-43C7-59331F2F8F6A}"/>
          </ac:spMkLst>
        </pc:spChg>
        <pc:spChg chg="del">
          <ac:chgData name="Jannik Disterheft" userId="ab653e6e8da495e9" providerId="LiveId" clId="{2011F811-2570-47EF-AC53-E9C84D3B9B29}" dt="2024-07-03T21:11:16.356" v="112" actId="478"/>
          <ac:spMkLst>
            <pc:docMk/>
            <pc:sldMk cId="3452851927" sldId="257"/>
            <ac:spMk id="3" creationId="{4A9C74CA-911A-FA6A-C93D-5B0B92FDB836}"/>
          </ac:spMkLst>
        </pc:spChg>
        <pc:spChg chg="mod">
          <ac:chgData name="Jannik Disterheft" userId="ab653e6e8da495e9" providerId="LiveId" clId="{2011F811-2570-47EF-AC53-E9C84D3B9B29}" dt="2024-07-06T20:25:22.397" v="6569" actId="26606"/>
          <ac:spMkLst>
            <pc:docMk/>
            <pc:sldMk cId="3452851927" sldId="257"/>
            <ac:spMk id="3" creationId="{4AC860EB-7690-0855-C763-E09467FF1D82}"/>
          </ac:spMkLst>
        </pc:spChg>
        <pc:spChg chg="add mod">
          <ac:chgData name="Jannik Disterheft" userId="ab653e6e8da495e9" providerId="LiveId" clId="{2011F811-2570-47EF-AC53-E9C84D3B9B29}" dt="2024-07-03T21:12:53.619" v="159"/>
          <ac:spMkLst>
            <pc:docMk/>
            <pc:sldMk cId="3452851927" sldId="257"/>
            <ac:spMk id="4" creationId="{D7FD06DA-F0FD-1342-7F8C-436E40AF26B0}"/>
          </ac:spMkLst>
        </pc:spChg>
        <pc:spChg chg="mod">
          <ac:chgData name="Jannik Disterheft" userId="ab653e6e8da495e9" providerId="LiveId" clId="{2011F811-2570-47EF-AC53-E9C84D3B9B29}" dt="2024-07-06T20:25:22.397" v="6569" actId="26606"/>
          <ac:spMkLst>
            <pc:docMk/>
            <pc:sldMk cId="3452851927" sldId="257"/>
            <ac:spMk id="5" creationId="{110452FD-E2C8-A8DB-E66B-2721760A2CDE}"/>
          </ac:spMkLst>
        </pc:spChg>
        <pc:spChg chg="add mod">
          <ac:chgData name="Jannik Disterheft" userId="ab653e6e8da495e9" providerId="LiveId" clId="{2011F811-2570-47EF-AC53-E9C84D3B9B29}" dt="2024-07-03T21:12:52.288" v="158"/>
          <ac:spMkLst>
            <pc:docMk/>
            <pc:sldMk cId="3452851927" sldId="257"/>
            <ac:spMk id="5" creationId="{67326167-4A31-AD03-55BD-C4FA6127FE51}"/>
          </ac:spMkLst>
        </pc:spChg>
        <pc:spChg chg="add mod">
          <ac:chgData name="Jannik Disterheft" userId="ab653e6e8da495e9" providerId="LiveId" clId="{2011F811-2570-47EF-AC53-E9C84D3B9B29}" dt="2024-07-03T21:12:51.882" v="157"/>
          <ac:spMkLst>
            <pc:docMk/>
            <pc:sldMk cId="3452851927" sldId="257"/>
            <ac:spMk id="6" creationId="{CA3EF120-07A1-8F9E-1493-DA7E562E5BDB}"/>
          </ac:spMkLst>
        </pc:spChg>
        <pc:spChg chg="add mod">
          <ac:chgData name="Jannik Disterheft" userId="ab653e6e8da495e9" providerId="LiveId" clId="{2011F811-2570-47EF-AC53-E9C84D3B9B29}" dt="2024-07-03T21:12:51.486" v="156"/>
          <ac:spMkLst>
            <pc:docMk/>
            <pc:sldMk cId="3452851927" sldId="257"/>
            <ac:spMk id="7" creationId="{10C1018D-112F-94A6-EE9E-FBECEF714519}"/>
          </ac:spMkLst>
        </pc:spChg>
        <pc:spChg chg="add">
          <ac:chgData name="Jannik Disterheft" userId="ab653e6e8da495e9" providerId="LiveId" clId="{2011F811-2570-47EF-AC53-E9C84D3B9B29}" dt="2024-07-06T14:48:53.774" v="6273"/>
          <ac:spMkLst>
            <pc:docMk/>
            <pc:sldMk cId="3452851927" sldId="257"/>
            <ac:spMk id="7" creationId="{D71AEEE0-230A-4E4F-B146-CA9C0716D01B}"/>
          </ac:spMkLst>
        </pc:spChg>
        <pc:spChg chg="add mod topLvl">
          <ac:chgData name="Jannik Disterheft" userId="ab653e6e8da495e9" providerId="LiveId" clId="{2011F811-2570-47EF-AC53-E9C84D3B9B29}" dt="2024-07-06T20:29:20.305" v="6571" actId="1076"/>
          <ac:spMkLst>
            <pc:docMk/>
            <pc:sldMk cId="3452851927" sldId="257"/>
            <ac:spMk id="8" creationId="{147CB511-A50C-030E-8DE9-54CE5D54476A}"/>
          </ac:spMkLst>
        </pc:spChg>
        <pc:spChg chg="add mod topLvl">
          <ac:chgData name="Jannik Disterheft" userId="ab653e6e8da495e9" providerId="LiveId" clId="{2011F811-2570-47EF-AC53-E9C84D3B9B29}" dt="2024-07-06T20:29:20.305" v="6571" actId="1076"/>
          <ac:spMkLst>
            <pc:docMk/>
            <pc:sldMk cId="3452851927" sldId="257"/>
            <ac:spMk id="9" creationId="{00EDFE2C-6DBF-842B-1E27-870C26534ACF}"/>
          </ac:spMkLst>
        </pc:spChg>
        <pc:spChg chg="add mod topLvl">
          <ac:chgData name="Jannik Disterheft" userId="ab653e6e8da495e9" providerId="LiveId" clId="{2011F811-2570-47EF-AC53-E9C84D3B9B29}" dt="2024-07-06T20:29:20.305" v="6571" actId="1076"/>
          <ac:spMkLst>
            <pc:docMk/>
            <pc:sldMk cId="3452851927" sldId="257"/>
            <ac:spMk id="10" creationId="{7B01A38A-4C29-6067-8094-27462D3D7993}"/>
          </ac:spMkLst>
        </pc:spChg>
        <pc:spChg chg="add mod topLvl">
          <ac:chgData name="Jannik Disterheft" userId="ab653e6e8da495e9" providerId="LiveId" clId="{2011F811-2570-47EF-AC53-E9C84D3B9B29}" dt="2024-07-06T20:32:15.982" v="6574" actId="692"/>
          <ac:spMkLst>
            <pc:docMk/>
            <pc:sldMk cId="3452851927" sldId="257"/>
            <ac:spMk id="11" creationId="{BB208733-FEE4-3E8D-7BC0-E7E14FCBF10F}"/>
          </ac:spMkLst>
        </pc:spChg>
        <pc:spChg chg="add del mod">
          <ac:chgData name="Jannik Disterheft" userId="ab653e6e8da495e9" providerId="LiveId" clId="{2011F811-2570-47EF-AC53-E9C84D3B9B29}" dt="2024-07-03T21:15:07.166" v="312" actId="478"/>
          <ac:spMkLst>
            <pc:docMk/>
            <pc:sldMk cId="3452851927" sldId="257"/>
            <ac:spMk id="12" creationId="{8BBABC52-5AAE-56B9-669F-865B13970BB2}"/>
          </ac:spMkLst>
        </pc:spChg>
        <pc:spChg chg="add mod topLvl">
          <ac:chgData name="Jannik Disterheft" userId="ab653e6e8da495e9" providerId="LiveId" clId="{2011F811-2570-47EF-AC53-E9C84D3B9B29}" dt="2024-07-06T20:29:20.305" v="6571" actId="1076"/>
          <ac:spMkLst>
            <pc:docMk/>
            <pc:sldMk cId="3452851927" sldId="257"/>
            <ac:spMk id="13" creationId="{5BD4DEBC-3DD8-6C4C-B71B-8F22A3EA517B}"/>
          </ac:spMkLst>
        </pc:spChg>
        <pc:spChg chg="add mod">
          <ac:chgData name="Jannik Disterheft" userId="ab653e6e8da495e9" providerId="LiveId" clId="{2011F811-2570-47EF-AC53-E9C84D3B9B29}" dt="2024-07-03T21:22:25.195" v="1235"/>
          <ac:spMkLst>
            <pc:docMk/>
            <pc:sldMk cId="3452851927" sldId="257"/>
            <ac:spMk id="14" creationId="{6FCEB543-3140-C5A1-EBB5-85618815039B}"/>
          </ac:spMkLst>
        </pc:spChg>
        <pc:spChg chg="add mod">
          <ac:chgData name="Jannik Disterheft" userId="ab653e6e8da495e9" providerId="LiveId" clId="{2011F811-2570-47EF-AC53-E9C84D3B9B29}" dt="2024-07-03T21:22:38.728" v="1237" actId="571"/>
          <ac:spMkLst>
            <pc:docMk/>
            <pc:sldMk cId="3452851927" sldId="257"/>
            <ac:spMk id="15" creationId="{DE7E051A-F639-59BD-8839-F1E1D21165ED}"/>
          </ac:spMkLst>
        </pc:spChg>
        <pc:spChg chg="add mod topLvl">
          <ac:chgData name="Jannik Disterheft" userId="ab653e6e8da495e9" providerId="LiveId" clId="{2011F811-2570-47EF-AC53-E9C84D3B9B29}" dt="2024-07-06T20:25:22.397" v="6569" actId="26606"/>
          <ac:spMkLst>
            <pc:docMk/>
            <pc:sldMk cId="3452851927" sldId="257"/>
            <ac:spMk id="16" creationId="{7F64A406-1BDA-96E3-59E9-BF7DA4C93342}"/>
          </ac:spMkLst>
        </pc:spChg>
        <pc:spChg chg="add mod topLvl">
          <ac:chgData name="Jannik Disterheft" userId="ab653e6e8da495e9" providerId="LiveId" clId="{2011F811-2570-47EF-AC53-E9C84D3B9B29}" dt="2024-07-06T20:25:22.397" v="6569" actId="26606"/>
          <ac:spMkLst>
            <pc:docMk/>
            <pc:sldMk cId="3452851927" sldId="257"/>
            <ac:spMk id="17" creationId="{179B64C0-8C1C-F3C0-D452-90098D5EA22F}"/>
          </ac:spMkLst>
        </pc:spChg>
        <pc:spChg chg="mod">
          <ac:chgData name="Jannik Disterheft" userId="ab653e6e8da495e9" providerId="LiveId" clId="{2011F811-2570-47EF-AC53-E9C84D3B9B29}" dt="2024-07-06T20:25:22.397" v="6569" actId="26606"/>
          <ac:spMkLst>
            <pc:docMk/>
            <pc:sldMk cId="3452851927" sldId="257"/>
            <ac:spMk id="21" creationId="{3D7C2A80-9951-C958-EDDD-13A659307F1D}"/>
          </ac:spMkLst>
        </pc:spChg>
        <pc:spChg chg="add del mod">
          <ac:chgData name="Jannik Disterheft" userId="ab653e6e8da495e9" providerId="LiveId" clId="{2011F811-2570-47EF-AC53-E9C84D3B9B29}" dt="2024-07-06T20:08:23.374" v="6351" actId="478"/>
          <ac:spMkLst>
            <pc:docMk/>
            <pc:sldMk cId="3452851927" sldId="257"/>
            <ac:spMk id="23" creationId="{E66BF560-4A77-3516-51AA-736277AE2D2A}"/>
          </ac:spMkLst>
        </pc:spChg>
        <pc:spChg chg="mod">
          <ac:chgData name="Jannik Disterheft" userId="ab653e6e8da495e9" providerId="LiveId" clId="{2011F811-2570-47EF-AC53-E9C84D3B9B29}" dt="2024-07-06T20:09:49.727" v="6360"/>
          <ac:spMkLst>
            <pc:docMk/>
            <pc:sldMk cId="3452851927" sldId="257"/>
            <ac:spMk id="26" creationId="{608CCA01-BF77-AC7D-260B-6E3BABF0370D}"/>
          </ac:spMkLst>
        </pc:spChg>
        <pc:spChg chg="add del mod">
          <ac:chgData name="Jannik Disterheft" userId="ab653e6e8da495e9" providerId="LiveId" clId="{2011F811-2570-47EF-AC53-E9C84D3B9B29}" dt="2024-07-04T15:02:10.933" v="4107" actId="478"/>
          <ac:spMkLst>
            <pc:docMk/>
            <pc:sldMk cId="3452851927" sldId="257"/>
            <ac:spMk id="28" creationId="{A14107E5-2C4B-A7E0-C137-3F6E2A06A576}"/>
          </ac:spMkLst>
        </pc:spChg>
        <pc:spChg chg="add del">
          <ac:chgData name="Jannik Disterheft" userId="ab653e6e8da495e9" providerId="LiveId" clId="{2011F811-2570-47EF-AC53-E9C84D3B9B29}" dt="2024-07-06T20:11:44.654" v="6362" actId="478"/>
          <ac:spMkLst>
            <pc:docMk/>
            <pc:sldMk cId="3452851927" sldId="257"/>
            <ac:spMk id="32" creationId="{4F1F4C01-3D86-AFAD-EF95-A9DFDA234702}"/>
          </ac:spMkLst>
        </pc:spChg>
        <pc:spChg chg="add del">
          <ac:chgData name="Jannik Disterheft" userId="ab653e6e8da495e9" providerId="LiveId" clId="{2011F811-2570-47EF-AC53-E9C84D3B9B29}" dt="2024-07-06T20:16:31.245" v="6567" actId="478"/>
          <ac:spMkLst>
            <pc:docMk/>
            <pc:sldMk cId="3452851927" sldId="257"/>
            <ac:spMk id="33" creationId="{D834F785-5D1B-A016-59D2-B7BD82F3C1BC}"/>
          </ac:spMkLst>
        </pc:spChg>
        <pc:spChg chg="add del mod">
          <ac:chgData name="Jannik Disterheft" userId="ab653e6e8da495e9" providerId="LiveId" clId="{2011F811-2570-47EF-AC53-E9C84D3B9B29}" dt="2024-07-06T20:16:31.245" v="6567" actId="478"/>
          <ac:spMkLst>
            <pc:docMk/>
            <pc:sldMk cId="3452851927" sldId="257"/>
            <ac:spMk id="34" creationId="{D85E2EB9-DA7B-DE69-4346-F18D29A4B909}"/>
          </ac:spMkLst>
        </pc:spChg>
        <pc:spChg chg="add del mod">
          <ac:chgData name="Jannik Disterheft" userId="ab653e6e8da495e9" providerId="LiveId" clId="{2011F811-2570-47EF-AC53-E9C84D3B9B29}" dt="2024-07-06T20:16:31.245" v="6567" actId="478"/>
          <ac:spMkLst>
            <pc:docMk/>
            <pc:sldMk cId="3452851927" sldId="257"/>
            <ac:spMk id="35" creationId="{A561A3A3-6D1F-D75F-1A7E-1A25B4956F78}"/>
          </ac:spMkLst>
        </pc:spChg>
        <pc:spChg chg="add mod">
          <ac:chgData name="Jannik Disterheft" userId="ab653e6e8da495e9" providerId="LiveId" clId="{2011F811-2570-47EF-AC53-E9C84D3B9B29}" dt="2024-07-06T20:16:03.641" v="6560" actId="571"/>
          <ac:spMkLst>
            <pc:docMk/>
            <pc:sldMk cId="3452851927" sldId="257"/>
            <ac:spMk id="36" creationId="{BFECC88F-1D70-8A88-3238-E141F38DDEC8}"/>
          </ac:spMkLst>
        </pc:spChg>
        <pc:spChg chg="add mod">
          <ac:chgData name="Jannik Disterheft" userId="ab653e6e8da495e9" providerId="LiveId" clId="{2011F811-2570-47EF-AC53-E9C84D3B9B29}" dt="2024-07-06T20:16:03.460" v="6559" actId="571"/>
          <ac:spMkLst>
            <pc:docMk/>
            <pc:sldMk cId="3452851927" sldId="257"/>
            <ac:spMk id="37" creationId="{8EDDBC62-FD13-74F1-E490-4147514F4EFD}"/>
          </ac:spMkLst>
        </pc:spChg>
        <pc:spChg chg="add mod">
          <ac:chgData name="Jannik Disterheft" userId="ab653e6e8da495e9" providerId="LiveId" clId="{2011F811-2570-47EF-AC53-E9C84D3B9B29}" dt="2024-07-06T20:16:03.311" v="6558" actId="571"/>
          <ac:spMkLst>
            <pc:docMk/>
            <pc:sldMk cId="3452851927" sldId="257"/>
            <ac:spMk id="38" creationId="{C3947A63-8621-FFBA-59DC-5105D90486AE}"/>
          </ac:spMkLst>
        </pc:spChg>
        <pc:spChg chg="add mod">
          <ac:chgData name="Jannik Disterheft" userId="ab653e6e8da495e9" providerId="LiveId" clId="{2011F811-2570-47EF-AC53-E9C84D3B9B29}" dt="2024-07-06T20:16:03.173" v="6557" actId="571"/>
          <ac:spMkLst>
            <pc:docMk/>
            <pc:sldMk cId="3452851927" sldId="257"/>
            <ac:spMk id="39" creationId="{30A7F486-A2D7-5568-F512-F3290A7F06FE}"/>
          </ac:spMkLst>
        </pc:spChg>
        <pc:spChg chg="add mod">
          <ac:chgData name="Jannik Disterheft" userId="ab653e6e8da495e9" providerId="LiveId" clId="{2011F811-2570-47EF-AC53-E9C84D3B9B29}" dt="2024-07-06T20:16:03.013" v="6556" actId="571"/>
          <ac:spMkLst>
            <pc:docMk/>
            <pc:sldMk cId="3452851927" sldId="257"/>
            <ac:spMk id="40" creationId="{A82FB6D3-C6B8-DEE5-95A6-662164D9DAA7}"/>
          </ac:spMkLst>
        </pc:spChg>
        <pc:spChg chg="add del">
          <ac:chgData name="Jannik Disterheft" userId="ab653e6e8da495e9" providerId="LiveId" clId="{2011F811-2570-47EF-AC53-E9C84D3B9B29}" dt="2024-07-06T20:25:22.397" v="6569" actId="26606"/>
          <ac:spMkLst>
            <pc:docMk/>
            <pc:sldMk cId="3452851927" sldId="257"/>
            <ac:spMk id="1033" creationId="{738F59A4-4431-460D-8E49-6E65C189A566}"/>
          </ac:spMkLst>
        </pc:spChg>
        <pc:grpChg chg="add del mod">
          <ac:chgData name="Jannik Disterheft" userId="ab653e6e8da495e9" providerId="LiveId" clId="{2011F811-2570-47EF-AC53-E9C84D3B9B29}" dt="2024-07-06T20:02:56.833" v="6316" actId="165"/>
          <ac:grpSpMkLst>
            <pc:docMk/>
            <pc:sldMk cId="3452851927" sldId="257"/>
            <ac:grpSpMk id="18" creationId="{89C2CC3F-B35D-5F5A-03DF-3E756E05B5C2}"/>
          </ac:grpSpMkLst>
        </pc:grpChg>
        <pc:grpChg chg="mod">
          <ac:chgData name="Jannik Disterheft" userId="ab653e6e8da495e9" providerId="LiveId" clId="{2011F811-2570-47EF-AC53-E9C84D3B9B29}" dt="2024-07-06T20:09:49.727" v="6360"/>
          <ac:grpSpMkLst>
            <pc:docMk/>
            <pc:sldMk cId="3452851927" sldId="257"/>
            <ac:grpSpMk id="24" creationId="{542DD976-6967-DCE1-CCC2-4FB1E6E5CBF0}"/>
          </ac:grpSpMkLst>
        </pc:grpChg>
        <pc:grpChg chg="mod">
          <ac:chgData name="Jannik Disterheft" userId="ab653e6e8da495e9" providerId="LiveId" clId="{2011F811-2570-47EF-AC53-E9C84D3B9B29}" dt="2024-07-06T20:09:49.727" v="6360"/>
          <ac:grpSpMkLst>
            <pc:docMk/>
            <pc:sldMk cId="3452851927" sldId="257"/>
            <ac:grpSpMk id="25" creationId="{2F1CABE9-1400-D3F8-4801-DA222045D988}"/>
          </ac:grpSpMkLst>
        </pc:grpChg>
        <pc:grpChg chg="add del">
          <ac:chgData name="Jannik Disterheft" userId="ab653e6e8da495e9" providerId="LiveId" clId="{2011F811-2570-47EF-AC53-E9C84D3B9B29}" dt="2024-07-06T20:25:22.397" v="6569" actId="26606"/>
          <ac:grpSpMkLst>
            <pc:docMk/>
            <pc:sldMk cId="3452851927" sldId="257"/>
            <ac:grpSpMk id="1035" creationId="{8A919B9C-5C01-47E4-B2F2-45F589208ABF}"/>
          </ac:grpSpMkLst>
        </pc:grpChg>
        <pc:picChg chg="add mod ord topLvl">
          <ac:chgData name="Jannik Disterheft" userId="ab653e6e8da495e9" providerId="LiveId" clId="{2011F811-2570-47EF-AC53-E9C84D3B9B29}" dt="2024-07-06T20:25:22.397" v="6569" actId="26606"/>
          <ac:picMkLst>
            <pc:docMk/>
            <pc:sldMk cId="3452851927" sldId="257"/>
            <ac:picMk id="4" creationId="{06C31F9D-8886-47BC-0F95-D4B040E615D1}"/>
          </ac:picMkLst>
        </pc:picChg>
        <pc:picChg chg="add del mod ord topLvl">
          <ac:chgData name="Jannik Disterheft" userId="ab653e6e8da495e9" providerId="LiveId" clId="{2011F811-2570-47EF-AC53-E9C84D3B9B29}" dt="2024-07-06T20:06:55.310" v="6347" actId="478"/>
          <ac:picMkLst>
            <pc:docMk/>
            <pc:sldMk cId="3452851927" sldId="257"/>
            <ac:picMk id="6" creationId="{C60B2452-3A1A-A958-6ED5-78DC839D1F37}"/>
          </ac:picMkLst>
        </pc:picChg>
        <pc:picChg chg="add mod ord topLvl">
          <ac:chgData name="Jannik Disterheft" userId="ab653e6e8da495e9" providerId="LiveId" clId="{2011F811-2570-47EF-AC53-E9C84D3B9B29}" dt="2024-07-06T20:25:22.397" v="6569" actId="26606"/>
          <ac:picMkLst>
            <pc:docMk/>
            <pc:sldMk cId="3452851927" sldId="257"/>
            <ac:picMk id="12" creationId="{405F6FCA-C607-26B4-E982-450FA0307B0B}"/>
          </ac:picMkLst>
        </pc:picChg>
        <pc:picChg chg="add mod ord topLvl">
          <ac:chgData name="Jannik Disterheft" userId="ab653e6e8da495e9" providerId="LiveId" clId="{2011F811-2570-47EF-AC53-E9C84D3B9B29}" dt="2024-07-06T20:25:22.397" v="6569" actId="26606"/>
          <ac:picMkLst>
            <pc:docMk/>
            <pc:sldMk cId="3452851927" sldId="257"/>
            <ac:picMk id="15" creationId="{AB022B13-E971-77AD-A6E0-F34358266407}"/>
          </ac:picMkLst>
        </pc:picChg>
        <pc:picChg chg="add del mod">
          <ac:chgData name="Jannik Disterheft" userId="ab653e6e8da495e9" providerId="LiveId" clId="{2011F811-2570-47EF-AC53-E9C84D3B9B29}" dt="2024-07-03T21:28:38.823" v="1621" actId="478"/>
          <ac:picMkLst>
            <pc:docMk/>
            <pc:sldMk cId="3452851927" sldId="257"/>
            <ac:picMk id="19" creationId="{6919350C-0270-949A-E02B-8E470EDD22CD}"/>
          </ac:picMkLst>
        </pc:picChg>
        <pc:picChg chg="add del mod ord topLvl">
          <ac:chgData name="Jannik Disterheft" userId="ab653e6e8da495e9" providerId="LiveId" clId="{2011F811-2570-47EF-AC53-E9C84D3B9B29}" dt="2024-07-06T20:25:22.397" v="6569" actId="26606"/>
          <ac:picMkLst>
            <pc:docMk/>
            <pc:sldMk cId="3452851927" sldId="257"/>
            <ac:picMk id="19" creationId="{9AFB5E9C-76DD-7297-1759-53DB5099393C}"/>
          </ac:picMkLst>
        </pc:picChg>
        <pc:picChg chg="add del mod">
          <ac:chgData name="Jannik Disterheft" userId="ab653e6e8da495e9" providerId="LiveId" clId="{2011F811-2570-47EF-AC53-E9C84D3B9B29}" dt="2024-07-03T21:28:35.696" v="1620" actId="478"/>
          <ac:picMkLst>
            <pc:docMk/>
            <pc:sldMk cId="3452851927" sldId="257"/>
            <ac:picMk id="20" creationId="{FF6206C1-A3C8-D193-E9E8-9C9A196E01CB}"/>
          </ac:picMkLst>
        </pc:picChg>
        <pc:picChg chg="add del mod ord">
          <ac:chgData name="Jannik Disterheft" userId="ab653e6e8da495e9" providerId="LiveId" clId="{2011F811-2570-47EF-AC53-E9C84D3B9B29}" dt="2024-07-04T15:37:34.198" v="4672" actId="478"/>
          <ac:picMkLst>
            <pc:docMk/>
            <pc:sldMk cId="3452851927" sldId="257"/>
            <ac:picMk id="21" creationId="{D6DAA254-4179-78F4-7FC8-4FC53CFDCDA3}"/>
          </ac:picMkLst>
        </pc:picChg>
        <pc:picChg chg="add del mod ord">
          <ac:chgData name="Jannik Disterheft" userId="ab653e6e8da495e9" providerId="LiveId" clId="{2011F811-2570-47EF-AC53-E9C84D3B9B29}" dt="2024-07-04T15:38:02.390" v="4723" actId="478"/>
          <ac:picMkLst>
            <pc:docMk/>
            <pc:sldMk cId="3452851927" sldId="257"/>
            <ac:picMk id="22" creationId="{03FED79A-6F07-ED1C-D9FD-0ED177E4DB1F}"/>
          </ac:picMkLst>
        </pc:picChg>
        <pc:picChg chg="add mod ord">
          <ac:chgData name="Jannik Disterheft" userId="ab653e6e8da495e9" providerId="LiveId" clId="{2011F811-2570-47EF-AC53-E9C84D3B9B29}" dt="2024-07-06T20:25:22.397" v="6569" actId="26606"/>
          <ac:picMkLst>
            <pc:docMk/>
            <pc:sldMk cId="3452851927" sldId="257"/>
            <ac:picMk id="22" creationId="{ECCB22AB-6912-645C-9543-F15719CAEC20}"/>
          </ac:picMkLst>
        </pc:picChg>
        <pc:picChg chg="add del mod ord">
          <ac:chgData name="Jannik Disterheft" userId="ab653e6e8da495e9" providerId="LiveId" clId="{2011F811-2570-47EF-AC53-E9C84D3B9B29}" dt="2024-07-04T15:37:49.328" v="4703" actId="478"/>
          <ac:picMkLst>
            <pc:docMk/>
            <pc:sldMk cId="3452851927" sldId="257"/>
            <ac:picMk id="23" creationId="{CF29D2FE-FC7C-5E64-E61D-5010148A1A54}"/>
          </ac:picMkLst>
        </pc:picChg>
        <pc:picChg chg="add del mod ord">
          <ac:chgData name="Jannik Disterheft" userId="ab653e6e8da495e9" providerId="LiveId" clId="{2011F811-2570-47EF-AC53-E9C84D3B9B29}" dt="2024-07-04T15:36:53.700" v="4591" actId="478"/>
          <ac:picMkLst>
            <pc:docMk/>
            <pc:sldMk cId="3452851927" sldId="257"/>
            <ac:picMk id="24" creationId="{14BAE2E9-9AA4-02FD-DB79-22D251F4D72D}"/>
          </ac:picMkLst>
        </pc:picChg>
        <pc:picChg chg="add del mod ord">
          <ac:chgData name="Jannik Disterheft" userId="ab653e6e8da495e9" providerId="LiveId" clId="{2011F811-2570-47EF-AC53-E9C84D3B9B29}" dt="2024-07-04T15:37:07.608" v="4605" actId="478"/>
          <ac:picMkLst>
            <pc:docMk/>
            <pc:sldMk cId="3452851927" sldId="257"/>
            <ac:picMk id="25" creationId="{EFD67AB9-B220-BD05-B545-76255E0054B4}"/>
          </ac:picMkLst>
        </pc:picChg>
        <pc:picChg chg="add del mod ord">
          <ac:chgData name="Jannik Disterheft" userId="ab653e6e8da495e9" providerId="LiveId" clId="{2011F811-2570-47EF-AC53-E9C84D3B9B29}" dt="2024-07-04T15:39:00.754" v="4746" actId="478"/>
          <ac:picMkLst>
            <pc:docMk/>
            <pc:sldMk cId="3452851927" sldId="257"/>
            <ac:picMk id="26" creationId="{32B65D10-11FA-D029-3519-A7C45E6CBE1C}"/>
          </ac:picMkLst>
        </pc:picChg>
        <pc:picChg chg="add del mod">
          <ac:chgData name="Jannik Disterheft" userId="ab653e6e8da495e9" providerId="LiveId" clId="{2011F811-2570-47EF-AC53-E9C84D3B9B29}" dt="2024-07-04T15:36:29.715" v="4506" actId="478"/>
          <ac:picMkLst>
            <pc:docMk/>
            <pc:sldMk cId="3452851927" sldId="257"/>
            <ac:picMk id="27" creationId="{F3B79F09-59C4-41AF-DBA7-F7F13DCCAB72}"/>
          </ac:picMkLst>
        </pc:picChg>
        <pc:picChg chg="add mod ord topLvl">
          <ac:chgData name="Jannik Disterheft" userId="ab653e6e8da495e9" providerId="LiveId" clId="{2011F811-2570-47EF-AC53-E9C84D3B9B29}" dt="2024-07-06T20:25:22.397" v="6569" actId="26606"/>
          <ac:picMkLst>
            <pc:docMk/>
            <pc:sldMk cId="3452851927" sldId="257"/>
            <ac:picMk id="29" creationId="{96479A2C-27BE-8DAB-47F8-FAC5FE6FD1BB}"/>
          </ac:picMkLst>
        </pc:picChg>
        <pc:picChg chg="add del mod ord">
          <ac:chgData name="Jannik Disterheft" userId="ab653e6e8da495e9" providerId="LiveId" clId="{2011F811-2570-47EF-AC53-E9C84D3B9B29}" dt="2024-07-04T15:50:32.950" v="4812" actId="478"/>
          <ac:picMkLst>
            <pc:docMk/>
            <pc:sldMk cId="3452851927" sldId="257"/>
            <ac:picMk id="31" creationId="{EA7AE676-0E4D-5D68-DD7A-ECBA39DFE6DC}"/>
          </ac:picMkLst>
        </pc:picChg>
        <pc:picChg chg="add del mod">
          <ac:chgData name="Jannik Disterheft" userId="ab653e6e8da495e9" providerId="LiveId" clId="{2011F811-2570-47EF-AC53-E9C84D3B9B29}" dt="2024-07-04T15:40:25.801" v="4748" actId="478"/>
          <ac:picMkLst>
            <pc:docMk/>
            <pc:sldMk cId="3452851927" sldId="257"/>
            <ac:picMk id="32" creationId="{B56425DF-1DC2-94A5-CDC2-FD3CA901780D}"/>
          </ac:picMkLst>
        </pc:picChg>
        <pc:picChg chg="add del mod">
          <ac:chgData name="Jannik Disterheft" userId="ab653e6e8da495e9" providerId="LiveId" clId="{2011F811-2570-47EF-AC53-E9C84D3B9B29}" dt="2024-07-04T15:43:52.716" v="4790" actId="478"/>
          <ac:picMkLst>
            <pc:docMk/>
            <pc:sldMk cId="3452851927" sldId="257"/>
            <ac:picMk id="1026" creationId="{2C058D16-0F4C-5E51-3F7B-A1A11176EF81}"/>
          </ac:picMkLst>
        </pc:picChg>
        <pc:picChg chg="add mod topLvl">
          <ac:chgData name="Jannik Disterheft" userId="ab653e6e8da495e9" providerId="LiveId" clId="{2011F811-2570-47EF-AC53-E9C84D3B9B29}" dt="2024-07-06T20:25:22.397" v="6569" actId="26606"/>
          <ac:picMkLst>
            <pc:docMk/>
            <pc:sldMk cId="3452851927" sldId="257"/>
            <ac:picMk id="1028" creationId="{3A0FE279-C2F7-B6C9-228C-16432F967713}"/>
          </ac:picMkLst>
        </pc:picChg>
        <pc:cxnChg chg="add del mod">
          <ac:chgData name="Jannik Disterheft" userId="ab653e6e8da495e9" providerId="LiveId" clId="{2011F811-2570-47EF-AC53-E9C84D3B9B29}" dt="2024-07-04T16:44:32.981" v="4950" actId="11529"/>
          <ac:cxnSpMkLst>
            <pc:docMk/>
            <pc:sldMk cId="3452851927" sldId="257"/>
            <ac:cxnSpMk id="5" creationId="{5C42EBD8-686B-A122-58C8-1E56910A8721}"/>
          </ac:cxnSpMkLst>
        </pc:cxnChg>
        <pc:cxnChg chg="add del mod ord">
          <ac:chgData name="Jannik Disterheft" userId="ab653e6e8da495e9" providerId="LiveId" clId="{2011F811-2570-47EF-AC53-E9C84D3B9B29}" dt="2024-07-04T16:46:23.798" v="5057" actId="478"/>
          <ac:cxnSpMkLst>
            <pc:docMk/>
            <pc:sldMk cId="3452851927" sldId="257"/>
            <ac:cxnSpMk id="14" creationId="{64F0E0C9-DB88-0D45-9CC2-6B9F5650DF47}"/>
          </ac:cxnSpMkLst>
        </pc:cxnChg>
        <pc:cxnChg chg="add mod">
          <ac:chgData name="Jannik Disterheft" userId="ab653e6e8da495e9" providerId="LiveId" clId="{2011F811-2570-47EF-AC53-E9C84D3B9B29}" dt="2024-07-06T20:25:22.397" v="6569" actId="26606"/>
          <ac:cxnSpMkLst>
            <pc:docMk/>
            <pc:sldMk cId="3452851927" sldId="257"/>
            <ac:cxnSpMk id="14" creationId="{A9EE047B-0BBE-DACF-FEAA-563B27A6FA6C}"/>
          </ac:cxnSpMkLst>
        </pc:cxnChg>
        <pc:cxnChg chg="add mod">
          <ac:chgData name="Jannik Disterheft" userId="ab653e6e8da495e9" providerId="LiveId" clId="{2011F811-2570-47EF-AC53-E9C84D3B9B29}" dt="2024-07-06T20:25:22.397" v="6569" actId="26606"/>
          <ac:cxnSpMkLst>
            <pc:docMk/>
            <pc:sldMk cId="3452851927" sldId="257"/>
            <ac:cxnSpMk id="20" creationId="{C95817DC-6BFE-1FE7-17EE-4902925E0AB7}"/>
          </ac:cxnSpMkLst>
        </pc:cxnChg>
        <pc:cxnChg chg="mod">
          <ac:chgData name="Jannik Disterheft" userId="ab653e6e8da495e9" providerId="LiveId" clId="{2011F811-2570-47EF-AC53-E9C84D3B9B29}" dt="2024-07-06T20:09:49.727" v="6360"/>
          <ac:cxnSpMkLst>
            <pc:docMk/>
            <pc:sldMk cId="3452851927" sldId="257"/>
            <ac:cxnSpMk id="27" creationId="{3E963C94-4657-F71D-475D-1A03AFD3DA2A}"/>
          </ac:cxnSpMkLst>
        </pc:cxnChg>
        <pc:cxnChg chg="mod">
          <ac:chgData name="Jannik Disterheft" userId="ab653e6e8da495e9" providerId="LiveId" clId="{2011F811-2570-47EF-AC53-E9C84D3B9B29}" dt="2024-07-06T20:09:49.727" v="6360"/>
          <ac:cxnSpMkLst>
            <pc:docMk/>
            <pc:sldMk cId="3452851927" sldId="257"/>
            <ac:cxnSpMk id="28" creationId="{660B6A0C-4BC9-D371-9089-B2793131AEDD}"/>
          </ac:cxnSpMkLst>
        </pc:cxnChg>
        <pc:cxnChg chg="mod">
          <ac:chgData name="Jannik Disterheft" userId="ab653e6e8da495e9" providerId="LiveId" clId="{2011F811-2570-47EF-AC53-E9C84D3B9B29}" dt="2024-07-06T20:09:49.727" v="6360"/>
          <ac:cxnSpMkLst>
            <pc:docMk/>
            <pc:sldMk cId="3452851927" sldId="257"/>
            <ac:cxnSpMk id="30" creationId="{7066C452-D0D3-B6E2-0602-75D7C76E6557}"/>
          </ac:cxnSpMkLst>
        </pc:cxnChg>
        <pc:cxnChg chg="mod">
          <ac:chgData name="Jannik Disterheft" userId="ab653e6e8da495e9" providerId="LiveId" clId="{2011F811-2570-47EF-AC53-E9C84D3B9B29}" dt="2024-07-06T20:09:49.727" v="6360"/>
          <ac:cxnSpMkLst>
            <pc:docMk/>
            <pc:sldMk cId="3452851927" sldId="257"/>
            <ac:cxnSpMk id="31" creationId="{A5ECC99D-F953-424B-91C6-F0325696C469}"/>
          </ac:cxnSpMkLst>
        </pc:cxnChg>
        <pc:cxnChg chg="add del mod">
          <ac:chgData name="Jannik Disterheft" userId="ab653e6e8da495e9" providerId="LiveId" clId="{2011F811-2570-47EF-AC53-E9C84D3B9B29}" dt="2024-07-04T15:55:32.846" v="4820" actId="11529"/>
          <ac:cxnSpMkLst>
            <pc:docMk/>
            <pc:sldMk cId="3452851927" sldId="257"/>
            <ac:cxnSpMk id="34" creationId="{718D881A-9656-5C52-B741-1BD274340DD9}"/>
          </ac:cxnSpMkLst>
        </pc:cxnChg>
        <pc:cxnChg chg="add del mod">
          <ac:chgData name="Jannik Disterheft" userId="ab653e6e8da495e9" providerId="LiveId" clId="{2011F811-2570-47EF-AC53-E9C84D3B9B29}" dt="2024-07-04T16:14:45.190" v="4829" actId="478"/>
          <ac:cxnSpMkLst>
            <pc:docMk/>
            <pc:sldMk cId="3452851927" sldId="257"/>
            <ac:cxnSpMk id="36" creationId="{4A71D3DB-FE48-6708-0535-F061AD92B884}"/>
          </ac:cxnSpMkLst>
        </pc:cxnChg>
        <pc:cxnChg chg="add del mod">
          <ac:chgData name="Jannik Disterheft" userId="ab653e6e8da495e9" providerId="LiveId" clId="{2011F811-2570-47EF-AC53-E9C84D3B9B29}" dt="2024-07-04T16:14:04.535" v="4825" actId="478"/>
          <ac:cxnSpMkLst>
            <pc:docMk/>
            <pc:sldMk cId="3452851927" sldId="257"/>
            <ac:cxnSpMk id="37" creationId="{7B4C331C-10EB-C18E-A185-CA09CF166CEC}"/>
          </ac:cxnSpMkLst>
        </pc:cxnChg>
        <pc:cxnChg chg="add del">
          <ac:chgData name="Jannik Disterheft" userId="ab653e6e8da495e9" providerId="LiveId" clId="{2011F811-2570-47EF-AC53-E9C84D3B9B29}" dt="2024-07-04T16:14:48.275" v="4830" actId="478"/>
          <ac:cxnSpMkLst>
            <pc:docMk/>
            <pc:sldMk cId="3452851927" sldId="257"/>
            <ac:cxnSpMk id="39" creationId="{3E9E9D80-B142-8821-9240-AADCF9956174}"/>
          </ac:cxnSpMkLst>
        </pc:cxnChg>
        <pc:cxnChg chg="add del mod">
          <ac:chgData name="Jannik Disterheft" userId="ab653e6e8da495e9" providerId="LiveId" clId="{2011F811-2570-47EF-AC53-E9C84D3B9B29}" dt="2024-07-04T16:15:06.591" v="4834" actId="11529"/>
          <ac:cxnSpMkLst>
            <pc:docMk/>
            <pc:sldMk cId="3452851927" sldId="257"/>
            <ac:cxnSpMk id="41" creationId="{2341E470-603D-1D5D-485D-1C4A326E7A92}"/>
          </ac:cxnSpMkLst>
        </pc:cxnChg>
        <pc:cxnChg chg="add del mod">
          <ac:chgData name="Jannik Disterheft" userId="ab653e6e8da495e9" providerId="LiveId" clId="{2011F811-2570-47EF-AC53-E9C84D3B9B29}" dt="2024-07-04T16:15:56.411" v="4839" actId="478"/>
          <ac:cxnSpMkLst>
            <pc:docMk/>
            <pc:sldMk cId="3452851927" sldId="257"/>
            <ac:cxnSpMk id="44" creationId="{6960EEC7-CD9F-367C-20D6-7DA5F9C2827D}"/>
          </ac:cxnSpMkLst>
        </pc:cxnChg>
        <pc:cxnChg chg="add del">
          <ac:chgData name="Jannik Disterheft" userId="ab653e6e8da495e9" providerId="LiveId" clId="{2011F811-2570-47EF-AC53-E9C84D3B9B29}" dt="2024-07-04T16:15:49.016" v="4838" actId="11529"/>
          <ac:cxnSpMkLst>
            <pc:docMk/>
            <pc:sldMk cId="3452851927" sldId="257"/>
            <ac:cxnSpMk id="47" creationId="{E0A838C4-1F8D-907F-7135-B9F6B1B2220B}"/>
          </ac:cxnSpMkLst>
        </pc:cxnChg>
        <pc:cxnChg chg="add del mod ord">
          <ac:chgData name="Jannik Disterheft" userId="ab653e6e8da495e9" providerId="LiveId" clId="{2011F811-2570-47EF-AC53-E9C84D3B9B29}" dt="2024-07-04T16:21:32.670" v="4878" actId="478"/>
          <ac:cxnSpMkLst>
            <pc:docMk/>
            <pc:sldMk cId="3452851927" sldId="257"/>
            <ac:cxnSpMk id="49" creationId="{3AE7ADC4-7585-4D7E-4715-C9E32AE2A51E}"/>
          </ac:cxnSpMkLst>
        </pc:cxnChg>
        <pc:cxnChg chg="add del mod ord">
          <ac:chgData name="Jannik Disterheft" userId="ab653e6e8da495e9" providerId="LiveId" clId="{2011F811-2570-47EF-AC53-E9C84D3B9B29}" dt="2024-07-04T16:44:07.916" v="4948" actId="478"/>
          <ac:cxnSpMkLst>
            <pc:docMk/>
            <pc:sldMk cId="3452851927" sldId="257"/>
            <ac:cxnSpMk id="51" creationId="{38D871F3-B713-5C48-550A-24703D67B2CC}"/>
          </ac:cxnSpMkLst>
        </pc:cxnChg>
        <pc:cxnChg chg="add del mod ord">
          <ac:chgData name="Jannik Disterheft" userId="ab653e6e8da495e9" providerId="LiveId" clId="{2011F811-2570-47EF-AC53-E9C84D3B9B29}" dt="2024-07-04T16:25:50.358" v="4901" actId="478"/>
          <ac:cxnSpMkLst>
            <pc:docMk/>
            <pc:sldMk cId="3452851927" sldId="257"/>
            <ac:cxnSpMk id="53" creationId="{FDBF4661-1D57-B606-954E-6C352B8075F9}"/>
          </ac:cxnSpMkLst>
        </pc:cxnChg>
      </pc:sldChg>
      <pc:sldChg chg="add del mod modShow">
        <pc:chgData name="Jannik Disterheft" userId="ab653e6e8da495e9" providerId="LiveId" clId="{2011F811-2570-47EF-AC53-E9C84D3B9B29}" dt="2024-07-05T07:41:28.406" v="5934" actId="47"/>
        <pc:sldMkLst>
          <pc:docMk/>
          <pc:sldMk cId="558821553" sldId="258"/>
        </pc:sldMkLst>
      </pc:sldChg>
      <pc:sldChg chg="new del">
        <pc:chgData name="Jannik Disterheft" userId="ab653e6e8da495e9" providerId="LiveId" clId="{2011F811-2570-47EF-AC53-E9C84D3B9B29}" dt="2024-07-04T14:02:44.699" v="1859" actId="47"/>
        <pc:sldMkLst>
          <pc:docMk/>
          <pc:sldMk cId="579840995" sldId="258"/>
        </pc:sldMkLst>
      </pc:sldChg>
      <pc:sldChg chg="add del mod modShow">
        <pc:chgData name="Jannik Disterheft" userId="ab653e6e8da495e9" providerId="LiveId" clId="{2011F811-2570-47EF-AC53-E9C84D3B9B29}" dt="2024-07-05T07:41:12.237" v="5924" actId="2890"/>
        <pc:sldMkLst>
          <pc:docMk/>
          <pc:sldMk cId="1716739720" sldId="258"/>
        </pc:sldMkLst>
      </pc:sldChg>
      <pc:sldChg chg="new del">
        <pc:chgData name="Jannik Disterheft" userId="ab653e6e8da495e9" providerId="LiveId" clId="{2011F811-2570-47EF-AC53-E9C84D3B9B29}" dt="2024-07-04T14:02:13.750" v="1849" actId="47"/>
        <pc:sldMkLst>
          <pc:docMk/>
          <pc:sldMk cId="2402180717" sldId="258"/>
        </pc:sldMkLst>
      </pc:sldChg>
      <pc:sldChg chg="addSp delSp modSp add mod ord modShow">
        <pc:chgData name="Jannik Disterheft" userId="ab653e6e8da495e9" providerId="LiveId" clId="{2011F811-2570-47EF-AC53-E9C84D3B9B29}" dt="2024-07-11T16:23:56.524" v="7723" actId="20577"/>
        <pc:sldMkLst>
          <pc:docMk/>
          <pc:sldMk cId="2466811698" sldId="258"/>
        </pc:sldMkLst>
        <pc:spChg chg="mod">
          <ac:chgData name="Jannik Disterheft" userId="ab653e6e8da495e9" providerId="LiveId" clId="{2011F811-2570-47EF-AC53-E9C84D3B9B29}" dt="2024-07-11T16:09:21.707" v="7657" actId="20577"/>
          <ac:spMkLst>
            <pc:docMk/>
            <pc:sldMk cId="2466811698" sldId="258"/>
            <ac:spMk id="2" creationId="{87367337-F8D1-E81F-43C7-59331F2F8F6A}"/>
          </ac:spMkLst>
        </pc:spChg>
        <pc:spChg chg="mod">
          <ac:chgData name="Jannik Disterheft" userId="ab653e6e8da495e9" providerId="LiveId" clId="{2011F811-2570-47EF-AC53-E9C84D3B9B29}" dt="2024-07-08T07:38:10.589" v="6911" actId="207"/>
          <ac:spMkLst>
            <pc:docMk/>
            <pc:sldMk cId="2466811698" sldId="258"/>
            <ac:spMk id="3" creationId="{4AC860EB-7690-0855-C763-E09467FF1D82}"/>
          </ac:spMkLst>
        </pc:spChg>
        <pc:spChg chg="mod">
          <ac:chgData name="Jannik Disterheft" userId="ab653e6e8da495e9" providerId="LiveId" clId="{2011F811-2570-47EF-AC53-E9C84D3B9B29}" dt="2024-07-08T07:38:10.589" v="6911" actId="207"/>
          <ac:spMkLst>
            <pc:docMk/>
            <pc:sldMk cId="2466811698" sldId="258"/>
            <ac:spMk id="5" creationId="{110452FD-E2C8-A8DB-E66B-2721760A2CDE}"/>
          </ac:spMkLst>
        </pc:spChg>
        <pc:spChg chg="add mod ord">
          <ac:chgData name="Jannik Disterheft" userId="ab653e6e8da495e9" providerId="LiveId" clId="{2011F811-2570-47EF-AC53-E9C84D3B9B29}" dt="2024-07-11T16:22:00.602" v="7712" actId="115"/>
          <ac:spMkLst>
            <pc:docMk/>
            <pc:sldMk cId="2466811698" sldId="258"/>
            <ac:spMk id="6" creationId="{99C8AA37-EF00-5AB1-8545-C61B1F11F542}"/>
          </ac:spMkLst>
        </pc:spChg>
        <pc:spChg chg="add mod ord">
          <ac:chgData name="Jannik Disterheft" userId="ab653e6e8da495e9" providerId="LiveId" clId="{2011F811-2570-47EF-AC53-E9C84D3B9B29}" dt="2024-07-11T16:10:19.866" v="7671" actId="20577"/>
          <ac:spMkLst>
            <pc:docMk/>
            <pc:sldMk cId="2466811698" sldId="258"/>
            <ac:spMk id="7" creationId="{731E1A77-812E-65C6-8647-1B7805976E9C}"/>
          </ac:spMkLst>
        </pc:spChg>
        <pc:spChg chg="del mod ord">
          <ac:chgData name="Jannik Disterheft" userId="ab653e6e8da495e9" providerId="LiveId" clId="{2011F811-2570-47EF-AC53-E9C84D3B9B29}" dt="2024-07-06T20:34:23.649" v="6669" actId="478"/>
          <ac:spMkLst>
            <pc:docMk/>
            <pc:sldMk cId="2466811698" sldId="258"/>
            <ac:spMk id="8" creationId="{147CB511-A50C-030E-8DE9-54CE5D54476A}"/>
          </ac:spMkLst>
        </pc:spChg>
        <pc:spChg chg="add del mod">
          <ac:chgData name="Jannik Disterheft" userId="ab653e6e8da495e9" providerId="LiveId" clId="{2011F811-2570-47EF-AC53-E9C84D3B9B29}" dt="2024-07-11T14:34:17.937" v="7206" actId="478"/>
          <ac:spMkLst>
            <pc:docMk/>
            <pc:sldMk cId="2466811698" sldId="258"/>
            <ac:spMk id="8" creationId="{3388087C-3AA7-E31C-C64A-D84B3E16FF03}"/>
          </ac:spMkLst>
        </pc:spChg>
        <pc:spChg chg="del mod ord">
          <ac:chgData name="Jannik Disterheft" userId="ab653e6e8da495e9" providerId="LiveId" clId="{2011F811-2570-47EF-AC53-E9C84D3B9B29}" dt="2024-07-06T20:35:37.637" v="6712" actId="478"/>
          <ac:spMkLst>
            <pc:docMk/>
            <pc:sldMk cId="2466811698" sldId="258"/>
            <ac:spMk id="9" creationId="{00EDFE2C-6DBF-842B-1E27-870C26534ACF}"/>
          </ac:spMkLst>
        </pc:spChg>
        <pc:spChg chg="del mod ord">
          <ac:chgData name="Jannik Disterheft" userId="ab653e6e8da495e9" providerId="LiveId" clId="{2011F811-2570-47EF-AC53-E9C84D3B9B29}" dt="2024-07-06T20:36:14.400" v="6760" actId="478"/>
          <ac:spMkLst>
            <pc:docMk/>
            <pc:sldMk cId="2466811698" sldId="258"/>
            <ac:spMk id="10" creationId="{7B01A38A-4C29-6067-8094-27462D3D7993}"/>
          </ac:spMkLst>
        </pc:spChg>
        <pc:spChg chg="del mod ord">
          <ac:chgData name="Jannik Disterheft" userId="ab653e6e8da495e9" providerId="LiveId" clId="{2011F811-2570-47EF-AC53-E9C84D3B9B29}" dt="2024-07-06T20:33:16" v="6618" actId="478"/>
          <ac:spMkLst>
            <pc:docMk/>
            <pc:sldMk cId="2466811698" sldId="258"/>
            <ac:spMk id="11" creationId="{BB208733-FEE4-3E8D-7BC0-E7E14FCBF10F}"/>
          </ac:spMkLst>
        </pc:spChg>
        <pc:spChg chg="del mod ord">
          <ac:chgData name="Jannik Disterheft" userId="ab653e6e8da495e9" providerId="LiveId" clId="{2011F811-2570-47EF-AC53-E9C84D3B9B29}" dt="2024-07-06T20:37:24.644" v="6805" actId="478"/>
          <ac:spMkLst>
            <pc:docMk/>
            <pc:sldMk cId="2466811698" sldId="258"/>
            <ac:spMk id="13" creationId="{5BD4DEBC-3DD8-6C4C-B71B-8F22A3EA517B}"/>
          </ac:spMkLst>
        </pc:spChg>
        <pc:spChg chg="del mod ord">
          <ac:chgData name="Jannik Disterheft" userId="ab653e6e8da495e9" providerId="LiveId" clId="{2011F811-2570-47EF-AC53-E9C84D3B9B29}" dt="2024-07-06T20:37:48.173" v="6843" actId="478"/>
          <ac:spMkLst>
            <pc:docMk/>
            <pc:sldMk cId="2466811698" sldId="258"/>
            <ac:spMk id="16" creationId="{7F64A406-1BDA-96E3-59E9-BF7DA4C93342}"/>
          </ac:spMkLst>
        </pc:spChg>
        <pc:spChg chg="del mod ord">
          <ac:chgData name="Jannik Disterheft" userId="ab653e6e8da495e9" providerId="LiveId" clId="{2011F811-2570-47EF-AC53-E9C84D3B9B29}" dt="2024-07-06T20:38:15.615" v="6876" actId="478"/>
          <ac:spMkLst>
            <pc:docMk/>
            <pc:sldMk cId="2466811698" sldId="258"/>
            <ac:spMk id="17" creationId="{179B64C0-8C1C-F3C0-D452-90098D5EA22F}"/>
          </ac:spMkLst>
        </pc:spChg>
        <pc:spChg chg="add mod ord">
          <ac:chgData name="Jannik Disterheft" userId="ab653e6e8da495e9" providerId="LiveId" clId="{2011F811-2570-47EF-AC53-E9C84D3B9B29}" dt="2024-07-11T16:11:29.706" v="7685" actId="20577"/>
          <ac:spMkLst>
            <pc:docMk/>
            <pc:sldMk cId="2466811698" sldId="258"/>
            <ac:spMk id="18" creationId="{B0DC4DBB-8A6A-E585-B6A0-26304B39C510}"/>
          </ac:spMkLst>
        </pc:spChg>
        <pc:spChg chg="mod">
          <ac:chgData name="Jannik Disterheft" userId="ab653e6e8da495e9" providerId="LiveId" clId="{2011F811-2570-47EF-AC53-E9C84D3B9B29}" dt="2024-07-08T07:38:10.589" v="6911" actId="207"/>
          <ac:spMkLst>
            <pc:docMk/>
            <pc:sldMk cId="2466811698" sldId="258"/>
            <ac:spMk id="21" creationId="{3D7C2A80-9951-C958-EDDD-13A659307F1D}"/>
          </ac:spMkLst>
        </pc:spChg>
        <pc:spChg chg="add mod ord">
          <ac:chgData name="Jannik Disterheft" userId="ab653e6e8da495e9" providerId="LiveId" clId="{2011F811-2570-47EF-AC53-E9C84D3B9B29}" dt="2024-07-11T14:50:29.730" v="7331"/>
          <ac:spMkLst>
            <pc:docMk/>
            <pc:sldMk cId="2466811698" sldId="258"/>
            <ac:spMk id="23" creationId="{338A6F3E-0B7D-92AC-B7BB-501C19710AF0}"/>
          </ac:spMkLst>
        </pc:spChg>
        <pc:spChg chg="add mod ord">
          <ac:chgData name="Jannik Disterheft" userId="ab653e6e8da495e9" providerId="LiveId" clId="{2011F811-2570-47EF-AC53-E9C84D3B9B29}" dt="2024-07-11T16:13:36.791" v="7694" actId="20577"/>
          <ac:spMkLst>
            <pc:docMk/>
            <pc:sldMk cId="2466811698" sldId="258"/>
            <ac:spMk id="24" creationId="{473D61CE-4381-30EB-3165-8E5E69D1A906}"/>
          </ac:spMkLst>
        </pc:spChg>
        <pc:spChg chg="add mod ord">
          <ac:chgData name="Jannik Disterheft" userId="ab653e6e8da495e9" providerId="LiveId" clId="{2011F811-2570-47EF-AC53-E9C84D3B9B29}" dt="2024-07-11T16:23:56.524" v="7723" actId="20577"/>
          <ac:spMkLst>
            <pc:docMk/>
            <pc:sldMk cId="2466811698" sldId="258"/>
            <ac:spMk id="25" creationId="{C468E201-B484-5E28-75DE-7BB7F39733AB}"/>
          </ac:spMkLst>
        </pc:spChg>
        <pc:spChg chg="add mod ord">
          <ac:chgData name="Jannik Disterheft" userId="ab653e6e8da495e9" providerId="LiveId" clId="{2011F811-2570-47EF-AC53-E9C84D3B9B29}" dt="2024-07-11T15:13:36.356" v="7609" actId="20577"/>
          <ac:spMkLst>
            <pc:docMk/>
            <pc:sldMk cId="2466811698" sldId="258"/>
            <ac:spMk id="26" creationId="{EC4A2B8C-6AD6-FEEF-AE43-71AD98814B83}"/>
          </ac:spMkLst>
        </pc:spChg>
        <pc:picChg chg="mod">
          <ac:chgData name="Jannik Disterheft" userId="ab653e6e8da495e9" providerId="LiveId" clId="{2011F811-2570-47EF-AC53-E9C84D3B9B29}" dt="2024-07-11T14:44:03.269" v="7303"/>
          <ac:picMkLst>
            <pc:docMk/>
            <pc:sldMk cId="2466811698" sldId="258"/>
            <ac:picMk id="4" creationId="{06C31F9D-8886-47BC-0F95-D4B040E615D1}"/>
          </ac:picMkLst>
        </pc:picChg>
        <pc:picChg chg="add del mod">
          <ac:chgData name="Jannik Disterheft" userId="ab653e6e8da495e9" providerId="LiveId" clId="{2011F811-2570-47EF-AC53-E9C84D3B9B29}" dt="2024-07-08T07:36:14.364" v="6902" actId="478"/>
          <ac:picMkLst>
            <pc:docMk/>
            <pc:sldMk cId="2466811698" sldId="258"/>
            <ac:picMk id="9" creationId="{A704BC5A-4534-2553-E431-EC74304F09D0}"/>
          </ac:picMkLst>
        </pc:picChg>
        <pc:picChg chg="add del mod">
          <ac:chgData name="Jannik Disterheft" userId="ab653e6e8da495e9" providerId="LiveId" clId="{2011F811-2570-47EF-AC53-E9C84D3B9B29}" dt="2024-07-08T07:38:18.355" v="6912" actId="478"/>
          <ac:picMkLst>
            <pc:docMk/>
            <pc:sldMk cId="2466811698" sldId="258"/>
            <ac:picMk id="11" creationId="{4920CA28-C72A-C674-FC4F-DEC0102BB86B}"/>
          </ac:picMkLst>
        </pc:picChg>
        <pc:picChg chg="mod">
          <ac:chgData name="Jannik Disterheft" userId="ab653e6e8da495e9" providerId="LiveId" clId="{2011F811-2570-47EF-AC53-E9C84D3B9B29}" dt="2024-07-11T14:44:15.199" v="7307"/>
          <ac:picMkLst>
            <pc:docMk/>
            <pc:sldMk cId="2466811698" sldId="258"/>
            <ac:picMk id="12" creationId="{405F6FCA-C607-26B4-E982-450FA0307B0B}"/>
          </ac:picMkLst>
        </pc:picChg>
        <pc:picChg chg="mod">
          <ac:chgData name="Jannik Disterheft" userId="ab653e6e8da495e9" providerId="LiveId" clId="{2011F811-2570-47EF-AC53-E9C84D3B9B29}" dt="2024-07-11T14:44:20.273" v="7309"/>
          <ac:picMkLst>
            <pc:docMk/>
            <pc:sldMk cId="2466811698" sldId="258"/>
            <ac:picMk id="15" creationId="{AB022B13-E971-77AD-A6E0-F34358266407}"/>
          </ac:picMkLst>
        </pc:picChg>
        <pc:picChg chg="mod">
          <ac:chgData name="Jannik Disterheft" userId="ab653e6e8da495e9" providerId="LiveId" clId="{2011F811-2570-47EF-AC53-E9C84D3B9B29}" dt="2024-07-11T14:44:24.696" v="7311"/>
          <ac:picMkLst>
            <pc:docMk/>
            <pc:sldMk cId="2466811698" sldId="258"/>
            <ac:picMk id="19" creationId="{9AFB5E9C-76DD-7297-1759-53DB5099393C}"/>
          </ac:picMkLst>
        </pc:picChg>
        <pc:picChg chg="mod">
          <ac:chgData name="Jannik Disterheft" userId="ab653e6e8da495e9" providerId="LiveId" clId="{2011F811-2570-47EF-AC53-E9C84D3B9B29}" dt="2024-07-11T14:44:07.943" v="7305"/>
          <ac:picMkLst>
            <pc:docMk/>
            <pc:sldMk cId="2466811698" sldId="258"/>
            <ac:picMk id="22" creationId="{ECCB22AB-6912-645C-9543-F15719CAEC20}"/>
          </ac:picMkLst>
        </pc:picChg>
        <pc:picChg chg="mod">
          <ac:chgData name="Jannik Disterheft" userId="ab653e6e8da495e9" providerId="LiveId" clId="{2011F811-2570-47EF-AC53-E9C84D3B9B29}" dt="2024-07-11T14:44:29.512" v="7313"/>
          <ac:picMkLst>
            <pc:docMk/>
            <pc:sldMk cId="2466811698" sldId="258"/>
            <ac:picMk id="29" creationId="{96479A2C-27BE-8DAB-47F8-FAC5FE6FD1BB}"/>
          </ac:picMkLst>
        </pc:picChg>
        <pc:picChg chg="mod">
          <ac:chgData name="Jannik Disterheft" userId="ab653e6e8da495e9" providerId="LiveId" clId="{2011F811-2570-47EF-AC53-E9C84D3B9B29}" dt="2024-07-11T14:43:57.947" v="7301"/>
          <ac:picMkLst>
            <pc:docMk/>
            <pc:sldMk cId="2466811698" sldId="258"/>
            <ac:picMk id="1028" creationId="{3A0FE279-C2F7-B6C9-228C-16432F967713}"/>
          </ac:picMkLst>
        </pc:picChg>
        <pc:cxnChg chg="mod">
          <ac:chgData name="Jannik Disterheft" userId="ab653e6e8da495e9" providerId="LiveId" clId="{2011F811-2570-47EF-AC53-E9C84D3B9B29}" dt="2024-07-08T12:13:42.194" v="6975" actId="692"/>
          <ac:cxnSpMkLst>
            <pc:docMk/>
            <pc:sldMk cId="2466811698" sldId="258"/>
            <ac:cxnSpMk id="14" creationId="{A9EE047B-0BBE-DACF-FEAA-563B27A6FA6C}"/>
          </ac:cxnSpMkLst>
        </pc:cxnChg>
        <pc:cxnChg chg="mod">
          <ac:chgData name="Jannik Disterheft" userId="ab653e6e8da495e9" providerId="LiveId" clId="{2011F811-2570-47EF-AC53-E9C84D3B9B29}" dt="2024-07-08T12:13:42.194" v="6975" actId="692"/>
          <ac:cxnSpMkLst>
            <pc:docMk/>
            <pc:sldMk cId="2466811698" sldId="258"/>
            <ac:cxnSpMk id="20" creationId="{C95817DC-6BFE-1FE7-17EE-4902925E0AB7}"/>
          </ac:cxnSpMkLst>
        </pc:cxnChg>
      </pc:sldChg>
      <pc:sldChg chg="add del mod modShow">
        <pc:chgData name="Jannik Disterheft" userId="ab653e6e8da495e9" providerId="LiveId" clId="{2011F811-2570-47EF-AC53-E9C84D3B9B29}" dt="2024-07-05T08:07:50.919" v="5981" actId="47"/>
        <pc:sldMkLst>
          <pc:docMk/>
          <pc:sldMk cId="3633009943" sldId="258"/>
        </pc:sldMkLst>
      </pc:sldChg>
      <pc:sldChg chg="add del mod modShow">
        <pc:chgData name="Jannik Disterheft" userId="ab653e6e8da495e9" providerId="LiveId" clId="{2011F811-2570-47EF-AC53-E9C84D3B9B29}" dt="2024-07-08T12:13:51.426" v="6976" actId="47"/>
        <pc:sldMkLst>
          <pc:docMk/>
          <pc:sldMk cId="193911518" sldId="259"/>
        </pc:sldMkLst>
      </pc:sldChg>
      <pc:sldChg chg="add del mod modShow">
        <pc:chgData name="Jannik Disterheft" userId="ab653e6e8da495e9" providerId="LiveId" clId="{2011F811-2570-47EF-AC53-E9C84D3B9B29}" dt="2024-07-11T16:01:33.078" v="7631" actId="47"/>
        <pc:sldMkLst>
          <pc:docMk/>
          <pc:sldMk cId="397598627" sldId="259"/>
        </pc:sldMkLst>
      </pc:sldChg>
      <pc:sldChg chg="add del mod modShow">
        <pc:chgData name="Jannik Disterheft" userId="ab653e6e8da495e9" providerId="LiveId" clId="{2011F811-2570-47EF-AC53-E9C84D3B9B29}" dt="2024-07-11T07:21:57.335" v="7128" actId="47"/>
        <pc:sldMkLst>
          <pc:docMk/>
          <pc:sldMk cId="1517155028" sldId="259"/>
        </pc:sldMkLst>
      </pc:sldChg>
      <pc:sldChg chg="delSp add del mod">
        <pc:chgData name="Jannik Disterheft" userId="ab653e6e8da495e9" providerId="LiveId" clId="{2011F811-2570-47EF-AC53-E9C84D3B9B29}" dt="2024-07-08T07:48:19.752" v="6952" actId="47"/>
        <pc:sldMkLst>
          <pc:docMk/>
          <pc:sldMk cId="1519552332" sldId="259"/>
        </pc:sldMkLst>
        <pc:cxnChg chg="del">
          <ac:chgData name="Jannik Disterheft" userId="ab653e6e8da495e9" providerId="LiveId" clId="{2011F811-2570-47EF-AC53-E9C84D3B9B29}" dt="2024-07-08T07:45:01.206" v="6951" actId="478"/>
          <ac:cxnSpMkLst>
            <pc:docMk/>
            <pc:sldMk cId="1519552332" sldId="259"/>
            <ac:cxnSpMk id="14" creationId="{A9EE047B-0BBE-DACF-FEAA-563B27A6FA6C}"/>
          </ac:cxnSpMkLst>
        </pc:cxnChg>
        <pc:cxnChg chg="del">
          <ac:chgData name="Jannik Disterheft" userId="ab653e6e8da495e9" providerId="LiveId" clId="{2011F811-2570-47EF-AC53-E9C84D3B9B29}" dt="2024-07-08T07:45:01.206" v="6951" actId="478"/>
          <ac:cxnSpMkLst>
            <pc:docMk/>
            <pc:sldMk cId="1519552332" sldId="259"/>
            <ac:cxnSpMk id="20" creationId="{C95817DC-6BFE-1FE7-17EE-4902925E0AB7}"/>
          </ac:cxnSpMkLst>
        </pc:cxnChg>
      </pc:sldChg>
      <pc:sldChg chg="new del">
        <pc:chgData name="Jannik Disterheft" userId="ab653e6e8da495e9" providerId="LiveId" clId="{2011F811-2570-47EF-AC53-E9C84D3B9B29}" dt="2024-07-04T14:02:44.699" v="1859" actId="47"/>
        <pc:sldMkLst>
          <pc:docMk/>
          <pc:sldMk cId="2428522120" sldId="259"/>
        </pc:sldMkLst>
      </pc:sldChg>
      <pc:sldChg chg="add del mod modShow">
        <pc:chgData name="Jannik Disterheft" userId="ab653e6e8da495e9" providerId="LiveId" clId="{2011F811-2570-47EF-AC53-E9C84D3B9B29}" dt="2024-07-11T15:13:54.746" v="7610" actId="47"/>
        <pc:sldMkLst>
          <pc:docMk/>
          <pc:sldMk cId="2692960066" sldId="259"/>
        </pc:sldMkLst>
      </pc:sldChg>
      <pc:sldChg chg="add del mod modShow">
        <pc:chgData name="Jannik Disterheft" userId="ab653e6e8da495e9" providerId="LiveId" clId="{2011F811-2570-47EF-AC53-E9C84D3B9B29}" dt="2024-07-11T16:10:36.492" v="7672" actId="47"/>
        <pc:sldMkLst>
          <pc:docMk/>
          <pc:sldMk cId="3456199329" sldId="259"/>
        </pc:sldMkLst>
      </pc:sldChg>
      <pc:sldChg chg="add del mod modShow">
        <pc:chgData name="Jannik Disterheft" userId="ab653e6e8da495e9" providerId="LiveId" clId="{2011F811-2570-47EF-AC53-E9C84D3B9B29}" dt="2024-07-08T07:44:21.341" v="6945" actId="47"/>
        <pc:sldMkLst>
          <pc:docMk/>
          <pc:sldMk cId="3458908863" sldId="259"/>
        </pc:sldMkLst>
      </pc:sldChg>
      <pc:sldChg chg="add del mod modShow">
        <pc:chgData name="Jannik Disterheft" userId="ab653e6e8da495e9" providerId="LiveId" clId="{2011F811-2570-47EF-AC53-E9C84D3B9B29}" dt="2024-07-11T15:22:04.155" v="7620" actId="47"/>
        <pc:sldMkLst>
          <pc:docMk/>
          <pc:sldMk cId="4144913135" sldId="259"/>
        </pc:sldMkLst>
      </pc:sldChg>
      <pc:sldChg chg="new del">
        <pc:chgData name="Jannik Disterheft" userId="ab653e6e8da495e9" providerId="LiveId" clId="{2011F811-2570-47EF-AC53-E9C84D3B9B29}" dt="2024-07-04T14:02:44.699" v="1859" actId="47"/>
        <pc:sldMkLst>
          <pc:docMk/>
          <pc:sldMk cId="2588916254" sldId="260"/>
        </pc:sldMkLst>
      </pc:sldChg>
      <pc:sldChg chg="new del">
        <pc:chgData name="Jannik Disterheft" userId="ab653e6e8da495e9" providerId="LiveId" clId="{2011F811-2570-47EF-AC53-E9C84D3B9B29}" dt="2024-07-04T14:02:44.699" v="1859" actId="47"/>
        <pc:sldMkLst>
          <pc:docMk/>
          <pc:sldMk cId="719026870" sldId="261"/>
        </pc:sldMkLst>
      </pc:sldChg>
      <pc:sldChg chg="add del mod modShow">
        <pc:chgData name="Jannik Disterheft" userId="ab653e6e8da495e9" providerId="LiveId" clId="{2011F811-2570-47EF-AC53-E9C84D3B9B29}" dt="2024-07-04T17:13:51.446" v="5299" actId="47"/>
        <pc:sldMkLst>
          <pc:docMk/>
          <pc:sldMk cId="2115831263" sldId="262"/>
        </pc:sldMkLst>
      </pc:sldChg>
      <pc:sldChg chg="add del">
        <pc:chgData name="Jannik Disterheft" userId="ab653e6e8da495e9" providerId="LiveId" clId="{2011F811-2570-47EF-AC53-E9C84D3B9B29}" dt="2024-07-04T14:02:35.352" v="1857" actId="2890"/>
        <pc:sldMkLst>
          <pc:docMk/>
          <pc:sldMk cId="2419828934" sldId="262"/>
        </pc:sldMkLst>
      </pc:sldChg>
      <pc:sldMasterChg chg="addSp delSp modSp mod addSldLayout delSldLayout modSldLayout">
        <pc:chgData name="Jannik Disterheft" userId="ab653e6e8da495e9" providerId="LiveId" clId="{2011F811-2570-47EF-AC53-E9C84D3B9B29}" dt="2024-07-06T14:49:02.755" v="6287" actId="20577"/>
        <pc:sldMasterMkLst>
          <pc:docMk/>
          <pc:sldMasterMk cId="3838479120" sldId="2147483648"/>
        </pc:sldMasterMkLst>
        <pc:spChg chg="mod ord">
          <ac:chgData name="Jannik Disterheft" userId="ab653e6e8da495e9" providerId="LiveId" clId="{2011F811-2570-47EF-AC53-E9C84D3B9B29}" dt="2024-07-06T14:48:52.102" v="6271"/>
          <ac:spMkLst>
            <pc:docMk/>
            <pc:sldMasterMk cId="3838479120" sldId="2147483648"/>
            <ac:spMk id="4" creationId="{D83F7E54-F5E4-990E-C017-3001DE532715}"/>
          </ac:spMkLst>
        </pc:spChg>
        <pc:spChg chg="mod ord">
          <ac:chgData name="Jannik Disterheft" userId="ab653e6e8da495e9" providerId="LiveId" clId="{2011F811-2570-47EF-AC53-E9C84D3B9B29}" dt="2024-07-06T14:48:56.434" v="6283"/>
          <ac:spMkLst>
            <pc:docMk/>
            <pc:sldMasterMk cId="3838479120" sldId="2147483648"/>
            <ac:spMk id="5" creationId="{CE403101-FD0E-4BC5-2783-2D347EA290F5}"/>
          </ac:spMkLst>
        </pc:spChg>
        <pc:spChg chg="add del mod">
          <ac:chgData name="Jannik Disterheft" userId="ab653e6e8da495e9" providerId="LiveId" clId="{2011F811-2570-47EF-AC53-E9C84D3B9B29}" dt="2024-07-06T14:49:02.755" v="6287" actId="20577"/>
          <ac:spMkLst>
            <pc:docMk/>
            <pc:sldMasterMk cId="3838479120" sldId="2147483648"/>
            <ac:spMk id="6" creationId="{9E4E7F51-DB76-386D-8EA6-7147109E7536}"/>
          </ac:spMkLst>
        </pc:spChg>
        <pc:cxnChg chg="add del mod">
          <ac:chgData name="Jannik Disterheft" userId="ab653e6e8da495e9" providerId="LiveId" clId="{2011F811-2570-47EF-AC53-E9C84D3B9B29}" dt="2024-07-05T08:07:46.029" v="5980" actId="478"/>
          <ac:cxnSpMkLst>
            <pc:docMk/>
            <pc:sldMasterMk cId="3838479120" sldId="2147483648"/>
            <ac:cxnSpMk id="8" creationId="{8CFCEEA7-2B27-AB17-61CD-845506FBE971}"/>
          </ac:cxnSpMkLst>
        </pc:cxnChg>
        <pc:sldLayoutChg chg="modSp">
          <pc:chgData name="Jannik Disterheft" userId="ab653e6e8da495e9" providerId="LiveId" clId="{2011F811-2570-47EF-AC53-E9C84D3B9B29}" dt="2024-07-04T15:03:31.619" v="4108" actId="735"/>
          <pc:sldLayoutMkLst>
            <pc:docMk/>
            <pc:sldMasterMk cId="3838479120" sldId="2147483648"/>
            <pc:sldLayoutMk cId="3887377698" sldId="2147483650"/>
          </pc:sldLayoutMkLst>
        </pc:sldLayoutChg>
        <pc:sldLayoutChg chg="new del mod">
          <pc:chgData name="Jannik Disterheft" userId="ab653e6e8da495e9" providerId="LiveId" clId="{2011F811-2570-47EF-AC53-E9C84D3B9B29}" dt="2024-07-05T07:57:25.086" v="5939" actId="11236"/>
          <pc:sldLayoutMkLst>
            <pc:docMk/>
            <pc:sldMasterMk cId="3838479120" sldId="2147483648"/>
            <pc:sldLayoutMk cId="657107065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315C7D-6DC9-DC95-AB23-1A74A5E96F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506C31-1E87-35C1-BF83-19E3444B42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97D-DF5A-4CE0-8EBA-D58DBB0A0B16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3FA7F-7A03-1406-AFC7-2D2C05FB90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7BCBB-2443-3A0B-F3B7-89CCD5C17B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9C5AC-3B12-4830-8E18-FFA623D4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309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10735-F312-4239-B6B8-8D1953BCBA35}" type="datetimeFigureOut">
              <a:rPr lang="en-US" smtClean="0"/>
              <a:t>7/11/2024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E3F02-2CBC-489A-BD1F-F417C641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0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E3F02-2CBC-489A-BD1F-F417C641F7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18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7549-41FE-FD35-B278-209296E0B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97A8B-3A55-5919-846C-4D7C191ED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AED5-DBB2-A029-8F6F-F7CD661B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D69E-9A45-26CE-EFBF-B258FD81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A2345-EFDB-877D-91D0-5C23AC03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61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FADE-183B-3DAF-F41A-EA23B48E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27A6-1764-0AFE-F0F2-F2BB1EC72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8413B-A835-8FA2-1A56-B36F84A5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118A7-B31D-58FF-7297-B87ED2F7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D942B-715B-C2A3-BA48-83A7003D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77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F74F-6C84-6EE8-0A17-55E06389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F6143-DAFD-D570-36F0-70812A4B2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1016-AAD2-886A-E3F1-78A4504F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BF11-651A-E2DB-DDFC-653A9240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C1CA6-DE47-233C-3A34-B7153F1E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946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427F-FBD7-90EA-4B90-BEA25315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1ACC7-7EED-8CBD-7EFF-CCF48C23A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2CBFD-A9E6-AFD9-6999-935491D6B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7BE2C-B375-5B97-34CE-313433CF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420B4-FEA1-1D04-4A2C-C092F663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6C408-CC4D-FC2C-9806-59E54AD3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9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32AC-61D5-E2AB-93E2-3ED26746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AEEB3-099C-8574-30DE-E85503A45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01AA1-CE9A-A15D-AE44-8204614A4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3EFD4F-971C-E369-1E95-43B5C890A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54699-8E6B-403B-759A-D13225C91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C16A4-4B56-C7AD-C69D-F7E8F785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F215E-AE45-16C8-2858-D8976521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B75E0-6166-F4DF-4742-B138B4B56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6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42EB4-D44F-E04B-CF89-4D8190AD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E81D3-2778-F2BF-4D77-FA7A398D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DFE67-7046-10B2-8175-F8B79DF0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83B15-2571-666D-FD46-04A2A700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834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23885-94AE-DFE2-03D3-71436CCC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4993A-DD2A-4666-3A69-3EE03B2A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372CA-14E7-E549-32EE-F7191408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58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5576-DE5E-070D-FEC4-D93F581D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1839A-7150-F359-5A86-046A423CA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120F4-DAFA-8167-998C-E9BDC007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8B592-59C7-5764-AD4C-80CE3EE8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C0AE5-48BB-0164-1F2F-2B190DA9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D983F-ECBE-3180-EEFE-3E9424BC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55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803B-DD95-9C94-5AAE-BD5D08BF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497A6-7BC0-6CBA-CC70-095052100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C0563-38C2-F656-BC78-8AB801E26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F559C-466E-F675-03A5-1CD1843AA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7C3CC-018B-4CD3-07B6-CEA9F20F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BBB04-DB43-89BB-7D99-9EC15DF6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18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BBAF-DCD3-BD9E-30A2-FCDC5D99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33C19-081A-4F70-24DB-353040B6F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3E35-A98B-D054-B1F3-3134A706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ABE5C-F83B-495A-2F57-AAD9CD5E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F57D-6BD7-2B95-A1E5-EA496F0C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47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AC9EC-E495-D368-8EAA-E6531822D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9113A-9A8E-3170-55FD-64DE29A21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43963-D6C8-D0B4-7B1F-7075E8BE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45CEB-D27F-DE31-5A3A-8CADB728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E742C-591F-8E1B-2BD2-824CB768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B7E01A-F828-EC6B-A785-BB43947B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19054-AC6A-1CF4-F836-F69F0BB0C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F7E54-F5E4-990E-C017-3001DE532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17. Juli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03101-FD0E-4BC5-2783-2D347EA29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Jannik Disterheft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E7F51-DB76-386D-8EA6-7147109E7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D95F5-2BA0-4CB9-8980-94D2EEAEFE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47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7337-F8D1-E81F-43C7-59331F2F8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007" y="332784"/>
            <a:ext cx="10515600" cy="1152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akademischen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sowie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praktischen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Erfahrungen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nächster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logischer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Schritt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Praktikum</a:t>
            </a:r>
            <a:r>
              <a:rPr lang="en-US" sz="28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bei der CBC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1E1A77-812E-65C6-8647-1B7805976E9C}"/>
              </a:ext>
            </a:extLst>
          </p:cNvPr>
          <p:cNvSpPr/>
          <p:nvPr/>
        </p:nvSpPr>
        <p:spPr>
          <a:xfrm>
            <a:off x="1488607" y="2348944"/>
            <a:ext cx="9864000" cy="576000"/>
          </a:xfrm>
          <a:prstGeom prst="roundRect">
            <a:avLst/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BWL-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Studium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wirtschaftliche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Leidenschaft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hat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mich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zum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BWL-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Studium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an der Heinrich-Heine-Universität in Düsseldorf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geführt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, wo ich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unter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anderem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ambitionierten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Freundeskreis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sehr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gute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Noten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erzielen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konnte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DC4DBB-8A6A-E585-B6A0-26304B39C510}"/>
              </a:ext>
            </a:extLst>
          </p:cNvPr>
          <p:cNvSpPr/>
          <p:nvPr/>
        </p:nvSpPr>
        <p:spPr>
          <a:xfrm>
            <a:off x="1488607" y="2997016"/>
            <a:ext cx="9864000" cy="576000"/>
          </a:xfrm>
          <a:prstGeom prst="roundRect">
            <a:avLst/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Familiärer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Bezug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zur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Beratung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zahlreiche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Gespräche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mit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Cousin,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einem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erfahrenen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Berater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, bin ich auf die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Unternehmensberatung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aufmerksam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geworden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 Das hat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mich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zu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beiden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Praktika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in der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Wirtschaftsprüfung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sowie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der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Strategieberatung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geführt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8A6F3E-0B7D-92AC-B7BB-501C19710AF0}"/>
              </a:ext>
            </a:extLst>
          </p:cNvPr>
          <p:cNvSpPr/>
          <p:nvPr/>
        </p:nvSpPr>
        <p:spPr>
          <a:xfrm>
            <a:off x="1488607" y="3645088"/>
            <a:ext cx="9864000" cy="576000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Praktikum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in der 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Wirtschaftsprüfung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Bei PKF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habe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ich die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Bedeutung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von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Detailgenauigkeit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bei der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Prüfung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von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Jahresabschlüssen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erkannt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durfte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tiefe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Einblicke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in die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Zahlen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verschiedener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Unternehmen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gewinnen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 Die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dort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fehlende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Abwechslung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hat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mich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jedoch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zur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Unternehmensberatung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geführt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C8AA37-EF00-5AB1-8545-C61B1F11F542}"/>
              </a:ext>
            </a:extLst>
          </p:cNvPr>
          <p:cNvSpPr/>
          <p:nvPr/>
        </p:nvSpPr>
        <p:spPr>
          <a:xfrm>
            <a:off x="1488607" y="1700808"/>
            <a:ext cx="9864000" cy="576000"/>
          </a:xfrm>
          <a:prstGeom prst="roundRect">
            <a:avLst/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Berufliche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Orientierung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In der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Oberstufe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habe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ich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YouTube-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Kanäle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„Finanzfluss“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Begeisterung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für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wirtschaftliche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Themen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beispielsweise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das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Investieren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entdeckt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3D61CE-4381-30EB-3165-8E5E69D1A906}"/>
              </a:ext>
            </a:extLst>
          </p:cNvPr>
          <p:cNvSpPr/>
          <p:nvPr/>
        </p:nvSpPr>
        <p:spPr>
          <a:xfrm>
            <a:off x="1488607" y="4293160"/>
            <a:ext cx="9864000" cy="576000"/>
          </a:xfrm>
          <a:prstGeom prst="roundRect">
            <a:avLst/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Praktikum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in der 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Strategieberatung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Bei Safaric Consulting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durfte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ich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eigenständig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Statuscalls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moderieren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täglich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diverse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Unterlagen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für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verschiedene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Projektgremien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erstellen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Hierbei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konnte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ich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Präsentations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sowie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Microsoft Office-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Fähigkeiten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deutlich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erweitern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468E201-B484-5E28-75DE-7BB7F39733AB}"/>
              </a:ext>
            </a:extLst>
          </p:cNvPr>
          <p:cNvSpPr/>
          <p:nvPr/>
        </p:nvSpPr>
        <p:spPr>
          <a:xfrm>
            <a:off x="1488607" y="4941232"/>
            <a:ext cx="9864000" cy="576000"/>
          </a:xfrm>
          <a:prstGeom prst="roundRect">
            <a:avLst/>
          </a:prstGeom>
          <a:solidFill>
            <a:srgbClr val="E0E0E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Auslandssemester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Irland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Mein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im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September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bevorstehendes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Auslandssemester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am Trinity College in Dublin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sowohl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persönlich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als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auch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akademisch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wertvolle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Erfahrung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für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mich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werden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ideale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Gelegenheit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sein,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interkulturellen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Fähigkeiten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weiterzuentwickeln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C4A2B8C-6AD6-FEEF-AE43-71AD98814B83}"/>
              </a:ext>
            </a:extLst>
          </p:cNvPr>
          <p:cNvSpPr/>
          <p:nvPr/>
        </p:nvSpPr>
        <p:spPr>
          <a:xfrm>
            <a:off x="1488607" y="5589304"/>
            <a:ext cx="9864000" cy="576000"/>
          </a:xfrm>
          <a:prstGeom prst="roundRect">
            <a:avLst/>
          </a:prstGeom>
          <a:solidFill>
            <a:srgbClr val="FFBC01"/>
          </a:solidFill>
          <a:ln>
            <a:solidFill>
              <a:srgbClr val="FFBC0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1200" b="1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Praktikum</a:t>
            </a:r>
            <a:r>
              <a:rPr lang="en-US" sz="1200" b="1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bei der CBC?: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Nach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meinem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Praktikum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einer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kleinen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externen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Beratung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bietet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mir CBC die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Möglichkeit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, die Inhouse-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Beratung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eines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großen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Konzerns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kennenzulernen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Hinzu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kommt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die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Möglichkeit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mit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einem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jungen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Team an den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spannenden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Herausforderungen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der Commerzbank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zu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arbeiten</a:t>
            </a:r>
            <a:r>
              <a:rPr lang="en-US" sz="1200" dirty="0">
                <a:latin typeface="Frutiger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5" name="Graphic 14" descr="Boardroom outline">
            <a:extLst>
              <a:ext uri="{FF2B5EF4-FFF2-40B4-BE49-F238E27FC236}">
                <a16:creationId xmlns:a16="http://schemas.microsoft.com/office/drawing/2014/main" id="{AB022B13-E971-77AD-A6E0-F34358266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997016"/>
            <a:ext cx="576000" cy="576000"/>
          </a:xfrm>
          <a:prstGeom prst="rect">
            <a:avLst/>
          </a:prstGeom>
          <a:effectLst/>
        </p:spPr>
      </p:pic>
      <p:pic>
        <p:nvPicPr>
          <p:cNvPr id="22" name="Graphic 21" descr="Group brainstorm outline">
            <a:extLst>
              <a:ext uri="{FF2B5EF4-FFF2-40B4-BE49-F238E27FC236}">
                <a16:creationId xmlns:a16="http://schemas.microsoft.com/office/drawing/2014/main" id="{ECCB22AB-6912-645C-9543-F15719CAEC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4293159"/>
            <a:ext cx="576000" cy="576000"/>
          </a:xfrm>
          <a:prstGeom prst="rect">
            <a:avLst/>
          </a:prstGeom>
        </p:spPr>
      </p:pic>
      <p:pic>
        <p:nvPicPr>
          <p:cNvPr id="1028" name="Picture 4" descr="Commerzbank – Kreditkarte | My German Finances">
            <a:extLst>
              <a:ext uri="{FF2B5EF4-FFF2-40B4-BE49-F238E27FC236}">
                <a16:creationId xmlns:a16="http://schemas.microsoft.com/office/drawing/2014/main" id="{3A0FE279-C2F7-B6C9-228C-16432F967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589304"/>
            <a:ext cx="576000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Globe outline">
            <a:extLst>
              <a:ext uri="{FF2B5EF4-FFF2-40B4-BE49-F238E27FC236}">
                <a16:creationId xmlns:a16="http://schemas.microsoft.com/office/drawing/2014/main" id="{06C31F9D-8886-47BC-0F95-D4B040E615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" y="4941231"/>
            <a:ext cx="576000" cy="576000"/>
          </a:xfrm>
          <a:prstGeom prst="rect">
            <a:avLst/>
          </a:prstGeom>
          <a:effectLst/>
        </p:spPr>
      </p:pic>
      <p:pic>
        <p:nvPicPr>
          <p:cNvPr id="12" name="Graphic 11" descr="Calculator outline">
            <a:extLst>
              <a:ext uri="{FF2B5EF4-FFF2-40B4-BE49-F238E27FC236}">
                <a16:creationId xmlns:a16="http://schemas.microsoft.com/office/drawing/2014/main" id="{405F6FCA-C607-26B4-E982-450FA0307B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" y="3645088"/>
            <a:ext cx="576000" cy="576000"/>
          </a:xfrm>
          <a:prstGeom prst="rect">
            <a:avLst/>
          </a:prstGeom>
          <a:effectLst/>
        </p:spPr>
      </p:pic>
      <p:pic>
        <p:nvPicPr>
          <p:cNvPr id="29" name="Graphic 28" descr="Compass outline">
            <a:extLst>
              <a:ext uri="{FF2B5EF4-FFF2-40B4-BE49-F238E27FC236}">
                <a16:creationId xmlns:a16="http://schemas.microsoft.com/office/drawing/2014/main" id="{96479A2C-27BE-8DAB-47F8-FAC5FE6FD1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" y="1700808"/>
            <a:ext cx="576000" cy="576000"/>
          </a:xfrm>
          <a:prstGeom prst="rect">
            <a:avLst/>
          </a:prstGeom>
          <a:effectLst/>
        </p:spPr>
      </p:pic>
      <p:pic>
        <p:nvPicPr>
          <p:cNvPr id="19" name="Graphic 18" descr="Graduation cap outline">
            <a:extLst>
              <a:ext uri="{FF2B5EF4-FFF2-40B4-BE49-F238E27FC236}">
                <a16:creationId xmlns:a16="http://schemas.microsoft.com/office/drawing/2014/main" id="{9AFB5E9C-76DD-7297-1759-53DB509939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8200" y="2348944"/>
            <a:ext cx="576000" cy="576000"/>
          </a:xfrm>
          <a:prstGeom prst="rect">
            <a:avLst/>
          </a:prstGeom>
          <a:effectLst/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860EB-7690-0855-C763-E09467FF1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>
                <a:latin typeface="Frutiger"/>
              </a:rPr>
              <a:t>17. Juli 2024</a:t>
            </a:r>
            <a:endParaRPr lang="en-US" dirty="0">
              <a:latin typeface="Frutiger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452FD-E2C8-A8DB-E66B-2721760A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Frutiger"/>
              </a:rPr>
              <a:t>Jannik Disterheft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EE047B-0BBE-DACF-FEAA-563B27A6FA6C}"/>
              </a:ext>
            </a:extLst>
          </p:cNvPr>
          <p:cNvCxnSpPr/>
          <p:nvPr/>
        </p:nvCxnSpPr>
        <p:spPr>
          <a:xfrm>
            <a:off x="0" y="1556792"/>
            <a:ext cx="12192000" cy="0"/>
          </a:xfrm>
          <a:prstGeom prst="line">
            <a:avLst/>
          </a:prstGeom>
          <a:ln w="12700">
            <a:solidFill>
              <a:srgbClr val="767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5817DC-6BFE-1FE7-17EE-4902925E0AB7}"/>
              </a:ext>
            </a:extLst>
          </p:cNvPr>
          <p:cNvCxnSpPr/>
          <p:nvPr/>
        </p:nvCxnSpPr>
        <p:spPr>
          <a:xfrm>
            <a:off x="0" y="6309320"/>
            <a:ext cx="12192000" cy="0"/>
          </a:xfrm>
          <a:prstGeom prst="line">
            <a:avLst/>
          </a:prstGeom>
          <a:ln w="12700">
            <a:solidFill>
              <a:srgbClr val="767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D7C2A80-9951-C958-EDDD-13A65930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95F5-2BA0-4CB9-8980-94D2EEAEFE4B}" type="slidenum">
              <a:rPr lang="en-US" smtClean="0">
                <a:latin typeface="Frutiger"/>
              </a:rPr>
              <a:t>1</a:t>
            </a:fld>
            <a:endParaRPr lang="en-US" dirty="0">
              <a:latin typeface="Frutiger"/>
            </a:endParaRPr>
          </a:p>
        </p:txBody>
      </p:sp>
    </p:spTree>
    <p:extLst>
      <p:ext uri="{BB962C8B-B14F-4D97-AF65-F5344CB8AC3E}">
        <p14:creationId xmlns:p14="http://schemas.microsoft.com/office/powerpoint/2010/main" val="2466811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Frutiger</vt:lpstr>
      <vt:lpstr>Office Theme</vt:lpstr>
      <vt:lpstr>Durch meine akademischen sowie praktischen Erfahrungen ist mein nächster logischer Schritt ein Praktikum bei der CBC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Jannik Disterheft</dc:creator>
  <cp:lastModifiedBy>Jannik Disterheft</cp:lastModifiedBy>
  <cp:revision>1</cp:revision>
  <dcterms:created xsi:type="dcterms:W3CDTF">2024-07-03T20:48:47Z</dcterms:created>
  <dcterms:modified xsi:type="dcterms:W3CDTF">2024-07-11T16:24:00Z</dcterms:modified>
</cp:coreProperties>
</file>
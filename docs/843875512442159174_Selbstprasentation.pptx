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381"/>
    <a:srgbClr val="64DAAD"/>
    <a:srgbClr val="8B103E"/>
    <a:srgbClr val="E34856"/>
    <a:srgbClr val="FE912A"/>
    <a:srgbClr val="FFCA5C"/>
    <a:srgbClr val="ED1250"/>
    <a:srgbClr val="A00C36"/>
    <a:srgbClr val="840A2D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5C2EA-39DE-4491-8513-31DA099F5677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6B80-F6D8-4024-8B3F-A36D7FA6943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03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47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35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38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97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21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43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8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3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4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9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9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95AFE-DF4C-471D-8667-BD5707E2C848}" type="datetimeFigureOut">
              <a:rPr lang="en-US" smtClean="0"/>
              <a:t>5/17/2021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ADB07-E299-463D-B132-1A53CFE9494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1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581585B-4A37-4DAD-A66A-34A06EEA8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830" y="5325870"/>
            <a:ext cx="1330272" cy="111620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72807603-FFD4-4E43-90FE-C5899ADD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Bei meinen bisherigen Stationen konnte ich meine Stärken unter Beweis stellen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9D6B980-43E0-4FD1-9FB2-487B912D5BE1}"/>
              </a:ext>
            </a:extLst>
          </p:cNvPr>
          <p:cNvSpPr txBox="1"/>
          <p:nvPr/>
        </p:nvSpPr>
        <p:spPr>
          <a:xfrm>
            <a:off x="159208" y="4231836"/>
            <a:ext cx="241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Fußball Kapitän</a:t>
            </a:r>
          </a:p>
          <a:p>
            <a:pPr algn="ctr"/>
            <a:r>
              <a:rPr lang="de-DE" sz="1400" dirty="0"/>
              <a:t>2 Jahre lang Kapitän einer multikulturellen Fußballmannschaft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BD0904F-712D-4A86-AECE-B18763611A33}"/>
              </a:ext>
            </a:extLst>
          </p:cNvPr>
          <p:cNvSpPr txBox="1"/>
          <p:nvPr/>
        </p:nvSpPr>
        <p:spPr>
          <a:xfrm>
            <a:off x="6756735" y="1852524"/>
            <a:ext cx="241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Studentischer Unternehmensberater</a:t>
            </a:r>
          </a:p>
          <a:p>
            <a:pPr algn="ctr"/>
            <a:r>
              <a:rPr lang="de-DE" sz="1400" dirty="0"/>
              <a:t>Optimierung von internen und externen Prozessen</a:t>
            </a:r>
            <a:br>
              <a:rPr lang="de-DE" sz="1400" dirty="0"/>
            </a:br>
            <a:r>
              <a:rPr lang="de-DE" sz="1400" dirty="0"/>
              <a:t>Projektleiter </a:t>
            </a:r>
            <a:r>
              <a:rPr lang="de-DE" sz="1400" dirty="0" err="1"/>
              <a:t>Social</a:t>
            </a:r>
            <a:r>
              <a:rPr lang="de-DE" sz="1400" dirty="0"/>
              <a:t> Media Marketing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E90E8A2B-79F2-46D4-BEBF-83B1451F7D3F}"/>
              </a:ext>
            </a:extLst>
          </p:cNvPr>
          <p:cNvCxnSpPr>
            <a:cxnSpLocks/>
          </p:cNvCxnSpPr>
          <p:nvPr/>
        </p:nvCxnSpPr>
        <p:spPr>
          <a:xfrm>
            <a:off x="1008886" y="3655703"/>
            <a:ext cx="1030697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05994B0-B307-483C-86D5-565BEC69E1C8}"/>
              </a:ext>
            </a:extLst>
          </p:cNvPr>
          <p:cNvCxnSpPr>
            <a:cxnSpLocks/>
          </p:cNvCxnSpPr>
          <p:nvPr/>
        </p:nvCxnSpPr>
        <p:spPr>
          <a:xfrm>
            <a:off x="2438723" y="3442023"/>
            <a:ext cx="0" cy="42735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CA14FF56-B5BE-4D1B-B00E-1E8D3F5796B4}"/>
              </a:ext>
            </a:extLst>
          </p:cNvPr>
          <p:cNvCxnSpPr>
            <a:cxnSpLocks/>
          </p:cNvCxnSpPr>
          <p:nvPr/>
        </p:nvCxnSpPr>
        <p:spPr>
          <a:xfrm>
            <a:off x="6949214" y="3442022"/>
            <a:ext cx="0" cy="42735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EFDF450-A04B-4884-A7FA-25ECDF870C5E}"/>
              </a:ext>
            </a:extLst>
          </p:cNvPr>
          <p:cNvCxnSpPr>
            <a:cxnSpLocks/>
          </p:cNvCxnSpPr>
          <p:nvPr/>
        </p:nvCxnSpPr>
        <p:spPr>
          <a:xfrm>
            <a:off x="9333740" y="3442023"/>
            <a:ext cx="0" cy="42735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2CD13DFF-B0FE-4742-9B65-64887E0DB38A}"/>
              </a:ext>
            </a:extLst>
          </p:cNvPr>
          <p:cNvSpPr txBox="1"/>
          <p:nvPr/>
        </p:nvSpPr>
        <p:spPr>
          <a:xfrm>
            <a:off x="2074293" y="3924444"/>
            <a:ext cx="672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2018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DE73B75-CD20-4AF2-A13C-5EF0C9E8F32F}"/>
              </a:ext>
            </a:extLst>
          </p:cNvPr>
          <p:cNvCxnSpPr>
            <a:cxnSpLocks/>
          </p:cNvCxnSpPr>
          <p:nvPr/>
        </p:nvCxnSpPr>
        <p:spPr>
          <a:xfrm>
            <a:off x="4747057" y="3442023"/>
            <a:ext cx="0" cy="42735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F6E2AA14-4B8F-4B11-BA16-3005552CFB63}"/>
              </a:ext>
            </a:extLst>
          </p:cNvPr>
          <p:cNvSpPr txBox="1"/>
          <p:nvPr/>
        </p:nvSpPr>
        <p:spPr>
          <a:xfrm>
            <a:off x="6612963" y="3924444"/>
            <a:ext cx="67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2020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7CE044B-3B6C-47AC-8373-21FFF2C06FE6}"/>
              </a:ext>
            </a:extLst>
          </p:cNvPr>
          <p:cNvSpPr txBox="1"/>
          <p:nvPr/>
        </p:nvSpPr>
        <p:spPr>
          <a:xfrm>
            <a:off x="8999326" y="3017631"/>
            <a:ext cx="66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2021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0F943CF-97E5-4E08-8157-23B31EFEC788}"/>
              </a:ext>
            </a:extLst>
          </p:cNvPr>
          <p:cNvSpPr txBox="1"/>
          <p:nvPr/>
        </p:nvSpPr>
        <p:spPr>
          <a:xfrm>
            <a:off x="4412642" y="3017631"/>
            <a:ext cx="668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2019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FA1CC17-AEFD-4193-B72B-D25299B67F74}"/>
              </a:ext>
            </a:extLst>
          </p:cNvPr>
          <p:cNvSpPr txBox="1"/>
          <p:nvPr/>
        </p:nvSpPr>
        <p:spPr>
          <a:xfrm>
            <a:off x="1976943" y="1853367"/>
            <a:ext cx="241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Eventorganisation</a:t>
            </a:r>
          </a:p>
          <a:p>
            <a:pPr algn="ctr"/>
            <a:r>
              <a:rPr lang="de-DE" sz="1400" dirty="0"/>
              <a:t>Organisation und Vorbereitung der Handballspiele des TUSEM Essens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588A014-7E83-47E6-AC66-ADAA79ABAE80}"/>
              </a:ext>
            </a:extLst>
          </p:cNvPr>
          <p:cNvSpPr txBox="1"/>
          <p:nvPr/>
        </p:nvSpPr>
        <p:spPr>
          <a:xfrm>
            <a:off x="4344735" y="4226100"/>
            <a:ext cx="241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Studentischer Mentor </a:t>
            </a:r>
            <a:br>
              <a:rPr lang="de-DE" sz="1400" dirty="0"/>
            </a:br>
            <a:r>
              <a:rPr lang="de-DE" sz="1400" dirty="0"/>
              <a:t>Mentoring von über 100 Studierenden und Durchführung der Orientierungswoche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E9D5894-04C7-4C42-8016-B842B34EE7BD}"/>
              </a:ext>
            </a:extLst>
          </p:cNvPr>
          <p:cNvSpPr txBox="1"/>
          <p:nvPr/>
        </p:nvSpPr>
        <p:spPr>
          <a:xfrm>
            <a:off x="9027177" y="4224338"/>
            <a:ext cx="241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/>
              <a:t>Praktikum bei </a:t>
            </a:r>
            <a:r>
              <a:rPr lang="de-DE" sz="1400" b="1" dirty="0" err="1"/>
              <a:t>verovis</a:t>
            </a:r>
            <a:endParaRPr lang="de-DE" sz="1400" b="1" dirty="0"/>
          </a:p>
          <a:p>
            <a:pPr algn="ctr"/>
            <a:r>
              <a:rPr lang="de-DE" sz="1400" dirty="0"/>
              <a:t>Entwicklung eines Dashboards in SAP Cloud Analytics Erstellung von Angeboten für Projektausschreibungen</a:t>
            </a:r>
          </a:p>
        </p:txBody>
      </p:sp>
      <p:pic>
        <p:nvPicPr>
          <p:cNvPr id="4" name="Grafik 3" descr="Gruppe von Männern mit einfarbiger Füllung">
            <a:extLst>
              <a:ext uri="{FF2B5EF4-FFF2-40B4-BE49-F238E27FC236}">
                <a16:creationId xmlns:a16="http://schemas.microsoft.com/office/drawing/2014/main" id="{0489B014-3857-48F8-8DED-8318E6028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3971" y="4395113"/>
            <a:ext cx="828000" cy="828000"/>
          </a:xfrm>
          <a:prstGeom prst="rect">
            <a:avLst/>
          </a:prstGeom>
        </p:spPr>
      </p:pic>
      <p:pic>
        <p:nvPicPr>
          <p:cNvPr id="20" name="Grafik 19" descr="Idee mit einfarbiger Füllung">
            <a:extLst>
              <a:ext uri="{FF2B5EF4-FFF2-40B4-BE49-F238E27FC236}">
                <a16:creationId xmlns:a16="http://schemas.microsoft.com/office/drawing/2014/main" id="{D32C698A-B995-4B45-9CED-B948CD014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77956" y="4395113"/>
            <a:ext cx="828000" cy="828000"/>
          </a:xfrm>
          <a:prstGeom prst="rect">
            <a:avLst/>
          </a:prstGeom>
        </p:spPr>
      </p:pic>
      <p:pic>
        <p:nvPicPr>
          <p:cNvPr id="13" name="Grafik 12" descr="Balkendiagramm mit Aufwärtstrend mit einfarbiger Füllung">
            <a:extLst>
              <a:ext uri="{FF2B5EF4-FFF2-40B4-BE49-F238E27FC236}">
                <a16:creationId xmlns:a16="http://schemas.microsoft.com/office/drawing/2014/main" id="{DC014AAA-935D-4BB1-AA42-A6288D4D36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8839" y="2129513"/>
            <a:ext cx="828000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56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Breitbild</PresentationFormat>
  <Paragraphs>14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Bei meinen bisherigen Stationen konnte ich meine Stärken unter Beweis stellen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Carlo Sinthern</cp:lastModifiedBy>
  <cp:revision>49</cp:revision>
  <dcterms:created xsi:type="dcterms:W3CDTF">2020-09-03T17:26:58Z</dcterms:created>
  <dcterms:modified xsi:type="dcterms:W3CDTF">2021-05-17T15:39:17Z</dcterms:modified>
</cp:coreProperties>
</file>
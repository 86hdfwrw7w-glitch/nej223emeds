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0.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712" r:id="rId1"/>
  </p:sldMasterIdLst>
  <p:notesMasterIdLst>
    <p:notesMasterId r:id="rId7"/>
  </p:notesMasterIdLst>
  <p:handoutMasterIdLst>
    <p:handoutMasterId r:id="rId8"/>
  </p:handoutMasterIdLst>
  <p:sldIdLst>
    <p:sldId id="292" r:id="rId2"/>
    <p:sldId id="483" r:id="rId3"/>
    <p:sldId id="487" r:id="rId4"/>
    <p:sldId id="489" r:id="rId5"/>
    <p:sldId id="482" r:id="rId6"/>
  </p:sldIdLst>
  <p:sldSz cx="9906000" cy="6858000" type="A4"/>
  <p:notesSz cx="6858000" cy="9144000"/>
  <p:embeddedFontLst>
    <p:embeddedFont>
      <p:font typeface="KPMG Bold" panose="020B0604020202020204" charset="0"/>
      <p:bold r:id="rId9"/>
      <p:boldItalic r:id="rId10"/>
    </p:embeddedFont>
    <p:embeddedFont>
      <p:font typeface="Segoe UI" panose="020B0502040204020203" pitchFamily="34" charset="0"/>
      <p:regular r:id="rId11"/>
      <p:bold r:id="rId12"/>
      <p:italic r:id="rId13"/>
      <p:boldItalic r:id="rId14"/>
    </p:embeddedFont>
  </p:embeddedFontLst>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12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8D"/>
    <a:srgbClr val="00A4EF"/>
    <a:srgbClr val="0F2471"/>
    <a:srgbClr val="F25022"/>
    <a:srgbClr val="7FBA00"/>
    <a:srgbClr val="FFFFFF"/>
    <a:srgbClr val="F2F2F2"/>
    <a:srgbClr val="ACEA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p:cViewPr varScale="1">
        <p:scale>
          <a:sx n="111" d="100"/>
          <a:sy n="111" d="100"/>
        </p:scale>
        <p:origin x="1386" y="96"/>
      </p:cViewPr>
      <p:guideLst>
        <p:guide orient="horz" pos="2160"/>
        <p:guide pos="3120"/>
      </p:guideLst>
    </p:cSldViewPr>
  </p:slideViewPr>
  <p:notesTextViewPr>
    <p:cViewPr>
      <p:scale>
        <a:sx n="3" d="2"/>
        <a:sy n="3" d="2"/>
      </p:scale>
      <p:origin x="0" y="0"/>
    </p:cViewPr>
  </p:notesTextViewPr>
  <p:notesViewPr>
    <p:cSldViewPr showGuides="1">
      <p:cViewPr varScale="1">
        <p:scale>
          <a:sx n="80" d="100"/>
          <a:sy n="80" d="100"/>
        </p:scale>
        <p:origin x="3918"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font" Target="fonts/font5.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font" Target="fonts/font4.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tags" Target="tags/tag1.xml"/><Relationship Id="rId10" Type="http://schemas.openxmlformats.org/officeDocument/2006/relationships/font" Target="fonts/font2.fntdata"/><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4E97ACAF-5D4F-4A47-97A3-0578BF62ADB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dirty="0"/>
          </a:p>
        </p:txBody>
      </p:sp>
      <p:sp>
        <p:nvSpPr>
          <p:cNvPr id="3" name="Datumsplatzhalter 2">
            <a:extLst>
              <a:ext uri="{FF2B5EF4-FFF2-40B4-BE49-F238E27FC236}">
                <a16:creationId xmlns:a16="http://schemas.microsoft.com/office/drawing/2014/main" id="{59AE7F40-B32D-40F6-939E-E83840CBDA5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9799001-AE92-41CE-9B78-0C1B5A969B14}" type="datetimeFigureOut">
              <a:rPr lang="de-DE" smtClean="0"/>
              <a:t>26.08.2024</a:t>
            </a:fld>
            <a:endParaRPr lang="de-DE" dirty="0"/>
          </a:p>
        </p:txBody>
      </p:sp>
      <p:sp>
        <p:nvSpPr>
          <p:cNvPr id="4" name="Fußzeilenplatzhalter 3">
            <a:extLst>
              <a:ext uri="{FF2B5EF4-FFF2-40B4-BE49-F238E27FC236}">
                <a16:creationId xmlns:a16="http://schemas.microsoft.com/office/drawing/2014/main" id="{784115A2-0F71-4575-A399-79CC720C78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dirty="0"/>
          </a:p>
        </p:txBody>
      </p:sp>
      <p:sp>
        <p:nvSpPr>
          <p:cNvPr id="5" name="Foliennummernplatzhalter 4">
            <a:extLst>
              <a:ext uri="{FF2B5EF4-FFF2-40B4-BE49-F238E27FC236}">
                <a16:creationId xmlns:a16="http://schemas.microsoft.com/office/drawing/2014/main" id="{A82584BA-FC40-4420-B956-0E673A42ABA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5BCD283-6C36-458F-B46B-5F86A8790DF5}" type="slidenum">
              <a:rPr lang="de-DE" smtClean="0"/>
              <a:t>‹Nr.›</a:t>
            </a:fld>
            <a:endParaRPr lang="de-DE" dirty="0"/>
          </a:p>
        </p:txBody>
      </p:sp>
    </p:spTree>
    <p:extLst>
      <p:ext uri="{BB962C8B-B14F-4D97-AF65-F5344CB8AC3E}">
        <p14:creationId xmlns:p14="http://schemas.microsoft.com/office/powerpoint/2010/main" val="28086272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dirty="0"/>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803437-58A1-4F47-B489-BF006F5A4E96}" type="datetimeFigureOut">
              <a:rPr lang="de-DE" smtClean="0"/>
              <a:t>26.08.2024</a:t>
            </a:fld>
            <a:endParaRPr lang="de-DE" dirty="0"/>
          </a:p>
        </p:txBody>
      </p:sp>
      <p:sp>
        <p:nvSpPr>
          <p:cNvPr id="4" name="Folienbildplatzhalter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dirty="0"/>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D4E30B-56E0-490F-B45A-AB8C4FF66E62}" type="slidenum">
              <a:rPr lang="de-DE" smtClean="0"/>
              <a:t>‹Nr.›</a:t>
            </a:fld>
            <a:endParaRPr lang="de-DE" dirty="0"/>
          </a:p>
        </p:txBody>
      </p:sp>
    </p:spTree>
    <p:extLst>
      <p:ext uri="{BB962C8B-B14F-4D97-AF65-F5344CB8AC3E}">
        <p14:creationId xmlns:p14="http://schemas.microsoft.com/office/powerpoint/2010/main" val="2265128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1200150" y="1143000"/>
            <a:ext cx="4457700" cy="30861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5D948F-A673-4DC7-A0E9-FA274EAF3634}" type="slidenum">
              <a:rPr kumimoji="0" lang="de-DE"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e-DE"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97636146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3.xml"/><Relationship Id="rId1" Type="http://schemas.openxmlformats.org/officeDocument/2006/relationships/tags" Target="../tags/tag1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tags" Target="../tags/tag16.xml"/><Relationship Id="rId7" Type="http://schemas.openxmlformats.org/officeDocument/2006/relationships/image" Target="../media/image6.emf"/><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hyperlink" Target="about:blank" TargetMode="External"/><Relationship Id="rId11" Type="http://schemas.openxmlformats.org/officeDocument/2006/relationships/image" Target="../media/image10.emf"/><Relationship Id="rId5" Type="http://schemas.openxmlformats.org/officeDocument/2006/relationships/slideMaster" Target="../slideMasters/slideMaster1.xml"/><Relationship Id="rId10" Type="http://schemas.openxmlformats.org/officeDocument/2006/relationships/image" Target="../media/image9.emf"/><Relationship Id="rId4" Type="http://schemas.openxmlformats.org/officeDocument/2006/relationships/tags" Target="../tags/tag17.xml"/><Relationship Id="rId9" Type="http://schemas.openxmlformats.org/officeDocument/2006/relationships/image" Target="../media/image8.emf"/></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slideMaster" Target="../slideMasters/slideMaster1.xml"/><Relationship Id="rId1" Type="http://schemas.openxmlformats.org/officeDocument/2006/relationships/tags" Target="../tags/tag1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4.svg"/></Relationships>
</file>

<file path=ppt/slideLayouts/_rels/slideLayout5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slideMaster" Target="../slideMasters/slideMaster1.xml"/><Relationship Id="rId1" Type="http://schemas.openxmlformats.org/officeDocument/2006/relationships/tags" Target="../tags/tag19.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2.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Left Horizontal Window_KPMG Blue">
    <p:bg>
      <p:bgPr>
        <a:solidFill>
          <a:schemeClr val="tx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1D98743-3EF8-413A-9CBB-30850973E8BB}"/>
              </a:ext>
            </a:extLst>
          </p:cNvPr>
          <p:cNvSpPr>
            <a:spLocks noChangeAspect="1"/>
          </p:cNvSpPr>
          <p:nvPr userDrawn="1"/>
        </p:nvSpPr>
        <p:spPr bwMode="ltGray">
          <a:xfrm>
            <a:off x="814388" y="1263838"/>
            <a:ext cx="6848978" cy="475755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a:solidFill>
                <a:schemeClr val="bg1"/>
              </a:solidFill>
              <a:latin typeface="KPMG Bold" panose="020B0803030202040204" pitchFamily="34" charset="0"/>
              <a:ea typeface="+mj-ea"/>
              <a:cs typeface="+mj-cs"/>
            </a:endParaRPr>
          </a:p>
        </p:txBody>
      </p:sp>
      <p:sp>
        <p:nvSpPr>
          <p:cNvPr id="6" name="Title 1">
            <a:extLst>
              <a:ext uri="{FF2B5EF4-FFF2-40B4-BE49-F238E27FC236}">
                <a16:creationId xmlns:a16="http://schemas.microsoft.com/office/drawing/2014/main" id="{0DB1EF8C-856B-44C9-8EC4-D91C07220FCD}"/>
              </a:ext>
            </a:extLst>
          </p:cNvPr>
          <p:cNvSpPr>
            <a:spLocks noGrp="1"/>
          </p:cNvSpPr>
          <p:nvPr>
            <p:ph type="ctrTitle" hasCustomPrompt="1"/>
          </p:nvPr>
        </p:nvSpPr>
        <p:spPr>
          <a:xfrm>
            <a:off x="1061200" y="1514264"/>
            <a:ext cx="6356889" cy="3240000"/>
          </a:xfrm>
        </p:spPr>
        <p:txBody>
          <a:bodyPr anchor="t" anchorCtr="0"/>
          <a:lstStyle>
            <a:lvl1pPr algn="l">
              <a:defRPr sz="6000" baseline="0">
                <a:solidFill>
                  <a:schemeClr val="bg1"/>
                </a:solidFill>
              </a:defRPr>
            </a:lvl1pPr>
          </a:lstStyle>
          <a:p>
            <a:r>
              <a:rPr lang="en-GB" dirty="0"/>
              <a:t>Title slide text only</a:t>
            </a:r>
            <a:endParaRPr lang="en-US" dirty="0"/>
          </a:p>
        </p:txBody>
      </p:sp>
      <p:sp>
        <p:nvSpPr>
          <p:cNvPr id="7" name="Text Placeholder 3">
            <a:extLst>
              <a:ext uri="{FF2B5EF4-FFF2-40B4-BE49-F238E27FC236}">
                <a16:creationId xmlns:a16="http://schemas.microsoft.com/office/drawing/2014/main" id="{0F1FDD6A-6C02-4DA3-A99C-D3A904F5190B}"/>
              </a:ext>
            </a:extLst>
          </p:cNvPr>
          <p:cNvSpPr>
            <a:spLocks noGrp="1"/>
          </p:cNvSpPr>
          <p:nvPr>
            <p:ph type="body" sz="quarter" idx="11"/>
          </p:nvPr>
        </p:nvSpPr>
        <p:spPr>
          <a:xfrm>
            <a:off x="1061200" y="4788000"/>
            <a:ext cx="6356889" cy="810000"/>
          </a:xfrm>
        </p:spPr>
        <p:txBody>
          <a:bodyPr anchor="b"/>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8" name="Graphic 7">
            <a:extLst>
              <a:ext uri="{FF2B5EF4-FFF2-40B4-BE49-F238E27FC236}">
                <a16:creationId xmlns:a16="http://schemas.microsoft.com/office/drawing/2014/main" id="{A7571952-42C4-4996-A914-4EB77901A38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black">
          <a:xfrm>
            <a:off x="814388" y="313438"/>
            <a:ext cx="786440" cy="316800"/>
          </a:xfrm>
          <a:prstGeom prst="rect">
            <a:avLst/>
          </a:prstGeom>
        </p:spPr>
      </p:pic>
    </p:spTree>
    <p:extLst>
      <p:ext uri="{BB962C8B-B14F-4D97-AF65-F5344CB8AC3E}">
        <p14:creationId xmlns:p14="http://schemas.microsoft.com/office/powerpoint/2010/main" val="14314678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Left Vertical Window_KPMG Blue">
    <p:bg>
      <p:bgPr>
        <a:solidFill>
          <a:schemeClr val="tx2"/>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A7571952-42C4-4996-A914-4EB77901A38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black">
          <a:xfrm>
            <a:off x="814388" y="313438"/>
            <a:ext cx="786440" cy="316800"/>
          </a:xfrm>
          <a:prstGeom prst="rect">
            <a:avLst/>
          </a:prstGeom>
        </p:spPr>
      </p:pic>
      <p:sp>
        <p:nvSpPr>
          <p:cNvPr id="9" name="Rectangle 8">
            <a:extLst>
              <a:ext uri="{FF2B5EF4-FFF2-40B4-BE49-F238E27FC236}">
                <a16:creationId xmlns:a16="http://schemas.microsoft.com/office/drawing/2014/main" id="{6664616F-BE17-4D4B-B6D4-C4B7E26631AF}"/>
              </a:ext>
            </a:extLst>
          </p:cNvPr>
          <p:cNvSpPr>
            <a:spLocks/>
          </p:cNvSpPr>
          <p:nvPr userDrawn="1"/>
        </p:nvSpPr>
        <p:spPr bwMode="ltGray">
          <a:xfrm>
            <a:off x="814388" y="1263838"/>
            <a:ext cx="3291418" cy="475755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a:solidFill>
                <a:schemeClr val="bg1"/>
              </a:solidFill>
              <a:latin typeface="KPMG Bold" panose="020B0803030202040204" pitchFamily="34" charset="0"/>
              <a:ea typeface="+mj-ea"/>
              <a:cs typeface="+mj-cs"/>
            </a:endParaRPr>
          </a:p>
        </p:txBody>
      </p:sp>
      <p:sp>
        <p:nvSpPr>
          <p:cNvPr id="10" name="Title 1">
            <a:extLst>
              <a:ext uri="{FF2B5EF4-FFF2-40B4-BE49-F238E27FC236}">
                <a16:creationId xmlns:a16="http://schemas.microsoft.com/office/drawing/2014/main" id="{54631362-CDDD-4333-A24A-5A4F69330CB6}"/>
              </a:ext>
            </a:extLst>
          </p:cNvPr>
          <p:cNvSpPr>
            <a:spLocks noGrp="1"/>
          </p:cNvSpPr>
          <p:nvPr>
            <p:ph type="ctrTitle" hasCustomPrompt="1"/>
          </p:nvPr>
        </p:nvSpPr>
        <p:spPr>
          <a:xfrm>
            <a:off x="1061201" y="1514264"/>
            <a:ext cx="2801710" cy="3240000"/>
          </a:xfrm>
        </p:spPr>
        <p:txBody>
          <a:bodyPr anchor="t" anchorCtr="0"/>
          <a:lstStyle>
            <a:lvl1pPr algn="l">
              <a:defRPr sz="6000" baseline="0">
                <a:solidFill>
                  <a:schemeClr val="bg1"/>
                </a:solidFill>
              </a:defRPr>
            </a:lvl1pPr>
          </a:lstStyle>
          <a:p>
            <a:r>
              <a:rPr lang="en-GB" dirty="0"/>
              <a:t>Title slide text only</a:t>
            </a:r>
            <a:endParaRPr lang="en-US" dirty="0"/>
          </a:p>
        </p:txBody>
      </p:sp>
      <p:sp>
        <p:nvSpPr>
          <p:cNvPr id="11" name="Text Placeholder 3">
            <a:extLst>
              <a:ext uri="{FF2B5EF4-FFF2-40B4-BE49-F238E27FC236}">
                <a16:creationId xmlns:a16="http://schemas.microsoft.com/office/drawing/2014/main" id="{37D37525-FE24-4786-ABF7-2D443788DBC1}"/>
              </a:ext>
            </a:extLst>
          </p:cNvPr>
          <p:cNvSpPr>
            <a:spLocks noGrp="1"/>
          </p:cNvSpPr>
          <p:nvPr>
            <p:ph type="body" sz="quarter" idx="11"/>
          </p:nvPr>
        </p:nvSpPr>
        <p:spPr>
          <a:xfrm>
            <a:off x="1061201" y="4788000"/>
            <a:ext cx="2801710" cy="810000"/>
          </a:xfrm>
        </p:spPr>
        <p:txBody>
          <a:bodyPr anchor="b"/>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6596661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_Pacific Blu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649D36D-CB23-431A-8EA8-1AD1089F04EA}"/>
              </a:ext>
            </a:extLst>
          </p:cNvPr>
          <p:cNvSpPr>
            <a:spLocks noChangeAspect="1"/>
          </p:cNvSpPr>
          <p:nvPr userDrawn="1"/>
        </p:nvSpPr>
        <p:spPr bwMode="ltGray">
          <a:xfrm>
            <a:off x="2242635" y="313438"/>
            <a:ext cx="6848978" cy="475755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a:solidFill>
                <a:schemeClr val="bg1"/>
              </a:solidFill>
              <a:latin typeface="KPMG Bold" panose="020B0803030202040204" pitchFamily="34" charset="0"/>
              <a:ea typeface="+mj-ea"/>
              <a:cs typeface="+mj-cs"/>
            </a:endParaRPr>
          </a:p>
        </p:txBody>
      </p:sp>
      <p:sp>
        <p:nvSpPr>
          <p:cNvPr id="7" name="Title 1">
            <a:extLst>
              <a:ext uri="{FF2B5EF4-FFF2-40B4-BE49-F238E27FC236}">
                <a16:creationId xmlns:a16="http://schemas.microsoft.com/office/drawing/2014/main" id="{0B7176F5-D114-4595-B2BD-7E4468724E33}"/>
              </a:ext>
            </a:extLst>
          </p:cNvPr>
          <p:cNvSpPr>
            <a:spLocks noGrp="1"/>
          </p:cNvSpPr>
          <p:nvPr>
            <p:ph type="ctrTitle" hasCustomPrompt="1"/>
          </p:nvPr>
        </p:nvSpPr>
        <p:spPr>
          <a:xfrm>
            <a:off x="2489447" y="563864"/>
            <a:ext cx="6356889" cy="3240000"/>
          </a:xfrm>
        </p:spPr>
        <p:txBody>
          <a:bodyPr anchor="t" anchorCtr="0"/>
          <a:lstStyle>
            <a:lvl1pPr algn="l">
              <a:defRPr sz="6000" baseline="0">
                <a:solidFill>
                  <a:schemeClr val="bg1"/>
                </a:solidFill>
              </a:defRPr>
            </a:lvl1pPr>
          </a:lstStyle>
          <a:p>
            <a:r>
              <a:rPr lang="en-GB" dirty="0"/>
              <a:t>Title slide text only</a:t>
            </a:r>
            <a:endParaRPr lang="en-US" dirty="0"/>
          </a:p>
        </p:txBody>
      </p:sp>
      <p:sp>
        <p:nvSpPr>
          <p:cNvPr id="12" name="Text Placeholder 3">
            <a:extLst>
              <a:ext uri="{FF2B5EF4-FFF2-40B4-BE49-F238E27FC236}">
                <a16:creationId xmlns:a16="http://schemas.microsoft.com/office/drawing/2014/main" id="{46C70BE1-2B31-413E-806B-9137352E26BF}"/>
              </a:ext>
            </a:extLst>
          </p:cNvPr>
          <p:cNvSpPr>
            <a:spLocks noGrp="1"/>
          </p:cNvSpPr>
          <p:nvPr>
            <p:ph type="body" sz="quarter" idx="11"/>
          </p:nvPr>
        </p:nvSpPr>
        <p:spPr>
          <a:xfrm>
            <a:off x="2489447" y="4018402"/>
            <a:ext cx="6356889" cy="810000"/>
          </a:xfrm>
        </p:spPr>
        <p:txBody>
          <a:bodyPr anchor="b"/>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13" name="Graphic 12">
            <a:extLst>
              <a:ext uri="{FF2B5EF4-FFF2-40B4-BE49-F238E27FC236}">
                <a16:creationId xmlns:a16="http://schemas.microsoft.com/office/drawing/2014/main" id="{FB3438ED-7D83-4E19-BA74-594DA1B857E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14388" y="313438"/>
            <a:ext cx="786440" cy="316800"/>
          </a:xfrm>
          <a:prstGeom prst="rect">
            <a:avLst/>
          </a:prstGeom>
        </p:spPr>
      </p:pic>
    </p:spTree>
    <p:extLst>
      <p:ext uri="{BB962C8B-B14F-4D97-AF65-F5344CB8AC3E}">
        <p14:creationId xmlns:p14="http://schemas.microsoft.com/office/powerpoint/2010/main" val="2294415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Right Vertical Window_Pacific Blu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FB3438ED-7D83-4E19-BA74-594DA1B857E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14388" y="313438"/>
            <a:ext cx="786440" cy="316800"/>
          </a:xfrm>
          <a:prstGeom prst="rect">
            <a:avLst/>
          </a:prstGeom>
        </p:spPr>
      </p:pic>
      <p:sp>
        <p:nvSpPr>
          <p:cNvPr id="8" name="Rectangle 7">
            <a:extLst>
              <a:ext uri="{FF2B5EF4-FFF2-40B4-BE49-F238E27FC236}">
                <a16:creationId xmlns:a16="http://schemas.microsoft.com/office/drawing/2014/main" id="{A02F7677-E68A-4B9D-BD77-AED2A937FB01}"/>
              </a:ext>
            </a:extLst>
          </p:cNvPr>
          <p:cNvSpPr>
            <a:spLocks noChangeAspect="1"/>
          </p:cNvSpPr>
          <p:nvPr userDrawn="1"/>
        </p:nvSpPr>
        <p:spPr bwMode="ltGray">
          <a:xfrm>
            <a:off x="4442218" y="313438"/>
            <a:ext cx="3957246" cy="5693662"/>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a:solidFill>
                <a:schemeClr val="bg1"/>
              </a:solidFill>
              <a:latin typeface="KPMG Bold" panose="020B0803030202040204" pitchFamily="34" charset="0"/>
              <a:ea typeface="+mj-ea"/>
              <a:cs typeface="+mj-cs"/>
            </a:endParaRPr>
          </a:p>
        </p:txBody>
      </p:sp>
      <p:sp>
        <p:nvSpPr>
          <p:cNvPr id="9" name="Title 1">
            <a:extLst>
              <a:ext uri="{FF2B5EF4-FFF2-40B4-BE49-F238E27FC236}">
                <a16:creationId xmlns:a16="http://schemas.microsoft.com/office/drawing/2014/main" id="{761EF0CE-F7A1-4591-B6CC-532B64630C6A}"/>
              </a:ext>
            </a:extLst>
          </p:cNvPr>
          <p:cNvSpPr>
            <a:spLocks noGrp="1"/>
          </p:cNvSpPr>
          <p:nvPr>
            <p:ph type="ctrTitle" hasCustomPrompt="1"/>
          </p:nvPr>
        </p:nvSpPr>
        <p:spPr>
          <a:xfrm>
            <a:off x="4684266" y="556419"/>
            <a:ext cx="3471421" cy="4140000"/>
          </a:xfrm>
        </p:spPr>
        <p:txBody>
          <a:bodyPr anchor="t" anchorCtr="0"/>
          <a:lstStyle>
            <a:lvl1pPr algn="l">
              <a:defRPr sz="6000" baseline="0">
                <a:solidFill>
                  <a:schemeClr val="bg1"/>
                </a:solidFill>
              </a:defRPr>
            </a:lvl1pPr>
          </a:lstStyle>
          <a:p>
            <a:r>
              <a:rPr lang="en-GB" dirty="0"/>
              <a:t>Title slide text only</a:t>
            </a:r>
            <a:endParaRPr lang="en-US" dirty="0"/>
          </a:p>
        </p:txBody>
      </p:sp>
      <p:sp>
        <p:nvSpPr>
          <p:cNvPr id="10" name="Text Placeholder 3">
            <a:extLst>
              <a:ext uri="{FF2B5EF4-FFF2-40B4-BE49-F238E27FC236}">
                <a16:creationId xmlns:a16="http://schemas.microsoft.com/office/drawing/2014/main" id="{78731660-334C-4303-AC5A-A2D533414C83}"/>
              </a:ext>
            </a:extLst>
          </p:cNvPr>
          <p:cNvSpPr>
            <a:spLocks noGrp="1"/>
          </p:cNvSpPr>
          <p:nvPr>
            <p:ph type="body" sz="quarter" idx="11"/>
          </p:nvPr>
        </p:nvSpPr>
        <p:spPr>
          <a:xfrm>
            <a:off x="4684266" y="4770000"/>
            <a:ext cx="3471421" cy="810000"/>
          </a:xfrm>
        </p:spPr>
        <p:txBody>
          <a:bodyPr anchor="b"/>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900430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Left Horizontal Window Image_KPMG Blue">
    <p:bg>
      <p:bgPr>
        <a:solidFill>
          <a:schemeClr val="tx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8B0275A1-4E3E-48B4-BAB9-5760028C2A89}"/>
              </a:ext>
            </a:extLst>
          </p:cNvPr>
          <p:cNvSpPr>
            <a:spLocks noGrp="1"/>
          </p:cNvSpPr>
          <p:nvPr>
            <p:ph type="ctrTitle" hasCustomPrompt="1"/>
          </p:nvPr>
        </p:nvSpPr>
        <p:spPr>
          <a:xfrm>
            <a:off x="5802562" y="1263838"/>
            <a:ext cx="3614487" cy="3022538"/>
          </a:xfrm>
        </p:spPr>
        <p:txBody>
          <a:bodyPr anchor="t" anchorCtr="0"/>
          <a:lstStyle>
            <a:lvl1pPr algn="l">
              <a:defRPr sz="6000" baseline="0">
                <a:solidFill>
                  <a:schemeClr val="bg1"/>
                </a:solidFill>
              </a:defRPr>
            </a:lvl1pPr>
          </a:lstStyle>
          <a:p>
            <a:r>
              <a:rPr lang="en-GB" dirty="0"/>
              <a:t>Title slide text only</a:t>
            </a:r>
            <a:endParaRPr lang="en-US" dirty="0"/>
          </a:p>
        </p:txBody>
      </p:sp>
      <p:sp>
        <p:nvSpPr>
          <p:cNvPr id="10" name="Text Placeholder 3">
            <a:extLst>
              <a:ext uri="{FF2B5EF4-FFF2-40B4-BE49-F238E27FC236}">
                <a16:creationId xmlns:a16="http://schemas.microsoft.com/office/drawing/2014/main" id="{AC1C3988-08A6-4286-B6AA-05D89ED8A651}"/>
              </a:ext>
            </a:extLst>
          </p:cNvPr>
          <p:cNvSpPr>
            <a:spLocks noGrp="1"/>
          </p:cNvSpPr>
          <p:nvPr>
            <p:ph type="body" sz="quarter" idx="11"/>
          </p:nvPr>
        </p:nvSpPr>
        <p:spPr>
          <a:xfrm>
            <a:off x="5802562" y="4701600"/>
            <a:ext cx="3614487" cy="810000"/>
          </a:xfrm>
        </p:spPr>
        <p:txBody>
          <a:bodyPr anchor="b"/>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11" name="Picture Placeholder 2">
            <a:extLst>
              <a:ext uri="{FF2B5EF4-FFF2-40B4-BE49-F238E27FC236}">
                <a16:creationId xmlns:a16="http://schemas.microsoft.com/office/drawing/2014/main" id="{8F0376D9-6560-49E3-9347-981424F2A841}"/>
              </a:ext>
            </a:extLst>
          </p:cNvPr>
          <p:cNvSpPr>
            <a:spLocks noGrp="1"/>
          </p:cNvSpPr>
          <p:nvPr>
            <p:ph type="pic" sz="quarter" idx="12"/>
          </p:nvPr>
        </p:nvSpPr>
        <p:spPr>
          <a:xfrm>
            <a:off x="814388" y="1263838"/>
            <a:ext cx="4354574" cy="3022538"/>
          </a:xfrm>
          <a:solidFill>
            <a:schemeClr val="accent1"/>
          </a:solidFill>
        </p:spPr>
        <p:txBody>
          <a:bodyPr vert="horz" lIns="0" tIns="0" rIns="0" bIns="0" rtlCol="0" anchor="ctr" anchorCtr="0">
            <a:noAutofit/>
          </a:bodyPr>
          <a:lstStyle>
            <a:lvl1pPr>
              <a:defRPr lang="en-US" b="0">
                <a:solidFill>
                  <a:schemeClr val="bg1"/>
                </a:solidFill>
              </a:defRPr>
            </a:lvl1pPr>
          </a:lstStyle>
          <a:p>
            <a:pPr lvl="0" algn="ctr"/>
            <a:r>
              <a:rPr lang="en-US" dirty="0"/>
              <a:t>Click icon to add picture</a:t>
            </a:r>
          </a:p>
        </p:txBody>
      </p:sp>
      <p:pic>
        <p:nvPicPr>
          <p:cNvPr id="12" name="Graphic 11">
            <a:extLst>
              <a:ext uri="{FF2B5EF4-FFF2-40B4-BE49-F238E27FC236}">
                <a16:creationId xmlns:a16="http://schemas.microsoft.com/office/drawing/2014/main" id="{4B8876DD-8352-4216-B6B9-2B8FE93A5D6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black">
          <a:xfrm>
            <a:off x="5802562" y="313438"/>
            <a:ext cx="786440" cy="316800"/>
          </a:xfrm>
          <a:prstGeom prst="rect">
            <a:avLst/>
          </a:prstGeom>
        </p:spPr>
      </p:pic>
    </p:spTree>
    <p:extLst>
      <p:ext uri="{BB962C8B-B14F-4D97-AF65-F5344CB8AC3E}">
        <p14:creationId xmlns:p14="http://schemas.microsoft.com/office/powerpoint/2010/main" val="1317217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Left Vertical Window Image_KPMG Blue">
    <p:bg>
      <p:bgPr>
        <a:solidFill>
          <a:schemeClr val="tx2"/>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5682207-1C67-48E7-903C-2443D4C29A9D}"/>
              </a:ext>
            </a:extLst>
          </p:cNvPr>
          <p:cNvSpPr>
            <a:spLocks noGrp="1"/>
          </p:cNvSpPr>
          <p:nvPr>
            <p:ph type="ctrTitle" hasCustomPrompt="1"/>
          </p:nvPr>
        </p:nvSpPr>
        <p:spPr>
          <a:xfrm>
            <a:off x="4525599" y="1263838"/>
            <a:ext cx="4566013" cy="3022538"/>
          </a:xfrm>
        </p:spPr>
        <p:txBody>
          <a:bodyPr anchor="t" anchorCtr="0"/>
          <a:lstStyle>
            <a:lvl1pPr algn="l">
              <a:defRPr sz="6000" baseline="0">
                <a:solidFill>
                  <a:schemeClr val="bg1"/>
                </a:solidFill>
              </a:defRPr>
            </a:lvl1pPr>
          </a:lstStyle>
          <a:p>
            <a:r>
              <a:rPr lang="en-GB" dirty="0"/>
              <a:t>Title slide text only</a:t>
            </a:r>
            <a:endParaRPr lang="en-US" dirty="0"/>
          </a:p>
        </p:txBody>
      </p:sp>
      <p:sp>
        <p:nvSpPr>
          <p:cNvPr id="7" name="Text Placeholder 3">
            <a:extLst>
              <a:ext uri="{FF2B5EF4-FFF2-40B4-BE49-F238E27FC236}">
                <a16:creationId xmlns:a16="http://schemas.microsoft.com/office/drawing/2014/main" id="{16693FA2-0CA2-4E11-B8BD-FECD97D4C7D9}"/>
              </a:ext>
            </a:extLst>
          </p:cNvPr>
          <p:cNvSpPr>
            <a:spLocks noGrp="1"/>
          </p:cNvSpPr>
          <p:nvPr>
            <p:ph type="body" sz="quarter" idx="11"/>
          </p:nvPr>
        </p:nvSpPr>
        <p:spPr>
          <a:xfrm>
            <a:off x="4525599" y="4701600"/>
            <a:ext cx="4566013" cy="810000"/>
          </a:xfrm>
        </p:spPr>
        <p:txBody>
          <a:bodyPr anchor="b"/>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8" name="Picture Placeholder 2">
            <a:extLst>
              <a:ext uri="{FF2B5EF4-FFF2-40B4-BE49-F238E27FC236}">
                <a16:creationId xmlns:a16="http://schemas.microsoft.com/office/drawing/2014/main" id="{246D80B7-7732-4A1A-A021-569FBF49B80E}"/>
              </a:ext>
            </a:extLst>
          </p:cNvPr>
          <p:cNvSpPr>
            <a:spLocks noGrp="1"/>
          </p:cNvSpPr>
          <p:nvPr>
            <p:ph type="pic" sz="quarter" idx="12"/>
          </p:nvPr>
        </p:nvSpPr>
        <p:spPr>
          <a:xfrm>
            <a:off x="814388" y="1263838"/>
            <a:ext cx="3077611" cy="4428048"/>
          </a:xfrm>
          <a:solidFill>
            <a:schemeClr val="accent1"/>
          </a:solidFill>
        </p:spPr>
        <p:txBody>
          <a:bodyPr vert="horz" lIns="0" tIns="0" rIns="0" bIns="0" rtlCol="0" anchor="ctr" anchorCtr="0">
            <a:noAutofit/>
          </a:bodyPr>
          <a:lstStyle>
            <a:lvl1pPr>
              <a:defRPr lang="en-US" b="0">
                <a:solidFill>
                  <a:schemeClr val="bg1"/>
                </a:solidFill>
              </a:defRPr>
            </a:lvl1pPr>
          </a:lstStyle>
          <a:p>
            <a:pPr lvl="0" algn="ctr"/>
            <a:r>
              <a:rPr lang="en-US" dirty="0"/>
              <a:t>Click icon to add picture</a:t>
            </a:r>
          </a:p>
        </p:txBody>
      </p:sp>
      <p:pic>
        <p:nvPicPr>
          <p:cNvPr id="13" name="Graphic 12">
            <a:extLst>
              <a:ext uri="{FF2B5EF4-FFF2-40B4-BE49-F238E27FC236}">
                <a16:creationId xmlns:a16="http://schemas.microsoft.com/office/drawing/2014/main" id="{A5E4D31B-44FE-4043-8DB5-350B5A0A652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black">
          <a:xfrm>
            <a:off x="4457336" y="313438"/>
            <a:ext cx="786440" cy="316800"/>
          </a:xfrm>
          <a:prstGeom prst="rect">
            <a:avLst/>
          </a:prstGeom>
        </p:spPr>
      </p:pic>
    </p:spTree>
    <p:extLst>
      <p:ext uri="{BB962C8B-B14F-4D97-AF65-F5344CB8AC3E}">
        <p14:creationId xmlns:p14="http://schemas.microsoft.com/office/powerpoint/2010/main" val="25557441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 Image_Cobalt Blue">
    <p:bg>
      <p:bgPr>
        <a:solidFill>
          <a:schemeClr val="accent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8B0275A1-4E3E-48B4-BAB9-5760028C2A89}"/>
              </a:ext>
            </a:extLst>
          </p:cNvPr>
          <p:cNvSpPr>
            <a:spLocks noGrp="1"/>
          </p:cNvSpPr>
          <p:nvPr>
            <p:ph type="ctrTitle" hasCustomPrompt="1"/>
          </p:nvPr>
        </p:nvSpPr>
        <p:spPr>
          <a:xfrm>
            <a:off x="5802563" y="1263838"/>
            <a:ext cx="3289049" cy="3022538"/>
          </a:xfrm>
        </p:spPr>
        <p:txBody>
          <a:bodyPr anchor="t" anchorCtr="0"/>
          <a:lstStyle>
            <a:lvl1pPr algn="l">
              <a:defRPr sz="6000" baseline="0">
                <a:solidFill>
                  <a:schemeClr val="bg1"/>
                </a:solidFill>
              </a:defRPr>
            </a:lvl1pPr>
          </a:lstStyle>
          <a:p>
            <a:r>
              <a:rPr lang="en-GB" dirty="0"/>
              <a:t>Title slide text only</a:t>
            </a:r>
            <a:endParaRPr lang="en-US" dirty="0"/>
          </a:p>
        </p:txBody>
      </p:sp>
      <p:sp>
        <p:nvSpPr>
          <p:cNvPr id="10" name="Text Placeholder 3">
            <a:extLst>
              <a:ext uri="{FF2B5EF4-FFF2-40B4-BE49-F238E27FC236}">
                <a16:creationId xmlns:a16="http://schemas.microsoft.com/office/drawing/2014/main" id="{AC1C3988-08A6-4286-B6AA-05D89ED8A651}"/>
              </a:ext>
            </a:extLst>
          </p:cNvPr>
          <p:cNvSpPr>
            <a:spLocks noGrp="1"/>
          </p:cNvSpPr>
          <p:nvPr>
            <p:ph type="body" sz="quarter" idx="11"/>
          </p:nvPr>
        </p:nvSpPr>
        <p:spPr>
          <a:xfrm>
            <a:off x="5802563" y="4701600"/>
            <a:ext cx="3289049" cy="810000"/>
          </a:xfrm>
        </p:spPr>
        <p:txBody>
          <a:bodyPr anchor="b"/>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11" name="Picture Placeholder 2">
            <a:extLst>
              <a:ext uri="{FF2B5EF4-FFF2-40B4-BE49-F238E27FC236}">
                <a16:creationId xmlns:a16="http://schemas.microsoft.com/office/drawing/2014/main" id="{8F0376D9-6560-49E3-9347-981424F2A841}"/>
              </a:ext>
            </a:extLst>
          </p:cNvPr>
          <p:cNvSpPr>
            <a:spLocks noGrp="1"/>
          </p:cNvSpPr>
          <p:nvPr>
            <p:ph type="pic" sz="quarter" idx="12"/>
          </p:nvPr>
        </p:nvSpPr>
        <p:spPr>
          <a:xfrm>
            <a:off x="814388" y="1263838"/>
            <a:ext cx="4354574" cy="3022538"/>
          </a:xfrm>
          <a:solidFill>
            <a:schemeClr val="tx2"/>
          </a:solidFill>
        </p:spPr>
        <p:txBody>
          <a:bodyPr vert="horz" lIns="0" tIns="0" rIns="0" bIns="0" rtlCol="0" anchor="ctr" anchorCtr="0">
            <a:noAutofit/>
          </a:bodyPr>
          <a:lstStyle>
            <a:lvl1pPr>
              <a:defRPr lang="en-US" b="0">
                <a:solidFill>
                  <a:schemeClr val="bg1"/>
                </a:solidFill>
              </a:defRPr>
            </a:lvl1pPr>
          </a:lstStyle>
          <a:p>
            <a:pPr lvl="0" algn="ctr"/>
            <a:r>
              <a:rPr lang="en-US" dirty="0"/>
              <a:t>Click icon to add picture</a:t>
            </a:r>
          </a:p>
        </p:txBody>
      </p:sp>
      <p:pic>
        <p:nvPicPr>
          <p:cNvPr id="7" name="Graphic 6">
            <a:extLst>
              <a:ext uri="{FF2B5EF4-FFF2-40B4-BE49-F238E27FC236}">
                <a16:creationId xmlns:a16="http://schemas.microsoft.com/office/drawing/2014/main" id="{E2053A9A-022B-4522-BBE7-DBE0DBDCC5B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black">
          <a:xfrm>
            <a:off x="5802563" y="313438"/>
            <a:ext cx="786440" cy="316800"/>
          </a:xfrm>
          <a:prstGeom prst="rect">
            <a:avLst/>
          </a:prstGeom>
        </p:spPr>
      </p:pic>
    </p:spTree>
    <p:extLst>
      <p:ext uri="{BB962C8B-B14F-4D97-AF65-F5344CB8AC3E}">
        <p14:creationId xmlns:p14="http://schemas.microsoft.com/office/powerpoint/2010/main" val="888007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Right Vertical Window Image_Cobalt Blue">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5682207-1C67-48E7-903C-2443D4C29A9D}"/>
              </a:ext>
            </a:extLst>
          </p:cNvPr>
          <p:cNvSpPr>
            <a:spLocks noGrp="1"/>
          </p:cNvSpPr>
          <p:nvPr>
            <p:ph type="ctrTitle" hasCustomPrompt="1"/>
          </p:nvPr>
        </p:nvSpPr>
        <p:spPr>
          <a:xfrm>
            <a:off x="814388" y="1263838"/>
            <a:ext cx="4645379" cy="3022538"/>
          </a:xfrm>
        </p:spPr>
        <p:txBody>
          <a:bodyPr anchor="t" anchorCtr="0"/>
          <a:lstStyle>
            <a:lvl1pPr algn="l">
              <a:defRPr sz="6000" baseline="0">
                <a:solidFill>
                  <a:schemeClr val="bg1"/>
                </a:solidFill>
              </a:defRPr>
            </a:lvl1pPr>
          </a:lstStyle>
          <a:p>
            <a:r>
              <a:rPr lang="en-GB" dirty="0"/>
              <a:t>Title slide text only</a:t>
            </a:r>
            <a:endParaRPr lang="en-US" dirty="0"/>
          </a:p>
        </p:txBody>
      </p:sp>
      <p:sp>
        <p:nvSpPr>
          <p:cNvPr id="7" name="Text Placeholder 3">
            <a:extLst>
              <a:ext uri="{FF2B5EF4-FFF2-40B4-BE49-F238E27FC236}">
                <a16:creationId xmlns:a16="http://schemas.microsoft.com/office/drawing/2014/main" id="{16693FA2-0CA2-4E11-B8BD-FECD97D4C7D9}"/>
              </a:ext>
            </a:extLst>
          </p:cNvPr>
          <p:cNvSpPr>
            <a:spLocks noGrp="1"/>
          </p:cNvSpPr>
          <p:nvPr>
            <p:ph type="body" sz="quarter" idx="11"/>
          </p:nvPr>
        </p:nvSpPr>
        <p:spPr>
          <a:xfrm>
            <a:off x="814388" y="4701600"/>
            <a:ext cx="4645379" cy="810000"/>
          </a:xfrm>
        </p:spPr>
        <p:txBody>
          <a:bodyPr anchor="b"/>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8" name="Picture Placeholder 2">
            <a:extLst>
              <a:ext uri="{FF2B5EF4-FFF2-40B4-BE49-F238E27FC236}">
                <a16:creationId xmlns:a16="http://schemas.microsoft.com/office/drawing/2014/main" id="{246D80B7-7732-4A1A-A021-569FBF49B80E}"/>
              </a:ext>
            </a:extLst>
          </p:cNvPr>
          <p:cNvSpPr>
            <a:spLocks noGrp="1"/>
          </p:cNvSpPr>
          <p:nvPr>
            <p:ph type="pic" sz="quarter" idx="12"/>
          </p:nvPr>
        </p:nvSpPr>
        <p:spPr>
          <a:xfrm>
            <a:off x="6082266" y="1263839"/>
            <a:ext cx="3077611" cy="4428048"/>
          </a:xfrm>
          <a:solidFill>
            <a:schemeClr val="tx2"/>
          </a:solidFill>
        </p:spPr>
        <p:txBody>
          <a:bodyPr vert="horz" lIns="0" tIns="0" rIns="0" bIns="0" rtlCol="0" anchor="ctr" anchorCtr="0">
            <a:noAutofit/>
          </a:bodyPr>
          <a:lstStyle>
            <a:lvl1pPr>
              <a:defRPr lang="en-US" b="0">
                <a:solidFill>
                  <a:schemeClr val="bg1"/>
                </a:solidFill>
              </a:defRPr>
            </a:lvl1pPr>
          </a:lstStyle>
          <a:p>
            <a:pPr lvl="0" algn="ctr"/>
            <a:r>
              <a:rPr lang="en-US" dirty="0"/>
              <a:t>Click icon to add picture</a:t>
            </a:r>
          </a:p>
        </p:txBody>
      </p:sp>
      <p:pic>
        <p:nvPicPr>
          <p:cNvPr id="10" name="Graphic 9">
            <a:extLst>
              <a:ext uri="{FF2B5EF4-FFF2-40B4-BE49-F238E27FC236}">
                <a16:creationId xmlns:a16="http://schemas.microsoft.com/office/drawing/2014/main" id="{36F1F091-7277-4EE0-950D-027166DFF98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black">
          <a:xfrm>
            <a:off x="814388" y="313438"/>
            <a:ext cx="786440" cy="316800"/>
          </a:xfrm>
          <a:prstGeom prst="rect">
            <a:avLst/>
          </a:prstGeom>
        </p:spPr>
      </p:pic>
    </p:spTree>
    <p:extLst>
      <p:ext uri="{BB962C8B-B14F-4D97-AF65-F5344CB8AC3E}">
        <p14:creationId xmlns:p14="http://schemas.microsoft.com/office/powerpoint/2010/main" val="23113510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etter two column">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0848611F-CC01-4EDB-9045-9F8F90999B46}"/>
              </a:ext>
            </a:extLst>
          </p:cNvPr>
          <p:cNvSpPr/>
          <p:nvPr userDrawn="1"/>
        </p:nvSpPr>
        <p:spPr>
          <a:xfrm>
            <a:off x="92460" y="6093296"/>
            <a:ext cx="9721080" cy="638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de-DE" sz="900" dirty="0">
              <a:solidFill>
                <a:schemeClr val="bg1"/>
              </a:solidFill>
            </a:endParaRPr>
          </a:p>
        </p:txBody>
      </p:sp>
      <p:sp>
        <p:nvSpPr>
          <p:cNvPr id="26" name="Text Placeholder 24"/>
          <p:cNvSpPr>
            <a:spLocks noGrp="1"/>
          </p:cNvSpPr>
          <p:nvPr>
            <p:ph type="body" sz="quarter" idx="15"/>
          </p:nvPr>
        </p:nvSpPr>
        <p:spPr>
          <a:xfrm>
            <a:off x="488950" y="445724"/>
            <a:ext cx="4370388" cy="365356"/>
          </a:xfrm>
        </p:spPr>
        <p:txBody>
          <a:bodyPr/>
          <a:lstStyle>
            <a:lvl1pPr>
              <a:spcAft>
                <a:spcPts val="300"/>
              </a:spcAft>
              <a:defRPr sz="800"/>
            </a:lvl1pPr>
            <a:lvl2pPr>
              <a:spcAft>
                <a:spcPts val="300"/>
              </a:spcAft>
              <a:defRPr sz="800"/>
            </a:lvl2pPr>
            <a:lvl3pPr>
              <a:spcAft>
                <a:spcPts val="300"/>
              </a:spcAft>
              <a:defRPr sz="800"/>
            </a:lvl3pPr>
            <a:lvl4pPr>
              <a:spcAft>
                <a:spcPts val="300"/>
              </a:spcAft>
              <a:defRPr sz="800"/>
            </a:lvl4pPr>
            <a:lvl5pPr>
              <a:spcAft>
                <a:spcPts val="300"/>
              </a:spcAft>
              <a:defRPr sz="800"/>
            </a:lvl5pPr>
          </a:lstStyle>
          <a:p>
            <a:pPr lvl="0"/>
            <a:r>
              <a:rPr lang="en-US"/>
              <a:t>Click to edit Master text styles</a:t>
            </a:r>
          </a:p>
          <a:p>
            <a:pPr lvl="1"/>
            <a:r>
              <a:rPr lang="en-US"/>
              <a:t>Second level</a:t>
            </a:r>
          </a:p>
        </p:txBody>
      </p:sp>
      <p:sp>
        <p:nvSpPr>
          <p:cNvPr id="19" name="Text Placeholder 8"/>
          <p:cNvSpPr>
            <a:spLocks noGrp="1"/>
          </p:cNvSpPr>
          <p:nvPr>
            <p:ph type="body" sz="quarter" idx="10"/>
          </p:nvPr>
        </p:nvSpPr>
        <p:spPr>
          <a:xfrm>
            <a:off x="488950" y="1422400"/>
            <a:ext cx="4370388" cy="4598987"/>
          </a:xfrm>
        </p:spPr>
        <p:txBody>
          <a:bodyPr/>
          <a:lstStyle>
            <a:lvl1pPr>
              <a:defRPr sz="800"/>
            </a:lvl1pPr>
            <a:lvl2pPr>
              <a:defRPr sz="800"/>
            </a:lvl2pPr>
            <a:lvl3pPr>
              <a:defRPr sz="800"/>
            </a:lvl3pPr>
            <a:lvl4pPr>
              <a:defRPr sz="800"/>
            </a:lvl4pPr>
            <a:lvl5pPr>
              <a:defRPr sz="800"/>
            </a:lvl5pPr>
            <a:lvl6pPr>
              <a:defRPr sz="800"/>
            </a:lvl6pPr>
            <a:lvl7pPr>
              <a:defRPr sz="800"/>
            </a:lvl7pPr>
            <a:lvl8pPr>
              <a:defRPr sz="800"/>
            </a:lvl8pPr>
            <a:lvl9pPr>
              <a:defRPr sz="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24"/>
          <p:cNvSpPr>
            <a:spLocks noGrp="1"/>
          </p:cNvSpPr>
          <p:nvPr>
            <p:ph type="body" sz="quarter" idx="14"/>
          </p:nvPr>
        </p:nvSpPr>
        <p:spPr>
          <a:xfrm>
            <a:off x="5046663" y="445724"/>
            <a:ext cx="4378758" cy="365356"/>
          </a:xfrm>
        </p:spPr>
        <p:txBody>
          <a:bodyPr lIns="0" tIns="0" rIns="0" bIns="0"/>
          <a:lstStyle>
            <a:lvl1pPr>
              <a:spcAft>
                <a:spcPts val="300"/>
              </a:spcAft>
              <a:defRPr sz="800"/>
            </a:lvl1pPr>
            <a:lvl2pPr>
              <a:spcAft>
                <a:spcPts val="300"/>
              </a:spcAft>
              <a:defRPr sz="800"/>
            </a:lvl2pPr>
            <a:lvl3pPr>
              <a:spcAft>
                <a:spcPts val="300"/>
              </a:spcAft>
              <a:defRPr sz="800"/>
            </a:lvl3pPr>
            <a:lvl4pPr>
              <a:spcAft>
                <a:spcPts val="300"/>
              </a:spcAft>
              <a:defRPr sz="800"/>
            </a:lvl4pPr>
            <a:lvl5pPr>
              <a:spcAft>
                <a:spcPts val="300"/>
              </a:spcAft>
              <a:defRPr sz="800"/>
            </a:lvl5pPr>
          </a:lstStyle>
          <a:p>
            <a:pPr lvl="0"/>
            <a:r>
              <a:rPr lang="en-US"/>
              <a:t>Click to edit Master text styles</a:t>
            </a:r>
          </a:p>
          <a:p>
            <a:pPr lvl="1"/>
            <a:r>
              <a:rPr lang="en-US"/>
              <a:t>Second level</a:t>
            </a:r>
          </a:p>
        </p:txBody>
      </p:sp>
      <p:sp>
        <p:nvSpPr>
          <p:cNvPr id="20" name="Text Placeholder 8"/>
          <p:cNvSpPr>
            <a:spLocks noGrp="1"/>
          </p:cNvSpPr>
          <p:nvPr>
            <p:ph type="body" sz="quarter" idx="11"/>
          </p:nvPr>
        </p:nvSpPr>
        <p:spPr>
          <a:xfrm>
            <a:off x="5061064" y="1422400"/>
            <a:ext cx="4355985" cy="4598987"/>
          </a:xfrm>
          <a:ln w="6350">
            <a:noFill/>
          </a:ln>
        </p:spPr>
        <p:txBody>
          <a:bodyPr lIns="0" tIns="0" rIns="0" bIns="0"/>
          <a:lstStyle>
            <a:lvl1pPr>
              <a:defRPr sz="800"/>
            </a:lvl1pPr>
            <a:lvl2pPr>
              <a:defRPr sz="800"/>
            </a:lvl2pPr>
            <a:lvl3pPr>
              <a:defRPr sz="800"/>
            </a:lvl3pPr>
            <a:lvl4pPr>
              <a:defRPr sz="800"/>
            </a:lvl4pPr>
            <a:lvl5pPr>
              <a:defRPr sz="800"/>
            </a:lvl5pPr>
            <a:lvl6pPr>
              <a:defRPr sz="800"/>
            </a:lvl6pPr>
            <a:lvl7pPr>
              <a:defRPr sz="800"/>
            </a:lvl7pPr>
            <a:lvl8pPr>
              <a:defRPr sz="800"/>
            </a:lvl8pPr>
            <a:lvl9pPr>
              <a:defRPr sz="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Shape 8">
            <a:extLst>
              <a:ext uri="{FF2B5EF4-FFF2-40B4-BE49-F238E27FC236}">
                <a16:creationId xmlns:a16="http://schemas.microsoft.com/office/drawing/2014/main" id="{F4B609A8-FE9C-4957-8657-699EDEAE5688}"/>
              </a:ext>
            </a:extLst>
          </p:cNvPr>
          <p:cNvSpPr txBox="1">
            <a:spLocks/>
          </p:cNvSpPr>
          <p:nvPr userDrawn="1"/>
        </p:nvSpPr>
        <p:spPr>
          <a:xfrm>
            <a:off x="9174564" y="6385080"/>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‹Nr.›</a:t>
            </a:fld>
            <a:endParaRPr lang="en-GB" sz="1000" dirty="0">
              <a:solidFill>
                <a:schemeClr val="accent2"/>
              </a:solidFill>
              <a:latin typeface="+mn-lt"/>
              <a:ea typeface="Arial"/>
              <a:cs typeface="Arial" panose="020B0604020202020204" pitchFamily="34" charset="0"/>
            </a:endParaRPr>
          </a:p>
        </p:txBody>
      </p:sp>
      <p:pic>
        <p:nvPicPr>
          <p:cNvPr id="14" name="Graphic 13">
            <a:extLst>
              <a:ext uri="{FF2B5EF4-FFF2-40B4-BE49-F238E27FC236}">
                <a16:creationId xmlns:a16="http://schemas.microsoft.com/office/drawing/2014/main" id="{E4C35C85-F836-41CD-9F06-4BDFAF6BD1E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88950" y="6373386"/>
            <a:ext cx="428967" cy="172800"/>
          </a:xfrm>
          <a:prstGeom prst="rect">
            <a:avLst/>
          </a:prstGeom>
        </p:spPr>
      </p:pic>
      <p:sp>
        <p:nvSpPr>
          <p:cNvPr id="15" name="TextBox 21">
            <a:extLst>
              <a:ext uri="{FF2B5EF4-FFF2-40B4-BE49-F238E27FC236}">
                <a16:creationId xmlns:a16="http://schemas.microsoft.com/office/drawing/2014/main" id="{4BF6DB74-1868-428D-B0D7-8C0186CAA790}"/>
              </a:ext>
            </a:extLst>
          </p:cNvPr>
          <p:cNvSpPr txBox="1"/>
          <p:nvPr userDrawn="1"/>
        </p:nvSpPr>
        <p:spPr>
          <a:xfrm>
            <a:off x="6758406" y="6320118"/>
            <a:ext cx="2448272" cy="370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550" kern="1200" noProof="0" dirty="0">
                <a:solidFill>
                  <a:schemeClr val="bg1">
                    <a:lumMod val="65000"/>
                  </a:schemeClr>
                </a:solidFill>
                <a:latin typeface="+mn-lt"/>
                <a:ea typeface="+mn-ea"/>
                <a:cs typeface="+mn-cs"/>
              </a:rPr>
              <a:t>KPMG AG Wirtschaftsprüfungsgesellschaft, eine Aktiengesellschaft </a:t>
            </a:r>
            <a:br>
              <a:rPr lang="de-DE" sz="550" kern="1200" noProof="0" dirty="0">
                <a:solidFill>
                  <a:schemeClr val="bg1">
                    <a:lumMod val="65000"/>
                  </a:schemeClr>
                </a:solidFill>
                <a:latin typeface="+mn-lt"/>
                <a:ea typeface="+mn-ea"/>
                <a:cs typeface="+mn-cs"/>
              </a:rPr>
            </a:br>
            <a:r>
              <a:rPr lang="de-DE" sz="550" kern="1200" noProof="0" dirty="0">
                <a:solidFill>
                  <a:schemeClr val="bg1">
                    <a:lumMod val="65000"/>
                  </a:schemeClr>
                </a:solidFill>
                <a:latin typeface="+mn-lt"/>
                <a:ea typeface="+mn-ea"/>
                <a:cs typeface="+mn-cs"/>
              </a:rPr>
              <a:t>nach deutschem Recht und ein Mitglied der globalen KPMG-Organisation unabhängiger Mitgliedsfirmen, die KPMG International Limited, einer </a:t>
            </a:r>
            <a:br>
              <a:rPr lang="de-DE" sz="550" kern="1200" noProof="0" dirty="0">
                <a:solidFill>
                  <a:schemeClr val="bg1">
                    <a:lumMod val="65000"/>
                  </a:schemeClr>
                </a:solidFill>
                <a:latin typeface="+mn-lt"/>
                <a:ea typeface="+mn-ea"/>
                <a:cs typeface="+mn-cs"/>
              </a:rPr>
            </a:br>
            <a:r>
              <a:rPr lang="de-DE" sz="550" kern="1200" noProof="0" dirty="0">
                <a:solidFill>
                  <a:schemeClr val="bg1">
                    <a:lumMod val="65000"/>
                  </a:schemeClr>
                </a:solidFill>
                <a:latin typeface="+mn-lt"/>
                <a:ea typeface="+mn-ea"/>
                <a:cs typeface="+mn-cs"/>
              </a:rPr>
              <a:t>Private English Company Limited by Guarantee, angeschlossen sind.</a:t>
            </a:r>
            <a:endParaRPr lang="en-GB" sz="550" kern="1200" noProof="0" dirty="0">
              <a:solidFill>
                <a:schemeClr val="bg1">
                  <a:lumMod val="65000"/>
                </a:schemeClr>
              </a:solidFill>
              <a:latin typeface="+mn-lt"/>
              <a:ea typeface="+mn-ea"/>
              <a:cs typeface="+mn-cs"/>
            </a:endParaRPr>
          </a:p>
        </p:txBody>
      </p:sp>
      <p:sp>
        <p:nvSpPr>
          <p:cNvPr id="21" name="TextBox 29">
            <a:extLst>
              <a:ext uri="{FF2B5EF4-FFF2-40B4-BE49-F238E27FC236}">
                <a16:creationId xmlns:a16="http://schemas.microsoft.com/office/drawing/2014/main" id="{B2B1FD16-3669-43DC-AF52-12622FADB788}"/>
              </a:ext>
            </a:extLst>
          </p:cNvPr>
          <p:cNvSpPr txBox="1"/>
          <p:nvPr userDrawn="1"/>
        </p:nvSpPr>
        <p:spPr>
          <a:xfrm>
            <a:off x="1132526" y="6320118"/>
            <a:ext cx="3075284" cy="370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550" kern="1200" noProof="0" dirty="0">
                <a:solidFill>
                  <a:schemeClr val="bg1">
                    <a:lumMod val="65000"/>
                  </a:schemeClr>
                </a:solidFill>
                <a:latin typeface="+mn-lt"/>
                <a:ea typeface="+mn-ea"/>
                <a:cs typeface="+mn-cs"/>
              </a:rPr>
              <a:t>Aufsichtsratsvorsitzender: Christian Rast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550" kern="1200" noProof="0" dirty="0">
                <a:solidFill>
                  <a:schemeClr val="bg1">
                    <a:lumMod val="65000"/>
                  </a:schemeClr>
                </a:solidFill>
                <a:latin typeface="+mn-lt"/>
                <a:ea typeface="+mn-ea"/>
                <a:cs typeface="+mn-cs"/>
              </a:rPr>
              <a:t>Vorstand: WP StB Klaus Becker (Sprecher), WP StB Boris Schroer (Stellv. Sprecher), </a:t>
            </a:r>
            <a:br>
              <a:rPr lang="en-US" sz="550" kern="1200" noProof="0" dirty="0">
                <a:solidFill>
                  <a:schemeClr val="bg1">
                    <a:lumMod val="65000"/>
                  </a:schemeClr>
                </a:solidFill>
                <a:latin typeface="+mn-lt"/>
                <a:ea typeface="+mn-ea"/>
                <a:cs typeface="+mn-cs"/>
              </a:rPr>
            </a:br>
            <a:r>
              <a:rPr lang="en-US" sz="550" kern="1200" noProof="0" dirty="0">
                <a:solidFill>
                  <a:schemeClr val="bg1">
                    <a:lumMod val="65000"/>
                  </a:schemeClr>
                </a:solidFill>
                <a:latin typeface="+mn-lt"/>
                <a:ea typeface="+mn-ea"/>
                <a:cs typeface="+mn-cs"/>
              </a:rPr>
              <a:t>Dr. Vera-Carina Elter, WP Holger Kneisel, WP StB Sven-Olaf Leitz,</a:t>
            </a:r>
            <a:br>
              <a:rPr lang="en-US" sz="550" kern="1200" noProof="0" dirty="0">
                <a:solidFill>
                  <a:schemeClr val="bg1">
                    <a:lumMod val="65000"/>
                  </a:schemeClr>
                </a:solidFill>
                <a:latin typeface="+mn-lt"/>
                <a:ea typeface="+mn-ea"/>
                <a:cs typeface="+mn-cs"/>
              </a:rPr>
            </a:br>
            <a:r>
              <a:rPr lang="en-US" sz="550" kern="1200" noProof="0" dirty="0">
                <a:solidFill>
                  <a:schemeClr val="bg1">
                    <a:lumMod val="65000"/>
                  </a:schemeClr>
                </a:solidFill>
                <a:latin typeface="+mn-lt"/>
                <a:ea typeface="+mn-ea"/>
                <a:cs typeface="+mn-cs"/>
              </a:rPr>
              <a:t>RA Mathias Oberndörfer, WP Christian Sailer, WP Mattias Schmelzer</a:t>
            </a:r>
          </a:p>
        </p:txBody>
      </p:sp>
      <p:sp>
        <p:nvSpPr>
          <p:cNvPr id="23" name="TextBox 29">
            <a:extLst>
              <a:ext uri="{FF2B5EF4-FFF2-40B4-BE49-F238E27FC236}">
                <a16:creationId xmlns:a16="http://schemas.microsoft.com/office/drawing/2014/main" id="{E0C71431-F602-4BA2-84DB-0156C23A2446}"/>
              </a:ext>
            </a:extLst>
          </p:cNvPr>
          <p:cNvSpPr txBox="1"/>
          <p:nvPr userDrawn="1"/>
        </p:nvSpPr>
        <p:spPr>
          <a:xfrm>
            <a:off x="3841828" y="6320118"/>
            <a:ext cx="2808312" cy="370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550" kern="1200" noProof="0" dirty="0">
                <a:solidFill>
                  <a:schemeClr val="bg1">
                    <a:lumMod val="65000"/>
                  </a:schemeClr>
                </a:solidFill>
                <a:latin typeface="+mn-lt"/>
                <a:ea typeface="+mn-ea"/>
                <a:cs typeface="+mn-cs"/>
              </a:rPr>
              <a:t>Sitz: Berlin, Handelsregister: Charlottenburg (HRB 106191 B),</a:t>
            </a:r>
            <a:r>
              <a:rPr lang="de-DE" sz="550" kern="1200" baseline="0" noProof="0" dirty="0">
                <a:solidFill>
                  <a:schemeClr val="bg1">
                    <a:lumMod val="65000"/>
                  </a:schemeClr>
                </a:solidFill>
                <a:latin typeface="+mn-lt"/>
                <a:ea typeface="+mn-ea"/>
                <a:cs typeface="+mn-cs"/>
              </a:rPr>
              <a:t> </a:t>
            </a:r>
            <a:r>
              <a:rPr lang="de-DE" sz="550" kern="1200" noProof="0" dirty="0">
                <a:solidFill>
                  <a:schemeClr val="bg1">
                    <a:lumMod val="65000"/>
                  </a:schemeClr>
                </a:solidFill>
                <a:latin typeface="+mn-lt"/>
                <a:ea typeface="+mn-ea"/>
                <a:cs typeface="+mn-cs"/>
              </a:rPr>
              <a:t>USt.- IdNr.: DE 814811803</a:t>
            </a:r>
            <a:endParaRPr lang="en-GB" sz="550" kern="1200" noProof="0" dirty="0">
              <a:solidFill>
                <a:schemeClr val="bg1">
                  <a:lumMod val="65000"/>
                </a:schemeClr>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sz="550" kern="1200" noProof="0" dirty="0">
                <a:solidFill>
                  <a:schemeClr val="bg1">
                    <a:lumMod val="65000"/>
                  </a:schemeClr>
                </a:solidFill>
                <a:latin typeface="+mn-lt"/>
                <a:ea typeface="+mn-ea"/>
                <a:cs typeface="+mn-cs"/>
              </a:rPr>
              <a:t>Bankverbindung: Deutsche Bank AG, Berlin, </a:t>
            </a:r>
            <a:br>
              <a:rPr lang="de-DE" sz="550" kern="1200" noProof="0" dirty="0">
                <a:solidFill>
                  <a:schemeClr val="bg1">
                    <a:lumMod val="65000"/>
                  </a:schemeClr>
                </a:solidFill>
                <a:latin typeface="+mn-lt"/>
                <a:ea typeface="+mn-ea"/>
                <a:cs typeface="+mn-cs"/>
              </a:rPr>
            </a:br>
            <a:r>
              <a:rPr lang="de-DE" sz="550" kern="1200" noProof="0" dirty="0">
                <a:solidFill>
                  <a:schemeClr val="bg1">
                    <a:lumMod val="65000"/>
                  </a:schemeClr>
                </a:solidFill>
                <a:latin typeface="+mn-lt"/>
                <a:ea typeface="+mn-ea"/>
                <a:cs typeface="+mn-cs"/>
              </a:rPr>
              <a:t>IBAN: DE98100700000239338700, BIC: DEUTDEBB</a:t>
            </a:r>
            <a:br>
              <a:rPr lang="de-DE" sz="550" kern="1200" noProof="0" dirty="0">
                <a:solidFill>
                  <a:schemeClr val="bg1">
                    <a:lumMod val="65000"/>
                  </a:schemeClr>
                </a:solidFill>
                <a:latin typeface="+mn-lt"/>
                <a:ea typeface="+mn-ea"/>
                <a:cs typeface="+mn-cs"/>
              </a:rPr>
            </a:br>
            <a:r>
              <a:rPr lang="de-DE" sz="550" kern="1200" noProof="0" dirty="0">
                <a:solidFill>
                  <a:schemeClr val="bg1">
                    <a:lumMod val="65000"/>
                  </a:schemeClr>
                </a:solidFill>
                <a:latin typeface="+mn-lt"/>
                <a:ea typeface="+mn-ea"/>
                <a:cs typeface="+mn-cs"/>
              </a:rPr>
              <a:t>Zertifiziert nach DIN EN ISO 9001, ISO / IEC 27001 und DIN EN ISO 14001</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600" kern="1200" noProof="0" dirty="0">
              <a:solidFill>
                <a:schemeClr val="bg1">
                  <a:lumMod val="65000"/>
                </a:schemeClr>
              </a:solidFill>
              <a:latin typeface="+mn-lt"/>
              <a:ea typeface="+mn-ea"/>
              <a:cs typeface="+mn-cs"/>
            </a:endParaRPr>
          </a:p>
        </p:txBody>
      </p:sp>
    </p:spTree>
    <p:extLst>
      <p:ext uri="{BB962C8B-B14F-4D97-AF65-F5344CB8AC3E}">
        <p14:creationId xmlns:p14="http://schemas.microsoft.com/office/powerpoint/2010/main" val="3584040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etter two column Englisch">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8C594D0B-4364-44E2-9D5B-C7EA6EB4AE93}"/>
              </a:ext>
            </a:extLst>
          </p:cNvPr>
          <p:cNvSpPr/>
          <p:nvPr userDrawn="1"/>
        </p:nvSpPr>
        <p:spPr>
          <a:xfrm>
            <a:off x="92460" y="6093296"/>
            <a:ext cx="9721080" cy="638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de-DE" sz="900" dirty="0">
              <a:solidFill>
                <a:schemeClr val="bg1"/>
              </a:solidFill>
            </a:endParaRPr>
          </a:p>
        </p:txBody>
      </p:sp>
      <p:sp>
        <p:nvSpPr>
          <p:cNvPr id="26" name="Text Placeholder 24"/>
          <p:cNvSpPr>
            <a:spLocks noGrp="1"/>
          </p:cNvSpPr>
          <p:nvPr>
            <p:ph type="body" sz="quarter" idx="15"/>
          </p:nvPr>
        </p:nvSpPr>
        <p:spPr>
          <a:xfrm>
            <a:off x="488950" y="445724"/>
            <a:ext cx="4370388" cy="365356"/>
          </a:xfrm>
        </p:spPr>
        <p:txBody>
          <a:bodyPr/>
          <a:lstStyle>
            <a:lvl1pPr>
              <a:spcAft>
                <a:spcPts val="300"/>
              </a:spcAft>
              <a:defRPr sz="800"/>
            </a:lvl1pPr>
            <a:lvl2pPr>
              <a:spcAft>
                <a:spcPts val="300"/>
              </a:spcAft>
              <a:defRPr sz="800"/>
            </a:lvl2pPr>
            <a:lvl3pPr>
              <a:spcAft>
                <a:spcPts val="300"/>
              </a:spcAft>
              <a:defRPr sz="800"/>
            </a:lvl3pPr>
            <a:lvl4pPr>
              <a:spcAft>
                <a:spcPts val="300"/>
              </a:spcAft>
              <a:defRPr sz="800"/>
            </a:lvl4pPr>
            <a:lvl5pPr>
              <a:spcAft>
                <a:spcPts val="300"/>
              </a:spcAft>
              <a:defRPr sz="800"/>
            </a:lvl5pPr>
          </a:lstStyle>
          <a:p>
            <a:pPr lvl="0"/>
            <a:r>
              <a:rPr lang="en-US"/>
              <a:t>Click to edit Master text styles</a:t>
            </a:r>
          </a:p>
          <a:p>
            <a:pPr lvl="1"/>
            <a:r>
              <a:rPr lang="en-US"/>
              <a:t>Second level</a:t>
            </a:r>
          </a:p>
        </p:txBody>
      </p:sp>
      <p:sp>
        <p:nvSpPr>
          <p:cNvPr id="19" name="Text Placeholder 8"/>
          <p:cNvSpPr>
            <a:spLocks noGrp="1"/>
          </p:cNvSpPr>
          <p:nvPr>
            <p:ph type="body" sz="quarter" idx="10"/>
          </p:nvPr>
        </p:nvSpPr>
        <p:spPr>
          <a:xfrm>
            <a:off x="488950" y="1422400"/>
            <a:ext cx="4370388" cy="4598987"/>
          </a:xfrm>
        </p:spPr>
        <p:txBody>
          <a:bodyPr/>
          <a:lstStyle>
            <a:lvl1pPr>
              <a:defRPr sz="800"/>
            </a:lvl1pPr>
            <a:lvl2pPr>
              <a:defRPr sz="800"/>
            </a:lvl2pPr>
            <a:lvl3pPr>
              <a:defRPr sz="800"/>
            </a:lvl3pPr>
            <a:lvl4pPr>
              <a:defRPr sz="800"/>
            </a:lvl4pPr>
            <a:lvl5pPr>
              <a:defRPr sz="800"/>
            </a:lvl5pPr>
            <a:lvl6pPr>
              <a:defRPr sz="800"/>
            </a:lvl6pPr>
            <a:lvl7pPr>
              <a:defRPr sz="800"/>
            </a:lvl7pPr>
            <a:lvl8pPr>
              <a:defRPr sz="800"/>
            </a:lvl8pPr>
            <a:lvl9pPr>
              <a:defRPr sz="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24"/>
          <p:cNvSpPr>
            <a:spLocks noGrp="1"/>
          </p:cNvSpPr>
          <p:nvPr>
            <p:ph type="body" sz="quarter" idx="14"/>
          </p:nvPr>
        </p:nvSpPr>
        <p:spPr>
          <a:xfrm>
            <a:off x="5046663" y="445724"/>
            <a:ext cx="4378758" cy="365356"/>
          </a:xfrm>
        </p:spPr>
        <p:txBody>
          <a:bodyPr lIns="0" tIns="0" rIns="0" bIns="0"/>
          <a:lstStyle>
            <a:lvl1pPr>
              <a:spcAft>
                <a:spcPts val="300"/>
              </a:spcAft>
              <a:defRPr sz="800"/>
            </a:lvl1pPr>
            <a:lvl2pPr>
              <a:spcAft>
                <a:spcPts val="300"/>
              </a:spcAft>
              <a:defRPr sz="800"/>
            </a:lvl2pPr>
            <a:lvl3pPr>
              <a:spcAft>
                <a:spcPts val="300"/>
              </a:spcAft>
              <a:defRPr sz="800"/>
            </a:lvl3pPr>
            <a:lvl4pPr>
              <a:spcAft>
                <a:spcPts val="300"/>
              </a:spcAft>
              <a:defRPr sz="800"/>
            </a:lvl4pPr>
            <a:lvl5pPr>
              <a:spcAft>
                <a:spcPts val="300"/>
              </a:spcAft>
              <a:defRPr sz="800"/>
            </a:lvl5pPr>
          </a:lstStyle>
          <a:p>
            <a:pPr lvl="0"/>
            <a:r>
              <a:rPr lang="en-US"/>
              <a:t>Click to edit Master text styles</a:t>
            </a:r>
          </a:p>
          <a:p>
            <a:pPr lvl="1"/>
            <a:r>
              <a:rPr lang="en-US"/>
              <a:t>Second level</a:t>
            </a:r>
          </a:p>
        </p:txBody>
      </p:sp>
      <p:sp>
        <p:nvSpPr>
          <p:cNvPr id="20" name="Text Placeholder 8"/>
          <p:cNvSpPr>
            <a:spLocks noGrp="1"/>
          </p:cNvSpPr>
          <p:nvPr>
            <p:ph type="body" sz="quarter" idx="11"/>
          </p:nvPr>
        </p:nvSpPr>
        <p:spPr>
          <a:xfrm>
            <a:off x="5061064" y="1422400"/>
            <a:ext cx="4355985" cy="4598987"/>
          </a:xfrm>
          <a:ln w="6350">
            <a:noFill/>
          </a:ln>
        </p:spPr>
        <p:txBody>
          <a:bodyPr lIns="0" tIns="0" rIns="0" bIns="0"/>
          <a:lstStyle>
            <a:lvl1pPr>
              <a:defRPr sz="800"/>
            </a:lvl1pPr>
            <a:lvl2pPr>
              <a:defRPr sz="800"/>
            </a:lvl2pPr>
            <a:lvl3pPr>
              <a:defRPr sz="800"/>
            </a:lvl3pPr>
            <a:lvl4pPr>
              <a:defRPr sz="800"/>
            </a:lvl4pPr>
            <a:lvl5pPr>
              <a:defRPr sz="800"/>
            </a:lvl5pPr>
            <a:lvl6pPr>
              <a:defRPr sz="800"/>
            </a:lvl6pPr>
            <a:lvl7pPr>
              <a:defRPr sz="800"/>
            </a:lvl7pPr>
            <a:lvl8pPr>
              <a:defRPr sz="800"/>
            </a:lvl8pPr>
            <a:lvl9pPr>
              <a:defRPr sz="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Shape 8">
            <a:extLst>
              <a:ext uri="{FF2B5EF4-FFF2-40B4-BE49-F238E27FC236}">
                <a16:creationId xmlns:a16="http://schemas.microsoft.com/office/drawing/2014/main" id="{F4B609A8-FE9C-4957-8657-699EDEAE5688}"/>
              </a:ext>
            </a:extLst>
          </p:cNvPr>
          <p:cNvSpPr txBox="1">
            <a:spLocks/>
          </p:cNvSpPr>
          <p:nvPr userDrawn="1"/>
        </p:nvSpPr>
        <p:spPr>
          <a:xfrm>
            <a:off x="9174564" y="6385080"/>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‹Nr.›</a:t>
            </a:fld>
            <a:endParaRPr lang="en-GB" sz="1000" dirty="0">
              <a:solidFill>
                <a:schemeClr val="accent2"/>
              </a:solidFill>
              <a:latin typeface="+mn-lt"/>
              <a:ea typeface="Arial"/>
              <a:cs typeface="Arial" panose="020B0604020202020204" pitchFamily="34" charset="0"/>
            </a:endParaRPr>
          </a:p>
        </p:txBody>
      </p:sp>
      <p:pic>
        <p:nvPicPr>
          <p:cNvPr id="14" name="Graphic 13">
            <a:extLst>
              <a:ext uri="{FF2B5EF4-FFF2-40B4-BE49-F238E27FC236}">
                <a16:creationId xmlns:a16="http://schemas.microsoft.com/office/drawing/2014/main" id="{E4C35C85-F836-41CD-9F06-4BDFAF6BD1E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88950" y="6373386"/>
            <a:ext cx="428967" cy="172800"/>
          </a:xfrm>
          <a:prstGeom prst="rect">
            <a:avLst/>
          </a:prstGeom>
        </p:spPr>
      </p:pic>
      <p:sp>
        <p:nvSpPr>
          <p:cNvPr id="12" name="TextBox 21">
            <a:extLst>
              <a:ext uri="{FF2B5EF4-FFF2-40B4-BE49-F238E27FC236}">
                <a16:creationId xmlns:a16="http://schemas.microsoft.com/office/drawing/2014/main" id="{30251094-C496-44C9-B8C1-95F0BBDAC6D2}"/>
              </a:ext>
            </a:extLst>
          </p:cNvPr>
          <p:cNvSpPr txBox="1"/>
          <p:nvPr userDrawn="1"/>
        </p:nvSpPr>
        <p:spPr>
          <a:xfrm>
            <a:off x="6924339" y="6320118"/>
            <a:ext cx="2004635" cy="370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550" kern="1200" noProof="0" dirty="0">
                <a:solidFill>
                  <a:schemeClr val="bg1">
                    <a:lumMod val="65000"/>
                  </a:schemeClr>
                </a:solidFill>
                <a:latin typeface="+mn-lt"/>
                <a:ea typeface="+mn-ea"/>
                <a:cs typeface="+mn-cs"/>
              </a:rPr>
              <a:t>KPMG AG Wirtschaftsprüfungsgesellschaft, a corporation under German law and a member firm of the KPMG global organization of independent member firms affiliated with KPMG International Limited, a private English company limited by guarantee.</a:t>
            </a:r>
            <a:endParaRPr lang="en-GB" sz="550" kern="1200" noProof="0" dirty="0">
              <a:solidFill>
                <a:schemeClr val="bg1">
                  <a:lumMod val="65000"/>
                </a:schemeClr>
              </a:solidFill>
              <a:latin typeface="+mn-lt"/>
              <a:ea typeface="+mn-ea"/>
              <a:cs typeface="+mn-cs"/>
            </a:endParaRPr>
          </a:p>
        </p:txBody>
      </p:sp>
      <p:sp>
        <p:nvSpPr>
          <p:cNvPr id="16" name="TextBox 29">
            <a:extLst>
              <a:ext uri="{FF2B5EF4-FFF2-40B4-BE49-F238E27FC236}">
                <a16:creationId xmlns:a16="http://schemas.microsoft.com/office/drawing/2014/main" id="{270DDE29-1D89-4E32-AE91-42A3B18B69A7}"/>
              </a:ext>
            </a:extLst>
          </p:cNvPr>
          <p:cNvSpPr txBox="1"/>
          <p:nvPr userDrawn="1"/>
        </p:nvSpPr>
        <p:spPr>
          <a:xfrm>
            <a:off x="1132526" y="6320118"/>
            <a:ext cx="3075284" cy="370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550" kern="1200" noProof="0" dirty="0">
                <a:solidFill>
                  <a:schemeClr val="bg1">
                    <a:lumMod val="65000"/>
                  </a:schemeClr>
                </a:solidFill>
                <a:latin typeface="+mn-lt"/>
                <a:ea typeface="+mn-ea"/>
                <a:cs typeface="+mn-cs"/>
              </a:rPr>
              <a:t>Chairman of the Supervisory Board: Christian Rast</a:t>
            </a:r>
            <a:br>
              <a:rPr lang="en-US" sz="550" kern="1200" noProof="0" dirty="0">
                <a:solidFill>
                  <a:schemeClr val="bg1">
                    <a:lumMod val="65000"/>
                  </a:schemeClr>
                </a:solidFill>
                <a:latin typeface="+mn-lt"/>
                <a:ea typeface="+mn-ea"/>
                <a:cs typeface="+mn-cs"/>
              </a:rPr>
            </a:br>
            <a:r>
              <a:rPr lang="en-US" sz="550" kern="1200" noProof="0" dirty="0">
                <a:solidFill>
                  <a:schemeClr val="bg1">
                    <a:lumMod val="65000"/>
                  </a:schemeClr>
                </a:solidFill>
                <a:latin typeface="+mn-lt"/>
                <a:ea typeface="+mn-ea"/>
                <a:cs typeface="+mn-cs"/>
              </a:rPr>
              <a:t>Board Members: WP StB Klaus Becker (Speaker), WP StB Boris Schroer (Deputy Speaker), </a:t>
            </a:r>
            <a:br>
              <a:rPr lang="en-US" sz="550" kern="1200" noProof="0" dirty="0">
                <a:solidFill>
                  <a:schemeClr val="bg1">
                    <a:lumMod val="65000"/>
                  </a:schemeClr>
                </a:solidFill>
                <a:latin typeface="+mn-lt"/>
                <a:ea typeface="+mn-ea"/>
                <a:cs typeface="+mn-cs"/>
              </a:rPr>
            </a:br>
            <a:r>
              <a:rPr lang="en-US" sz="550" kern="1200" noProof="0" dirty="0">
                <a:solidFill>
                  <a:schemeClr val="bg1">
                    <a:lumMod val="65000"/>
                  </a:schemeClr>
                </a:solidFill>
                <a:latin typeface="+mn-lt"/>
                <a:ea typeface="+mn-ea"/>
                <a:cs typeface="+mn-cs"/>
              </a:rPr>
              <a:t>Dr. Vera-Carina Elter, WP Holger Kneisel, WP StB Sven-Olaf Leitz, </a:t>
            </a:r>
            <a:br>
              <a:rPr lang="en-US" sz="550" kern="1200" noProof="0" dirty="0">
                <a:solidFill>
                  <a:schemeClr val="bg1">
                    <a:lumMod val="65000"/>
                  </a:schemeClr>
                </a:solidFill>
                <a:latin typeface="+mn-lt"/>
                <a:ea typeface="+mn-ea"/>
                <a:cs typeface="+mn-cs"/>
              </a:rPr>
            </a:br>
            <a:r>
              <a:rPr lang="en-US" sz="550" kern="1200" noProof="0" dirty="0">
                <a:solidFill>
                  <a:schemeClr val="bg1">
                    <a:lumMod val="65000"/>
                  </a:schemeClr>
                </a:solidFill>
                <a:latin typeface="+mn-lt"/>
                <a:ea typeface="+mn-ea"/>
                <a:cs typeface="+mn-cs"/>
              </a:rPr>
              <a:t>RA Mathias Oberndörfer, WP Christian Sailer, WP Mattias Schmelzer</a:t>
            </a:r>
          </a:p>
        </p:txBody>
      </p:sp>
      <p:sp>
        <p:nvSpPr>
          <p:cNvPr id="17" name="TextBox 29">
            <a:extLst>
              <a:ext uri="{FF2B5EF4-FFF2-40B4-BE49-F238E27FC236}">
                <a16:creationId xmlns:a16="http://schemas.microsoft.com/office/drawing/2014/main" id="{AB73CE60-5FCA-4DE8-B32F-81EF112D2AA2}"/>
              </a:ext>
            </a:extLst>
          </p:cNvPr>
          <p:cNvSpPr txBox="1"/>
          <p:nvPr userDrawn="1"/>
        </p:nvSpPr>
        <p:spPr>
          <a:xfrm>
            <a:off x="4055563" y="6320118"/>
            <a:ext cx="2808312" cy="370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550" kern="1200" noProof="0" dirty="0">
                <a:solidFill>
                  <a:schemeClr val="bg1">
                    <a:lumMod val="65000"/>
                  </a:schemeClr>
                </a:solidFill>
                <a:latin typeface="+mn-lt"/>
                <a:ea typeface="+mn-ea"/>
                <a:cs typeface="+mn-cs"/>
              </a:rPr>
              <a:t>Place of Business: Berlin; Commercial Register: Charlottenburg (HRB 106191 B); </a:t>
            </a:r>
            <a:br>
              <a:rPr lang="en-US" sz="550" kern="1200" noProof="0" dirty="0">
                <a:solidFill>
                  <a:schemeClr val="bg1">
                    <a:lumMod val="65000"/>
                  </a:schemeClr>
                </a:solidFill>
                <a:latin typeface="+mn-lt"/>
                <a:ea typeface="+mn-ea"/>
                <a:cs typeface="+mn-cs"/>
              </a:rPr>
            </a:br>
            <a:r>
              <a:rPr lang="en-US" sz="550" kern="1200" noProof="0" dirty="0">
                <a:solidFill>
                  <a:schemeClr val="bg1">
                    <a:lumMod val="65000"/>
                  </a:schemeClr>
                </a:solidFill>
                <a:latin typeface="+mn-lt"/>
                <a:ea typeface="+mn-ea"/>
                <a:cs typeface="+mn-cs"/>
              </a:rPr>
              <a:t>VAT Registration No: DE 814811803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550" kern="1200" noProof="0" dirty="0">
                <a:solidFill>
                  <a:schemeClr val="bg1">
                    <a:lumMod val="65000"/>
                  </a:schemeClr>
                </a:solidFill>
                <a:latin typeface="+mn-lt"/>
                <a:ea typeface="+mn-ea"/>
                <a:cs typeface="+mn-cs"/>
              </a:rPr>
              <a:t>Bank Details: Deutsche Bank AG, IBAN DE98 1007 0000 0239 3387 00, BIC DEUTDEBB</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550" kern="1200" noProof="0" dirty="0">
                <a:solidFill>
                  <a:schemeClr val="bg1">
                    <a:lumMod val="65000"/>
                  </a:schemeClr>
                </a:solidFill>
                <a:latin typeface="+mn-lt"/>
                <a:ea typeface="+mn-ea"/>
                <a:cs typeface="+mn-cs"/>
              </a:rPr>
              <a:t>Certified to DIN EN ISO 9001, ISO/IEC 27001 and DIN EN ISO 14001</a:t>
            </a:r>
            <a:endParaRPr lang="de-DE" sz="600" kern="1200" noProof="0" dirty="0">
              <a:solidFill>
                <a:schemeClr val="bg1">
                  <a:lumMod val="65000"/>
                </a:schemeClr>
              </a:solidFill>
              <a:latin typeface="+mn-lt"/>
              <a:ea typeface="+mn-ea"/>
              <a:cs typeface="+mn-cs"/>
            </a:endParaRPr>
          </a:p>
        </p:txBody>
      </p:sp>
    </p:spTree>
    <p:extLst>
      <p:ext uri="{BB962C8B-B14F-4D97-AF65-F5344CB8AC3E}">
        <p14:creationId xmlns:p14="http://schemas.microsoft.com/office/powerpoint/2010/main" val="1516640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etter continuation">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A8AE6AE5-6D52-4101-9E66-E00DAD0158DA}"/>
              </a:ext>
            </a:extLst>
          </p:cNvPr>
          <p:cNvSpPr/>
          <p:nvPr userDrawn="1"/>
        </p:nvSpPr>
        <p:spPr>
          <a:xfrm>
            <a:off x="92460" y="6093296"/>
            <a:ext cx="9721080" cy="638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de-DE" sz="900" dirty="0">
              <a:solidFill>
                <a:schemeClr val="bg1"/>
              </a:solidFill>
            </a:endParaRPr>
          </a:p>
        </p:txBody>
      </p:sp>
      <p:sp>
        <p:nvSpPr>
          <p:cNvPr id="26" name="Text Placeholder 24"/>
          <p:cNvSpPr>
            <a:spLocks noGrp="1"/>
          </p:cNvSpPr>
          <p:nvPr>
            <p:ph type="body" sz="quarter" idx="15"/>
          </p:nvPr>
        </p:nvSpPr>
        <p:spPr>
          <a:xfrm>
            <a:off x="488950" y="1422400"/>
            <a:ext cx="4370388" cy="365356"/>
          </a:xfrm>
        </p:spPr>
        <p:txBody>
          <a:bodyPr/>
          <a:lstStyle>
            <a:lvl1pPr>
              <a:spcAft>
                <a:spcPts val="300"/>
              </a:spcAft>
              <a:defRPr sz="800"/>
            </a:lvl1pPr>
            <a:lvl2pPr>
              <a:spcAft>
                <a:spcPts val="300"/>
              </a:spcAft>
              <a:defRPr sz="800"/>
            </a:lvl2pPr>
            <a:lvl3pPr>
              <a:spcAft>
                <a:spcPts val="300"/>
              </a:spcAft>
              <a:defRPr sz="800"/>
            </a:lvl3pPr>
            <a:lvl4pPr>
              <a:spcAft>
                <a:spcPts val="300"/>
              </a:spcAft>
              <a:defRPr sz="800"/>
            </a:lvl4pPr>
            <a:lvl5pPr>
              <a:spcAft>
                <a:spcPts val="300"/>
              </a:spcAft>
              <a:defRPr sz="800"/>
            </a:lvl5pPr>
          </a:lstStyle>
          <a:p>
            <a:pPr lvl="0"/>
            <a:r>
              <a:rPr lang="en-US"/>
              <a:t>Click to edit Master text styles</a:t>
            </a:r>
          </a:p>
          <a:p>
            <a:pPr lvl="1"/>
            <a:r>
              <a:rPr lang="en-US"/>
              <a:t>Second level</a:t>
            </a:r>
          </a:p>
        </p:txBody>
      </p:sp>
      <p:sp>
        <p:nvSpPr>
          <p:cNvPr id="19" name="Text Placeholder 8"/>
          <p:cNvSpPr>
            <a:spLocks noGrp="1"/>
          </p:cNvSpPr>
          <p:nvPr>
            <p:ph type="body" sz="quarter" idx="10"/>
          </p:nvPr>
        </p:nvSpPr>
        <p:spPr>
          <a:xfrm>
            <a:off x="488950" y="2485748"/>
            <a:ext cx="4370388" cy="3535639"/>
          </a:xfrm>
        </p:spPr>
        <p:txBody>
          <a:bodyPr/>
          <a:lstStyle>
            <a:lvl1pPr>
              <a:defRPr sz="800"/>
            </a:lvl1pPr>
            <a:lvl2pPr>
              <a:defRPr sz="800"/>
            </a:lvl2pPr>
            <a:lvl3pPr>
              <a:defRPr sz="800"/>
            </a:lvl3pPr>
            <a:lvl4pPr>
              <a:defRPr sz="800"/>
            </a:lvl4pPr>
            <a:lvl5pPr>
              <a:defRPr sz="800"/>
            </a:lvl5pPr>
            <a:lvl6pPr>
              <a:defRPr sz="800"/>
            </a:lvl6pPr>
            <a:lvl7pPr>
              <a:defRPr sz="800"/>
            </a:lvl7pPr>
            <a:lvl8pPr>
              <a:defRPr sz="800"/>
            </a:lvl8pPr>
            <a:lvl9pPr>
              <a:defRPr sz="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24"/>
          <p:cNvSpPr>
            <a:spLocks noGrp="1"/>
          </p:cNvSpPr>
          <p:nvPr>
            <p:ph type="body" sz="quarter" idx="14"/>
          </p:nvPr>
        </p:nvSpPr>
        <p:spPr>
          <a:xfrm>
            <a:off x="5046663" y="1422400"/>
            <a:ext cx="4378758" cy="365356"/>
          </a:xfrm>
        </p:spPr>
        <p:txBody>
          <a:bodyPr lIns="0" tIns="0" rIns="0" bIns="0"/>
          <a:lstStyle>
            <a:lvl1pPr>
              <a:spcAft>
                <a:spcPts val="300"/>
              </a:spcAft>
              <a:defRPr sz="800"/>
            </a:lvl1pPr>
            <a:lvl2pPr>
              <a:spcAft>
                <a:spcPts val="300"/>
              </a:spcAft>
              <a:defRPr sz="800"/>
            </a:lvl2pPr>
            <a:lvl3pPr>
              <a:spcAft>
                <a:spcPts val="300"/>
              </a:spcAft>
              <a:defRPr sz="800"/>
            </a:lvl3pPr>
            <a:lvl4pPr>
              <a:spcAft>
                <a:spcPts val="300"/>
              </a:spcAft>
              <a:defRPr sz="800"/>
            </a:lvl4pPr>
            <a:lvl5pPr>
              <a:spcAft>
                <a:spcPts val="300"/>
              </a:spcAft>
              <a:defRPr sz="800"/>
            </a:lvl5pPr>
          </a:lstStyle>
          <a:p>
            <a:pPr lvl="0"/>
            <a:r>
              <a:rPr lang="en-US"/>
              <a:t>Click to edit Master text styles</a:t>
            </a:r>
          </a:p>
          <a:p>
            <a:pPr lvl="1"/>
            <a:r>
              <a:rPr lang="en-US"/>
              <a:t>Second level</a:t>
            </a:r>
          </a:p>
        </p:txBody>
      </p:sp>
      <p:sp>
        <p:nvSpPr>
          <p:cNvPr id="20" name="Text Placeholder 8"/>
          <p:cNvSpPr>
            <a:spLocks noGrp="1"/>
          </p:cNvSpPr>
          <p:nvPr>
            <p:ph type="body" sz="quarter" idx="11"/>
          </p:nvPr>
        </p:nvSpPr>
        <p:spPr>
          <a:xfrm>
            <a:off x="5061064" y="2485748"/>
            <a:ext cx="4355985" cy="3535639"/>
          </a:xfrm>
          <a:ln w="6350">
            <a:noFill/>
          </a:ln>
        </p:spPr>
        <p:txBody>
          <a:bodyPr lIns="0" tIns="0" rIns="0" bIns="0"/>
          <a:lstStyle>
            <a:lvl1pPr>
              <a:defRPr sz="800"/>
            </a:lvl1pPr>
            <a:lvl2pPr>
              <a:defRPr sz="800"/>
            </a:lvl2pPr>
            <a:lvl3pPr>
              <a:defRPr sz="800"/>
            </a:lvl3pPr>
            <a:lvl4pPr>
              <a:defRPr sz="800"/>
            </a:lvl4pPr>
            <a:lvl5pPr>
              <a:defRPr sz="800"/>
            </a:lvl5pPr>
            <a:lvl6pPr>
              <a:defRPr sz="800"/>
            </a:lvl6pPr>
            <a:lvl7pPr>
              <a:defRPr sz="800"/>
            </a:lvl7pPr>
            <a:lvl8pPr>
              <a:defRPr sz="800"/>
            </a:lvl8pPr>
            <a:lvl9pPr>
              <a:defRPr sz="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Shape 8">
            <a:extLst>
              <a:ext uri="{FF2B5EF4-FFF2-40B4-BE49-F238E27FC236}">
                <a16:creationId xmlns:a16="http://schemas.microsoft.com/office/drawing/2014/main" id="{BDCC226A-B575-492B-8A20-EB7979A1D9F9}"/>
              </a:ext>
            </a:extLst>
          </p:cNvPr>
          <p:cNvSpPr txBox="1">
            <a:spLocks/>
          </p:cNvSpPr>
          <p:nvPr userDrawn="1"/>
        </p:nvSpPr>
        <p:spPr>
          <a:xfrm>
            <a:off x="9174564" y="6385080"/>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‹Nr.›</a:t>
            </a:fld>
            <a:endParaRPr lang="en-GB" sz="1000" dirty="0">
              <a:solidFill>
                <a:schemeClr val="accent2"/>
              </a:solidFill>
              <a:latin typeface="+mn-lt"/>
              <a:ea typeface="Arial"/>
              <a:cs typeface="Arial" panose="020B0604020202020204" pitchFamily="34" charset="0"/>
            </a:endParaRPr>
          </a:p>
        </p:txBody>
      </p:sp>
      <p:pic>
        <p:nvPicPr>
          <p:cNvPr id="14" name="Graphic 13">
            <a:extLst>
              <a:ext uri="{FF2B5EF4-FFF2-40B4-BE49-F238E27FC236}">
                <a16:creationId xmlns:a16="http://schemas.microsoft.com/office/drawing/2014/main" id="{6845F1DA-7CC1-4454-8753-164082DB98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88950" y="6373386"/>
            <a:ext cx="428967" cy="172800"/>
          </a:xfrm>
          <a:prstGeom prst="rect">
            <a:avLst/>
          </a:prstGeom>
        </p:spPr>
      </p:pic>
      <p:sp>
        <p:nvSpPr>
          <p:cNvPr id="12" name="TextBox 21">
            <a:extLst>
              <a:ext uri="{FF2B5EF4-FFF2-40B4-BE49-F238E27FC236}">
                <a16:creationId xmlns:a16="http://schemas.microsoft.com/office/drawing/2014/main" id="{C5DCA9D8-4901-496A-B5A7-F7979B2EE7BB}"/>
              </a:ext>
            </a:extLst>
          </p:cNvPr>
          <p:cNvSpPr txBox="1"/>
          <p:nvPr userDrawn="1"/>
        </p:nvSpPr>
        <p:spPr>
          <a:xfrm>
            <a:off x="6758406" y="6320118"/>
            <a:ext cx="2448272" cy="370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550" kern="1200" noProof="0" dirty="0">
                <a:solidFill>
                  <a:schemeClr val="bg1">
                    <a:lumMod val="65000"/>
                  </a:schemeClr>
                </a:solidFill>
                <a:latin typeface="+mn-lt"/>
                <a:ea typeface="+mn-ea"/>
                <a:cs typeface="+mn-cs"/>
              </a:rPr>
              <a:t>KPMG AG Wirtschaftsprüfungsgesellschaft, eine Aktiengesellschaft </a:t>
            </a:r>
            <a:br>
              <a:rPr lang="de-DE" sz="550" kern="1200" noProof="0" dirty="0">
                <a:solidFill>
                  <a:schemeClr val="bg1">
                    <a:lumMod val="65000"/>
                  </a:schemeClr>
                </a:solidFill>
                <a:latin typeface="+mn-lt"/>
                <a:ea typeface="+mn-ea"/>
                <a:cs typeface="+mn-cs"/>
              </a:rPr>
            </a:br>
            <a:r>
              <a:rPr lang="de-DE" sz="550" kern="1200" noProof="0" dirty="0">
                <a:solidFill>
                  <a:schemeClr val="bg1">
                    <a:lumMod val="65000"/>
                  </a:schemeClr>
                </a:solidFill>
                <a:latin typeface="+mn-lt"/>
                <a:ea typeface="+mn-ea"/>
                <a:cs typeface="+mn-cs"/>
              </a:rPr>
              <a:t>nach deutschem Recht und ein Mitglied der globalen KPMG-Organisation unabhängiger Mitgliedsfirmen, die KPMG International Limited, einer </a:t>
            </a:r>
            <a:br>
              <a:rPr lang="de-DE" sz="550" kern="1200" noProof="0" dirty="0">
                <a:solidFill>
                  <a:schemeClr val="bg1">
                    <a:lumMod val="65000"/>
                  </a:schemeClr>
                </a:solidFill>
                <a:latin typeface="+mn-lt"/>
                <a:ea typeface="+mn-ea"/>
                <a:cs typeface="+mn-cs"/>
              </a:rPr>
            </a:br>
            <a:r>
              <a:rPr lang="de-DE" sz="550" kern="1200" noProof="0" dirty="0">
                <a:solidFill>
                  <a:schemeClr val="bg1">
                    <a:lumMod val="65000"/>
                  </a:schemeClr>
                </a:solidFill>
                <a:latin typeface="+mn-lt"/>
                <a:ea typeface="+mn-ea"/>
                <a:cs typeface="+mn-cs"/>
              </a:rPr>
              <a:t>Private English Company Limited by Guarantee, angeschlossen sind.</a:t>
            </a:r>
            <a:endParaRPr lang="en-GB" sz="550" kern="1200" noProof="0" dirty="0">
              <a:solidFill>
                <a:schemeClr val="bg1">
                  <a:lumMod val="65000"/>
                </a:schemeClr>
              </a:solidFill>
              <a:latin typeface="+mn-lt"/>
              <a:ea typeface="+mn-ea"/>
              <a:cs typeface="+mn-cs"/>
            </a:endParaRPr>
          </a:p>
        </p:txBody>
      </p:sp>
      <p:sp>
        <p:nvSpPr>
          <p:cNvPr id="15" name="TextBox 29">
            <a:extLst>
              <a:ext uri="{FF2B5EF4-FFF2-40B4-BE49-F238E27FC236}">
                <a16:creationId xmlns:a16="http://schemas.microsoft.com/office/drawing/2014/main" id="{647E63C9-72FE-4139-BE8F-55AD7E09AEDA}"/>
              </a:ext>
            </a:extLst>
          </p:cNvPr>
          <p:cNvSpPr txBox="1"/>
          <p:nvPr userDrawn="1"/>
        </p:nvSpPr>
        <p:spPr>
          <a:xfrm>
            <a:off x="1132526" y="6320118"/>
            <a:ext cx="3075284" cy="370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550" kern="1200" noProof="0" dirty="0">
                <a:solidFill>
                  <a:schemeClr val="bg1">
                    <a:lumMod val="65000"/>
                  </a:schemeClr>
                </a:solidFill>
                <a:latin typeface="+mn-lt"/>
                <a:ea typeface="+mn-ea"/>
                <a:cs typeface="+mn-cs"/>
              </a:rPr>
              <a:t>Aufsichtsratsvorsitzender: Christian Rast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550" kern="1200" noProof="0" dirty="0">
                <a:solidFill>
                  <a:schemeClr val="bg1">
                    <a:lumMod val="65000"/>
                  </a:schemeClr>
                </a:solidFill>
                <a:latin typeface="+mn-lt"/>
                <a:ea typeface="+mn-ea"/>
                <a:cs typeface="+mn-cs"/>
              </a:rPr>
              <a:t>Vorstand: WP StB Klaus Becker (Sprecher), WP StB Boris Schroer (Stellv. Sprecher), </a:t>
            </a:r>
            <a:br>
              <a:rPr lang="en-US" sz="550" kern="1200" noProof="0" dirty="0">
                <a:solidFill>
                  <a:schemeClr val="bg1">
                    <a:lumMod val="65000"/>
                  </a:schemeClr>
                </a:solidFill>
                <a:latin typeface="+mn-lt"/>
                <a:ea typeface="+mn-ea"/>
                <a:cs typeface="+mn-cs"/>
              </a:rPr>
            </a:br>
            <a:r>
              <a:rPr lang="en-US" sz="550" kern="1200" noProof="0" dirty="0">
                <a:solidFill>
                  <a:schemeClr val="bg1">
                    <a:lumMod val="65000"/>
                  </a:schemeClr>
                </a:solidFill>
                <a:latin typeface="+mn-lt"/>
                <a:ea typeface="+mn-ea"/>
                <a:cs typeface="+mn-cs"/>
              </a:rPr>
              <a:t>Dr. Vera-Carina Elter, WP Holger Kneisel, WP StB Sven-Olaf Leitz,</a:t>
            </a:r>
            <a:br>
              <a:rPr lang="en-US" sz="550" kern="1200" noProof="0" dirty="0">
                <a:solidFill>
                  <a:schemeClr val="bg1">
                    <a:lumMod val="65000"/>
                  </a:schemeClr>
                </a:solidFill>
                <a:latin typeface="+mn-lt"/>
                <a:ea typeface="+mn-ea"/>
                <a:cs typeface="+mn-cs"/>
              </a:rPr>
            </a:br>
            <a:r>
              <a:rPr lang="en-US" sz="550" kern="1200" noProof="0" dirty="0">
                <a:solidFill>
                  <a:schemeClr val="bg1">
                    <a:lumMod val="65000"/>
                  </a:schemeClr>
                </a:solidFill>
                <a:latin typeface="+mn-lt"/>
                <a:ea typeface="+mn-ea"/>
                <a:cs typeface="+mn-cs"/>
              </a:rPr>
              <a:t>RA Mathias Oberndörfer, WP Christian Sailer, WP Mattias Schmelzer</a:t>
            </a:r>
          </a:p>
        </p:txBody>
      </p:sp>
      <p:sp>
        <p:nvSpPr>
          <p:cNvPr id="21" name="TextBox 29">
            <a:extLst>
              <a:ext uri="{FF2B5EF4-FFF2-40B4-BE49-F238E27FC236}">
                <a16:creationId xmlns:a16="http://schemas.microsoft.com/office/drawing/2014/main" id="{CCE4BCE0-815F-4550-8D6D-A5D65370ED0D}"/>
              </a:ext>
            </a:extLst>
          </p:cNvPr>
          <p:cNvSpPr txBox="1"/>
          <p:nvPr userDrawn="1"/>
        </p:nvSpPr>
        <p:spPr>
          <a:xfrm>
            <a:off x="3841828" y="6320118"/>
            <a:ext cx="2808312" cy="370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550" kern="1200" noProof="0" dirty="0">
                <a:solidFill>
                  <a:schemeClr val="bg1">
                    <a:lumMod val="65000"/>
                  </a:schemeClr>
                </a:solidFill>
                <a:latin typeface="+mn-lt"/>
                <a:ea typeface="+mn-ea"/>
                <a:cs typeface="+mn-cs"/>
              </a:rPr>
              <a:t>Sitz: Berlin, Handelsregister: Charlottenburg (HRB 106191 B),</a:t>
            </a:r>
            <a:r>
              <a:rPr lang="de-DE" sz="550" kern="1200" baseline="0" noProof="0" dirty="0">
                <a:solidFill>
                  <a:schemeClr val="bg1">
                    <a:lumMod val="65000"/>
                  </a:schemeClr>
                </a:solidFill>
                <a:latin typeface="+mn-lt"/>
                <a:ea typeface="+mn-ea"/>
                <a:cs typeface="+mn-cs"/>
              </a:rPr>
              <a:t> </a:t>
            </a:r>
            <a:r>
              <a:rPr lang="de-DE" sz="550" kern="1200" noProof="0" dirty="0">
                <a:solidFill>
                  <a:schemeClr val="bg1">
                    <a:lumMod val="65000"/>
                  </a:schemeClr>
                </a:solidFill>
                <a:latin typeface="+mn-lt"/>
                <a:ea typeface="+mn-ea"/>
                <a:cs typeface="+mn-cs"/>
              </a:rPr>
              <a:t>USt.- IdNr.: DE 814811803</a:t>
            </a:r>
            <a:endParaRPr lang="en-GB" sz="550" kern="1200" noProof="0" dirty="0">
              <a:solidFill>
                <a:schemeClr val="bg1">
                  <a:lumMod val="65000"/>
                </a:schemeClr>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sz="550" kern="1200" noProof="0" dirty="0">
                <a:solidFill>
                  <a:schemeClr val="bg1">
                    <a:lumMod val="65000"/>
                  </a:schemeClr>
                </a:solidFill>
                <a:latin typeface="+mn-lt"/>
                <a:ea typeface="+mn-ea"/>
                <a:cs typeface="+mn-cs"/>
              </a:rPr>
              <a:t>Bankverbindung: Deutsche Bank AG, Berlin, </a:t>
            </a:r>
            <a:br>
              <a:rPr lang="de-DE" sz="550" kern="1200" noProof="0" dirty="0">
                <a:solidFill>
                  <a:schemeClr val="bg1">
                    <a:lumMod val="65000"/>
                  </a:schemeClr>
                </a:solidFill>
                <a:latin typeface="+mn-lt"/>
                <a:ea typeface="+mn-ea"/>
                <a:cs typeface="+mn-cs"/>
              </a:rPr>
            </a:br>
            <a:r>
              <a:rPr lang="de-DE" sz="550" kern="1200" noProof="0" dirty="0">
                <a:solidFill>
                  <a:schemeClr val="bg1">
                    <a:lumMod val="65000"/>
                  </a:schemeClr>
                </a:solidFill>
                <a:latin typeface="+mn-lt"/>
                <a:ea typeface="+mn-ea"/>
                <a:cs typeface="+mn-cs"/>
              </a:rPr>
              <a:t>IBAN: DE98100700000239338700, BIC: DEUTDEBB</a:t>
            </a:r>
            <a:br>
              <a:rPr lang="de-DE" sz="550" kern="1200" noProof="0" dirty="0">
                <a:solidFill>
                  <a:schemeClr val="bg1">
                    <a:lumMod val="65000"/>
                  </a:schemeClr>
                </a:solidFill>
                <a:latin typeface="+mn-lt"/>
                <a:ea typeface="+mn-ea"/>
                <a:cs typeface="+mn-cs"/>
              </a:rPr>
            </a:br>
            <a:r>
              <a:rPr lang="de-DE" sz="550" kern="1200" noProof="0" dirty="0">
                <a:solidFill>
                  <a:schemeClr val="bg1">
                    <a:lumMod val="65000"/>
                  </a:schemeClr>
                </a:solidFill>
                <a:latin typeface="+mn-lt"/>
                <a:ea typeface="+mn-ea"/>
                <a:cs typeface="+mn-cs"/>
              </a:rPr>
              <a:t>Zertifiziert nach DIN EN ISO 9001, ISO / IEC 27001 und DIN EN ISO 14001</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600" kern="1200" noProof="0" dirty="0">
              <a:solidFill>
                <a:schemeClr val="bg1">
                  <a:lumMod val="65000"/>
                </a:schemeClr>
              </a:solidFill>
              <a:latin typeface="+mn-lt"/>
              <a:ea typeface="+mn-ea"/>
              <a:cs typeface="+mn-cs"/>
            </a:endParaRPr>
          </a:p>
        </p:txBody>
      </p:sp>
    </p:spTree>
    <p:extLst>
      <p:ext uri="{BB962C8B-B14F-4D97-AF65-F5344CB8AC3E}">
        <p14:creationId xmlns:p14="http://schemas.microsoft.com/office/powerpoint/2010/main" val="5034816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Letter continuation Englisch">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FB96CB56-01CC-407D-B100-BFC07CC331F8}"/>
              </a:ext>
            </a:extLst>
          </p:cNvPr>
          <p:cNvSpPr/>
          <p:nvPr userDrawn="1"/>
        </p:nvSpPr>
        <p:spPr>
          <a:xfrm>
            <a:off x="92460" y="6093296"/>
            <a:ext cx="9721080" cy="638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de-DE" sz="900" dirty="0">
              <a:solidFill>
                <a:schemeClr val="bg1"/>
              </a:solidFill>
            </a:endParaRPr>
          </a:p>
        </p:txBody>
      </p:sp>
      <p:sp>
        <p:nvSpPr>
          <p:cNvPr id="26" name="Text Placeholder 24"/>
          <p:cNvSpPr>
            <a:spLocks noGrp="1"/>
          </p:cNvSpPr>
          <p:nvPr>
            <p:ph type="body" sz="quarter" idx="15"/>
          </p:nvPr>
        </p:nvSpPr>
        <p:spPr>
          <a:xfrm>
            <a:off x="488950" y="1422400"/>
            <a:ext cx="4370388" cy="365356"/>
          </a:xfrm>
        </p:spPr>
        <p:txBody>
          <a:bodyPr/>
          <a:lstStyle>
            <a:lvl1pPr>
              <a:spcAft>
                <a:spcPts val="300"/>
              </a:spcAft>
              <a:defRPr sz="800"/>
            </a:lvl1pPr>
            <a:lvl2pPr>
              <a:spcAft>
                <a:spcPts val="300"/>
              </a:spcAft>
              <a:defRPr sz="800"/>
            </a:lvl2pPr>
            <a:lvl3pPr>
              <a:spcAft>
                <a:spcPts val="300"/>
              </a:spcAft>
              <a:defRPr sz="800"/>
            </a:lvl3pPr>
            <a:lvl4pPr>
              <a:spcAft>
                <a:spcPts val="300"/>
              </a:spcAft>
              <a:defRPr sz="800"/>
            </a:lvl4pPr>
            <a:lvl5pPr>
              <a:spcAft>
                <a:spcPts val="300"/>
              </a:spcAft>
              <a:defRPr sz="800"/>
            </a:lvl5pPr>
          </a:lstStyle>
          <a:p>
            <a:pPr lvl="0"/>
            <a:r>
              <a:rPr lang="en-US"/>
              <a:t>Click to edit Master text styles</a:t>
            </a:r>
          </a:p>
          <a:p>
            <a:pPr lvl="1"/>
            <a:r>
              <a:rPr lang="en-US"/>
              <a:t>Second level</a:t>
            </a:r>
          </a:p>
        </p:txBody>
      </p:sp>
      <p:sp>
        <p:nvSpPr>
          <p:cNvPr id="19" name="Text Placeholder 8"/>
          <p:cNvSpPr>
            <a:spLocks noGrp="1"/>
          </p:cNvSpPr>
          <p:nvPr>
            <p:ph type="body" sz="quarter" idx="10"/>
          </p:nvPr>
        </p:nvSpPr>
        <p:spPr>
          <a:xfrm>
            <a:off x="488950" y="2485748"/>
            <a:ext cx="4370388" cy="3535639"/>
          </a:xfrm>
        </p:spPr>
        <p:txBody>
          <a:bodyPr/>
          <a:lstStyle>
            <a:lvl1pPr>
              <a:defRPr sz="800"/>
            </a:lvl1pPr>
            <a:lvl2pPr>
              <a:defRPr sz="800"/>
            </a:lvl2pPr>
            <a:lvl3pPr>
              <a:defRPr sz="800"/>
            </a:lvl3pPr>
            <a:lvl4pPr>
              <a:defRPr sz="800"/>
            </a:lvl4pPr>
            <a:lvl5pPr>
              <a:defRPr sz="800"/>
            </a:lvl5pPr>
            <a:lvl6pPr>
              <a:defRPr sz="800"/>
            </a:lvl6pPr>
            <a:lvl7pPr>
              <a:defRPr sz="800"/>
            </a:lvl7pPr>
            <a:lvl8pPr>
              <a:defRPr sz="800"/>
            </a:lvl8pPr>
            <a:lvl9pPr>
              <a:defRPr sz="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24"/>
          <p:cNvSpPr>
            <a:spLocks noGrp="1"/>
          </p:cNvSpPr>
          <p:nvPr>
            <p:ph type="body" sz="quarter" idx="14"/>
          </p:nvPr>
        </p:nvSpPr>
        <p:spPr>
          <a:xfrm>
            <a:off x="5046663" y="1422400"/>
            <a:ext cx="4378758" cy="365356"/>
          </a:xfrm>
        </p:spPr>
        <p:txBody>
          <a:bodyPr lIns="0" tIns="0" rIns="0" bIns="0"/>
          <a:lstStyle>
            <a:lvl1pPr>
              <a:spcAft>
                <a:spcPts val="300"/>
              </a:spcAft>
              <a:defRPr sz="800"/>
            </a:lvl1pPr>
            <a:lvl2pPr>
              <a:spcAft>
                <a:spcPts val="300"/>
              </a:spcAft>
              <a:defRPr sz="800"/>
            </a:lvl2pPr>
            <a:lvl3pPr>
              <a:spcAft>
                <a:spcPts val="300"/>
              </a:spcAft>
              <a:defRPr sz="800"/>
            </a:lvl3pPr>
            <a:lvl4pPr>
              <a:spcAft>
                <a:spcPts val="300"/>
              </a:spcAft>
              <a:defRPr sz="800"/>
            </a:lvl4pPr>
            <a:lvl5pPr>
              <a:spcAft>
                <a:spcPts val="300"/>
              </a:spcAft>
              <a:defRPr sz="800"/>
            </a:lvl5pPr>
          </a:lstStyle>
          <a:p>
            <a:pPr lvl="0"/>
            <a:r>
              <a:rPr lang="en-US"/>
              <a:t>Click to edit Master text styles</a:t>
            </a:r>
          </a:p>
          <a:p>
            <a:pPr lvl="1"/>
            <a:r>
              <a:rPr lang="en-US"/>
              <a:t>Second level</a:t>
            </a:r>
          </a:p>
        </p:txBody>
      </p:sp>
      <p:sp>
        <p:nvSpPr>
          <p:cNvPr id="20" name="Text Placeholder 8"/>
          <p:cNvSpPr>
            <a:spLocks noGrp="1"/>
          </p:cNvSpPr>
          <p:nvPr>
            <p:ph type="body" sz="quarter" idx="11"/>
          </p:nvPr>
        </p:nvSpPr>
        <p:spPr>
          <a:xfrm>
            <a:off x="5061064" y="2485748"/>
            <a:ext cx="4355985" cy="3535639"/>
          </a:xfrm>
          <a:ln w="6350">
            <a:noFill/>
          </a:ln>
        </p:spPr>
        <p:txBody>
          <a:bodyPr lIns="0" tIns="0" rIns="0" bIns="0"/>
          <a:lstStyle>
            <a:lvl1pPr>
              <a:defRPr sz="800"/>
            </a:lvl1pPr>
            <a:lvl2pPr>
              <a:defRPr sz="800"/>
            </a:lvl2pPr>
            <a:lvl3pPr>
              <a:defRPr sz="800"/>
            </a:lvl3pPr>
            <a:lvl4pPr>
              <a:defRPr sz="800"/>
            </a:lvl4pPr>
            <a:lvl5pPr>
              <a:defRPr sz="800"/>
            </a:lvl5pPr>
            <a:lvl6pPr>
              <a:defRPr sz="800"/>
            </a:lvl6pPr>
            <a:lvl7pPr>
              <a:defRPr sz="800"/>
            </a:lvl7pPr>
            <a:lvl8pPr>
              <a:defRPr sz="800"/>
            </a:lvl8pPr>
            <a:lvl9pPr>
              <a:defRPr sz="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Shape 8">
            <a:extLst>
              <a:ext uri="{FF2B5EF4-FFF2-40B4-BE49-F238E27FC236}">
                <a16:creationId xmlns:a16="http://schemas.microsoft.com/office/drawing/2014/main" id="{BDCC226A-B575-492B-8A20-EB7979A1D9F9}"/>
              </a:ext>
            </a:extLst>
          </p:cNvPr>
          <p:cNvSpPr txBox="1">
            <a:spLocks/>
          </p:cNvSpPr>
          <p:nvPr userDrawn="1"/>
        </p:nvSpPr>
        <p:spPr>
          <a:xfrm>
            <a:off x="9174564" y="6385080"/>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‹Nr.›</a:t>
            </a:fld>
            <a:endParaRPr lang="en-GB" sz="1000" dirty="0">
              <a:solidFill>
                <a:schemeClr val="accent2"/>
              </a:solidFill>
              <a:latin typeface="+mn-lt"/>
              <a:ea typeface="Arial"/>
              <a:cs typeface="Arial" panose="020B0604020202020204" pitchFamily="34" charset="0"/>
            </a:endParaRPr>
          </a:p>
        </p:txBody>
      </p:sp>
      <p:pic>
        <p:nvPicPr>
          <p:cNvPr id="14" name="Graphic 13">
            <a:extLst>
              <a:ext uri="{FF2B5EF4-FFF2-40B4-BE49-F238E27FC236}">
                <a16:creationId xmlns:a16="http://schemas.microsoft.com/office/drawing/2014/main" id="{6845F1DA-7CC1-4454-8753-164082DB98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88950" y="6373386"/>
            <a:ext cx="428967" cy="172800"/>
          </a:xfrm>
          <a:prstGeom prst="rect">
            <a:avLst/>
          </a:prstGeom>
        </p:spPr>
      </p:pic>
      <p:sp>
        <p:nvSpPr>
          <p:cNvPr id="16" name="TextBox 21">
            <a:extLst>
              <a:ext uri="{FF2B5EF4-FFF2-40B4-BE49-F238E27FC236}">
                <a16:creationId xmlns:a16="http://schemas.microsoft.com/office/drawing/2014/main" id="{C237C4DC-2343-4576-9B1D-0101DA68B8BD}"/>
              </a:ext>
            </a:extLst>
          </p:cNvPr>
          <p:cNvSpPr txBox="1"/>
          <p:nvPr userDrawn="1"/>
        </p:nvSpPr>
        <p:spPr>
          <a:xfrm>
            <a:off x="6924339" y="6320118"/>
            <a:ext cx="2004635" cy="370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550" kern="1200" noProof="0" dirty="0">
                <a:solidFill>
                  <a:schemeClr val="bg1">
                    <a:lumMod val="65000"/>
                  </a:schemeClr>
                </a:solidFill>
                <a:latin typeface="+mn-lt"/>
                <a:ea typeface="+mn-ea"/>
                <a:cs typeface="+mn-cs"/>
              </a:rPr>
              <a:t>KPMG AG Wirtschaftsprüfungsgesellschaft, a corporation under German law and a member firm of the KPMG global organization of independent member firms affiliated with KPMG International Limited, a private English company limited by guarantee.</a:t>
            </a:r>
            <a:endParaRPr lang="en-GB" sz="550" kern="1200" noProof="0" dirty="0">
              <a:solidFill>
                <a:schemeClr val="bg1">
                  <a:lumMod val="65000"/>
                </a:schemeClr>
              </a:solidFill>
              <a:latin typeface="+mn-lt"/>
              <a:ea typeface="+mn-ea"/>
              <a:cs typeface="+mn-cs"/>
            </a:endParaRPr>
          </a:p>
        </p:txBody>
      </p:sp>
      <p:sp>
        <p:nvSpPr>
          <p:cNvPr id="17" name="TextBox 29">
            <a:extLst>
              <a:ext uri="{FF2B5EF4-FFF2-40B4-BE49-F238E27FC236}">
                <a16:creationId xmlns:a16="http://schemas.microsoft.com/office/drawing/2014/main" id="{0355311A-3AE3-4410-9D65-2327991FD976}"/>
              </a:ext>
            </a:extLst>
          </p:cNvPr>
          <p:cNvSpPr txBox="1"/>
          <p:nvPr userDrawn="1"/>
        </p:nvSpPr>
        <p:spPr>
          <a:xfrm>
            <a:off x="1132526" y="6320118"/>
            <a:ext cx="3075284" cy="370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550" kern="1200" noProof="0" dirty="0">
                <a:solidFill>
                  <a:schemeClr val="bg1">
                    <a:lumMod val="65000"/>
                  </a:schemeClr>
                </a:solidFill>
                <a:latin typeface="+mn-lt"/>
                <a:ea typeface="+mn-ea"/>
                <a:cs typeface="+mn-cs"/>
              </a:rPr>
              <a:t>Chairman of the Supervisory Board: Christian Rast</a:t>
            </a:r>
            <a:br>
              <a:rPr lang="en-US" sz="550" kern="1200" noProof="0" dirty="0">
                <a:solidFill>
                  <a:schemeClr val="bg1">
                    <a:lumMod val="65000"/>
                  </a:schemeClr>
                </a:solidFill>
                <a:latin typeface="+mn-lt"/>
                <a:ea typeface="+mn-ea"/>
                <a:cs typeface="+mn-cs"/>
              </a:rPr>
            </a:br>
            <a:r>
              <a:rPr lang="en-US" sz="550" kern="1200" noProof="0" dirty="0">
                <a:solidFill>
                  <a:schemeClr val="bg1">
                    <a:lumMod val="65000"/>
                  </a:schemeClr>
                </a:solidFill>
                <a:latin typeface="+mn-lt"/>
                <a:ea typeface="+mn-ea"/>
                <a:cs typeface="+mn-cs"/>
              </a:rPr>
              <a:t>Board Members: WP StB Klaus Becker (Speaker), WP StB Boris Schroer (Deputy Speaker), </a:t>
            </a:r>
            <a:br>
              <a:rPr lang="en-US" sz="550" kern="1200" noProof="0" dirty="0">
                <a:solidFill>
                  <a:schemeClr val="bg1">
                    <a:lumMod val="65000"/>
                  </a:schemeClr>
                </a:solidFill>
                <a:latin typeface="+mn-lt"/>
                <a:ea typeface="+mn-ea"/>
                <a:cs typeface="+mn-cs"/>
              </a:rPr>
            </a:br>
            <a:r>
              <a:rPr lang="en-US" sz="550" kern="1200" noProof="0" dirty="0">
                <a:solidFill>
                  <a:schemeClr val="bg1">
                    <a:lumMod val="65000"/>
                  </a:schemeClr>
                </a:solidFill>
                <a:latin typeface="+mn-lt"/>
                <a:ea typeface="+mn-ea"/>
                <a:cs typeface="+mn-cs"/>
              </a:rPr>
              <a:t>Dr. Vera-Carina Elter, WP Holger Kneisel, WP StB Sven-Olaf Leitz, </a:t>
            </a:r>
            <a:br>
              <a:rPr lang="en-US" sz="550" kern="1200" noProof="0" dirty="0">
                <a:solidFill>
                  <a:schemeClr val="bg1">
                    <a:lumMod val="65000"/>
                  </a:schemeClr>
                </a:solidFill>
                <a:latin typeface="+mn-lt"/>
                <a:ea typeface="+mn-ea"/>
                <a:cs typeface="+mn-cs"/>
              </a:rPr>
            </a:br>
            <a:r>
              <a:rPr lang="en-US" sz="550" kern="1200" noProof="0" dirty="0">
                <a:solidFill>
                  <a:schemeClr val="bg1">
                    <a:lumMod val="65000"/>
                  </a:schemeClr>
                </a:solidFill>
                <a:latin typeface="+mn-lt"/>
                <a:ea typeface="+mn-ea"/>
                <a:cs typeface="+mn-cs"/>
              </a:rPr>
              <a:t>RA Mathias Oberndörfer, WP Christian Sailer, WP Mattias Schmelzer</a:t>
            </a:r>
          </a:p>
        </p:txBody>
      </p:sp>
      <p:sp>
        <p:nvSpPr>
          <p:cNvPr id="18" name="TextBox 29">
            <a:extLst>
              <a:ext uri="{FF2B5EF4-FFF2-40B4-BE49-F238E27FC236}">
                <a16:creationId xmlns:a16="http://schemas.microsoft.com/office/drawing/2014/main" id="{6E91743B-7746-4BAF-BE28-315741768372}"/>
              </a:ext>
            </a:extLst>
          </p:cNvPr>
          <p:cNvSpPr txBox="1"/>
          <p:nvPr userDrawn="1"/>
        </p:nvSpPr>
        <p:spPr>
          <a:xfrm>
            <a:off x="4055563" y="6320118"/>
            <a:ext cx="2808312" cy="370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550" kern="1200" noProof="0" dirty="0">
                <a:solidFill>
                  <a:schemeClr val="bg1">
                    <a:lumMod val="65000"/>
                  </a:schemeClr>
                </a:solidFill>
                <a:latin typeface="+mn-lt"/>
                <a:ea typeface="+mn-ea"/>
                <a:cs typeface="+mn-cs"/>
              </a:rPr>
              <a:t>Place of Business: Berlin; Commercial Register: Charlottenburg (HRB 106191 B); </a:t>
            </a:r>
            <a:br>
              <a:rPr lang="en-US" sz="550" kern="1200" noProof="0" dirty="0">
                <a:solidFill>
                  <a:schemeClr val="bg1">
                    <a:lumMod val="65000"/>
                  </a:schemeClr>
                </a:solidFill>
                <a:latin typeface="+mn-lt"/>
                <a:ea typeface="+mn-ea"/>
                <a:cs typeface="+mn-cs"/>
              </a:rPr>
            </a:br>
            <a:r>
              <a:rPr lang="en-US" sz="550" kern="1200" noProof="0" dirty="0">
                <a:solidFill>
                  <a:schemeClr val="bg1">
                    <a:lumMod val="65000"/>
                  </a:schemeClr>
                </a:solidFill>
                <a:latin typeface="+mn-lt"/>
                <a:ea typeface="+mn-ea"/>
                <a:cs typeface="+mn-cs"/>
              </a:rPr>
              <a:t>VAT Registration No: DE 814811803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550" kern="1200" noProof="0" dirty="0">
                <a:solidFill>
                  <a:schemeClr val="bg1">
                    <a:lumMod val="65000"/>
                  </a:schemeClr>
                </a:solidFill>
                <a:latin typeface="+mn-lt"/>
                <a:ea typeface="+mn-ea"/>
                <a:cs typeface="+mn-cs"/>
              </a:rPr>
              <a:t>Bank Details: Deutsche Bank AG, IBAN DE98 1007 0000 0239 3387 00, BIC DEUTDEBB</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550" kern="1200" noProof="0" dirty="0">
                <a:solidFill>
                  <a:schemeClr val="bg1">
                    <a:lumMod val="65000"/>
                  </a:schemeClr>
                </a:solidFill>
                <a:latin typeface="+mn-lt"/>
                <a:ea typeface="+mn-ea"/>
                <a:cs typeface="+mn-cs"/>
              </a:rPr>
              <a:t>Certified to DIN EN ISO 9001, ISO/IEC 27001 and DIN EN ISO 14001</a:t>
            </a:r>
            <a:endParaRPr lang="de-DE" sz="600" kern="1200" noProof="0" dirty="0">
              <a:solidFill>
                <a:schemeClr val="bg1">
                  <a:lumMod val="65000"/>
                </a:schemeClr>
              </a:solidFill>
              <a:latin typeface="+mn-lt"/>
              <a:ea typeface="+mn-ea"/>
              <a:cs typeface="+mn-cs"/>
            </a:endParaRPr>
          </a:p>
        </p:txBody>
      </p:sp>
    </p:spTree>
    <p:extLst>
      <p:ext uri="{BB962C8B-B14F-4D97-AF65-F5344CB8AC3E}">
        <p14:creationId xmlns:p14="http://schemas.microsoft.com/office/powerpoint/2010/main" val="32714669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Key Message Graphs Layout">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GB" dirty="0"/>
          </a:p>
        </p:txBody>
      </p:sp>
      <p:sp>
        <p:nvSpPr>
          <p:cNvPr id="6" name="Text Placeholder 4"/>
          <p:cNvSpPr>
            <a:spLocks noGrp="1"/>
          </p:cNvSpPr>
          <p:nvPr>
            <p:ph type="body" sz="quarter" idx="12" hasCustomPrompt="1"/>
          </p:nvPr>
        </p:nvSpPr>
        <p:spPr>
          <a:xfrm>
            <a:off x="488950" y="203863"/>
            <a:ext cx="8918244" cy="169200"/>
          </a:xfrm>
        </p:spPr>
        <p:txBody>
          <a:bodyPr anchor="b"/>
          <a:lstStyle>
            <a:lvl1pPr>
              <a:spcAft>
                <a:spcPts val="0"/>
              </a:spcAft>
              <a:defRPr sz="1200"/>
            </a:lvl1pPr>
          </a:lstStyle>
          <a:p>
            <a:pPr lvl="0"/>
            <a:r>
              <a:rPr lang="en-US" dirty="0"/>
              <a:t>Super title here</a:t>
            </a:r>
          </a:p>
        </p:txBody>
      </p:sp>
      <p:sp>
        <p:nvSpPr>
          <p:cNvPr id="9" name="Text Placeholder 8"/>
          <p:cNvSpPr>
            <a:spLocks noGrp="1"/>
          </p:cNvSpPr>
          <p:nvPr>
            <p:ph type="body" sz="quarter" idx="10"/>
          </p:nvPr>
        </p:nvSpPr>
        <p:spPr>
          <a:xfrm>
            <a:off x="488948" y="1422400"/>
            <a:ext cx="1746000" cy="4604400"/>
          </a:xfrm>
          <a:solidFill>
            <a:schemeClr val="tx2"/>
          </a:solidFill>
          <a:ln>
            <a:noFill/>
          </a:ln>
        </p:spPr>
        <p:txBody>
          <a:bodyPr lIns="54000" tIns="54000" rIns="54000" bIns="54000" anchor="t" anchorCtr="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967263285"/>
      </p:ext>
    </p:extLst>
  </p:cSld>
  <p:clrMapOvr>
    <a:masterClrMapping/>
  </p:clrMapOvr>
  <p:extLst>
    <p:ext uri="{DCECCB84-F9BA-43D5-87BE-67443E8EF086}">
      <p15:sldGuideLst xmlns:p15="http://schemas.microsoft.com/office/powerpoint/2012/main">
        <p15:guide id="1" pos="1544"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Key Mess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GB" dirty="0"/>
          </a:p>
        </p:txBody>
      </p:sp>
      <p:sp>
        <p:nvSpPr>
          <p:cNvPr id="5" name="Text Placeholder 8"/>
          <p:cNvSpPr>
            <a:spLocks noGrp="1"/>
          </p:cNvSpPr>
          <p:nvPr>
            <p:ph type="body" sz="quarter" idx="11"/>
          </p:nvPr>
        </p:nvSpPr>
        <p:spPr>
          <a:xfrm>
            <a:off x="2451100" y="1422400"/>
            <a:ext cx="6965950" cy="4604400"/>
          </a:xfrm>
          <a:ln>
            <a:solidFill>
              <a:schemeClr val="tx2"/>
            </a:solidFill>
          </a:ln>
        </p:spPr>
        <p:txBody>
          <a:bodyPr lIns="54000" tIns="54000" rIns="54000" bIns="54000"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4"/>
          <p:cNvSpPr>
            <a:spLocks noGrp="1"/>
          </p:cNvSpPr>
          <p:nvPr>
            <p:ph type="body" sz="quarter" idx="12" hasCustomPrompt="1"/>
          </p:nvPr>
        </p:nvSpPr>
        <p:spPr>
          <a:xfrm>
            <a:off x="488950" y="203863"/>
            <a:ext cx="8918244" cy="169200"/>
          </a:xfrm>
        </p:spPr>
        <p:txBody>
          <a:bodyPr anchor="b"/>
          <a:lstStyle>
            <a:lvl1pPr>
              <a:spcAft>
                <a:spcPts val="0"/>
              </a:spcAft>
              <a:defRPr sz="1200"/>
            </a:lvl1pPr>
          </a:lstStyle>
          <a:p>
            <a:pPr lvl="0"/>
            <a:r>
              <a:rPr lang="en-US" dirty="0"/>
              <a:t>Super title here</a:t>
            </a:r>
          </a:p>
        </p:txBody>
      </p:sp>
      <p:sp>
        <p:nvSpPr>
          <p:cNvPr id="9" name="Text Placeholder 8"/>
          <p:cNvSpPr>
            <a:spLocks noGrp="1"/>
          </p:cNvSpPr>
          <p:nvPr>
            <p:ph type="body" sz="quarter" idx="10"/>
          </p:nvPr>
        </p:nvSpPr>
        <p:spPr>
          <a:xfrm>
            <a:off x="488948" y="1422400"/>
            <a:ext cx="1746000" cy="4604400"/>
          </a:xfrm>
          <a:solidFill>
            <a:schemeClr val="tx2"/>
          </a:solidFill>
          <a:ln>
            <a:noFill/>
          </a:ln>
        </p:spPr>
        <p:txBody>
          <a:bodyPr lIns="54000" tIns="54000" rIns="54000" bIns="54000" anchor="t" anchorCtr="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843050867"/>
      </p:ext>
    </p:extLst>
  </p:cSld>
  <p:clrMapOvr>
    <a:masterClrMapping/>
  </p:clrMapOvr>
  <p:extLst>
    <p:ext uri="{DCECCB84-F9BA-43D5-87BE-67443E8EF086}">
      <p15:sldGuideLst xmlns:p15="http://schemas.microsoft.com/office/powerpoint/2012/main">
        <p15:guide id="1" pos="1544"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Key Mess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GB" dirty="0"/>
          </a:p>
        </p:txBody>
      </p:sp>
      <p:sp>
        <p:nvSpPr>
          <p:cNvPr id="9" name="Text Placeholder 8"/>
          <p:cNvSpPr>
            <a:spLocks noGrp="1"/>
          </p:cNvSpPr>
          <p:nvPr>
            <p:ph type="body" sz="quarter" idx="10"/>
          </p:nvPr>
        </p:nvSpPr>
        <p:spPr>
          <a:xfrm>
            <a:off x="488948" y="1422400"/>
            <a:ext cx="1746000" cy="4604400"/>
          </a:xfrm>
          <a:solidFill>
            <a:schemeClr val="tx2"/>
          </a:solidFill>
          <a:ln>
            <a:noFill/>
          </a:ln>
        </p:spPr>
        <p:txBody>
          <a:bodyPr lIns="54000" tIns="54000" rIns="54000" bIns="54000" anchor="t" anchorCtr="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p:cNvSpPr>
            <a:spLocks noGrp="1"/>
          </p:cNvSpPr>
          <p:nvPr>
            <p:ph type="body" sz="quarter" idx="11"/>
          </p:nvPr>
        </p:nvSpPr>
        <p:spPr>
          <a:xfrm>
            <a:off x="2451100" y="1422400"/>
            <a:ext cx="6965950" cy="4604400"/>
          </a:xfrm>
          <a:ln>
            <a:noFill/>
          </a:ln>
        </p:spPr>
        <p:txBody>
          <a:bodyPr lIns="0" tIns="0" rIns="0" bIns="0"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4"/>
          <p:cNvSpPr>
            <a:spLocks noGrp="1"/>
          </p:cNvSpPr>
          <p:nvPr>
            <p:ph type="body" sz="quarter" idx="12" hasCustomPrompt="1"/>
          </p:nvPr>
        </p:nvSpPr>
        <p:spPr>
          <a:xfrm>
            <a:off x="488950" y="203863"/>
            <a:ext cx="8918244" cy="169200"/>
          </a:xfrm>
        </p:spPr>
        <p:txBody>
          <a:bodyPr anchor="b"/>
          <a:lstStyle>
            <a:lvl1pPr>
              <a:spcAft>
                <a:spcPts val="0"/>
              </a:spcAft>
              <a:defRPr sz="1200"/>
            </a:lvl1pPr>
          </a:lstStyle>
          <a:p>
            <a:pPr lvl="0"/>
            <a:r>
              <a:rPr lang="en-US" dirty="0"/>
              <a:t>Super title here</a:t>
            </a:r>
          </a:p>
        </p:txBody>
      </p:sp>
    </p:spTree>
    <p:extLst>
      <p:ext uri="{BB962C8B-B14F-4D97-AF65-F5344CB8AC3E}">
        <p14:creationId xmlns:p14="http://schemas.microsoft.com/office/powerpoint/2010/main" val="856855929"/>
      </p:ext>
    </p:extLst>
  </p:cSld>
  <p:clrMapOvr>
    <a:masterClrMapping/>
  </p:clrMapOvr>
  <p:extLst>
    <p:ext uri="{DCECCB84-F9BA-43D5-87BE-67443E8EF086}">
      <p15:sldGuideLst xmlns:p15="http://schemas.microsoft.com/office/powerpoint/2012/main">
        <p15:guide id="1" pos="1544"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Key Message 2 Colum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GB" dirty="0"/>
          </a:p>
        </p:txBody>
      </p:sp>
      <p:sp>
        <p:nvSpPr>
          <p:cNvPr id="9" name="Text Placeholder 8"/>
          <p:cNvSpPr>
            <a:spLocks noGrp="1"/>
          </p:cNvSpPr>
          <p:nvPr>
            <p:ph type="body" sz="quarter" idx="10"/>
          </p:nvPr>
        </p:nvSpPr>
        <p:spPr>
          <a:xfrm>
            <a:off x="488950" y="1422400"/>
            <a:ext cx="1747838" cy="4604400"/>
          </a:xfrm>
          <a:solidFill>
            <a:schemeClr val="tx2"/>
          </a:solidFill>
          <a:ln>
            <a:noFill/>
          </a:ln>
        </p:spPr>
        <p:txBody>
          <a:bodyPr lIns="54000" tIns="54000" rIns="54000" bIns="54000" anchor="t" anchorCtr="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p:cNvSpPr>
            <a:spLocks noGrp="1"/>
          </p:cNvSpPr>
          <p:nvPr>
            <p:ph type="body" sz="quarter" idx="11"/>
          </p:nvPr>
        </p:nvSpPr>
        <p:spPr>
          <a:xfrm>
            <a:off x="2446338" y="1422400"/>
            <a:ext cx="3402000" cy="4604400"/>
          </a:xfrm>
          <a:ln>
            <a:solidFill>
              <a:schemeClr val="tx2"/>
            </a:solidFill>
          </a:ln>
        </p:spPr>
        <p:txBody>
          <a:bodyPr lIns="54000" tIns="54000" rIns="54000" bIns="54000"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8"/>
          <p:cNvSpPr>
            <a:spLocks noGrp="1"/>
          </p:cNvSpPr>
          <p:nvPr>
            <p:ph type="body" sz="quarter" idx="12"/>
          </p:nvPr>
        </p:nvSpPr>
        <p:spPr>
          <a:xfrm>
            <a:off x="6015990" y="1422400"/>
            <a:ext cx="3402000" cy="4604400"/>
          </a:xfrm>
          <a:ln>
            <a:solidFill>
              <a:schemeClr val="tx2"/>
            </a:solidFill>
          </a:ln>
        </p:spPr>
        <p:txBody>
          <a:bodyPr lIns="54000" tIns="54000" rIns="54000" bIns="54000"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Text Placeholder 4"/>
          <p:cNvSpPr>
            <a:spLocks noGrp="1"/>
          </p:cNvSpPr>
          <p:nvPr>
            <p:ph type="body" sz="quarter" idx="13" hasCustomPrompt="1"/>
          </p:nvPr>
        </p:nvSpPr>
        <p:spPr>
          <a:xfrm>
            <a:off x="488950" y="203863"/>
            <a:ext cx="8918244" cy="169200"/>
          </a:xfrm>
        </p:spPr>
        <p:txBody>
          <a:bodyPr anchor="b"/>
          <a:lstStyle>
            <a:lvl1pPr>
              <a:spcAft>
                <a:spcPts val="0"/>
              </a:spcAft>
              <a:defRPr sz="1200"/>
            </a:lvl1pPr>
          </a:lstStyle>
          <a:p>
            <a:pPr lvl="0"/>
            <a:r>
              <a:rPr lang="en-US" dirty="0"/>
              <a:t>Super title here</a:t>
            </a:r>
          </a:p>
        </p:txBody>
      </p:sp>
    </p:spTree>
    <p:extLst>
      <p:ext uri="{BB962C8B-B14F-4D97-AF65-F5344CB8AC3E}">
        <p14:creationId xmlns:p14="http://schemas.microsoft.com/office/powerpoint/2010/main" val="3025775875"/>
      </p:ext>
    </p:extLst>
  </p:cSld>
  <p:clrMapOvr>
    <a:masterClrMapping/>
  </p:clrMapOvr>
  <p:extLst>
    <p:ext uri="{DCECCB84-F9BA-43D5-87BE-67443E8EF086}">
      <p15:sldGuideLst xmlns:p15="http://schemas.microsoft.com/office/powerpoint/2012/main">
        <p15:guide id="1" pos="1409" userDrawn="1">
          <p15:clr>
            <a:srgbClr val="FBAE40"/>
          </p15:clr>
        </p15:guide>
        <p15:guide id="2" pos="1541"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Key Message 2 Colum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GB" dirty="0"/>
          </a:p>
        </p:txBody>
      </p:sp>
      <p:sp>
        <p:nvSpPr>
          <p:cNvPr id="9" name="Text Placeholder 8"/>
          <p:cNvSpPr>
            <a:spLocks noGrp="1"/>
          </p:cNvSpPr>
          <p:nvPr>
            <p:ph type="body" sz="quarter" idx="10"/>
          </p:nvPr>
        </p:nvSpPr>
        <p:spPr>
          <a:xfrm>
            <a:off x="488950" y="1422400"/>
            <a:ext cx="1747838" cy="4604400"/>
          </a:xfrm>
          <a:solidFill>
            <a:schemeClr val="tx2"/>
          </a:solidFill>
          <a:ln>
            <a:noFill/>
          </a:ln>
        </p:spPr>
        <p:txBody>
          <a:bodyPr lIns="54000" tIns="54000" rIns="54000" bIns="54000" anchor="t" anchorCtr="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p:cNvSpPr>
            <a:spLocks noGrp="1"/>
          </p:cNvSpPr>
          <p:nvPr>
            <p:ph type="body" sz="quarter" idx="11"/>
          </p:nvPr>
        </p:nvSpPr>
        <p:spPr>
          <a:xfrm>
            <a:off x="2446338" y="1422400"/>
            <a:ext cx="3402000" cy="4604400"/>
          </a:xfrm>
          <a:ln>
            <a:noFill/>
          </a:ln>
        </p:spPr>
        <p:txBody>
          <a:bodyPr lIns="0" tIns="0" rIns="0" bIns="0"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8"/>
          <p:cNvSpPr>
            <a:spLocks noGrp="1"/>
          </p:cNvSpPr>
          <p:nvPr>
            <p:ph type="body" sz="quarter" idx="12"/>
          </p:nvPr>
        </p:nvSpPr>
        <p:spPr>
          <a:xfrm>
            <a:off x="6015990" y="1422400"/>
            <a:ext cx="3402000" cy="4604400"/>
          </a:xfrm>
          <a:ln>
            <a:noFill/>
          </a:ln>
        </p:spPr>
        <p:txBody>
          <a:bodyPr lIns="0" tIns="0" rIns="0" bIns="0"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Text Placeholder 4"/>
          <p:cNvSpPr>
            <a:spLocks noGrp="1"/>
          </p:cNvSpPr>
          <p:nvPr>
            <p:ph type="body" sz="quarter" idx="13" hasCustomPrompt="1"/>
          </p:nvPr>
        </p:nvSpPr>
        <p:spPr>
          <a:xfrm>
            <a:off x="488950" y="203863"/>
            <a:ext cx="8918244" cy="169200"/>
          </a:xfrm>
        </p:spPr>
        <p:txBody>
          <a:bodyPr anchor="b"/>
          <a:lstStyle>
            <a:lvl1pPr>
              <a:spcAft>
                <a:spcPts val="0"/>
              </a:spcAft>
              <a:defRPr sz="1200"/>
            </a:lvl1pPr>
          </a:lstStyle>
          <a:p>
            <a:pPr lvl="0"/>
            <a:r>
              <a:rPr lang="en-US" dirty="0"/>
              <a:t>Super title here</a:t>
            </a:r>
          </a:p>
        </p:txBody>
      </p:sp>
    </p:spTree>
    <p:extLst>
      <p:ext uri="{BB962C8B-B14F-4D97-AF65-F5344CB8AC3E}">
        <p14:creationId xmlns:p14="http://schemas.microsoft.com/office/powerpoint/2010/main" val="4214768409"/>
      </p:ext>
    </p:extLst>
  </p:cSld>
  <p:clrMapOvr>
    <a:masterClrMapping/>
  </p:clrMapOvr>
  <p:extLst>
    <p:ext uri="{DCECCB84-F9BA-43D5-87BE-67443E8EF086}">
      <p15:sldGuideLst xmlns:p15="http://schemas.microsoft.com/office/powerpoint/2012/main">
        <p15:guide id="1" pos="1409" userDrawn="1">
          <p15:clr>
            <a:srgbClr val="FBAE40"/>
          </p15:clr>
        </p15:guide>
        <p15:guide id="2" pos="1541"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Key Message 2 Colum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GB" dirty="0"/>
          </a:p>
        </p:txBody>
      </p:sp>
      <p:sp>
        <p:nvSpPr>
          <p:cNvPr id="9" name="Text Placeholder 8"/>
          <p:cNvSpPr>
            <a:spLocks noGrp="1"/>
          </p:cNvSpPr>
          <p:nvPr>
            <p:ph type="body" sz="quarter" idx="10"/>
          </p:nvPr>
        </p:nvSpPr>
        <p:spPr>
          <a:xfrm>
            <a:off x="488950" y="1422400"/>
            <a:ext cx="1747838" cy="4604400"/>
          </a:xfrm>
          <a:solidFill>
            <a:schemeClr val="tx2"/>
          </a:solidFill>
          <a:ln>
            <a:noFill/>
          </a:ln>
        </p:spPr>
        <p:txBody>
          <a:bodyPr lIns="54000" tIns="54000" rIns="54000" bIns="54000" anchor="t" anchorCtr="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8"/>
          <p:cNvSpPr>
            <a:spLocks noGrp="1"/>
          </p:cNvSpPr>
          <p:nvPr>
            <p:ph type="body" sz="quarter" idx="12"/>
          </p:nvPr>
        </p:nvSpPr>
        <p:spPr>
          <a:xfrm>
            <a:off x="6015990" y="1422400"/>
            <a:ext cx="3402000" cy="4604400"/>
          </a:xfrm>
          <a:ln>
            <a:solidFill>
              <a:schemeClr val="tx2"/>
            </a:solidFill>
          </a:ln>
        </p:spPr>
        <p:txBody>
          <a:bodyPr lIns="54000" tIns="54000" rIns="54000" bIns="54000"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Text Placeholder 4"/>
          <p:cNvSpPr>
            <a:spLocks noGrp="1"/>
          </p:cNvSpPr>
          <p:nvPr>
            <p:ph type="body" sz="quarter" idx="13" hasCustomPrompt="1"/>
          </p:nvPr>
        </p:nvSpPr>
        <p:spPr>
          <a:xfrm>
            <a:off x="488950" y="203863"/>
            <a:ext cx="8918244" cy="169200"/>
          </a:xfrm>
        </p:spPr>
        <p:txBody>
          <a:bodyPr anchor="b"/>
          <a:lstStyle>
            <a:lvl1pPr>
              <a:spcAft>
                <a:spcPts val="0"/>
              </a:spcAft>
              <a:defRPr sz="1200"/>
            </a:lvl1pPr>
          </a:lstStyle>
          <a:p>
            <a:pPr lvl="0"/>
            <a:r>
              <a:rPr lang="en-US" dirty="0"/>
              <a:t>Super title here</a:t>
            </a:r>
          </a:p>
        </p:txBody>
      </p:sp>
    </p:spTree>
    <p:extLst>
      <p:ext uri="{BB962C8B-B14F-4D97-AF65-F5344CB8AC3E}">
        <p14:creationId xmlns:p14="http://schemas.microsoft.com/office/powerpoint/2010/main" val="62082922"/>
      </p:ext>
    </p:extLst>
  </p:cSld>
  <p:clrMapOvr>
    <a:masterClrMapping/>
  </p:clrMapOvr>
  <p:extLst>
    <p:ext uri="{DCECCB84-F9BA-43D5-87BE-67443E8EF086}">
      <p15:sldGuideLst xmlns:p15="http://schemas.microsoft.com/office/powerpoint/2012/main">
        <p15:guide id="1" pos="1409" userDrawn="1">
          <p15:clr>
            <a:srgbClr val="FBAE40"/>
          </p15:clr>
        </p15:guide>
        <p15:guide id="2" pos="1541"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Key Message 2 Colum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GB" dirty="0"/>
          </a:p>
        </p:txBody>
      </p:sp>
      <p:sp>
        <p:nvSpPr>
          <p:cNvPr id="9" name="Text Placeholder 8"/>
          <p:cNvSpPr>
            <a:spLocks noGrp="1"/>
          </p:cNvSpPr>
          <p:nvPr>
            <p:ph type="body" sz="quarter" idx="10"/>
          </p:nvPr>
        </p:nvSpPr>
        <p:spPr>
          <a:xfrm>
            <a:off x="488950" y="1422400"/>
            <a:ext cx="1747838" cy="4604400"/>
          </a:xfrm>
          <a:solidFill>
            <a:schemeClr val="tx2"/>
          </a:solidFill>
          <a:ln>
            <a:noFill/>
          </a:ln>
        </p:spPr>
        <p:txBody>
          <a:bodyPr lIns="54000" tIns="54000" rIns="54000" bIns="54000" anchor="t" anchorCtr="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8"/>
          <p:cNvSpPr>
            <a:spLocks noGrp="1"/>
          </p:cNvSpPr>
          <p:nvPr>
            <p:ph type="body" sz="quarter" idx="12"/>
          </p:nvPr>
        </p:nvSpPr>
        <p:spPr>
          <a:xfrm>
            <a:off x="6015990" y="1422400"/>
            <a:ext cx="3402000" cy="4604400"/>
          </a:xfrm>
          <a:ln>
            <a:noFill/>
          </a:ln>
        </p:spPr>
        <p:txBody>
          <a:bodyPr lIns="0" tIns="0" rIns="0" bIns="0"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Text Placeholder 4"/>
          <p:cNvSpPr>
            <a:spLocks noGrp="1"/>
          </p:cNvSpPr>
          <p:nvPr>
            <p:ph type="body" sz="quarter" idx="13" hasCustomPrompt="1"/>
          </p:nvPr>
        </p:nvSpPr>
        <p:spPr>
          <a:xfrm>
            <a:off x="488950" y="203863"/>
            <a:ext cx="8918244" cy="169200"/>
          </a:xfrm>
        </p:spPr>
        <p:txBody>
          <a:bodyPr anchor="b"/>
          <a:lstStyle>
            <a:lvl1pPr>
              <a:spcAft>
                <a:spcPts val="0"/>
              </a:spcAft>
              <a:defRPr sz="1200"/>
            </a:lvl1pPr>
          </a:lstStyle>
          <a:p>
            <a:pPr lvl="0"/>
            <a:r>
              <a:rPr lang="en-US" dirty="0"/>
              <a:t>Super title here</a:t>
            </a:r>
          </a:p>
        </p:txBody>
      </p:sp>
    </p:spTree>
    <p:extLst>
      <p:ext uri="{BB962C8B-B14F-4D97-AF65-F5344CB8AC3E}">
        <p14:creationId xmlns:p14="http://schemas.microsoft.com/office/powerpoint/2010/main" val="3720239472"/>
      </p:ext>
    </p:extLst>
  </p:cSld>
  <p:clrMapOvr>
    <a:masterClrMapping/>
  </p:clrMapOvr>
  <p:extLst>
    <p:ext uri="{DCECCB84-F9BA-43D5-87BE-67443E8EF086}">
      <p15:sldGuideLst xmlns:p15="http://schemas.microsoft.com/office/powerpoint/2012/main">
        <p15:guide id="1" pos="1409" userDrawn="1">
          <p15:clr>
            <a:srgbClr val="FBAE40"/>
          </p15:clr>
        </p15:guide>
        <p15:guide id="2" pos="1541"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4"/>
          <p:cNvSpPr>
            <a:spLocks noGrp="1"/>
          </p:cNvSpPr>
          <p:nvPr>
            <p:ph type="body" sz="quarter" idx="11" hasCustomPrompt="1"/>
          </p:nvPr>
        </p:nvSpPr>
        <p:spPr>
          <a:xfrm>
            <a:off x="488950" y="203863"/>
            <a:ext cx="8918244" cy="169200"/>
          </a:xfrm>
        </p:spPr>
        <p:txBody>
          <a:bodyPr anchor="b"/>
          <a:lstStyle>
            <a:lvl1pPr>
              <a:spcAft>
                <a:spcPts val="0"/>
              </a:spcAft>
              <a:defRPr sz="1200"/>
            </a:lvl1pPr>
          </a:lstStyle>
          <a:p>
            <a:pPr lvl="0"/>
            <a:r>
              <a:rPr lang="en-US" dirty="0"/>
              <a:t>Super title here</a:t>
            </a:r>
          </a:p>
        </p:txBody>
      </p:sp>
    </p:spTree>
    <p:extLst>
      <p:ext uri="{BB962C8B-B14F-4D97-AF65-F5344CB8AC3E}">
        <p14:creationId xmlns:p14="http://schemas.microsoft.com/office/powerpoint/2010/main" val="252962806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Nur Titel - kein Copyrigh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4"/>
          <p:cNvSpPr>
            <a:spLocks noGrp="1"/>
          </p:cNvSpPr>
          <p:nvPr>
            <p:ph type="body" sz="quarter" idx="11" hasCustomPrompt="1"/>
          </p:nvPr>
        </p:nvSpPr>
        <p:spPr>
          <a:xfrm>
            <a:off x="488950" y="203863"/>
            <a:ext cx="8918244" cy="169200"/>
          </a:xfrm>
        </p:spPr>
        <p:txBody>
          <a:bodyPr anchor="b"/>
          <a:lstStyle>
            <a:lvl1pPr>
              <a:spcAft>
                <a:spcPts val="0"/>
              </a:spcAft>
              <a:defRPr sz="1200"/>
            </a:lvl1pPr>
          </a:lstStyle>
          <a:p>
            <a:pPr lvl="0"/>
            <a:r>
              <a:rPr lang="en-US" dirty="0"/>
              <a:t>Super title here</a:t>
            </a:r>
          </a:p>
        </p:txBody>
      </p:sp>
      <p:sp>
        <p:nvSpPr>
          <p:cNvPr id="4" name="Shape 8">
            <a:extLst>
              <a:ext uri="{FF2B5EF4-FFF2-40B4-BE49-F238E27FC236}">
                <a16:creationId xmlns:a16="http://schemas.microsoft.com/office/drawing/2014/main" id="{F614986E-AF04-49A0-8165-23876297CA5D}"/>
              </a:ext>
            </a:extLst>
          </p:cNvPr>
          <p:cNvSpPr txBox="1">
            <a:spLocks/>
          </p:cNvSpPr>
          <p:nvPr userDrawn="1"/>
        </p:nvSpPr>
        <p:spPr>
          <a:xfrm>
            <a:off x="9174564" y="6385080"/>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‹Nr.›</a:t>
            </a:fld>
            <a:endParaRPr lang="en-GB" sz="1000" dirty="0">
              <a:solidFill>
                <a:schemeClr val="accent2"/>
              </a:solidFill>
              <a:latin typeface="+mn-lt"/>
              <a:ea typeface="Arial"/>
              <a:cs typeface="Arial" panose="020B0604020202020204" pitchFamily="34" charset="0"/>
            </a:endParaRPr>
          </a:p>
        </p:txBody>
      </p:sp>
      <p:cxnSp>
        <p:nvCxnSpPr>
          <p:cNvPr id="5" name="Straight Connector 15">
            <a:extLst>
              <a:ext uri="{FF2B5EF4-FFF2-40B4-BE49-F238E27FC236}">
                <a16:creationId xmlns:a16="http://schemas.microsoft.com/office/drawing/2014/main" id="{CDA607D4-89B8-49A1-A950-613FF21A4477}"/>
              </a:ext>
            </a:extLst>
          </p:cNvPr>
          <p:cNvCxnSpPr/>
          <p:nvPr userDrawn="1"/>
        </p:nvCxnSpPr>
        <p:spPr>
          <a:xfrm>
            <a:off x="9156505" y="6385080"/>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Rechteck 5">
            <a:extLst>
              <a:ext uri="{FF2B5EF4-FFF2-40B4-BE49-F238E27FC236}">
                <a16:creationId xmlns:a16="http://schemas.microsoft.com/office/drawing/2014/main" id="{70CA8B0A-BD0A-4EE2-9A01-4F9556F52202}"/>
              </a:ext>
            </a:extLst>
          </p:cNvPr>
          <p:cNvSpPr/>
          <p:nvPr userDrawn="1"/>
        </p:nvSpPr>
        <p:spPr>
          <a:xfrm>
            <a:off x="92460" y="6093296"/>
            <a:ext cx="9721080" cy="638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de-DE" sz="900" dirty="0">
              <a:solidFill>
                <a:schemeClr val="bg1"/>
              </a:solidFill>
            </a:endParaRPr>
          </a:p>
        </p:txBody>
      </p:sp>
    </p:spTree>
    <p:extLst>
      <p:ext uri="{BB962C8B-B14F-4D97-AF65-F5344CB8AC3E}">
        <p14:creationId xmlns:p14="http://schemas.microsoft.com/office/powerpoint/2010/main" val="33152427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 Dark BG colour">
    <p:bg>
      <p:bgPr>
        <a:solidFill>
          <a:schemeClr val="tx2"/>
        </a:solidFill>
        <a:effectLst/>
      </p:bgPr>
    </p:bg>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5C7627C5-7495-4F19-AD85-2CA94E0736FF}"/>
              </a:ext>
            </a:extLst>
          </p:cNvPr>
          <p:cNvSpPr/>
          <p:nvPr userDrawn="1"/>
        </p:nvSpPr>
        <p:spPr>
          <a:xfrm>
            <a:off x="92460" y="6093296"/>
            <a:ext cx="9721080" cy="63870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de-DE" sz="900" dirty="0">
              <a:solidFill>
                <a:schemeClr val="bg1"/>
              </a:solidFill>
            </a:endParaRPr>
          </a:p>
        </p:txBody>
      </p:sp>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
        <p:nvSpPr>
          <p:cNvPr id="3" name="Text Placeholder 4"/>
          <p:cNvSpPr>
            <a:spLocks noGrp="1"/>
          </p:cNvSpPr>
          <p:nvPr>
            <p:ph type="body" sz="quarter" idx="11" hasCustomPrompt="1"/>
          </p:nvPr>
        </p:nvSpPr>
        <p:spPr>
          <a:xfrm>
            <a:off x="488950" y="203863"/>
            <a:ext cx="8918244" cy="169200"/>
          </a:xfrm>
        </p:spPr>
        <p:txBody>
          <a:bodyPr anchor="b"/>
          <a:lstStyle>
            <a:lvl1pPr>
              <a:spcAft>
                <a:spcPts val="0"/>
              </a:spcAft>
              <a:defRPr sz="1200">
                <a:solidFill>
                  <a:schemeClr val="bg1"/>
                </a:solidFill>
              </a:defRPr>
            </a:lvl1pPr>
          </a:lstStyle>
          <a:p>
            <a:pPr lvl="0"/>
            <a:r>
              <a:rPr lang="en-US" dirty="0"/>
              <a:t>Super title here</a:t>
            </a:r>
          </a:p>
        </p:txBody>
      </p:sp>
      <p:sp>
        <p:nvSpPr>
          <p:cNvPr id="4" name="Shape 8">
            <a:extLst>
              <a:ext uri="{FF2B5EF4-FFF2-40B4-BE49-F238E27FC236}">
                <a16:creationId xmlns:a16="http://schemas.microsoft.com/office/drawing/2014/main" id="{D0DBDCEE-A283-4750-BBE4-7DA0B6F510F8}"/>
              </a:ext>
            </a:extLst>
          </p:cNvPr>
          <p:cNvSpPr txBox="1">
            <a:spLocks/>
          </p:cNvSpPr>
          <p:nvPr userDrawn="1"/>
        </p:nvSpPr>
        <p:spPr>
          <a:xfrm>
            <a:off x="9174564" y="6385080"/>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‹Nr.›</a:t>
            </a:fld>
            <a:endParaRPr lang="en-GB" sz="1000" dirty="0">
              <a:solidFill>
                <a:schemeClr val="bg1"/>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997B1B73-0F5A-4B77-83D1-A16C7035EE05}"/>
              </a:ext>
              <a:ext uri="{C183D7F6-B498-43B3-948B-1728B52AA6E4}">
                <adec:decorative xmlns:adec="http://schemas.microsoft.com/office/drawing/2017/decorative" val="1"/>
              </a:ext>
            </a:extLst>
          </p:cNvPr>
          <p:cNvSpPr txBox="1"/>
          <p:nvPr userDrawn="1">
            <p:custDataLst>
              <p:tags r:id="rId1"/>
            </p:custDataLst>
          </p:nvPr>
        </p:nvSpPr>
        <p:spPr>
          <a:xfrm>
            <a:off x="7731459" y="6413620"/>
            <a:ext cx="1330492" cy="92333"/>
          </a:xfrm>
          <a:prstGeom prst="rect">
            <a:avLst/>
          </a:prstGeom>
          <a:noFill/>
        </p:spPr>
        <p:txBody>
          <a:bodyPr wrap="none" lIns="0" tIns="0" rIns="0" bIns="0"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0" kern="1200" noProof="0" dirty="0">
                <a:solidFill>
                  <a:schemeClr val="bg1"/>
                </a:solidFill>
                <a:latin typeface="+mn-lt"/>
                <a:ea typeface="+mn-ea"/>
                <a:cs typeface="+mn-cs"/>
              </a:rPr>
              <a:t>Document Classification: KPMG Confidential</a:t>
            </a:r>
            <a:endParaRPr lang="en-GB" sz="600" b="0" kern="1200" noProof="0" dirty="0">
              <a:solidFill>
                <a:schemeClr val="bg1"/>
              </a:solidFill>
              <a:latin typeface="+mn-lt"/>
              <a:ea typeface="+mn-ea"/>
              <a:cs typeface="+mn-cs"/>
            </a:endParaRPr>
          </a:p>
        </p:txBody>
      </p:sp>
      <p:cxnSp>
        <p:nvCxnSpPr>
          <p:cNvPr id="7" name="Straight Connector 6">
            <a:extLst>
              <a:ext uri="{FF2B5EF4-FFF2-40B4-BE49-F238E27FC236}">
                <a16:creationId xmlns:a16="http://schemas.microsoft.com/office/drawing/2014/main" id="{D0F7998E-6CE7-4E52-A139-933AD2B32F96}"/>
              </a:ext>
            </a:extLst>
          </p:cNvPr>
          <p:cNvCxnSpPr/>
          <p:nvPr userDrawn="1"/>
        </p:nvCxnSpPr>
        <p:spPr>
          <a:xfrm>
            <a:off x="9156505" y="6385080"/>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Graphic 7">
            <a:extLst>
              <a:ext uri="{FF2B5EF4-FFF2-40B4-BE49-F238E27FC236}">
                <a16:creationId xmlns:a16="http://schemas.microsoft.com/office/drawing/2014/main" id="{D91D2281-E8ED-4D25-972C-2978DD7A8FA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black">
          <a:xfrm>
            <a:off x="488950" y="6373386"/>
            <a:ext cx="428967" cy="172800"/>
          </a:xfrm>
          <a:prstGeom prst="rect">
            <a:avLst/>
          </a:prstGeom>
        </p:spPr>
      </p:pic>
      <p:sp>
        <p:nvSpPr>
          <p:cNvPr id="9" name="Text Placeholder 2">
            <a:extLst>
              <a:ext uri="{FF2B5EF4-FFF2-40B4-BE49-F238E27FC236}">
                <a16:creationId xmlns:a16="http://schemas.microsoft.com/office/drawing/2014/main" id="{3D45BFCE-CAA7-45C1-8C60-8D5A8828B9B5}"/>
              </a:ext>
            </a:extLst>
          </p:cNvPr>
          <p:cNvSpPr>
            <a:spLocks noGrp="1"/>
          </p:cNvSpPr>
          <p:nvPr>
            <p:ph type="body" sz="quarter" idx="22" hasCustomPrompt="1"/>
            <p:custDataLst>
              <p:tags r:id="rId2"/>
            </p:custDataLst>
          </p:nvPr>
        </p:nvSpPr>
        <p:spPr>
          <a:xfrm>
            <a:off x="1260000" y="6372000"/>
            <a:ext cx="5400000" cy="360000"/>
          </a:xfrm>
        </p:spPr>
        <p:txBody>
          <a:bodyPr/>
          <a:lstStyle>
            <a:lvl1pPr>
              <a:buFontTx/>
              <a:buNone/>
              <a:defRPr sz="600" b="0">
                <a:solidFill>
                  <a:schemeClr val="bg1"/>
                </a:solidFill>
              </a:defRPr>
            </a:lvl1pPr>
            <a:lvl2pPr>
              <a:buFontTx/>
              <a:buNone/>
              <a:defRPr sz="600" b="0">
                <a:solidFill>
                  <a:schemeClr val="bg1"/>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solidFill>
                <a:latin typeface="+mn-lt"/>
                <a:ea typeface="+mn-ea"/>
                <a:cs typeface="+mn-cs"/>
              </a:rPr>
              <a:t>© [year] [legal member firm name], a [jurisdiction] [legal structure] and a member firm of the KPMG global organization of independent member firms affiliated with KPMG International Limited, a private English company limited by guarantee. All rights reserved.,</a:t>
            </a:r>
          </a:p>
        </p:txBody>
      </p:sp>
    </p:spTree>
    <p:extLst>
      <p:ext uri="{BB962C8B-B14F-4D97-AF65-F5344CB8AC3E}">
        <p14:creationId xmlns:p14="http://schemas.microsoft.com/office/powerpoint/2010/main" val="308645789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6" name="Title 5"/>
          <p:cNvSpPr>
            <a:spLocks noGrp="1"/>
          </p:cNvSpPr>
          <p:nvPr>
            <p:ph type="title"/>
          </p:nvPr>
        </p:nvSpPr>
        <p:spPr>
          <a:xfrm>
            <a:off x="488950" y="451575"/>
            <a:ext cx="8928100" cy="723600"/>
          </a:xfrm>
        </p:spPr>
        <p:txBody>
          <a:bodyPr/>
          <a:lstStyle/>
          <a:p>
            <a:r>
              <a:rPr lang="en-US"/>
              <a:t>Click to edit Master title style</a:t>
            </a:r>
            <a:endParaRPr lang="en-GB" dirty="0"/>
          </a:p>
        </p:txBody>
      </p:sp>
      <p:sp>
        <p:nvSpPr>
          <p:cNvPr id="9" name="Text Placeholder 8"/>
          <p:cNvSpPr>
            <a:spLocks noGrp="1"/>
          </p:cNvSpPr>
          <p:nvPr>
            <p:ph type="body" sz="quarter" idx="10"/>
          </p:nvPr>
        </p:nvSpPr>
        <p:spPr>
          <a:xfrm>
            <a:off x="488950" y="1422400"/>
            <a:ext cx="8928100" cy="460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p:cNvSpPr>
            <a:spLocks noGrp="1"/>
          </p:cNvSpPr>
          <p:nvPr>
            <p:ph type="body" sz="quarter" idx="11" hasCustomPrompt="1"/>
          </p:nvPr>
        </p:nvSpPr>
        <p:spPr>
          <a:xfrm>
            <a:off x="488950" y="203863"/>
            <a:ext cx="8928100" cy="169200"/>
          </a:xfrm>
        </p:spPr>
        <p:txBody>
          <a:bodyPr anchor="b"/>
          <a:lstStyle>
            <a:lvl1pPr>
              <a:spcAft>
                <a:spcPts val="0"/>
              </a:spcAft>
              <a:defRPr sz="1200"/>
            </a:lvl1pPr>
          </a:lstStyle>
          <a:p>
            <a:pPr lvl="0"/>
            <a:r>
              <a:rPr lang="en-US" dirty="0"/>
              <a:t>Super title here</a:t>
            </a:r>
          </a:p>
        </p:txBody>
      </p:sp>
    </p:spTree>
    <p:extLst>
      <p:ext uri="{BB962C8B-B14F-4D97-AF65-F5344CB8AC3E}">
        <p14:creationId xmlns:p14="http://schemas.microsoft.com/office/powerpoint/2010/main" val="19941037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One Column Text - Dark BG colour">
    <p:bg>
      <p:bgPr>
        <a:solidFill>
          <a:schemeClr val="tx2"/>
        </a:solidFill>
        <a:effectLst/>
      </p:bgPr>
    </p:bg>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4F60C092-2274-452E-A01D-A21FE6B6B8DC}"/>
              </a:ext>
            </a:extLst>
          </p:cNvPr>
          <p:cNvSpPr/>
          <p:nvPr userDrawn="1"/>
        </p:nvSpPr>
        <p:spPr>
          <a:xfrm>
            <a:off x="92460" y="6093296"/>
            <a:ext cx="9721080" cy="63870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de-DE" sz="900" dirty="0">
              <a:solidFill>
                <a:schemeClr val="bg1"/>
              </a:solidFill>
            </a:endParaRPr>
          </a:p>
        </p:txBody>
      </p:sp>
      <p:sp>
        <p:nvSpPr>
          <p:cNvPr id="6" name="Title 5"/>
          <p:cNvSpPr>
            <a:spLocks noGrp="1"/>
          </p:cNvSpPr>
          <p:nvPr>
            <p:ph type="title"/>
          </p:nvPr>
        </p:nvSpPr>
        <p:spPr>
          <a:xfrm>
            <a:off x="488950" y="451575"/>
            <a:ext cx="8928100" cy="723600"/>
          </a:xfrm>
        </p:spPr>
        <p:txBody>
          <a:bodyPr/>
          <a:lstStyle>
            <a:lvl1pPr>
              <a:defRPr>
                <a:solidFill>
                  <a:schemeClr val="bg1"/>
                </a:solidFill>
              </a:defRPr>
            </a:lvl1pPr>
          </a:lstStyle>
          <a:p>
            <a:r>
              <a:rPr lang="en-US"/>
              <a:t>Click to edit Master title style</a:t>
            </a:r>
            <a:endParaRPr lang="en-GB" dirty="0"/>
          </a:p>
        </p:txBody>
      </p:sp>
      <p:sp>
        <p:nvSpPr>
          <p:cNvPr id="9" name="Text Placeholder 8"/>
          <p:cNvSpPr>
            <a:spLocks noGrp="1"/>
          </p:cNvSpPr>
          <p:nvPr>
            <p:ph type="body" sz="quarter" idx="10"/>
          </p:nvPr>
        </p:nvSpPr>
        <p:spPr>
          <a:xfrm>
            <a:off x="488950" y="1422400"/>
            <a:ext cx="8928100" cy="46044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p:cNvSpPr>
            <a:spLocks noGrp="1"/>
          </p:cNvSpPr>
          <p:nvPr>
            <p:ph type="body" sz="quarter" idx="11" hasCustomPrompt="1"/>
          </p:nvPr>
        </p:nvSpPr>
        <p:spPr>
          <a:xfrm>
            <a:off x="488950" y="203863"/>
            <a:ext cx="8928100" cy="169200"/>
          </a:xfrm>
        </p:spPr>
        <p:txBody>
          <a:bodyPr anchor="b"/>
          <a:lstStyle>
            <a:lvl1pPr>
              <a:spcAft>
                <a:spcPts val="0"/>
              </a:spcAft>
              <a:defRPr sz="1200">
                <a:solidFill>
                  <a:schemeClr val="bg1"/>
                </a:solidFill>
              </a:defRPr>
            </a:lvl1pPr>
          </a:lstStyle>
          <a:p>
            <a:pPr lvl="0"/>
            <a:r>
              <a:rPr lang="en-US" dirty="0"/>
              <a:t>Super title here</a:t>
            </a:r>
          </a:p>
        </p:txBody>
      </p:sp>
      <p:sp>
        <p:nvSpPr>
          <p:cNvPr id="13" name="Shape 8">
            <a:extLst>
              <a:ext uri="{FF2B5EF4-FFF2-40B4-BE49-F238E27FC236}">
                <a16:creationId xmlns:a16="http://schemas.microsoft.com/office/drawing/2014/main" id="{0B80A629-B77C-4AEA-B058-6685189C7332}"/>
              </a:ext>
            </a:extLst>
          </p:cNvPr>
          <p:cNvSpPr txBox="1">
            <a:spLocks/>
          </p:cNvSpPr>
          <p:nvPr userDrawn="1"/>
        </p:nvSpPr>
        <p:spPr>
          <a:xfrm>
            <a:off x="9174564" y="6385080"/>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‹Nr.›</a:t>
            </a:fld>
            <a:endParaRPr lang="en-GB" sz="1000" dirty="0">
              <a:solidFill>
                <a:schemeClr val="bg1"/>
              </a:solidFill>
              <a:latin typeface="+mn-lt"/>
              <a:ea typeface="Arial"/>
              <a:cs typeface="Arial" panose="020B0604020202020204" pitchFamily="34" charset="0"/>
            </a:endParaRPr>
          </a:p>
        </p:txBody>
      </p:sp>
      <p:sp>
        <p:nvSpPr>
          <p:cNvPr id="14" name="TextBox 13">
            <a:extLst>
              <a:ext uri="{FF2B5EF4-FFF2-40B4-BE49-F238E27FC236}">
                <a16:creationId xmlns:a16="http://schemas.microsoft.com/office/drawing/2014/main" id="{CAA6EAD6-B279-4EDB-B5C0-950B7DB9CA7A}"/>
              </a:ext>
              <a:ext uri="{C183D7F6-B498-43B3-948B-1728B52AA6E4}">
                <adec:decorative xmlns:adec="http://schemas.microsoft.com/office/drawing/2017/decorative" val="1"/>
              </a:ext>
            </a:extLst>
          </p:cNvPr>
          <p:cNvSpPr txBox="1"/>
          <p:nvPr userDrawn="1">
            <p:custDataLst>
              <p:tags r:id="rId1"/>
            </p:custDataLst>
          </p:nvPr>
        </p:nvSpPr>
        <p:spPr>
          <a:xfrm>
            <a:off x="7731459" y="6413620"/>
            <a:ext cx="1330492" cy="92333"/>
          </a:xfrm>
          <a:prstGeom prst="rect">
            <a:avLst/>
          </a:prstGeom>
          <a:noFill/>
        </p:spPr>
        <p:txBody>
          <a:bodyPr wrap="none" lIns="0" tIns="0" rIns="0" bIns="0"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0" kern="1200" noProof="0" dirty="0">
                <a:solidFill>
                  <a:schemeClr val="bg1"/>
                </a:solidFill>
                <a:latin typeface="+mn-lt"/>
                <a:ea typeface="+mn-ea"/>
                <a:cs typeface="+mn-cs"/>
              </a:rPr>
              <a:t>Document Classification: KPMG Confidential</a:t>
            </a:r>
            <a:endParaRPr lang="en-GB" sz="600" b="0" kern="1200" noProof="0" dirty="0">
              <a:solidFill>
                <a:schemeClr val="bg1"/>
              </a:solidFill>
              <a:latin typeface="+mn-lt"/>
              <a:ea typeface="+mn-ea"/>
              <a:cs typeface="+mn-cs"/>
            </a:endParaRPr>
          </a:p>
        </p:txBody>
      </p:sp>
      <p:cxnSp>
        <p:nvCxnSpPr>
          <p:cNvPr id="16" name="Straight Connector 15">
            <a:extLst>
              <a:ext uri="{FF2B5EF4-FFF2-40B4-BE49-F238E27FC236}">
                <a16:creationId xmlns:a16="http://schemas.microsoft.com/office/drawing/2014/main" id="{F019B8B1-933F-483A-ADD1-9798FFDFEDD4}"/>
              </a:ext>
            </a:extLst>
          </p:cNvPr>
          <p:cNvCxnSpPr/>
          <p:nvPr userDrawn="1"/>
        </p:nvCxnSpPr>
        <p:spPr>
          <a:xfrm>
            <a:off x="9156505" y="6385080"/>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1972EB70-12E4-41FB-A7D2-5DE835B9392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black">
          <a:xfrm>
            <a:off x="488950" y="6373386"/>
            <a:ext cx="428967" cy="172800"/>
          </a:xfrm>
          <a:prstGeom prst="rect">
            <a:avLst/>
          </a:prstGeom>
        </p:spPr>
      </p:pic>
      <p:sp>
        <p:nvSpPr>
          <p:cNvPr id="10" name="Text Placeholder 2">
            <a:extLst>
              <a:ext uri="{FF2B5EF4-FFF2-40B4-BE49-F238E27FC236}">
                <a16:creationId xmlns:a16="http://schemas.microsoft.com/office/drawing/2014/main" id="{B19A284A-FD9F-4A43-A55D-912D4B64F2DF}"/>
              </a:ext>
            </a:extLst>
          </p:cNvPr>
          <p:cNvSpPr>
            <a:spLocks noGrp="1"/>
          </p:cNvSpPr>
          <p:nvPr>
            <p:ph type="body" sz="quarter" idx="22" hasCustomPrompt="1"/>
            <p:custDataLst>
              <p:tags r:id="rId2"/>
            </p:custDataLst>
          </p:nvPr>
        </p:nvSpPr>
        <p:spPr>
          <a:xfrm>
            <a:off x="1260000" y="6372000"/>
            <a:ext cx="5400000" cy="360000"/>
          </a:xfrm>
        </p:spPr>
        <p:txBody>
          <a:bodyPr/>
          <a:lstStyle>
            <a:lvl1pPr>
              <a:buFontTx/>
              <a:buNone/>
              <a:defRPr sz="600" b="0">
                <a:solidFill>
                  <a:schemeClr val="bg1"/>
                </a:solidFill>
              </a:defRPr>
            </a:lvl1pPr>
            <a:lvl2pPr>
              <a:buFontTx/>
              <a:buNone/>
              <a:defRPr sz="600" b="0">
                <a:solidFill>
                  <a:schemeClr val="bg1"/>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solidFill>
                <a:latin typeface="+mn-lt"/>
                <a:ea typeface="+mn-ea"/>
                <a:cs typeface="+mn-cs"/>
              </a:rPr>
              <a:t>© [year] [legal member firm name], a [jurisdiction] [legal structure] and a member firm of the KPMG global organization of independent member firms affiliated with KPMG International Limited, a private English company limited by guarantee. All rights reserved.,</a:t>
            </a:r>
          </a:p>
        </p:txBody>
      </p:sp>
    </p:spTree>
    <p:extLst>
      <p:ext uri="{BB962C8B-B14F-4D97-AF65-F5344CB8AC3E}">
        <p14:creationId xmlns:p14="http://schemas.microsoft.com/office/powerpoint/2010/main" val="57362667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One Column Text - Dark BG colour 2">
    <p:bg>
      <p:bgPr>
        <a:solidFill>
          <a:schemeClr val="accent1"/>
        </a:solidFill>
        <a:effectLst/>
      </p:bgPr>
    </p:bg>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4F60C092-2274-452E-A01D-A21FE6B6B8DC}"/>
              </a:ext>
            </a:extLst>
          </p:cNvPr>
          <p:cNvSpPr/>
          <p:nvPr userDrawn="1"/>
        </p:nvSpPr>
        <p:spPr>
          <a:xfrm>
            <a:off x="92460" y="6093296"/>
            <a:ext cx="9721080" cy="6387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de-DE" sz="900" dirty="0">
              <a:solidFill>
                <a:schemeClr val="bg1"/>
              </a:solidFill>
            </a:endParaRPr>
          </a:p>
        </p:txBody>
      </p:sp>
      <p:sp>
        <p:nvSpPr>
          <p:cNvPr id="6" name="Title 5"/>
          <p:cNvSpPr>
            <a:spLocks noGrp="1"/>
          </p:cNvSpPr>
          <p:nvPr>
            <p:ph type="title"/>
          </p:nvPr>
        </p:nvSpPr>
        <p:spPr>
          <a:xfrm>
            <a:off x="488950" y="451575"/>
            <a:ext cx="8928100" cy="723600"/>
          </a:xfrm>
        </p:spPr>
        <p:txBody>
          <a:bodyPr/>
          <a:lstStyle>
            <a:lvl1pPr>
              <a:defRPr>
                <a:solidFill>
                  <a:schemeClr val="bg1"/>
                </a:solidFill>
              </a:defRPr>
            </a:lvl1pPr>
          </a:lstStyle>
          <a:p>
            <a:r>
              <a:rPr lang="en-US"/>
              <a:t>Click to edit Master title style</a:t>
            </a:r>
            <a:endParaRPr lang="en-GB" dirty="0"/>
          </a:p>
        </p:txBody>
      </p:sp>
      <p:sp>
        <p:nvSpPr>
          <p:cNvPr id="9" name="Text Placeholder 8"/>
          <p:cNvSpPr>
            <a:spLocks noGrp="1"/>
          </p:cNvSpPr>
          <p:nvPr>
            <p:ph type="body" sz="quarter" idx="10"/>
          </p:nvPr>
        </p:nvSpPr>
        <p:spPr>
          <a:xfrm>
            <a:off x="488950" y="1422400"/>
            <a:ext cx="8928100" cy="46044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p:cNvSpPr>
            <a:spLocks noGrp="1"/>
          </p:cNvSpPr>
          <p:nvPr>
            <p:ph type="body" sz="quarter" idx="11" hasCustomPrompt="1"/>
          </p:nvPr>
        </p:nvSpPr>
        <p:spPr>
          <a:xfrm>
            <a:off x="488950" y="203863"/>
            <a:ext cx="8928100" cy="169200"/>
          </a:xfrm>
        </p:spPr>
        <p:txBody>
          <a:bodyPr anchor="b"/>
          <a:lstStyle>
            <a:lvl1pPr>
              <a:spcAft>
                <a:spcPts val="0"/>
              </a:spcAft>
              <a:defRPr sz="1200">
                <a:solidFill>
                  <a:schemeClr val="bg1"/>
                </a:solidFill>
              </a:defRPr>
            </a:lvl1pPr>
          </a:lstStyle>
          <a:p>
            <a:pPr lvl="0"/>
            <a:r>
              <a:rPr lang="en-US" dirty="0"/>
              <a:t>Super title here</a:t>
            </a:r>
          </a:p>
        </p:txBody>
      </p:sp>
      <p:sp>
        <p:nvSpPr>
          <p:cNvPr id="13" name="Shape 8">
            <a:extLst>
              <a:ext uri="{FF2B5EF4-FFF2-40B4-BE49-F238E27FC236}">
                <a16:creationId xmlns:a16="http://schemas.microsoft.com/office/drawing/2014/main" id="{0B80A629-B77C-4AEA-B058-6685189C7332}"/>
              </a:ext>
            </a:extLst>
          </p:cNvPr>
          <p:cNvSpPr txBox="1">
            <a:spLocks/>
          </p:cNvSpPr>
          <p:nvPr userDrawn="1"/>
        </p:nvSpPr>
        <p:spPr>
          <a:xfrm>
            <a:off x="9174564" y="6385080"/>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‹Nr.›</a:t>
            </a:fld>
            <a:endParaRPr lang="en-GB" sz="1000" dirty="0">
              <a:solidFill>
                <a:schemeClr val="bg1"/>
              </a:solidFill>
              <a:latin typeface="+mn-lt"/>
              <a:ea typeface="Arial"/>
              <a:cs typeface="Arial" panose="020B0604020202020204" pitchFamily="34" charset="0"/>
            </a:endParaRPr>
          </a:p>
        </p:txBody>
      </p:sp>
      <p:sp>
        <p:nvSpPr>
          <p:cNvPr id="14" name="TextBox 13">
            <a:extLst>
              <a:ext uri="{FF2B5EF4-FFF2-40B4-BE49-F238E27FC236}">
                <a16:creationId xmlns:a16="http://schemas.microsoft.com/office/drawing/2014/main" id="{CAA6EAD6-B279-4EDB-B5C0-950B7DB9CA7A}"/>
              </a:ext>
              <a:ext uri="{C183D7F6-B498-43B3-948B-1728B52AA6E4}">
                <adec:decorative xmlns:adec="http://schemas.microsoft.com/office/drawing/2017/decorative" val="1"/>
              </a:ext>
            </a:extLst>
          </p:cNvPr>
          <p:cNvSpPr txBox="1"/>
          <p:nvPr userDrawn="1">
            <p:custDataLst>
              <p:tags r:id="rId1"/>
            </p:custDataLst>
          </p:nvPr>
        </p:nvSpPr>
        <p:spPr>
          <a:xfrm>
            <a:off x="7731459" y="6413620"/>
            <a:ext cx="1330492" cy="92333"/>
          </a:xfrm>
          <a:prstGeom prst="rect">
            <a:avLst/>
          </a:prstGeom>
          <a:noFill/>
        </p:spPr>
        <p:txBody>
          <a:bodyPr wrap="none" lIns="0" tIns="0" rIns="0" bIns="0"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0" kern="1200" noProof="0" dirty="0">
                <a:solidFill>
                  <a:schemeClr val="bg1"/>
                </a:solidFill>
                <a:latin typeface="+mn-lt"/>
                <a:ea typeface="+mn-ea"/>
                <a:cs typeface="+mn-cs"/>
              </a:rPr>
              <a:t>Document Classification: KPMG Confidential</a:t>
            </a:r>
            <a:endParaRPr lang="en-GB" sz="600" b="0" kern="1200" noProof="0" dirty="0">
              <a:solidFill>
                <a:schemeClr val="bg1"/>
              </a:solidFill>
              <a:latin typeface="+mn-lt"/>
              <a:ea typeface="+mn-ea"/>
              <a:cs typeface="+mn-cs"/>
            </a:endParaRPr>
          </a:p>
        </p:txBody>
      </p:sp>
      <p:cxnSp>
        <p:nvCxnSpPr>
          <p:cNvPr id="16" name="Straight Connector 15">
            <a:extLst>
              <a:ext uri="{FF2B5EF4-FFF2-40B4-BE49-F238E27FC236}">
                <a16:creationId xmlns:a16="http://schemas.microsoft.com/office/drawing/2014/main" id="{F019B8B1-933F-483A-ADD1-9798FFDFEDD4}"/>
              </a:ext>
            </a:extLst>
          </p:cNvPr>
          <p:cNvCxnSpPr/>
          <p:nvPr userDrawn="1"/>
        </p:nvCxnSpPr>
        <p:spPr>
          <a:xfrm>
            <a:off x="9156505" y="6385080"/>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1972EB70-12E4-41FB-A7D2-5DE835B9392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black">
          <a:xfrm>
            <a:off x="488950" y="6373386"/>
            <a:ext cx="428967" cy="172800"/>
          </a:xfrm>
          <a:prstGeom prst="rect">
            <a:avLst/>
          </a:prstGeom>
        </p:spPr>
      </p:pic>
      <p:sp>
        <p:nvSpPr>
          <p:cNvPr id="10" name="Text Placeholder 2">
            <a:extLst>
              <a:ext uri="{FF2B5EF4-FFF2-40B4-BE49-F238E27FC236}">
                <a16:creationId xmlns:a16="http://schemas.microsoft.com/office/drawing/2014/main" id="{B19A284A-FD9F-4A43-A55D-912D4B64F2DF}"/>
              </a:ext>
            </a:extLst>
          </p:cNvPr>
          <p:cNvSpPr>
            <a:spLocks noGrp="1"/>
          </p:cNvSpPr>
          <p:nvPr>
            <p:ph type="body" sz="quarter" idx="22" hasCustomPrompt="1"/>
            <p:custDataLst>
              <p:tags r:id="rId2"/>
            </p:custDataLst>
          </p:nvPr>
        </p:nvSpPr>
        <p:spPr>
          <a:xfrm>
            <a:off x="1260000" y="6372000"/>
            <a:ext cx="5400000" cy="360000"/>
          </a:xfrm>
        </p:spPr>
        <p:txBody>
          <a:bodyPr/>
          <a:lstStyle>
            <a:lvl1pPr>
              <a:buFontTx/>
              <a:buNone/>
              <a:defRPr sz="600" b="0">
                <a:solidFill>
                  <a:schemeClr val="bg1"/>
                </a:solidFill>
              </a:defRPr>
            </a:lvl1pPr>
            <a:lvl2pPr>
              <a:buFontTx/>
              <a:buNone/>
              <a:defRPr sz="600" b="0">
                <a:solidFill>
                  <a:schemeClr val="bg1"/>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solidFill>
                <a:latin typeface="+mn-lt"/>
                <a:ea typeface="+mn-ea"/>
                <a:cs typeface="+mn-cs"/>
              </a:rPr>
              <a:t>© [year] [legal member firm name], a [jurisdiction] [legal structure] and a member firm of the KPMG global organization of independent member firms affiliated with KPMG International Limited, a private English company limited by guarantee. All rights reserved.,</a:t>
            </a:r>
          </a:p>
        </p:txBody>
      </p:sp>
    </p:spTree>
    <p:extLst>
      <p:ext uri="{BB962C8B-B14F-4D97-AF65-F5344CB8AC3E}">
        <p14:creationId xmlns:p14="http://schemas.microsoft.com/office/powerpoint/2010/main" val="39097139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7DB58-860A-432D-A684-9D2580280AAE}"/>
              </a:ext>
            </a:extLst>
          </p:cNvPr>
          <p:cNvSpPr>
            <a:spLocks noGrp="1"/>
          </p:cNvSpPr>
          <p:nvPr>
            <p:ph type="title"/>
          </p:nvPr>
        </p:nvSpPr>
        <p:spPr/>
        <p:txBody>
          <a:bodyPr/>
          <a:lstStyle/>
          <a:p>
            <a:r>
              <a:rPr lang="en-US"/>
              <a:t>Click to edit Master title style</a:t>
            </a:r>
            <a:endParaRPr lang="en-US" dirty="0"/>
          </a:p>
        </p:txBody>
      </p:sp>
      <p:sp>
        <p:nvSpPr>
          <p:cNvPr id="9" name="Text Placeholder 8"/>
          <p:cNvSpPr>
            <a:spLocks noGrp="1"/>
          </p:cNvSpPr>
          <p:nvPr>
            <p:ph type="body" sz="quarter" idx="10"/>
          </p:nvPr>
        </p:nvSpPr>
        <p:spPr>
          <a:xfrm>
            <a:off x="488950" y="1422400"/>
            <a:ext cx="4373150" cy="460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8"/>
          <p:cNvSpPr>
            <a:spLocks noGrp="1"/>
          </p:cNvSpPr>
          <p:nvPr>
            <p:ph type="body" sz="quarter" idx="11"/>
          </p:nvPr>
        </p:nvSpPr>
        <p:spPr>
          <a:xfrm>
            <a:off x="5043900" y="1422400"/>
            <a:ext cx="4373150" cy="460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p:cNvSpPr>
            <a:spLocks noGrp="1"/>
          </p:cNvSpPr>
          <p:nvPr>
            <p:ph type="body" sz="quarter" idx="12" hasCustomPrompt="1"/>
          </p:nvPr>
        </p:nvSpPr>
        <p:spPr>
          <a:xfrm>
            <a:off x="488950" y="203863"/>
            <a:ext cx="8918244" cy="169200"/>
          </a:xfrm>
        </p:spPr>
        <p:txBody>
          <a:bodyPr anchor="b"/>
          <a:lstStyle>
            <a:lvl1pPr>
              <a:spcAft>
                <a:spcPts val="0"/>
              </a:spcAft>
              <a:defRPr sz="1200"/>
            </a:lvl1pPr>
          </a:lstStyle>
          <a:p>
            <a:pPr lvl="0"/>
            <a:r>
              <a:rPr lang="en-US" dirty="0"/>
              <a:t>Super title here</a:t>
            </a:r>
          </a:p>
        </p:txBody>
      </p:sp>
    </p:spTree>
    <p:extLst>
      <p:ext uri="{BB962C8B-B14F-4D97-AF65-F5344CB8AC3E}">
        <p14:creationId xmlns:p14="http://schemas.microsoft.com/office/powerpoint/2010/main" val="28123243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 Text - Dark BG colour">
    <p:bg>
      <p:bgPr>
        <a:solidFill>
          <a:schemeClr val="tx2"/>
        </a:solidFill>
        <a:effectLst/>
      </p:bgPr>
    </p:bg>
    <p:spTree>
      <p:nvGrpSpPr>
        <p:cNvPr id="1" name=""/>
        <p:cNvGrpSpPr/>
        <p:nvPr/>
      </p:nvGrpSpPr>
      <p:grpSpPr>
        <a:xfrm>
          <a:off x="0" y="0"/>
          <a:ext cx="0" cy="0"/>
          <a:chOff x="0" y="0"/>
          <a:chExt cx="0" cy="0"/>
        </a:xfrm>
      </p:grpSpPr>
      <p:sp>
        <p:nvSpPr>
          <p:cNvPr id="13" name="Rechteck 12">
            <a:extLst>
              <a:ext uri="{FF2B5EF4-FFF2-40B4-BE49-F238E27FC236}">
                <a16:creationId xmlns:a16="http://schemas.microsoft.com/office/drawing/2014/main" id="{8BA93499-610C-433B-9C43-0BEC32276A7D}"/>
              </a:ext>
            </a:extLst>
          </p:cNvPr>
          <p:cNvSpPr/>
          <p:nvPr userDrawn="1"/>
        </p:nvSpPr>
        <p:spPr>
          <a:xfrm>
            <a:off x="92460" y="6093296"/>
            <a:ext cx="9721080" cy="63870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de-DE" sz="900" dirty="0">
              <a:solidFill>
                <a:schemeClr val="bg1"/>
              </a:solidFill>
            </a:endParaRPr>
          </a:p>
        </p:txBody>
      </p:sp>
      <p:sp>
        <p:nvSpPr>
          <p:cNvPr id="2" name="Title 1">
            <a:extLst>
              <a:ext uri="{FF2B5EF4-FFF2-40B4-BE49-F238E27FC236}">
                <a16:creationId xmlns:a16="http://schemas.microsoft.com/office/drawing/2014/main" id="{0D27959C-6D5A-44BB-8E09-2E7A772D91F9}"/>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
        <p:nvSpPr>
          <p:cNvPr id="9" name="Text Placeholder 8"/>
          <p:cNvSpPr>
            <a:spLocks noGrp="1"/>
          </p:cNvSpPr>
          <p:nvPr>
            <p:ph type="body" sz="quarter" idx="10"/>
          </p:nvPr>
        </p:nvSpPr>
        <p:spPr>
          <a:xfrm>
            <a:off x="488950" y="1422400"/>
            <a:ext cx="4373150" cy="46044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8"/>
          <p:cNvSpPr>
            <a:spLocks noGrp="1"/>
          </p:cNvSpPr>
          <p:nvPr>
            <p:ph type="body" sz="quarter" idx="11"/>
          </p:nvPr>
        </p:nvSpPr>
        <p:spPr>
          <a:xfrm>
            <a:off x="5043900" y="1422400"/>
            <a:ext cx="4373150" cy="46044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p:cNvSpPr>
            <a:spLocks noGrp="1"/>
          </p:cNvSpPr>
          <p:nvPr>
            <p:ph type="body" sz="quarter" idx="12" hasCustomPrompt="1"/>
          </p:nvPr>
        </p:nvSpPr>
        <p:spPr>
          <a:xfrm>
            <a:off x="488950" y="203863"/>
            <a:ext cx="8918244" cy="169200"/>
          </a:xfrm>
        </p:spPr>
        <p:txBody>
          <a:bodyPr anchor="b"/>
          <a:lstStyle>
            <a:lvl1pPr>
              <a:spcAft>
                <a:spcPts val="0"/>
              </a:spcAft>
              <a:defRPr sz="1200">
                <a:solidFill>
                  <a:schemeClr val="bg1"/>
                </a:solidFill>
              </a:defRPr>
            </a:lvl1pPr>
          </a:lstStyle>
          <a:p>
            <a:pPr lvl="0"/>
            <a:r>
              <a:rPr lang="en-US" dirty="0"/>
              <a:t>Super title here</a:t>
            </a:r>
          </a:p>
        </p:txBody>
      </p:sp>
      <p:sp>
        <p:nvSpPr>
          <p:cNvPr id="6" name="Shape 8">
            <a:extLst>
              <a:ext uri="{FF2B5EF4-FFF2-40B4-BE49-F238E27FC236}">
                <a16:creationId xmlns:a16="http://schemas.microsoft.com/office/drawing/2014/main" id="{8E33D3E0-2609-4E0F-B846-EEC5966395A5}"/>
              </a:ext>
            </a:extLst>
          </p:cNvPr>
          <p:cNvSpPr txBox="1">
            <a:spLocks/>
          </p:cNvSpPr>
          <p:nvPr userDrawn="1"/>
        </p:nvSpPr>
        <p:spPr>
          <a:xfrm>
            <a:off x="9174564" y="6385080"/>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‹Nr.›</a:t>
            </a:fld>
            <a:endParaRPr lang="en-GB" sz="1000" dirty="0">
              <a:solidFill>
                <a:schemeClr val="bg1"/>
              </a:solidFill>
              <a:latin typeface="+mn-lt"/>
              <a:ea typeface="Arial"/>
              <a:cs typeface="Arial" panose="020B0604020202020204" pitchFamily="34" charset="0"/>
            </a:endParaRPr>
          </a:p>
        </p:txBody>
      </p:sp>
      <p:sp>
        <p:nvSpPr>
          <p:cNvPr id="7" name="TextBox 6">
            <a:extLst>
              <a:ext uri="{FF2B5EF4-FFF2-40B4-BE49-F238E27FC236}">
                <a16:creationId xmlns:a16="http://schemas.microsoft.com/office/drawing/2014/main" id="{2561C467-2D2A-459B-82B0-E1358D52ED5B}"/>
              </a:ext>
              <a:ext uri="{C183D7F6-B498-43B3-948B-1728B52AA6E4}">
                <adec:decorative xmlns:adec="http://schemas.microsoft.com/office/drawing/2017/decorative" val="1"/>
              </a:ext>
            </a:extLst>
          </p:cNvPr>
          <p:cNvSpPr txBox="1"/>
          <p:nvPr userDrawn="1">
            <p:custDataLst>
              <p:tags r:id="rId1"/>
            </p:custDataLst>
          </p:nvPr>
        </p:nvSpPr>
        <p:spPr>
          <a:xfrm>
            <a:off x="7731459" y="6413620"/>
            <a:ext cx="1330492" cy="92333"/>
          </a:xfrm>
          <a:prstGeom prst="rect">
            <a:avLst/>
          </a:prstGeom>
          <a:noFill/>
        </p:spPr>
        <p:txBody>
          <a:bodyPr wrap="none" lIns="0" tIns="0" rIns="0" bIns="0"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0" kern="1200" noProof="0" dirty="0">
                <a:solidFill>
                  <a:schemeClr val="bg1"/>
                </a:solidFill>
                <a:latin typeface="+mn-lt"/>
                <a:ea typeface="+mn-ea"/>
                <a:cs typeface="+mn-cs"/>
              </a:rPr>
              <a:t>Document Classification: KPMG Confidential</a:t>
            </a:r>
            <a:endParaRPr lang="en-GB" sz="600" b="0" kern="1200" noProof="0" dirty="0">
              <a:solidFill>
                <a:schemeClr val="bg1"/>
              </a:solidFill>
              <a:latin typeface="+mn-lt"/>
              <a:ea typeface="+mn-ea"/>
              <a:cs typeface="+mn-cs"/>
            </a:endParaRPr>
          </a:p>
        </p:txBody>
      </p:sp>
      <p:cxnSp>
        <p:nvCxnSpPr>
          <p:cNvPr id="10" name="Straight Connector 9">
            <a:extLst>
              <a:ext uri="{FF2B5EF4-FFF2-40B4-BE49-F238E27FC236}">
                <a16:creationId xmlns:a16="http://schemas.microsoft.com/office/drawing/2014/main" id="{1DB213AE-E70B-4D73-A612-A3B691E9D7CF}"/>
              </a:ext>
            </a:extLst>
          </p:cNvPr>
          <p:cNvCxnSpPr/>
          <p:nvPr userDrawn="1"/>
        </p:nvCxnSpPr>
        <p:spPr>
          <a:xfrm>
            <a:off x="9156505" y="6385080"/>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11" name="Graphic 10">
            <a:extLst>
              <a:ext uri="{FF2B5EF4-FFF2-40B4-BE49-F238E27FC236}">
                <a16:creationId xmlns:a16="http://schemas.microsoft.com/office/drawing/2014/main" id="{32F581D8-1471-49D8-8F6B-FC01B42B44D6}"/>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black">
          <a:xfrm>
            <a:off x="488950" y="6373386"/>
            <a:ext cx="428967" cy="172800"/>
          </a:xfrm>
          <a:prstGeom prst="rect">
            <a:avLst/>
          </a:prstGeom>
        </p:spPr>
      </p:pic>
      <p:sp>
        <p:nvSpPr>
          <p:cNvPr id="12" name="Text Placeholder 2">
            <a:extLst>
              <a:ext uri="{FF2B5EF4-FFF2-40B4-BE49-F238E27FC236}">
                <a16:creationId xmlns:a16="http://schemas.microsoft.com/office/drawing/2014/main" id="{9B808CC0-5690-4BF5-9A96-B8C5AC7FEDCF}"/>
              </a:ext>
            </a:extLst>
          </p:cNvPr>
          <p:cNvSpPr>
            <a:spLocks noGrp="1"/>
          </p:cNvSpPr>
          <p:nvPr>
            <p:ph type="body" sz="quarter" idx="22" hasCustomPrompt="1"/>
            <p:custDataLst>
              <p:tags r:id="rId2"/>
            </p:custDataLst>
          </p:nvPr>
        </p:nvSpPr>
        <p:spPr>
          <a:xfrm>
            <a:off x="1260000" y="6372000"/>
            <a:ext cx="5400000" cy="360000"/>
          </a:xfrm>
        </p:spPr>
        <p:txBody>
          <a:bodyPr/>
          <a:lstStyle>
            <a:lvl1pPr>
              <a:buFontTx/>
              <a:buNone/>
              <a:defRPr sz="600" b="0">
                <a:solidFill>
                  <a:schemeClr val="bg1"/>
                </a:solidFill>
              </a:defRPr>
            </a:lvl1pPr>
            <a:lvl2pPr>
              <a:buFontTx/>
              <a:buNone/>
              <a:defRPr sz="600" b="0">
                <a:solidFill>
                  <a:schemeClr val="bg1"/>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solidFill>
                <a:latin typeface="+mn-lt"/>
                <a:ea typeface="+mn-ea"/>
                <a:cs typeface="+mn-cs"/>
              </a:rPr>
              <a:t>© [year] [legal member firm name], a [jurisdiction] [legal structure] and a member firm of the KPMG global organization of independent member firms affiliated with KPMG International Limited, a private English company limited by guarantee. All rights reserved.,</a:t>
            </a:r>
          </a:p>
        </p:txBody>
      </p:sp>
    </p:spTree>
    <p:extLst>
      <p:ext uri="{BB962C8B-B14F-4D97-AF65-F5344CB8AC3E}">
        <p14:creationId xmlns:p14="http://schemas.microsoft.com/office/powerpoint/2010/main" val="235354867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with Image or Chart">
    <p:spTree>
      <p:nvGrpSpPr>
        <p:cNvPr id="1" name=""/>
        <p:cNvGrpSpPr/>
        <p:nvPr/>
      </p:nvGrpSpPr>
      <p:grpSpPr>
        <a:xfrm>
          <a:off x="0" y="0"/>
          <a:ext cx="0" cy="0"/>
          <a:chOff x="0" y="0"/>
          <a:chExt cx="0" cy="0"/>
        </a:xfrm>
      </p:grpSpPr>
      <p:sp>
        <p:nvSpPr>
          <p:cNvPr id="2" name="Title 1"/>
          <p:cNvSpPr>
            <a:spLocks noGrp="1"/>
          </p:cNvSpPr>
          <p:nvPr>
            <p:ph type="title"/>
          </p:nvPr>
        </p:nvSpPr>
        <p:spPr>
          <a:xfrm>
            <a:off x="488950" y="451575"/>
            <a:ext cx="8928100" cy="723600"/>
          </a:xfrm>
        </p:spPr>
        <p:txBody>
          <a:bodyPr/>
          <a:lstStyle/>
          <a:p>
            <a:r>
              <a:rPr lang="en-US"/>
              <a:t>Click to edit Master title style</a:t>
            </a:r>
            <a:endParaRPr lang="en-GB" dirty="0"/>
          </a:p>
        </p:txBody>
      </p:sp>
      <p:sp>
        <p:nvSpPr>
          <p:cNvPr id="9" name="Text Placeholder 8"/>
          <p:cNvSpPr>
            <a:spLocks noGrp="1"/>
          </p:cNvSpPr>
          <p:nvPr>
            <p:ph type="body" sz="quarter" idx="10"/>
          </p:nvPr>
        </p:nvSpPr>
        <p:spPr>
          <a:xfrm>
            <a:off x="488950" y="1422400"/>
            <a:ext cx="4373150" cy="460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Chart Placeholder 5"/>
          <p:cNvSpPr>
            <a:spLocks noGrp="1"/>
          </p:cNvSpPr>
          <p:nvPr>
            <p:ph type="chart" sz="quarter" idx="13"/>
          </p:nvPr>
        </p:nvSpPr>
        <p:spPr>
          <a:xfrm>
            <a:off x="5043900" y="1422400"/>
            <a:ext cx="4373150" cy="4604400"/>
          </a:xfrm>
        </p:spPr>
        <p:txBody>
          <a:bodyPr anchor="ctr"/>
          <a:lstStyle>
            <a:lvl1pPr algn="ctr">
              <a:defRPr/>
            </a:lvl1pPr>
          </a:lstStyle>
          <a:p>
            <a:r>
              <a:rPr lang="en-US" dirty="0"/>
              <a:t>Click icon to add chart</a:t>
            </a:r>
            <a:endParaRPr lang="en-GB" dirty="0"/>
          </a:p>
        </p:txBody>
      </p:sp>
      <p:sp>
        <p:nvSpPr>
          <p:cNvPr id="5" name="Text Placeholder 4"/>
          <p:cNvSpPr>
            <a:spLocks noGrp="1"/>
          </p:cNvSpPr>
          <p:nvPr>
            <p:ph type="body" sz="quarter" idx="11" hasCustomPrompt="1"/>
          </p:nvPr>
        </p:nvSpPr>
        <p:spPr>
          <a:xfrm>
            <a:off x="488950" y="203863"/>
            <a:ext cx="8928100" cy="169200"/>
          </a:xfrm>
        </p:spPr>
        <p:txBody>
          <a:bodyPr anchor="b"/>
          <a:lstStyle>
            <a:lvl1pPr>
              <a:spcAft>
                <a:spcPts val="0"/>
              </a:spcAft>
              <a:defRPr sz="1200"/>
            </a:lvl1pPr>
          </a:lstStyle>
          <a:p>
            <a:pPr lvl="0"/>
            <a:r>
              <a:rPr lang="en-US" dirty="0"/>
              <a:t>Super title here</a:t>
            </a:r>
          </a:p>
        </p:txBody>
      </p:sp>
    </p:spTree>
    <p:extLst>
      <p:ext uri="{BB962C8B-B14F-4D97-AF65-F5344CB8AC3E}">
        <p14:creationId xmlns:p14="http://schemas.microsoft.com/office/powerpoint/2010/main" val="306841495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 Column Chart Text">
    <p:spTree>
      <p:nvGrpSpPr>
        <p:cNvPr id="1" name=""/>
        <p:cNvGrpSpPr/>
        <p:nvPr/>
      </p:nvGrpSpPr>
      <p:grpSpPr>
        <a:xfrm>
          <a:off x="0" y="0"/>
          <a:ext cx="0" cy="0"/>
          <a:chOff x="0" y="0"/>
          <a:chExt cx="0" cy="0"/>
        </a:xfrm>
      </p:grpSpPr>
      <p:sp>
        <p:nvSpPr>
          <p:cNvPr id="3" name="Title 2"/>
          <p:cNvSpPr>
            <a:spLocks noGrp="1"/>
          </p:cNvSpPr>
          <p:nvPr>
            <p:ph type="title"/>
          </p:nvPr>
        </p:nvSpPr>
        <p:spPr>
          <a:xfrm>
            <a:off x="488950" y="451575"/>
            <a:ext cx="8928100" cy="723600"/>
          </a:xfrm>
        </p:spPr>
        <p:txBody>
          <a:bodyPr/>
          <a:lstStyle/>
          <a:p>
            <a:r>
              <a:rPr lang="en-US"/>
              <a:t>Click to edit Master title style</a:t>
            </a:r>
            <a:endParaRPr lang="en-GB" dirty="0"/>
          </a:p>
        </p:txBody>
      </p:sp>
      <p:sp>
        <p:nvSpPr>
          <p:cNvPr id="9" name="Text Placeholder 8"/>
          <p:cNvSpPr>
            <a:spLocks noGrp="1"/>
          </p:cNvSpPr>
          <p:nvPr>
            <p:ph type="body" sz="quarter" idx="10"/>
          </p:nvPr>
        </p:nvSpPr>
        <p:spPr>
          <a:xfrm>
            <a:off x="488950" y="1422400"/>
            <a:ext cx="8928100" cy="219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Chart Placeholder 4"/>
          <p:cNvSpPr>
            <a:spLocks noGrp="1"/>
          </p:cNvSpPr>
          <p:nvPr>
            <p:ph type="chart" sz="quarter" idx="11"/>
          </p:nvPr>
        </p:nvSpPr>
        <p:spPr>
          <a:xfrm>
            <a:off x="488950" y="3830800"/>
            <a:ext cx="8928100" cy="2196000"/>
          </a:xfrm>
        </p:spPr>
        <p:txBody>
          <a:bodyPr anchor="ctr"/>
          <a:lstStyle>
            <a:lvl1pPr algn="ctr">
              <a:defRPr/>
            </a:lvl1pPr>
          </a:lstStyle>
          <a:p>
            <a:r>
              <a:rPr lang="en-US" dirty="0"/>
              <a:t>Click icon to add chart</a:t>
            </a:r>
            <a:endParaRPr lang="en-GB" dirty="0"/>
          </a:p>
        </p:txBody>
      </p:sp>
      <p:sp>
        <p:nvSpPr>
          <p:cNvPr id="6" name="Text Placeholder 4"/>
          <p:cNvSpPr>
            <a:spLocks noGrp="1"/>
          </p:cNvSpPr>
          <p:nvPr>
            <p:ph type="body" sz="quarter" idx="12" hasCustomPrompt="1"/>
          </p:nvPr>
        </p:nvSpPr>
        <p:spPr>
          <a:xfrm>
            <a:off x="488950" y="203863"/>
            <a:ext cx="8928100" cy="169200"/>
          </a:xfrm>
        </p:spPr>
        <p:txBody>
          <a:bodyPr anchor="b"/>
          <a:lstStyle>
            <a:lvl1pPr>
              <a:spcAft>
                <a:spcPts val="0"/>
              </a:spcAft>
              <a:defRPr sz="1200"/>
            </a:lvl1pPr>
          </a:lstStyle>
          <a:p>
            <a:pPr lvl="0"/>
            <a:r>
              <a:rPr lang="en-US" dirty="0"/>
              <a:t>Super title here</a:t>
            </a:r>
          </a:p>
        </p:txBody>
      </p:sp>
    </p:spTree>
    <p:extLst>
      <p:ext uri="{BB962C8B-B14F-4D97-AF65-F5344CB8AC3E}">
        <p14:creationId xmlns:p14="http://schemas.microsoft.com/office/powerpoint/2010/main" val="33096551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Chart">
    <p:spTree>
      <p:nvGrpSpPr>
        <p:cNvPr id="1" name=""/>
        <p:cNvGrpSpPr/>
        <p:nvPr/>
      </p:nvGrpSpPr>
      <p:grpSpPr>
        <a:xfrm>
          <a:off x="0" y="0"/>
          <a:ext cx="0" cy="0"/>
          <a:chOff x="0" y="0"/>
          <a:chExt cx="0" cy="0"/>
        </a:xfrm>
      </p:grpSpPr>
      <p:sp>
        <p:nvSpPr>
          <p:cNvPr id="2" name="Title 1"/>
          <p:cNvSpPr>
            <a:spLocks noGrp="1"/>
          </p:cNvSpPr>
          <p:nvPr>
            <p:ph type="title"/>
          </p:nvPr>
        </p:nvSpPr>
        <p:spPr>
          <a:xfrm>
            <a:off x="488950" y="451575"/>
            <a:ext cx="8928100" cy="723600"/>
          </a:xfrm>
        </p:spPr>
        <p:txBody>
          <a:bodyPr/>
          <a:lstStyle/>
          <a:p>
            <a:r>
              <a:rPr lang="en-US"/>
              <a:t>Click to edit Master title style</a:t>
            </a:r>
            <a:endParaRPr lang="en-GB" dirty="0"/>
          </a:p>
        </p:txBody>
      </p:sp>
      <p:sp>
        <p:nvSpPr>
          <p:cNvPr id="6" name="Chart Placeholder 5"/>
          <p:cNvSpPr>
            <a:spLocks noGrp="1"/>
          </p:cNvSpPr>
          <p:nvPr>
            <p:ph type="chart" sz="quarter" idx="13"/>
          </p:nvPr>
        </p:nvSpPr>
        <p:spPr>
          <a:xfrm>
            <a:off x="5043900" y="1422400"/>
            <a:ext cx="4373150" cy="4604400"/>
          </a:xfrm>
        </p:spPr>
        <p:txBody>
          <a:bodyPr anchor="ctr"/>
          <a:lstStyle>
            <a:lvl1pPr algn="ctr">
              <a:defRPr/>
            </a:lvl1pPr>
          </a:lstStyle>
          <a:p>
            <a:r>
              <a:rPr lang="en-US" dirty="0"/>
              <a:t>Click icon to add chart</a:t>
            </a:r>
            <a:endParaRPr lang="en-GB" dirty="0"/>
          </a:p>
        </p:txBody>
      </p:sp>
      <p:sp>
        <p:nvSpPr>
          <p:cNvPr id="7" name="Chart Placeholder 5">
            <a:extLst>
              <a:ext uri="{FF2B5EF4-FFF2-40B4-BE49-F238E27FC236}">
                <a16:creationId xmlns:a16="http://schemas.microsoft.com/office/drawing/2014/main" id="{9E394B45-74BD-4697-911E-EF9DF27840B7}"/>
              </a:ext>
            </a:extLst>
          </p:cNvPr>
          <p:cNvSpPr>
            <a:spLocks noGrp="1"/>
          </p:cNvSpPr>
          <p:nvPr>
            <p:ph type="chart" sz="quarter" idx="14"/>
          </p:nvPr>
        </p:nvSpPr>
        <p:spPr>
          <a:xfrm>
            <a:off x="488950" y="1422400"/>
            <a:ext cx="4373150" cy="4604400"/>
          </a:xfrm>
        </p:spPr>
        <p:txBody>
          <a:bodyPr anchor="ctr"/>
          <a:lstStyle>
            <a:lvl1pPr algn="ctr">
              <a:defRPr/>
            </a:lvl1pPr>
          </a:lstStyle>
          <a:p>
            <a:r>
              <a:rPr lang="en-US" dirty="0"/>
              <a:t>Click icon to add chart</a:t>
            </a:r>
            <a:endParaRPr lang="en-GB" dirty="0"/>
          </a:p>
        </p:txBody>
      </p:sp>
      <p:sp>
        <p:nvSpPr>
          <p:cNvPr id="5" name="Text Placeholder 4"/>
          <p:cNvSpPr>
            <a:spLocks noGrp="1"/>
          </p:cNvSpPr>
          <p:nvPr>
            <p:ph type="body" sz="quarter" idx="11" hasCustomPrompt="1"/>
          </p:nvPr>
        </p:nvSpPr>
        <p:spPr>
          <a:xfrm>
            <a:off x="488950" y="203863"/>
            <a:ext cx="8928100" cy="169200"/>
          </a:xfrm>
        </p:spPr>
        <p:txBody>
          <a:bodyPr anchor="b"/>
          <a:lstStyle>
            <a:lvl1pPr>
              <a:spcAft>
                <a:spcPts val="0"/>
              </a:spcAft>
              <a:defRPr sz="1200"/>
            </a:lvl1pPr>
          </a:lstStyle>
          <a:p>
            <a:pPr lvl="0"/>
            <a:r>
              <a:rPr lang="en-US" dirty="0"/>
              <a:t>Super title here</a:t>
            </a:r>
          </a:p>
        </p:txBody>
      </p:sp>
    </p:spTree>
    <p:extLst>
      <p:ext uri="{BB962C8B-B14F-4D97-AF65-F5344CB8AC3E}">
        <p14:creationId xmlns:p14="http://schemas.microsoft.com/office/powerpoint/2010/main" val="358210107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Column Chart &amp; Text">
    <p:spTree>
      <p:nvGrpSpPr>
        <p:cNvPr id="1" name=""/>
        <p:cNvGrpSpPr/>
        <p:nvPr/>
      </p:nvGrpSpPr>
      <p:grpSpPr>
        <a:xfrm>
          <a:off x="0" y="0"/>
          <a:ext cx="0" cy="0"/>
          <a:chOff x="0" y="0"/>
          <a:chExt cx="0" cy="0"/>
        </a:xfrm>
      </p:grpSpPr>
      <p:sp>
        <p:nvSpPr>
          <p:cNvPr id="3" name="Title 2"/>
          <p:cNvSpPr>
            <a:spLocks noGrp="1"/>
          </p:cNvSpPr>
          <p:nvPr>
            <p:ph type="title"/>
          </p:nvPr>
        </p:nvSpPr>
        <p:spPr>
          <a:xfrm>
            <a:off x="488950" y="451575"/>
            <a:ext cx="8928100" cy="723600"/>
          </a:xfrm>
        </p:spPr>
        <p:txBody>
          <a:bodyPr/>
          <a:lstStyle/>
          <a:p>
            <a:r>
              <a:rPr lang="en-US"/>
              <a:t>Click to edit Master title style</a:t>
            </a:r>
            <a:endParaRPr lang="en-GB" dirty="0"/>
          </a:p>
        </p:txBody>
      </p:sp>
      <p:sp>
        <p:nvSpPr>
          <p:cNvPr id="7" name="Text Placeholder 8"/>
          <p:cNvSpPr>
            <a:spLocks noGrp="1"/>
          </p:cNvSpPr>
          <p:nvPr>
            <p:ph type="body" sz="quarter" idx="10"/>
          </p:nvPr>
        </p:nvSpPr>
        <p:spPr>
          <a:xfrm>
            <a:off x="488950" y="1422400"/>
            <a:ext cx="2844000" cy="219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ext Placeholder 8"/>
          <p:cNvSpPr>
            <a:spLocks noGrp="1"/>
          </p:cNvSpPr>
          <p:nvPr>
            <p:ph type="body" sz="quarter" idx="14"/>
          </p:nvPr>
        </p:nvSpPr>
        <p:spPr>
          <a:xfrm>
            <a:off x="3531000" y="1422400"/>
            <a:ext cx="2844000" cy="219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8"/>
          <p:cNvSpPr>
            <a:spLocks noGrp="1"/>
          </p:cNvSpPr>
          <p:nvPr>
            <p:ph type="body" sz="quarter" idx="15"/>
          </p:nvPr>
        </p:nvSpPr>
        <p:spPr>
          <a:xfrm>
            <a:off x="6573050" y="1422400"/>
            <a:ext cx="2844000" cy="219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Chart Placeholder 4"/>
          <p:cNvSpPr>
            <a:spLocks noGrp="1"/>
          </p:cNvSpPr>
          <p:nvPr>
            <p:ph type="chart" sz="quarter" idx="12"/>
          </p:nvPr>
        </p:nvSpPr>
        <p:spPr>
          <a:xfrm>
            <a:off x="488949" y="3830800"/>
            <a:ext cx="2844000" cy="2196000"/>
          </a:xfrm>
        </p:spPr>
        <p:txBody>
          <a:bodyPr anchor="ctr"/>
          <a:lstStyle>
            <a:lvl1pPr algn="ctr">
              <a:defRPr/>
            </a:lvl1pPr>
          </a:lstStyle>
          <a:p>
            <a:r>
              <a:rPr lang="en-US" dirty="0"/>
              <a:t>Click icon to add chart</a:t>
            </a:r>
            <a:endParaRPr lang="en-GB" dirty="0"/>
          </a:p>
        </p:txBody>
      </p:sp>
      <p:sp>
        <p:nvSpPr>
          <p:cNvPr id="5" name="Chart Placeholder 4"/>
          <p:cNvSpPr>
            <a:spLocks noGrp="1"/>
          </p:cNvSpPr>
          <p:nvPr>
            <p:ph type="chart" sz="quarter" idx="11"/>
          </p:nvPr>
        </p:nvSpPr>
        <p:spPr>
          <a:xfrm>
            <a:off x="3531000" y="3830800"/>
            <a:ext cx="2844000" cy="2196000"/>
          </a:xfrm>
        </p:spPr>
        <p:txBody>
          <a:bodyPr anchor="ctr"/>
          <a:lstStyle>
            <a:lvl1pPr algn="ctr">
              <a:defRPr/>
            </a:lvl1pPr>
          </a:lstStyle>
          <a:p>
            <a:r>
              <a:rPr lang="en-US" dirty="0"/>
              <a:t>Click icon to add chart</a:t>
            </a:r>
            <a:endParaRPr lang="en-GB" dirty="0"/>
          </a:p>
        </p:txBody>
      </p:sp>
      <p:sp>
        <p:nvSpPr>
          <p:cNvPr id="8" name="Chart Placeholder 4"/>
          <p:cNvSpPr>
            <a:spLocks noGrp="1"/>
          </p:cNvSpPr>
          <p:nvPr>
            <p:ph type="chart" sz="quarter" idx="13"/>
          </p:nvPr>
        </p:nvSpPr>
        <p:spPr>
          <a:xfrm>
            <a:off x="6573050" y="3830800"/>
            <a:ext cx="2844000" cy="2196000"/>
          </a:xfrm>
        </p:spPr>
        <p:txBody>
          <a:bodyPr anchor="ctr"/>
          <a:lstStyle>
            <a:lvl1pPr algn="ctr">
              <a:defRPr/>
            </a:lvl1pPr>
          </a:lstStyle>
          <a:p>
            <a:r>
              <a:rPr lang="en-US" dirty="0"/>
              <a:t>Click icon to add chart</a:t>
            </a:r>
            <a:endParaRPr lang="en-GB" dirty="0"/>
          </a:p>
        </p:txBody>
      </p:sp>
      <p:sp>
        <p:nvSpPr>
          <p:cNvPr id="11" name="Text Placeholder 4"/>
          <p:cNvSpPr>
            <a:spLocks noGrp="1"/>
          </p:cNvSpPr>
          <p:nvPr>
            <p:ph type="body" sz="quarter" idx="16" hasCustomPrompt="1"/>
          </p:nvPr>
        </p:nvSpPr>
        <p:spPr>
          <a:xfrm>
            <a:off x="488950" y="203863"/>
            <a:ext cx="8928100" cy="169200"/>
          </a:xfrm>
        </p:spPr>
        <p:txBody>
          <a:bodyPr anchor="b"/>
          <a:lstStyle>
            <a:lvl1pPr>
              <a:spcAft>
                <a:spcPts val="0"/>
              </a:spcAft>
              <a:defRPr sz="1200"/>
            </a:lvl1pPr>
          </a:lstStyle>
          <a:p>
            <a:pPr lvl="0"/>
            <a:r>
              <a:rPr lang="en-US" dirty="0"/>
              <a:t>Super title here</a:t>
            </a:r>
          </a:p>
        </p:txBody>
      </p:sp>
    </p:spTree>
    <p:extLst>
      <p:ext uri="{BB962C8B-B14F-4D97-AF65-F5344CB8AC3E}">
        <p14:creationId xmlns:p14="http://schemas.microsoft.com/office/powerpoint/2010/main" val="33178349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rocess 5 Columns">
    <p:spTree>
      <p:nvGrpSpPr>
        <p:cNvPr id="1" name=""/>
        <p:cNvGrpSpPr/>
        <p:nvPr/>
      </p:nvGrpSpPr>
      <p:grpSpPr>
        <a:xfrm>
          <a:off x="0" y="0"/>
          <a:ext cx="0" cy="0"/>
          <a:chOff x="0" y="0"/>
          <a:chExt cx="0" cy="0"/>
        </a:xfrm>
      </p:grpSpPr>
      <p:sp>
        <p:nvSpPr>
          <p:cNvPr id="3" name="Title 2"/>
          <p:cNvSpPr>
            <a:spLocks noGrp="1"/>
          </p:cNvSpPr>
          <p:nvPr>
            <p:ph type="title"/>
          </p:nvPr>
        </p:nvSpPr>
        <p:spPr>
          <a:xfrm>
            <a:off x="488950" y="451575"/>
            <a:ext cx="8928100" cy="723600"/>
          </a:xfrm>
        </p:spPr>
        <p:txBody>
          <a:bodyPr/>
          <a:lstStyle/>
          <a:p>
            <a:r>
              <a:rPr lang="en-US"/>
              <a:t>Click to edit Master title style</a:t>
            </a:r>
            <a:endParaRPr lang="en-GB" dirty="0"/>
          </a:p>
        </p:txBody>
      </p:sp>
      <p:sp>
        <p:nvSpPr>
          <p:cNvPr id="13" name="Text Placeholder 12"/>
          <p:cNvSpPr>
            <a:spLocks noGrp="1"/>
          </p:cNvSpPr>
          <p:nvPr>
            <p:ph type="body" sz="quarter" idx="14" hasCustomPrompt="1"/>
          </p:nvPr>
        </p:nvSpPr>
        <p:spPr>
          <a:xfrm>
            <a:off x="488950" y="1426659"/>
            <a:ext cx="1719812" cy="604800"/>
          </a:xfrm>
          <a:prstGeom prst="homePlate">
            <a:avLst>
              <a:gd name="adj" fmla="val 34200"/>
            </a:avLst>
          </a:prstGeom>
          <a:solidFill>
            <a:schemeClr val="tx2"/>
          </a:solidFill>
        </p:spPr>
        <p:txBody>
          <a:bodyPr lIns="54610" tIns="54610" rIns="54610" bIns="5461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9" name="Text Placeholder 8"/>
          <p:cNvSpPr>
            <a:spLocks noGrp="1"/>
          </p:cNvSpPr>
          <p:nvPr>
            <p:ph type="body" sz="quarter" idx="10"/>
          </p:nvPr>
        </p:nvSpPr>
        <p:spPr>
          <a:xfrm>
            <a:off x="488950" y="2031459"/>
            <a:ext cx="1517403" cy="3995341"/>
          </a:xfrm>
          <a:solidFill>
            <a:schemeClr val="accent1">
              <a:lumMod val="20000"/>
              <a:lumOff val="80000"/>
            </a:schemeClr>
          </a:solidFill>
        </p:spPr>
        <p:txBody>
          <a:bodyPr lIns="54610" tIns="54610" rIns="54610" bIns="5461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5" name="Text Placeholder 12"/>
          <p:cNvSpPr>
            <a:spLocks noGrp="1"/>
          </p:cNvSpPr>
          <p:nvPr>
            <p:ph type="body" sz="quarter" idx="15" hasCustomPrompt="1"/>
          </p:nvPr>
        </p:nvSpPr>
        <p:spPr>
          <a:xfrm>
            <a:off x="2291022" y="1426659"/>
            <a:ext cx="1719812" cy="604800"/>
          </a:xfrm>
          <a:prstGeom prst="homePlate">
            <a:avLst>
              <a:gd name="adj" fmla="val 34200"/>
            </a:avLst>
          </a:prstGeom>
          <a:solidFill>
            <a:schemeClr val="tx2"/>
          </a:solidFill>
        </p:spPr>
        <p:txBody>
          <a:bodyPr lIns="54610" tIns="54610" rIns="54610" bIns="5461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4" name="Text Placeholder 8"/>
          <p:cNvSpPr>
            <a:spLocks noGrp="1"/>
          </p:cNvSpPr>
          <p:nvPr>
            <p:ph type="body" sz="quarter" idx="11"/>
          </p:nvPr>
        </p:nvSpPr>
        <p:spPr>
          <a:xfrm>
            <a:off x="2291022" y="2031459"/>
            <a:ext cx="1517403" cy="3995341"/>
          </a:xfrm>
          <a:solidFill>
            <a:schemeClr val="accent1">
              <a:lumMod val="20000"/>
              <a:lumOff val="80000"/>
            </a:schemeClr>
          </a:solidFill>
        </p:spPr>
        <p:txBody>
          <a:bodyPr lIns="54610" tIns="54610" rIns="54610" bIns="5461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6" name="Text Placeholder 12"/>
          <p:cNvSpPr>
            <a:spLocks noGrp="1"/>
          </p:cNvSpPr>
          <p:nvPr>
            <p:ph type="body" sz="quarter" idx="16" hasCustomPrompt="1"/>
          </p:nvPr>
        </p:nvSpPr>
        <p:spPr>
          <a:xfrm>
            <a:off x="4093094" y="1426659"/>
            <a:ext cx="1719812" cy="604800"/>
          </a:xfrm>
          <a:prstGeom prst="homePlate">
            <a:avLst>
              <a:gd name="adj" fmla="val 34200"/>
            </a:avLst>
          </a:prstGeom>
          <a:solidFill>
            <a:schemeClr val="tx2"/>
          </a:solidFill>
        </p:spPr>
        <p:txBody>
          <a:bodyPr lIns="54610" tIns="54610" rIns="54610" bIns="5461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5" name="Text Placeholder 8"/>
          <p:cNvSpPr>
            <a:spLocks noGrp="1"/>
          </p:cNvSpPr>
          <p:nvPr>
            <p:ph type="body" sz="quarter" idx="12"/>
          </p:nvPr>
        </p:nvSpPr>
        <p:spPr>
          <a:xfrm>
            <a:off x="4093094" y="2031459"/>
            <a:ext cx="1517403" cy="3995341"/>
          </a:xfrm>
          <a:solidFill>
            <a:schemeClr val="accent1">
              <a:lumMod val="20000"/>
              <a:lumOff val="80000"/>
            </a:schemeClr>
          </a:solidFill>
        </p:spPr>
        <p:txBody>
          <a:bodyPr lIns="54610" tIns="54610" rIns="54610" bIns="5461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7" name="Text Placeholder 12"/>
          <p:cNvSpPr>
            <a:spLocks noGrp="1"/>
          </p:cNvSpPr>
          <p:nvPr>
            <p:ph type="body" sz="quarter" idx="17" hasCustomPrompt="1"/>
          </p:nvPr>
        </p:nvSpPr>
        <p:spPr>
          <a:xfrm>
            <a:off x="5895166" y="1426659"/>
            <a:ext cx="1719812" cy="604800"/>
          </a:xfrm>
          <a:prstGeom prst="homePlate">
            <a:avLst>
              <a:gd name="adj" fmla="val 34200"/>
            </a:avLst>
          </a:prstGeom>
          <a:solidFill>
            <a:schemeClr val="tx2"/>
          </a:solidFill>
        </p:spPr>
        <p:txBody>
          <a:bodyPr lIns="54610" tIns="54610" rIns="54610" bIns="5461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6" name="Text Placeholder 8"/>
          <p:cNvSpPr>
            <a:spLocks noGrp="1"/>
          </p:cNvSpPr>
          <p:nvPr>
            <p:ph type="body" sz="quarter" idx="13"/>
          </p:nvPr>
        </p:nvSpPr>
        <p:spPr>
          <a:xfrm>
            <a:off x="5895166" y="2031459"/>
            <a:ext cx="1517403" cy="3995341"/>
          </a:xfrm>
          <a:solidFill>
            <a:schemeClr val="accent1">
              <a:lumMod val="20000"/>
              <a:lumOff val="80000"/>
            </a:schemeClr>
          </a:solidFill>
        </p:spPr>
        <p:txBody>
          <a:bodyPr lIns="54610" tIns="54610" rIns="54610" bIns="5461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Text Placeholder 12"/>
          <p:cNvSpPr>
            <a:spLocks noGrp="1"/>
          </p:cNvSpPr>
          <p:nvPr>
            <p:ph type="body" sz="quarter" idx="18" hasCustomPrompt="1"/>
          </p:nvPr>
        </p:nvSpPr>
        <p:spPr>
          <a:xfrm>
            <a:off x="7697238" y="1426659"/>
            <a:ext cx="1719812" cy="604800"/>
          </a:xfrm>
          <a:prstGeom prst="homePlate">
            <a:avLst>
              <a:gd name="adj" fmla="val 34200"/>
            </a:avLst>
          </a:prstGeom>
          <a:solidFill>
            <a:schemeClr val="tx2"/>
          </a:solidFill>
        </p:spPr>
        <p:txBody>
          <a:bodyPr lIns="54610" tIns="54610" rIns="54610" bIns="5461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2" name="Text Placeholder 8"/>
          <p:cNvSpPr>
            <a:spLocks noGrp="1"/>
          </p:cNvSpPr>
          <p:nvPr>
            <p:ph type="body" sz="quarter" idx="19"/>
          </p:nvPr>
        </p:nvSpPr>
        <p:spPr>
          <a:xfrm>
            <a:off x="7697238" y="2031459"/>
            <a:ext cx="1517403" cy="3995341"/>
          </a:xfrm>
          <a:solidFill>
            <a:schemeClr val="accent1">
              <a:lumMod val="20000"/>
              <a:lumOff val="80000"/>
            </a:schemeClr>
          </a:solidFill>
        </p:spPr>
        <p:txBody>
          <a:bodyPr lIns="54610" tIns="54610" rIns="54610" bIns="5461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4" name="Text Placeholder 4"/>
          <p:cNvSpPr>
            <a:spLocks noGrp="1"/>
          </p:cNvSpPr>
          <p:nvPr>
            <p:ph type="body" sz="quarter" idx="20" hasCustomPrompt="1"/>
          </p:nvPr>
        </p:nvSpPr>
        <p:spPr>
          <a:xfrm>
            <a:off x="488950" y="203863"/>
            <a:ext cx="8928100" cy="169200"/>
          </a:xfrm>
        </p:spPr>
        <p:txBody>
          <a:bodyPr anchor="b"/>
          <a:lstStyle>
            <a:lvl1pPr>
              <a:spcAft>
                <a:spcPts val="0"/>
              </a:spcAft>
              <a:defRPr sz="1200"/>
            </a:lvl1pPr>
          </a:lstStyle>
          <a:p>
            <a:pPr lvl="0"/>
            <a:r>
              <a:rPr lang="en-US" dirty="0"/>
              <a:t>Super title here</a:t>
            </a:r>
          </a:p>
        </p:txBody>
      </p:sp>
    </p:spTree>
    <p:extLst>
      <p:ext uri="{BB962C8B-B14F-4D97-AF65-F5344CB8AC3E}">
        <p14:creationId xmlns:p14="http://schemas.microsoft.com/office/powerpoint/2010/main" val="225313120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rocess 5 Columns_Cobalt Blue">
    <p:spTree>
      <p:nvGrpSpPr>
        <p:cNvPr id="1" name=""/>
        <p:cNvGrpSpPr/>
        <p:nvPr/>
      </p:nvGrpSpPr>
      <p:grpSpPr>
        <a:xfrm>
          <a:off x="0" y="0"/>
          <a:ext cx="0" cy="0"/>
          <a:chOff x="0" y="0"/>
          <a:chExt cx="0" cy="0"/>
        </a:xfrm>
      </p:grpSpPr>
      <p:sp>
        <p:nvSpPr>
          <p:cNvPr id="3" name="Title 2"/>
          <p:cNvSpPr>
            <a:spLocks noGrp="1"/>
          </p:cNvSpPr>
          <p:nvPr>
            <p:ph type="title"/>
          </p:nvPr>
        </p:nvSpPr>
        <p:spPr>
          <a:xfrm>
            <a:off x="488950" y="451575"/>
            <a:ext cx="8928100" cy="723600"/>
          </a:xfrm>
        </p:spPr>
        <p:txBody>
          <a:bodyPr/>
          <a:lstStyle>
            <a:lvl1pPr>
              <a:defRPr>
                <a:solidFill>
                  <a:schemeClr val="accent1"/>
                </a:solidFill>
              </a:defRPr>
            </a:lvl1pPr>
          </a:lstStyle>
          <a:p>
            <a:r>
              <a:rPr lang="en-US"/>
              <a:t>Click to edit Master title style</a:t>
            </a:r>
            <a:endParaRPr lang="en-GB" dirty="0"/>
          </a:p>
        </p:txBody>
      </p:sp>
      <p:sp>
        <p:nvSpPr>
          <p:cNvPr id="13" name="Text Placeholder 12"/>
          <p:cNvSpPr>
            <a:spLocks noGrp="1"/>
          </p:cNvSpPr>
          <p:nvPr>
            <p:ph type="body" sz="quarter" idx="14" hasCustomPrompt="1"/>
          </p:nvPr>
        </p:nvSpPr>
        <p:spPr>
          <a:xfrm>
            <a:off x="488950" y="1426659"/>
            <a:ext cx="1719812" cy="604800"/>
          </a:xfrm>
          <a:prstGeom prst="homePlate">
            <a:avLst>
              <a:gd name="adj" fmla="val 34200"/>
            </a:avLst>
          </a:prstGeom>
          <a:solidFill>
            <a:schemeClr val="accent1"/>
          </a:solidFill>
        </p:spPr>
        <p:txBody>
          <a:bodyPr lIns="54610" tIns="54610" rIns="54610" bIns="5461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9" name="Text Placeholder 8"/>
          <p:cNvSpPr>
            <a:spLocks noGrp="1"/>
          </p:cNvSpPr>
          <p:nvPr>
            <p:ph type="body" sz="quarter" idx="10"/>
          </p:nvPr>
        </p:nvSpPr>
        <p:spPr>
          <a:xfrm>
            <a:off x="488950" y="2031459"/>
            <a:ext cx="1517403" cy="3995341"/>
          </a:xfrm>
          <a:solidFill>
            <a:schemeClr val="accent1">
              <a:lumMod val="20000"/>
              <a:lumOff val="80000"/>
            </a:schemeClr>
          </a:solidFill>
        </p:spPr>
        <p:txBody>
          <a:bodyPr lIns="54610" tIns="54610" rIns="54610" bIns="5461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5" name="Text Placeholder 12"/>
          <p:cNvSpPr>
            <a:spLocks noGrp="1"/>
          </p:cNvSpPr>
          <p:nvPr>
            <p:ph type="body" sz="quarter" idx="15" hasCustomPrompt="1"/>
          </p:nvPr>
        </p:nvSpPr>
        <p:spPr>
          <a:xfrm>
            <a:off x="2291022" y="1426659"/>
            <a:ext cx="1719812" cy="604800"/>
          </a:xfrm>
          <a:prstGeom prst="homePlate">
            <a:avLst>
              <a:gd name="adj" fmla="val 34200"/>
            </a:avLst>
          </a:prstGeom>
          <a:solidFill>
            <a:schemeClr val="accent1"/>
          </a:solidFill>
        </p:spPr>
        <p:txBody>
          <a:bodyPr lIns="54610" tIns="54610" rIns="54610" bIns="5461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4" name="Text Placeholder 8"/>
          <p:cNvSpPr>
            <a:spLocks noGrp="1"/>
          </p:cNvSpPr>
          <p:nvPr>
            <p:ph type="body" sz="quarter" idx="11"/>
          </p:nvPr>
        </p:nvSpPr>
        <p:spPr>
          <a:xfrm>
            <a:off x="2291022" y="2031459"/>
            <a:ext cx="1517403" cy="3995341"/>
          </a:xfrm>
          <a:solidFill>
            <a:schemeClr val="accent1">
              <a:lumMod val="20000"/>
              <a:lumOff val="80000"/>
            </a:schemeClr>
          </a:solidFill>
        </p:spPr>
        <p:txBody>
          <a:bodyPr lIns="54610" tIns="54610" rIns="54610" bIns="5461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6" name="Text Placeholder 12"/>
          <p:cNvSpPr>
            <a:spLocks noGrp="1"/>
          </p:cNvSpPr>
          <p:nvPr>
            <p:ph type="body" sz="quarter" idx="16" hasCustomPrompt="1"/>
          </p:nvPr>
        </p:nvSpPr>
        <p:spPr>
          <a:xfrm>
            <a:off x="4093094" y="1426659"/>
            <a:ext cx="1719812" cy="604800"/>
          </a:xfrm>
          <a:prstGeom prst="homePlate">
            <a:avLst>
              <a:gd name="adj" fmla="val 34200"/>
            </a:avLst>
          </a:prstGeom>
          <a:solidFill>
            <a:schemeClr val="accent1"/>
          </a:solidFill>
        </p:spPr>
        <p:txBody>
          <a:bodyPr lIns="54610" tIns="54610" rIns="54610" bIns="5461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5" name="Text Placeholder 8"/>
          <p:cNvSpPr>
            <a:spLocks noGrp="1"/>
          </p:cNvSpPr>
          <p:nvPr>
            <p:ph type="body" sz="quarter" idx="12"/>
          </p:nvPr>
        </p:nvSpPr>
        <p:spPr>
          <a:xfrm>
            <a:off x="4093094" y="2031459"/>
            <a:ext cx="1517403" cy="3995341"/>
          </a:xfrm>
          <a:solidFill>
            <a:schemeClr val="accent1">
              <a:lumMod val="20000"/>
              <a:lumOff val="80000"/>
            </a:schemeClr>
          </a:solidFill>
        </p:spPr>
        <p:txBody>
          <a:bodyPr lIns="54610" tIns="54610" rIns="54610" bIns="5461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7" name="Text Placeholder 12"/>
          <p:cNvSpPr>
            <a:spLocks noGrp="1"/>
          </p:cNvSpPr>
          <p:nvPr>
            <p:ph type="body" sz="quarter" idx="17" hasCustomPrompt="1"/>
          </p:nvPr>
        </p:nvSpPr>
        <p:spPr>
          <a:xfrm>
            <a:off x="5895166" y="1426659"/>
            <a:ext cx="1719812" cy="604800"/>
          </a:xfrm>
          <a:prstGeom prst="homePlate">
            <a:avLst>
              <a:gd name="adj" fmla="val 34200"/>
            </a:avLst>
          </a:prstGeom>
          <a:solidFill>
            <a:schemeClr val="accent1"/>
          </a:solidFill>
        </p:spPr>
        <p:txBody>
          <a:bodyPr lIns="54610" tIns="54610" rIns="54610" bIns="5461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6" name="Text Placeholder 8"/>
          <p:cNvSpPr>
            <a:spLocks noGrp="1"/>
          </p:cNvSpPr>
          <p:nvPr>
            <p:ph type="body" sz="quarter" idx="13"/>
          </p:nvPr>
        </p:nvSpPr>
        <p:spPr>
          <a:xfrm>
            <a:off x="5895166" y="2031459"/>
            <a:ext cx="1517403" cy="3995341"/>
          </a:xfrm>
          <a:solidFill>
            <a:schemeClr val="accent1">
              <a:lumMod val="20000"/>
              <a:lumOff val="80000"/>
            </a:schemeClr>
          </a:solidFill>
        </p:spPr>
        <p:txBody>
          <a:bodyPr lIns="54610" tIns="54610" rIns="54610" bIns="5461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Text Placeholder 12"/>
          <p:cNvSpPr>
            <a:spLocks noGrp="1"/>
          </p:cNvSpPr>
          <p:nvPr>
            <p:ph type="body" sz="quarter" idx="18" hasCustomPrompt="1"/>
          </p:nvPr>
        </p:nvSpPr>
        <p:spPr>
          <a:xfrm>
            <a:off x="7697238" y="1426659"/>
            <a:ext cx="1719812" cy="604800"/>
          </a:xfrm>
          <a:prstGeom prst="homePlate">
            <a:avLst>
              <a:gd name="adj" fmla="val 34200"/>
            </a:avLst>
          </a:prstGeom>
          <a:solidFill>
            <a:schemeClr val="accent1"/>
          </a:solidFill>
        </p:spPr>
        <p:txBody>
          <a:bodyPr lIns="54610" tIns="54610" rIns="54610" bIns="5461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2" name="Text Placeholder 8"/>
          <p:cNvSpPr>
            <a:spLocks noGrp="1"/>
          </p:cNvSpPr>
          <p:nvPr>
            <p:ph type="body" sz="quarter" idx="19"/>
          </p:nvPr>
        </p:nvSpPr>
        <p:spPr>
          <a:xfrm>
            <a:off x="7697238" y="2031459"/>
            <a:ext cx="1517403" cy="3995341"/>
          </a:xfrm>
          <a:solidFill>
            <a:schemeClr val="accent1">
              <a:lumMod val="20000"/>
              <a:lumOff val="80000"/>
            </a:schemeClr>
          </a:solidFill>
        </p:spPr>
        <p:txBody>
          <a:bodyPr lIns="54610" tIns="54610" rIns="54610" bIns="5461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4" name="Text Placeholder 4"/>
          <p:cNvSpPr>
            <a:spLocks noGrp="1"/>
          </p:cNvSpPr>
          <p:nvPr>
            <p:ph type="body" sz="quarter" idx="20" hasCustomPrompt="1"/>
          </p:nvPr>
        </p:nvSpPr>
        <p:spPr>
          <a:xfrm>
            <a:off x="488950" y="203863"/>
            <a:ext cx="8928100" cy="169200"/>
          </a:xfrm>
        </p:spPr>
        <p:txBody>
          <a:bodyPr anchor="b"/>
          <a:lstStyle>
            <a:lvl1pPr>
              <a:spcAft>
                <a:spcPts val="0"/>
              </a:spcAft>
              <a:defRPr sz="1200">
                <a:solidFill>
                  <a:schemeClr val="accent1"/>
                </a:solidFill>
              </a:defRPr>
            </a:lvl1pPr>
          </a:lstStyle>
          <a:p>
            <a:pPr lvl="0"/>
            <a:r>
              <a:rPr lang="en-US" dirty="0"/>
              <a:t>Super title here</a:t>
            </a:r>
          </a:p>
        </p:txBody>
      </p:sp>
    </p:spTree>
    <p:extLst>
      <p:ext uri="{BB962C8B-B14F-4D97-AF65-F5344CB8AC3E}">
        <p14:creationId xmlns:p14="http://schemas.microsoft.com/office/powerpoint/2010/main" val="307189299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rocess 5 Columns - Top Banner">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8FEF217D-8F0F-47D0-B179-676AB7DF497C}"/>
              </a:ext>
            </a:extLst>
          </p:cNvPr>
          <p:cNvSpPr/>
          <p:nvPr userDrawn="1"/>
        </p:nvSpPr>
        <p:spPr bwMode="ltGray">
          <a:xfrm>
            <a:off x="0" y="-1"/>
            <a:ext cx="9906000" cy="276983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000" dirty="0">
              <a:solidFill>
                <a:schemeClr val="bg1"/>
              </a:solidFill>
            </a:endParaRPr>
          </a:p>
        </p:txBody>
      </p:sp>
      <p:sp>
        <p:nvSpPr>
          <p:cNvPr id="3" name="Title 2"/>
          <p:cNvSpPr>
            <a:spLocks noGrp="1"/>
          </p:cNvSpPr>
          <p:nvPr>
            <p:ph type="title"/>
          </p:nvPr>
        </p:nvSpPr>
        <p:spPr>
          <a:xfrm>
            <a:off x="488950" y="451575"/>
            <a:ext cx="8928100" cy="723600"/>
          </a:xfrm>
        </p:spPr>
        <p:txBody>
          <a:bodyPr/>
          <a:lstStyle>
            <a:lvl1pPr>
              <a:defRPr>
                <a:solidFill>
                  <a:schemeClr val="bg1"/>
                </a:solidFill>
              </a:defRPr>
            </a:lvl1pPr>
          </a:lstStyle>
          <a:p>
            <a:r>
              <a:rPr lang="en-US"/>
              <a:t>Click to edit Master title style</a:t>
            </a:r>
            <a:endParaRPr lang="en-GB" dirty="0"/>
          </a:p>
        </p:txBody>
      </p:sp>
      <p:sp>
        <p:nvSpPr>
          <p:cNvPr id="7" name="Text Placeholder 6">
            <a:extLst>
              <a:ext uri="{FF2B5EF4-FFF2-40B4-BE49-F238E27FC236}">
                <a16:creationId xmlns:a16="http://schemas.microsoft.com/office/drawing/2014/main" id="{CCED889F-7643-47C2-9390-7F7B3B13F798}"/>
              </a:ext>
            </a:extLst>
          </p:cNvPr>
          <p:cNvSpPr>
            <a:spLocks noGrp="1"/>
          </p:cNvSpPr>
          <p:nvPr>
            <p:ph type="body" sz="quarter" idx="21"/>
          </p:nvPr>
        </p:nvSpPr>
        <p:spPr>
          <a:xfrm>
            <a:off x="488950" y="1422400"/>
            <a:ext cx="8928100" cy="495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
        <p:nvSpPr>
          <p:cNvPr id="9" name="Text Placeholder 8"/>
          <p:cNvSpPr>
            <a:spLocks noGrp="1"/>
          </p:cNvSpPr>
          <p:nvPr>
            <p:ph type="body" sz="quarter" idx="10"/>
          </p:nvPr>
        </p:nvSpPr>
        <p:spPr>
          <a:xfrm>
            <a:off x="488950" y="2031459"/>
            <a:ext cx="1650948" cy="3995341"/>
          </a:xfrm>
          <a:solidFill>
            <a:schemeClr val="bg1"/>
          </a:solidFill>
          <a:ln>
            <a:solidFill>
              <a:schemeClr val="accent1"/>
            </a:solidFill>
          </a:ln>
        </p:spPr>
        <p:txBody>
          <a:bodyPr lIns="54610" tIns="54610" rIns="54610" bIns="5461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8"/>
          <p:cNvSpPr>
            <a:spLocks noGrp="1"/>
          </p:cNvSpPr>
          <p:nvPr>
            <p:ph type="body" sz="quarter" idx="11"/>
          </p:nvPr>
        </p:nvSpPr>
        <p:spPr>
          <a:xfrm>
            <a:off x="2291022" y="2031459"/>
            <a:ext cx="1650948" cy="3995341"/>
          </a:xfrm>
          <a:solidFill>
            <a:schemeClr val="bg1"/>
          </a:solidFill>
          <a:ln>
            <a:solidFill>
              <a:schemeClr val="accent1"/>
            </a:solidFill>
          </a:ln>
        </p:spPr>
        <p:txBody>
          <a:bodyPr lIns="54610" tIns="54610" rIns="54610" bIns="5461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p:cNvSpPr>
            <a:spLocks noGrp="1"/>
          </p:cNvSpPr>
          <p:nvPr>
            <p:ph type="body" sz="quarter" idx="12"/>
          </p:nvPr>
        </p:nvSpPr>
        <p:spPr>
          <a:xfrm>
            <a:off x="4093094" y="2031459"/>
            <a:ext cx="1650948" cy="3995341"/>
          </a:xfrm>
          <a:solidFill>
            <a:schemeClr val="bg1"/>
          </a:solidFill>
          <a:ln>
            <a:solidFill>
              <a:schemeClr val="accent1"/>
            </a:solidFill>
          </a:ln>
        </p:spPr>
        <p:txBody>
          <a:bodyPr lIns="54610" tIns="54610" rIns="54610" bIns="5461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8"/>
          <p:cNvSpPr>
            <a:spLocks noGrp="1"/>
          </p:cNvSpPr>
          <p:nvPr>
            <p:ph type="body" sz="quarter" idx="13"/>
          </p:nvPr>
        </p:nvSpPr>
        <p:spPr>
          <a:xfrm>
            <a:off x="5895166" y="2031459"/>
            <a:ext cx="1650948" cy="3995341"/>
          </a:xfrm>
          <a:solidFill>
            <a:schemeClr val="bg1"/>
          </a:solidFill>
          <a:ln>
            <a:solidFill>
              <a:schemeClr val="accent1"/>
            </a:solidFill>
          </a:ln>
        </p:spPr>
        <p:txBody>
          <a:bodyPr lIns="54610" tIns="54610" rIns="54610" bIns="5461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Text Placeholder 8"/>
          <p:cNvSpPr>
            <a:spLocks noGrp="1"/>
          </p:cNvSpPr>
          <p:nvPr>
            <p:ph type="body" sz="quarter" idx="19"/>
          </p:nvPr>
        </p:nvSpPr>
        <p:spPr>
          <a:xfrm>
            <a:off x="7766102" y="2031459"/>
            <a:ext cx="1650948" cy="3995341"/>
          </a:xfrm>
          <a:solidFill>
            <a:schemeClr val="bg1"/>
          </a:solidFill>
          <a:ln>
            <a:solidFill>
              <a:schemeClr val="accent1"/>
            </a:solidFill>
          </a:ln>
        </p:spPr>
        <p:txBody>
          <a:bodyPr lIns="54610" tIns="54610" rIns="54610" bIns="5461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4" name="Text Placeholder 4"/>
          <p:cNvSpPr>
            <a:spLocks noGrp="1"/>
          </p:cNvSpPr>
          <p:nvPr>
            <p:ph type="body" sz="quarter" idx="20" hasCustomPrompt="1"/>
          </p:nvPr>
        </p:nvSpPr>
        <p:spPr>
          <a:xfrm>
            <a:off x="488950" y="203863"/>
            <a:ext cx="8928100" cy="169200"/>
          </a:xfrm>
        </p:spPr>
        <p:txBody>
          <a:bodyPr anchor="b"/>
          <a:lstStyle>
            <a:lvl1pPr>
              <a:spcAft>
                <a:spcPts val="0"/>
              </a:spcAft>
              <a:defRPr sz="1200">
                <a:solidFill>
                  <a:schemeClr val="bg1"/>
                </a:solidFill>
              </a:defRPr>
            </a:lvl1pPr>
          </a:lstStyle>
          <a:p>
            <a:pPr lvl="0"/>
            <a:r>
              <a:rPr lang="en-US" dirty="0"/>
              <a:t>Super title here</a:t>
            </a:r>
          </a:p>
        </p:txBody>
      </p:sp>
    </p:spTree>
    <p:extLst>
      <p:ext uri="{BB962C8B-B14F-4D97-AF65-F5344CB8AC3E}">
        <p14:creationId xmlns:p14="http://schemas.microsoft.com/office/powerpoint/2010/main" val="79495732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Process 5 Columns - Top Banner">
    <p:spTree>
      <p:nvGrpSpPr>
        <p:cNvPr id="1" name=""/>
        <p:cNvGrpSpPr/>
        <p:nvPr/>
      </p:nvGrpSpPr>
      <p:grpSpPr>
        <a:xfrm>
          <a:off x="0" y="0"/>
          <a:ext cx="0" cy="0"/>
          <a:chOff x="0" y="0"/>
          <a:chExt cx="0" cy="0"/>
        </a:xfrm>
      </p:grpSpPr>
      <p:sp>
        <p:nvSpPr>
          <p:cNvPr id="3" name="Title 2"/>
          <p:cNvSpPr>
            <a:spLocks noGrp="1"/>
          </p:cNvSpPr>
          <p:nvPr>
            <p:ph type="title"/>
          </p:nvPr>
        </p:nvSpPr>
        <p:spPr>
          <a:xfrm>
            <a:off x="488950" y="451575"/>
            <a:ext cx="8928100" cy="723600"/>
          </a:xfrm>
        </p:spPr>
        <p:txBody>
          <a:bodyPr/>
          <a:lstStyle>
            <a:lvl1pPr>
              <a:defRPr>
                <a:solidFill>
                  <a:schemeClr val="tx2"/>
                </a:solidFill>
              </a:defRPr>
            </a:lvl1pPr>
          </a:lstStyle>
          <a:p>
            <a:r>
              <a:rPr lang="en-US"/>
              <a:t>Click to edit Master title style</a:t>
            </a:r>
            <a:endParaRPr lang="en-GB" dirty="0"/>
          </a:p>
        </p:txBody>
      </p:sp>
      <p:sp>
        <p:nvSpPr>
          <p:cNvPr id="7" name="Text Placeholder 6">
            <a:extLst>
              <a:ext uri="{FF2B5EF4-FFF2-40B4-BE49-F238E27FC236}">
                <a16:creationId xmlns:a16="http://schemas.microsoft.com/office/drawing/2014/main" id="{CCED889F-7643-47C2-9390-7F7B3B13F798}"/>
              </a:ext>
            </a:extLst>
          </p:cNvPr>
          <p:cNvSpPr>
            <a:spLocks noGrp="1"/>
          </p:cNvSpPr>
          <p:nvPr>
            <p:ph type="body" sz="quarter" idx="21"/>
          </p:nvPr>
        </p:nvSpPr>
        <p:spPr>
          <a:xfrm>
            <a:off x="488950" y="1422400"/>
            <a:ext cx="8928100" cy="495300"/>
          </a:xfrm>
        </p:spPr>
        <p:txBody>
          <a:bodyPr/>
          <a:lstStyle>
            <a:lvl1pPr>
              <a:defRPr>
                <a:solidFill>
                  <a:schemeClr val="tx2"/>
                </a:solidFill>
              </a:defRPr>
            </a:lvl1pPr>
            <a:lvl2pPr>
              <a:defRPr>
                <a:solidFill>
                  <a:schemeClr val="tx2"/>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
        <p:nvSpPr>
          <p:cNvPr id="9" name="Text Placeholder 8"/>
          <p:cNvSpPr>
            <a:spLocks noGrp="1"/>
          </p:cNvSpPr>
          <p:nvPr>
            <p:ph type="body" sz="quarter" idx="10"/>
          </p:nvPr>
        </p:nvSpPr>
        <p:spPr>
          <a:xfrm>
            <a:off x="488950" y="2031459"/>
            <a:ext cx="1650948" cy="3995341"/>
          </a:xfrm>
          <a:solidFill>
            <a:schemeClr val="bg1"/>
          </a:solidFill>
          <a:ln>
            <a:solidFill>
              <a:schemeClr val="accent1"/>
            </a:solidFill>
          </a:ln>
        </p:spPr>
        <p:txBody>
          <a:bodyPr lIns="54610" tIns="54610" rIns="54610" bIns="5461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8"/>
          <p:cNvSpPr>
            <a:spLocks noGrp="1"/>
          </p:cNvSpPr>
          <p:nvPr>
            <p:ph type="body" sz="quarter" idx="11"/>
          </p:nvPr>
        </p:nvSpPr>
        <p:spPr>
          <a:xfrm>
            <a:off x="2291022" y="2031459"/>
            <a:ext cx="1650948" cy="3995341"/>
          </a:xfrm>
          <a:solidFill>
            <a:schemeClr val="bg1"/>
          </a:solidFill>
          <a:ln>
            <a:solidFill>
              <a:schemeClr val="accent1"/>
            </a:solidFill>
          </a:ln>
        </p:spPr>
        <p:txBody>
          <a:bodyPr lIns="54610" tIns="54610" rIns="54610" bIns="5461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p:cNvSpPr>
            <a:spLocks noGrp="1"/>
          </p:cNvSpPr>
          <p:nvPr>
            <p:ph type="body" sz="quarter" idx="12"/>
          </p:nvPr>
        </p:nvSpPr>
        <p:spPr>
          <a:xfrm>
            <a:off x="4093094" y="2031459"/>
            <a:ext cx="1650948" cy="3995341"/>
          </a:xfrm>
          <a:solidFill>
            <a:schemeClr val="bg1"/>
          </a:solidFill>
          <a:ln>
            <a:solidFill>
              <a:schemeClr val="accent1"/>
            </a:solidFill>
          </a:ln>
        </p:spPr>
        <p:txBody>
          <a:bodyPr lIns="54610" tIns="54610" rIns="54610" bIns="5461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8"/>
          <p:cNvSpPr>
            <a:spLocks noGrp="1"/>
          </p:cNvSpPr>
          <p:nvPr>
            <p:ph type="body" sz="quarter" idx="13"/>
          </p:nvPr>
        </p:nvSpPr>
        <p:spPr>
          <a:xfrm>
            <a:off x="5895166" y="2031459"/>
            <a:ext cx="1650948" cy="3995341"/>
          </a:xfrm>
          <a:solidFill>
            <a:schemeClr val="bg1"/>
          </a:solidFill>
          <a:ln>
            <a:solidFill>
              <a:schemeClr val="accent1"/>
            </a:solidFill>
          </a:ln>
        </p:spPr>
        <p:txBody>
          <a:bodyPr lIns="54610" tIns="54610" rIns="54610" bIns="5461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Text Placeholder 8"/>
          <p:cNvSpPr>
            <a:spLocks noGrp="1"/>
          </p:cNvSpPr>
          <p:nvPr>
            <p:ph type="body" sz="quarter" idx="19"/>
          </p:nvPr>
        </p:nvSpPr>
        <p:spPr>
          <a:xfrm>
            <a:off x="7766102" y="2031459"/>
            <a:ext cx="1650948" cy="3995341"/>
          </a:xfrm>
          <a:solidFill>
            <a:schemeClr val="bg1"/>
          </a:solidFill>
          <a:ln>
            <a:solidFill>
              <a:schemeClr val="accent1"/>
            </a:solidFill>
          </a:ln>
        </p:spPr>
        <p:txBody>
          <a:bodyPr lIns="54610" tIns="54610" rIns="54610" bIns="5461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4" name="Text Placeholder 4"/>
          <p:cNvSpPr>
            <a:spLocks noGrp="1"/>
          </p:cNvSpPr>
          <p:nvPr>
            <p:ph type="body" sz="quarter" idx="20" hasCustomPrompt="1"/>
          </p:nvPr>
        </p:nvSpPr>
        <p:spPr>
          <a:xfrm>
            <a:off x="488950" y="203863"/>
            <a:ext cx="8928100" cy="169200"/>
          </a:xfrm>
        </p:spPr>
        <p:txBody>
          <a:bodyPr anchor="b"/>
          <a:lstStyle>
            <a:lvl1pPr>
              <a:spcAft>
                <a:spcPts val="0"/>
              </a:spcAft>
              <a:defRPr sz="1200">
                <a:solidFill>
                  <a:schemeClr val="tx2"/>
                </a:solidFill>
              </a:defRPr>
            </a:lvl1pPr>
          </a:lstStyle>
          <a:p>
            <a:pPr lvl="0"/>
            <a:r>
              <a:rPr lang="en-US" dirty="0"/>
              <a:t>Super title here</a:t>
            </a:r>
          </a:p>
        </p:txBody>
      </p:sp>
    </p:spTree>
    <p:extLst>
      <p:ext uri="{BB962C8B-B14F-4D97-AF65-F5344CB8AC3E}">
        <p14:creationId xmlns:p14="http://schemas.microsoft.com/office/powerpoint/2010/main" val="304219675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rocess 4 Columns - Top Banner">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8FEF217D-8F0F-47D0-B179-676AB7DF497C}"/>
              </a:ext>
            </a:extLst>
          </p:cNvPr>
          <p:cNvSpPr/>
          <p:nvPr userDrawn="1"/>
        </p:nvSpPr>
        <p:spPr bwMode="ltGray">
          <a:xfrm>
            <a:off x="0" y="-1"/>
            <a:ext cx="9906000" cy="276983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000" dirty="0">
              <a:solidFill>
                <a:schemeClr val="bg1"/>
              </a:solidFill>
            </a:endParaRPr>
          </a:p>
        </p:txBody>
      </p:sp>
      <p:sp>
        <p:nvSpPr>
          <p:cNvPr id="3" name="Title 2"/>
          <p:cNvSpPr>
            <a:spLocks noGrp="1"/>
          </p:cNvSpPr>
          <p:nvPr>
            <p:ph type="title"/>
          </p:nvPr>
        </p:nvSpPr>
        <p:spPr>
          <a:xfrm>
            <a:off x="488950" y="451575"/>
            <a:ext cx="8928100" cy="723600"/>
          </a:xfrm>
        </p:spPr>
        <p:txBody>
          <a:bodyPr/>
          <a:lstStyle>
            <a:lvl1pPr>
              <a:defRPr>
                <a:solidFill>
                  <a:schemeClr val="bg1"/>
                </a:solidFill>
              </a:defRPr>
            </a:lvl1pPr>
          </a:lstStyle>
          <a:p>
            <a:r>
              <a:rPr lang="en-US"/>
              <a:t>Click to edit Master title style</a:t>
            </a:r>
            <a:endParaRPr lang="en-GB" dirty="0"/>
          </a:p>
        </p:txBody>
      </p:sp>
      <p:sp>
        <p:nvSpPr>
          <p:cNvPr id="7" name="Text Placeholder 6">
            <a:extLst>
              <a:ext uri="{FF2B5EF4-FFF2-40B4-BE49-F238E27FC236}">
                <a16:creationId xmlns:a16="http://schemas.microsoft.com/office/drawing/2014/main" id="{CCED889F-7643-47C2-9390-7F7B3B13F798}"/>
              </a:ext>
            </a:extLst>
          </p:cNvPr>
          <p:cNvSpPr>
            <a:spLocks noGrp="1"/>
          </p:cNvSpPr>
          <p:nvPr>
            <p:ph type="body" sz="quarter" idx="21"/>
          </p:nvPr>
        </p:nvSpPr>
        <p:spPr>
          <a:xfrm>
            <a:off x="488950" y="1422400"/>
            <a:ext cx="8928100" cy="495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
        <p:nvSpPr>
          <p:cNvPr id="9" name="Text Placeholder 8"/>
          <p:cNvSpPr>
            <a:spLocks noGrp="1"/>
          </p:cNvSpPr>
          <p:nvPr>
            <p:ph type="body" sz="quarter" idx="10"/>
          </p:nvPr>
        </p:nvSpPr>
        <p:spPr>
          <a:xfrm>
            <a:off x="488950" y="2031459"/>
            <a:ext cx="2096894" cy="3995341"/>
          </a:xfrm>
          <a:solidFill>
            <a:schemeClr val="bg1"/>
          </a:solidFill>
          <a:ln w="6350">
            <a:solidFill>
              <a:schemeClr val="accent1"/>
            </a:solidFill>
          </a:ln>
        </p:spPr>
        <p:txBody>
          <a:bodyPr lIns="54610" tIns="54610" rIns="54610" bIns="5461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8"/>
          <p:cNvSpPr>
            <a:spLocks noGrp="1"/>
          </p:cNvSpPr>
          <p:nvPr>
            <p:ph type="body" sz="quarter" idx="11"/>
          </p:nvPr>
        </p:nvSpPr>
        <p:spPr>
          <a:xfrm>
            <a:off x="2766019" y="2031459"/>
            <a:ext cx="2096894" cy="3995341"/>
          </a:xfrm>
          <a:solidFill>
            <a:schemeClr val="bg1"/>
          </a:solidFill>
          <a:ln w="6350">
            <a:solidFill>
              <a:schemeClr val="accent1"/>
            </a:solidFill>
          </a:ln>
        </p:spPr>
        <p:txBody>
          <a:bodyPr lIns="54610" tIns="54610" rIns="54610" bIns="5461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p:cNvSpPr>
            <a:spLocks noGrp="1"/>
          </p:cNvSpPr>
          <p:nvPr>
            <p:ph type="body" sz="quarter" idx="12"/>
          </p:nvPr>
        </p:nvSpPr>
        <p:spPr>
          <a:xfrm>
            <a:off x="5043088" y="2031459"/>
            <a:ext cx="2096894" cy="3995341"/>
          </a:xfrm>
          <a:solidFill>
            <a:schemeClr val="bg1"/>
          </a:solidFill>
          <a:ln w="6350">
            <a:solidFill>
              <a:schemeClr val="accent1"/>
            </a:solidFill>
          </a:ln>
        </p:spPr>
        <p:txBody>
          <a:bodyPr lIns="54610" tIns="54610" rIns="54610" bIns="5461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8"/>
          <p:cNvSpPr>
            <a:spLocks noGrp="1"/>
          </p:cNvSpPr>
          <p:nvPr>
            <p:ph type="body" sz="quarter" idx="13"/>
          </p:nvPr>
        </p:nvSpPr>
        <p:spPr>
          <a:xfrm>
            <a:off x="7320156" y="2031459"/>
            <a:ext cx="2096894" cy="3995341"/>
          </a:xfrm>
          <a:solidFill>
            <a:schemeClr val="bg1"/>
          </a:solidFill>
          <a:ln w="6350">
            <a:solidFill>
              <a:schemeClr val="accent1"/>
            </a:solidFill>
          </a:ln>
        </p:spPr>
        <p:txBody>
          <a:bodyPr lIns="54610" tIns="54610" rIns="54610" bIns="5461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4" name="Text Placeholder 4"/>
          <p:cNvSpPr>
            <a:spLocks noGrp="1"/>
          </p:cNvSpPr>
          <p:nvPr>
            <p:ph type="body" sz="quarter" idx="20" hasCustomPrompt="1"/>
          </p:nvPr>
        </p:nvSpPr>
        <p:spPr>
          <a:xfrm>
            <a:off x="488950" y="203863"/>
            <a:ext cx="8928100" cy="169200"/>
          </a:xfrm>
        </p:spPr>
        <p:txBody>
          <a:bodyPr anchor="b"/>
          <a:lstStyle>
            <a:lvl1pPr>
              <a:spcAft>
                <a:spcPts val="0"/>
              </a:spcAft>
              <a:defRPr sz="1200">
                <a:solidFill>
                  <a:schemeClr val="bg1"/>
                </a:solidFill>
              </a:defRPr>
            </a:lvl1pPr>
          </a:lstStyle>
          <a:p>
            <a:pPr lvl="0"/>
            <a:r>
              <a:rPr lang="en-US" dirty="0"/>
              <a:t>Super title here</a:t>
            </a:r>
          </a:p>
        </p:txBody>
      </p:sp>
    </p:spTree>
    <p:extLst>
      <p:ext uri="{BB962C8B-B14F-4D97-AF65-F5344CB8AC3E}">
        <p14:creationId xmlns:p14="http://schemas.microsoft.com/office/powerpoint/2010/main" val="208973736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Process 4 Columns - Top Banner">
    <p:spTree>
      <p:nvGrpSpPr>
        <p:cNvPr id="1" name=""/>
        <p:cNvGrpSpPr/>
        <p:nvPr/>
      </p:nvGrpSpPr>
      <p:grpSpPr>
        <a:xfrm>
          <a:off x="0" y="0"/>
          <a:ext cx="0" cy="0"/>
          <a:chOff x="0" y="0"/>
          <a:chExt cx="0" cy="0"/>
        </a:xfrm>
      </p:grpSpPr>
      <p:sp>
        <p:nvSpPr>
          <p:cNvPr id="3" name="Title 2"/>
          <p:cNvSpPr>
            <a:spLocks noGrp="1"/>
          </p:cNvSpPr>
          <p:nvPr>
            <p:ph type="title"/>
          </p:nvPr>
        </p:nvSpPr>
        <p:spPr>
          <a:xfrm>
            <a:off x="488950" y="451575"/>
            <a:ext cx="8928100" cy="723600"/>
          </a:xfrm>
        </p:spPr>
        <p:txBody>
          <a:bodyPr/>
          <a:lstStyle>
            <a:lvl1pPr>
              <a:defRPr>
                <a:solidFill>
                  <a:schemeClr val="tx2"/>
                </a:solidFill>
              </a:defRPr>
            </a:lvl1pPr>
          </a:lstStyle>
          <a:p>
            <a:r>
              <a:rPr lang="en-US"/>
              <a:t>Click to edit Master title style</a:t>
            </a:r>
            <a:endParaRPr lang="en-GB" dirty="0"/>
          </a:p>
        </p:txBody>
      </p:sp>
      <p:sp>
        <p:nvSpPr>
          <p:cNvPr id="7" name="Text Placeholder 6">
            <a:extLst>
              <a:ext uri="{FF2B5EF4-FFF2-40B4-BE49-F238E27FC236}">
                <a16:creationId xmlns:a16="http://schemas.microsoft.com/office/drawing/2014/main" id="{CCED889F-7643-47C2-9390-7F7B3B13F798}"/>
              </a:ext>
            </a:extLst>
          </p:cNvPr>
          <p:cNvSpPr>
            <a:spLocks noGrp="1"/>
          </p:cNvSpPr>
          <p:nvPr>
            <p:ph type="body" sz="quarter" idx="21"/>
          </p:nvPr>
        </p:nvSpPr>
        <p:spPr>
          <a:xfrm>
            <a:off x="488950" y="1422400"/>
            <a:ext cx="8928100" cy="495300"/>
          </a:xfrm>
        </p:spPr>
        <p:txBody>
          <a:bodyPr/>
          <a:lstStyle>
            <a:lvl1pPr>
              <a:defRPr>
                <a:solidFill>
                  <a:schemeClr val="tx2"/>
                </a:solidFill>
              </a:defRPr>
            </a:lvl1pPr>
            <a:lvl2pPr>
              <a:defRPr>
                <a:solidFill>
                  <a:schemeClr val="tx2"/>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
        <p:nvSpPr>
          <p:cNvPr id="9" name="Text Placeholder 8"/>
          <p:cNvSpPr>
            <a:spLocks noGrp="1"/>
          </p:cNvSpPr>
          <p:nvPr>
            <p:ph type="body" sz="quarter" idx="10"/>
          </p:nvPr>
        </p:nvSpPr>
        <p:spPr>
          <a:xfrm>
            <a:off x="488950" y="2031459"/>
            <a:ext cx="2096894" cy="3995341"/>
          </a:xfrm>
          <a:solidFill>
            <a:schemeClr val="bg1"/>
          </a:solidFill>
          <a:ln w="6350">
            <a:solidFill>
              <a:schemeClr val="accent1"/>
            </a:solidFill>
          </a:ln>
        </p:spPr>
        <p:txBody>
          <a:bodyPr lIns="54610" tIns="54610" rIns="54610" bIns="5461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8"/>
          <p:cNvSpPr>
            <a:spLocks noGrp="1"/>
          </p:cNvSpPr>
          <p:nvPr>
            <p:ph type="body" sz="quarter" idx="11"/>
          </p:nvPr>
        </p:nvSpPr>
        <p:spPr>
          <a:xfrm>
            <a:off x="2766019" y="2031459"/>
            <a:ext cx="2096894" cy="3995341"/>
          </a:xfrm>
          <a:solidFill>
            <a:schemeClr val="bg1"/>
          </a:solidFill>
          <a:ln w="6350">
            <a:solidFill>
              <a:schemeClr val="accent1"/>
            </a:solidFill>
          </a:ln>
        </p:spPr>
        <p:txBody>
          <a:bodyPr lIns="54610" tIns="54610" rIns="54610" bIns="5461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p:cNvSpPr>
            <a:spLocks noGrp="1"/>
          </p:cNvSpPr>
          <p:nvPr>
            <p:ph type="body" sz="quarter" idx="12"/>
          </p:nvPr>
        </p:nvSpPr>
        <p:spPr>
          <a:xfrm>
            <a:off x="5043088" y="2031459"/>
            <a:ext cx="2096894" cy="3995341"/>
          </a:xfrm>
          <a:solidFill>
            <a:schemeClr val="bg1"/>
          </a:solidFill>
          <a:ln w="6350">
            <a:solidFill>
              <a:schemeClr val="accent1"/>
            </a:solidFill>
          </a:ln>
        </p:spPr>
        <p:txBody>
          <a:bodyPr lIns="54610" tIns="54610" rIns="54610" bIns="5461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8"/>
          <p:cNvSpPr>
            <a:spLocks noGrp="1"/>
          </p:cNvSpPr>
          <p:nvPr>
            <p:ph type="body" sz="quarter" idx="13"/>
          </p:nvPr>
        </p:nvSpPr>
        <p:spPr>
          <a:xfrm>
            <a:off x="7320156" y="2031459"/>
            <a:ext cx="2096894" cy="3995341"/>
          </a:xfrm>
          <a:solidFill>
            <a:schemeClr val="bg1"/>
          </a:solidFill>
          <a:ln w="6350">
            <a:solidFill>
              <a:schemeClr val="accent1"/>
            </a:solidFill>
          </a:ln>
        </p:spPr>
        <p:txBody>
          <a:bodyPr lIns="54610" tIns="54610" rIns="54610" bIns="5461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4" name="Text Placeholder 4"/>
          <p:cNvSpPr>
            <a:spLocks noGrp="1"/>
          </p:cNvSpPr>
          <p:nvPr>
            <p:ph type="body" sz="quarter" idx="20" hasCustomPrompt="1"/>
          </p:nvPr>
        </p:nvSpPr>
        <p:spPr>
          <a:xfrm>
            <a:off x="488950" y="203863"/>
            <a:ext cx="8928100" cy="169200"/>
          </a:xfrm>
        </p:spPr>
        <p:txBody>
          <a:bodyPr anchor="b"/>
          <a:lstStyle>
            <a:lvl1pPr>
              <a:spcAft>
                <a:spcPts val="0"/>
              </a:spcAft>
              <a:defRPr sz="1200">
                <a:solidFill>
                  <a:schemeClr val="tx2"/>
                </a:solidFill>
              </a:defRPr>
            </a:lvl1pPr>
          </a:lstStyle>
          <a:p>
            <a:pPr lvl="0"/>
            <a:r>
              <a:rPr lang="en-US" dirty="0"/>
              <a:t>Super title here</a:t>
            </a:r>
          </a:p>
        </p:txBody>
      </p:sp>
    </p:spTree>
    <p:extLst>
      <p:ext uri="{BB962C8B-B14F-4D97-AF65-F5344CB8AC3E}">
        <p14:creationId xmlns:p14="http://schemas.microsoft.com/office/powerpoint/2010/main" val="172132877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Process 4 Columns">
    <p:spTree>
      <p:nvGrpSpPr>
        <p:cNvPr id="1" name=""/>
        <p:cNvGrpSpPr/>
        <p:nvPr/>
      </p:nvGrpSpPr>
      <p:grpSpPr>
        <a:xfrm>
          <a:off x="0" y="0"/>
          <a:ext cx="0" cy="0"/>
          <a:chOff x="0" y="0"/>
          <a:chExt cx="0" cy="0"/>
        </a:xfrm>
      </p:grpSpPr>
      <p:sp>
        <p:nvSpPr>
          <p:cNvPr id="3" name="Title 2"/>
          <p:cNvSpPr>
            <a:spLocks noGrp="1"/>
          </p:cNvSpPr>
          <p:nvPr>
            <p:ph type="title"/>
          </p:nvPr>
        </p:nvSpPr>
        <p:spPr>
          <a:xfrm>
            <a:off x="488950" y="451575"/>
            <a:ext cx="8928100" cy="723600"/>
          </a:xfrm>
        </p:spPr>
        <p:txBody>
          <a:bodyPr/>
          <a:lstStyle/>
          <a:p>
            <a:r>
              <a:rPr lang="en-US"/>
              <a:t>Click to edit Master title style</a:t>
            </a:r>
            <a:endParaRPr lang="en-GB" dirty="0"/>
          </a:p>
        </p:txBody>
      </p:sp>
      <p:sp>
        <p:nvSpPr>
          <p:cNvPr id="13" name="Text Placeholder 12"/>
          <p:cNvSpPr>
            <a:spLocks noGrp="1"/>
          </p:cNvSpPr>
          <p:nvPr>
            <p:ph type="body" sz="quarter" idx="14" hasCustomPrompt="1"/>
          </p:nvPr>
        </p:nvSpPr>
        <p:spPr>
          <a:xfrm>
            <a:off x="488950" y="1426659"/>
            <a:ext cx="2196690" cy="604800"/>
          </a:xfrm>
          <a:prstGeom prst="homePlate">
            <a:avLst>
              <a:gd name="adj" fmla="val 34200"/>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9" name="Text Placeholder 8"/>
          <p:cNvSpPr>
            <a:spLocks noGrp="1"/>
          </p:cNvSpPr>
          <p:nvPr>
            <p:ph type="body" sz="quarter" idx="10"/>
          </p:nvPr>
        </p:nvSpPr>
        <p:spPr>
          <a:xfrm>
            <a:off x="488950" y="2031458"/>
            <a:ext cx="1987920" cy="3987601"/>
          </a:xfrm>
          <a:solidFill>
            <a:schemeClr val="accent1">
              <a:lumMod val="20000"/>
              <a:lumOff val="80000"/>
            </a:schemeClr>
          </a:solidFill>
        </p:spPr>
        <p:txBody>
          <a:bodyPr lIns="54610" tIns="54610" rIns="54610" bIns="5461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5" name="Text Placeholder 12"/>
          <p:cNvSpPr>
            <a:spLocks noGrp="1"/>
          </p:cNvSpPr>
          <p:nvPr>
            <p:ph type="body" sz="quarter" idx="15" hasCustomPrompt="1"/>
          </p:nvPr>
        </p:nvSpPr>
        <p:spPr>
          <a:xfrm>
            <a:off x="2732753" y="1426659"/>
            <a:ext cx="2196690" cy="604800"/>
          </a:xfrm>
          <a:prstGeom prst="homePlate">
            <a:avLst>
              <a:gd name="adj" fmla="val 34200"/>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4" name="Text Placeholder 8"/>
          <p:cNvSpPr>
            <a:spLocks noGrp="1"/>
          </p:cNvSpPr>
          <p:nvPr>
            <p:ph type="body" sz="quarter" idx="11"/>
          </p:nvPr>
        </p:nvSpPr>
        <p:spPr>
          <a:xfrm>
            <a:off x="2732753" y="2031458"/>
            <a:ext cx="1987920" cy="3987601"/>
          </a:xfrm>
          <a:solidFill>
            <a:schemeClr val="accent1">
              <a:lumMod val="20000"/>
              <a:lumOff val="80000"/>
            </a:schemeClr>
          </a:solidFill>
        </p:spPr>
        <p:txBody>
          <a:bodyPr lIns="54610" tIns="54610" rIns="54610" bIns="5461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6" name="Text Placeholder 12"/>
          <p:cNvSpPr>
            <a:spLocks noGrp="1"/>
          </p:cNvSpPr>
          <p:nvPr>
            <p:ph type="body" sz="quarter" idx="16" hasCustomPrompt="1"/>
          </p:nvPr>
        </p:nvSpPr>
        <p:spPr>
          <a:xfrm>
            <a:off x="4976556" y="1426659"/>
            <a:ext cx="2196690" cy="604800"/>
          </a:xfrm>
          <a:prstGeom prst="homePlate">
            <a:avLst>
              <a:gd name="adj" fmla="val 34200"/>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5" name="Text Placeholder 8"/>
          <p:cNvSpPr>
            <a:spLocks noGrp="1"/>
          </p:cNvSpPr>
          <p:nvPr>
            <p:ph type="body" sz="quarter" idx="12"/>
          </p:nvPr>
        </p:nvSpPr>
        <p:spPr>
          <a:xfrm>
            <a:off x="4976556" y="2031458"/>
            <a:ext cx="1987920" cy="3987601"/>
          </a:xfrm>
          <a:solidFill>
            <a:schemeClr val="accent1">
              <a:lumMod val="20000"/>
              <a:lumOff val="80000"/>
            </a:schemeClr>
          </a:solidFill>
        </p:spPr>
        <p:txBody>
          <a:bodyPr lIns="54610" tIns="54610" rIns="54610" bIns="5461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8"/>
          <p:cNvSpPr>
            <a:spLocks noGrp="1"/>
          </p:cNvSpPr>
          <p:nvPr>
            <p:ph type="body" sz="quarter" idx="13"/>
          </p:nvPr>
        </p:nvSpPr>
        <p:spPr>
          <a:xfrm>
            <a:off x="7220360" y="2031458"/>
            <a:ext cx="1987920" cy="3987601"/>
          </a:xfrm>
          <a:solidFill>
            <a:schemeClr val="accent1">
              <a:lumMod val="20000"/>
              <a:lumOff val="80000"/>
            </a:schemeClr>
          </a:solidFill>
        </p:spPr>
        <p:txBody>
          <a:bodyPr lIns="54610" tIns="54610" rIns="54610" bIns="5461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7" name="Text Placeholder 12"/>
          <p:cNvSpPr>
            <a:spLocks noGrp="1"/>
          </p:cNvSpPr>
          <p:nvPr>
            <p:ph type="body" sz="quarter" idx="17" hasCustomPrompt="1"/>
          </p:nvPr>
        </p:nvSpPr>
        <p:spPr>
          <a:xfrm>
            <a:off x="7220360" y="1426659"/>
            <a:ext cx="2196690" cy="604800"/>
          </a:xfrm>
          <a:prstGeom prst="homePlate">
            <a:avLst>
              <a:gd name="adj" fmla="val 34200"/>
            </a:avLst>
          </a:prstGeom>
          <a:solidFill>
            <a:schemeClr val="tx2"/>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1" name="Text Placeholder 4"/>
          <p:cNvSpPr>
            <a:spLocks noGrp="1"/>
          </p:cNvSpPr>
          <p:nvPr>
            <p:ph type="body" sz="quarter" idx="18" hasCustomPrompt="1"/>
          </p:nvPr>
        </p:nvSpPr>
        <p:spPr>
          <a:xfrm>
            <a:off x="488950" y="203863"/>
            <a:ext cx="8928100" cy="169200"/>
          </a:xfrm>
        </p:spPr>
        <p:txBody>
          <a:bodyPr anchor="b"/>
          <a:lstStyle>
            <a:lvl1pPr>
              <a:spcAft>
                <a:spcPts val="0"/>
              </a:spcAft>
              <a:defRPr sz="1200"/>
            </a:lvl1pPr>
          </a:lstStyle>
          <a:p>
            <a:pPr lvl="0"/>
            <a:r>
              <a:rPr lang="en-US" dirty="0"/>
              <a:t>Super title here</a:t>
            </a:r>
          </a:p>
        </p:txBody>
      </p:sp>
    </p:spTree>
    <p:extLst>
      <p:ext uri="{BB962C8B-B14F-4D97-AF65-F5344CB8AC3E}">
        <p14:creationId xmlns:p14="http://schemas.microsoft.com/office/powerpoint/2010/main" val="69084984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rocess 4 Columns_Cobalt Blue">
    <p:spTree>
      <p:nvGrpSpPr>
        <p:cNvPr id="1" name=""/>
        <p:cNvGrpSpPr/>
        <p:nvPr/>
      </p:nvGrpSpPr>
      <p:grpSpPr>
        <a:xfrm>
          <a:off x="0" y="0"/>
          <a:ext cx="0" cy="0"/>
          <a:chOff x="0" y="0"/>
          <a:chExt cx="0" cy="0"/>
        </a:xfrm>
      </p:grpSpPr>
      <p:sp>
        <p:nvSpPr>
          <p:cNvPr id="3" name="Title 2"/>
          <p:cNvSpPr>
            <a:spLocks noGrp="1"/>
          </p:cNvSpPr>
          <p:nvPr>
            <p:ph type="title"/>
          </p:nvPr>
        </p:nvSpPr>
        <p:spPr>
          <a:xfrm>
            <a:off x="488950" y="451575"/>
            <a:ext cx="8928100" cy="723600"/>
          </a:xfrm>
        </p:spPr>
        <p:txBody>
          <a:bodyPr/>
          <a:lstStyle>
            <a:lvl1pPr>
              <a:defRPr>
                <a:solidFill>
                  <a:schemeClr val="accent1"/>
                </a:solidFill>
              </a:defRPr>
            </a:lvl1pPr>
          </a:lstStyle>
          <a:p>
            <a:r>
              <a:rPr lang="en-US"/>
              <a:t>Click to edit Master title style</a:t>
            </a:r>
            <a:endParaRPr lang="en-GB" dirty="0"/>
          </a:p>
        </p:txBody>
      </p:sp>
      <p:sp>
        <p:nvSpPr>
          <p:cNvPr id="13" name="Text Placeholder 12"/>
          <p:cNvSpPr>
            <a:spLocks noGrp="1"/>
          </p:cNvSpPr>
          <p:nvPr>
            <p:ph type="body" sz="quarter" idx="14" hasCustomPrompt="1"/>
          </p:nvPr>
        </p:nvSpPr>
        <p:spPr>
          <a:xfrm>
            <a:off x="488950" y="1426659"/>
            <a:ext cx="2196690" cy="604800"/>
          </a:xfrm>
          <a:prstGeom prst="homePlate">
            <a:avLst>
              <a:gd name="adj" fmla="val 34200"/>
            </a:avLst>
          </a:prstGeom>
          <a:solidFill>
            <a:schemeClr val="accent1"/>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9" name="Text Placeholder 8"/>
          <p:cNvSpPr>
            <a:spLocks noGrp="1"/>
          </p:cNvSpPr>
          <p:nvPr>
            <p:ph type="body" sz="quarter" idx="10"/>
          </p:nvPr>
        </p:nvSpPr>
        <p:spPr>
          <a:xfrm>
            <a:off x="488950" y="2031458"/>
            <a:ext cx="1987920" cy="3987601"/>
          </a:xfrm>
          <a:solidFill>
            <a:schemeClr val="accent1">
              <a:lumMod val="20000"/>
              <a:lumOff val="80000"/>
            </a:schemeClr>
          </a:solidFill>
        </p:spPr>
        <p:txBody>
          <a:bodyPr lIns="54610" tIns="54610" rIns="54610" bIns="5461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5" name="Text Placeholder 12"/>
          <p:cNvSpPr>
            <a:spLocks noGrp="1"/>
          </p:cNvSpPr>
          <p:nvPr>
            <p:ph type="body" sz="quarter" idx="15" hasCustomPrompt="1"/>
          </p:nvPr>
        </p:nvSpPr>
        <p:spPr>
          <a:xfrm>
            <a:off x="2732753" y="1426659"/>
            <a:ext cx="2196690" cy="604800"/>
          </a:xfrm>
          <a:prstGeom prst="homePlate">
            <a:avLst>
              <a:gd name="adj" fmla="val 34200"/>
            </a:avLst>
          </a:prstGeom>
          <a:solidFill>
            <a:schemeClr val="accent1"/>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4" name="Text Placeholder 8"/>
          <p:cNvSpPr>
            <a:spLocks noGrp="1"/>
          </p:cNvSpPr>
          <p:nvPr>
            <p:ph type="body" sz="quarter" idx="11"/>
          </p:nvPr>
        </p:nvSpPr>
        <p:spPr>
          <a:xfrm>
            <a:off x="2732753" y="2031458"/>
            <a:ext cx="1987920" cy="3987601"/>
          </a:xfrm>
          <a:solidFill>
            <a:schemeClr val="accent1">
              <a:lumMod val="20000"/>
              <a:lumOff val="80000"/>
            </a:schemeClr>
          </a:solidFill>
        </p:spPr>
        <p:txBody>
          <a:bodyPr lIns="54610" tIns="54610" rIns="54610" bIns="5461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6" name="Text Placeholder 12"/>
          <p:cNvSpPr>
            <a:spLocks noGrp="1"/>
          </p:cNvSpPr>
          <p:nvPr>
            <p:ph type="body" sz="quarter" idx="16" hasCustomPrompt="1"/>
          </p:nvPr>
        </p:nvSpPr>
        <p:spPr>
          <a:xfrm>
            <a:off x="4976556" y="1426659"/>
            <a:ext cx="2196690" cy="604800"/>
          </a:xfrm>
          <a:prstGeom prst="homePlate">
            <a:avLst>
              <a:gd name="adj" fmla="val 34200"/>
            </a:avLst>
          </a:prstGeom>
          <a:solidFill>
            <a:schemeClr val="accent1"/>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5" name="Text Placeholder 8"/>
          <p:cNvSpPr>
            <a:spLocks noGrp="1"/>
          </p:cNvSpPr>
          <p:nvPr>
            <p:ph type="body" sz="quarter" idx="12"/>
          </p:nvPr>
        </p:nvSpPr>
        <p:spPr>
          <a:xfrm>
            <a:off x="4976556" y="2031458"/>
            <a:ext cx="1987920" cy="3987601"/>
          </a:xfrm>
          <a:solidFill>
            <a:schemeClr val="accent1">
              <a:lumMod val="20000"/>
              <a:lumOff val="80000"/>
            </a:schemeClr>
          </a:solidFill>
        </p:spPr>
        <p:txBody>
          <a:bodyPr lIns="54610" tIns="54610" rIns="54610" bIns="5461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7" name="Text Placeholder 12"/>
          <p:cNvSpPr>
            <a:spLocks noGrp="1"/>
          </p:cNvSpPr>
          <p:nvPr>
            <p:ph type="body" sz="quarter" idx="17" hasCustomPrompt="1"/>
          </p:nvPr>
        </p:nvSpPr>
        <p:spPr>
          <a:xfrm>
            <a:off x="7220360" y="1426659"/>
            <a:ext cx="2196690" cy="604800"/>
          </a:xfrm>
          <a:prstGeom prst="homePlate">
            <a:avLst>
              <a:gd name="adj" fmla="val 34200"/>
            </a:avLst>
          </a:prstGeom>
          <a:solidFill>
            <a:schemeClr val="accent1"/>
          </a:solidFill>
        </p:spPr>
        <p:txBody>
          <a:bodyPr lIns="54000" tIns="54000" rIns="54000" bIns="54000" anchor="ctr"/>
          <a:lstStyle>
            <a:lvl1pPr algn="l">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6" name="Text Placeholder 8"/>
          <p:cNvSpPr>
            <a:spLocks noGrp="1"/>
          </p:cNvSpPr>
          <p:nvPr>
            <p:ph type="body" sz="quarter" idx="13"/>
          </p:nvPr>
        </p:nvSpPr>
        <p:spPr>
          <a:xfrm>
            <a:off x="7220360" y="2031458"/>
            <a:ext cx="1987920" cy="3987601"/>
          </a:xfrm>
          <a:solidFill>
            <a:schemeClr val="accent1">
              <a:lumMod val="20000"/>
              <a:lumOff val="80000"/>
            </a:schemeClr>
          </a:solidFill>
        </p:spPr>
        <p:txBody>
          <a:bodyPr lIns="54610" tIns="54610" rIns="54610" bIns="5461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Text Placeholder 4"/>
          <p:cNvSpPr>
            <a:spLocks noGrp="1"/>
          </p:cNvSpPr>
          <p:nvPr>
            <p:ph type="body" sz="quarter" idx="18" hasCustomPrompt="1"/>
          </p:nvPr>
        </p:nvSpPr>
        <p:spPr>
          <a:xfrm>
            <a:off x="488950" y="203863"/>
            <a:ext cx="8928100" cy="169200"/>
          </a:xfrm>
        </p:spPr>
        <p:txBody>
          <a:bodyPr anchor="b"/>
          <a:lstStyle>
            <a:lvl1pPr>
              <a:spcAft>
                <a:spcPts val="0"/>
              </a:spcAft>
              <a:defRPr sz="1200">
                <a:solidFill>
                  <a:schemeClr val="accent1"/>
                </a:solidFill>
              </a:defRPr>
            </a:lvl1pPr>
          </a:lstStyle>
          <a:p>
            <a:pPr lvl="0"/>
            <a:r>
              <a:rPr lang="en-US" dirty="0"/>
              <a:t>Super title here</a:t>
            </a:r>
          </a:p>
        </p:txBody>
      </p:sp>
    </p:spTree>
    <p:extLst>
      <p:ext uri="{BB962C8B-B14F-4D97-AF65-F5344CB8AC3E}">
        <p14:creationId xmlns:p14="http://schemas.microsoft.com/office/powerpoint/2010/main" val="79269688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ad Box with Icon and Center Text Box">
    <p:spTree>
      <p:nvGrpSpPr>
        <p:cNvPr id="1" name=""/>
        <p:cNvGrpSpPr/>
        <p:nvPr/>
      </p:nvGrpSpPr>
      <p:grpSpPr>
        <a:xfrm>
          <a:off x="0" y="0"/>
          <a:ext cx="0" cy="0"/>
          <a:chOff x="0" y="0"/>
          <a:chExt cx="0" cy="0"/>
        </a:xfrm>
      </p:grpSpPr>
      <p:sp>
        <p:nvSpPr>
          <p:cNvPr id="4" name="Title 3"/>
          <p:cNvSpPr>
            <a:spLocks noGrp="1"/>
          </p:cNvSpPr>
          <p:nvPr>
            <p:ph type="title"/>
          </p:nvPr>
        </p:nvSpPr>
        <p:spPr>
          <a:xfrm>
            <a:off x="488950" y="451575"/>
            <a:ext cx="8918244" cy="723600"/>
          </a:xfrm>
        </p:spPr>
        <p:txBody>
          <a:bodyPr/>
          <a:lstStyle>
            <a:lvl1pPr>
              <a:defRPr>
                <a:solidFill>
                  <a:schemeClr val="tx2"/>
                </a:solidFill>
              </a:defRPr>
            </a:lvl1pPr>
          </a:lstStyle>
          <a:p>
            <a:r>
              <a:rPr lang="en-US"/>
              <a:t>Click to edit Master title style</a:t>
            </a:r>
            <a:endParaRPr lang="en-GB" dirty="0"/>
          </a:p>
        </p:txBody>
      </p:sp>
      <p:sp>
        <p:nvSpPr>
          <p:cNvPr id="34" name="Text Placeholder 33">
            <a:extLst>
              <a:ext uri="{FF2B5EF4-FFF2-40B4-BE49-F238E27FC236}">
                <a16:creationId xmlns:a16="http://schemas.microsoft.com/office/drawing/2014/main" id="{CCA34735-C9C7-4277-8644-A007865AD91E}"/>
              </a:ext>
            </a:extLst>
          </p:cNvPr>
          <p:cNvSpPr>
            <a:spLocks noGrp="1"/>
          </p:cNvSpPr>
          <p:nvPr>
            <p:ph type="body" sz="quarter" idx="23"/>
          </p:nvPr>
        </p:nvSpPr>
        <p:spPr>
          <a:xfrm>
            <a:off x="488949" y="1422399"/>
            <a:ext cx="4370388" cy="2226449"/>
          </a:xfrm>
          <a:custGeom>
            <a:avLst/>
            <a:gdLst>
              <a:gd name="connsiteX0" fmla="*/ 0 w 4370388"/>
              <a:gd name="connsiteY0" fmla="*/ 0 h 2226449"/>
              <a:gd name="connsiteX1" fmla="*/ 328259 w 4370388"/>
              <a:gd name="connsiteY1" fmla="*/ 0 h 2226449"/>
              <a:gd name="connsiteX2" fmla="*/ 4068763 w 4370388"/>
              <a:gd name="connsiteY2" fmla="*/ 0 h 2226449"/>
              <a:gd name="connsiteX3" fmla="*/ 4370388 w 4370388"/>
              <a:gd name="connsiteY3" fmla="*/ 0 h 2226449"/>
              <a:gd name="connsiteX4" fmla="*/ 4370388 w 4370388"/>
              <a:gd name="connsiteY4" fmla="*/ 1374351 h 2226449"/>
              <a:gd name="connsiteX5" fmla="*/ 4068763 w 4370388"/>
              <a:gd name="connsiteY5" fmla="*/ 1374351 h 2226449"/>
              <a:gd name="connsiteX6" fmla="*/ 3189606 w 4370388"/>
              <a:gd name="connsiteY6" fmla="*/ 1374351 h 2226449"/>
              <a:gd name="connsiteX7" fmla="*/ 3189606 w 4370388"/>
              <a:gd name="connsiteY7" fmla="*/ 2226449 h 2226449"/>
              <a:gd name="connsiteX8" fmla="*/ 2880201 w 4370388"/>
              <a:gd name="connsiteY8" fmla="*/ 2226449 h 2226449"/>
              <a:gd name="connsiteX9" fmla="*/ 328259 w 4370388"/>
              <a:gd name="connsiteY9" fmla="*/ 2226449 h 2226449"/>
              <a:gd name="connsiteX10" fmla="*/ 0 w 4370388"/>
              <a:gd name="connsiteY10" fmla="*/ 2226449 h 2226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370388" h="2226449">
                <a:moveTo>
                  <a:pt x="0" y="0"/>
                </a:moveTo>
                <a:lnTo>
                  <a:pt x="328259" y="0"/>
                </a:lnTo>
                <a:lnTo>
                  <a:pt x="4068763" y="0"/>
                </a:lnTo>
                <a:lnTo>
                  <a:pt x="4370388" y="0"/>
                </a:lnTo>
                <a:lnTo>
                  <a:pt x="4370388" y="1374351"/>
                </a:lnTo>
                <a:lnTo>
                  <a:pt x="4068763" y="1374351"/>
                </a:lnTo>
                <a:lnTo>
                  <a:pt x="3189606" y="1374351"/>
                </a:lnTo>
                <a:lnTo>
                  <a:pt x="3189606" y="2226449"/>
                </a:lnTo>
                <a:lnTo>
                  <a:pt x="2880201" y="2226449"/>
                </a:lnTo>
                <a:lnTo>
                  <a:pt x="328259" y="2226449"/>
                </a:lnTo>
                <a:lnTo>
                  <a:pt x="0" y="2226449"/>
                </a:lnTo>
                <a:close/>
              </a:path>
            </a:pathLst>
          </a:custGeom>
          <a:solidFill>
            <a:schemeClr val="accent1">
              <a:lumMod val="20000"/>
              <a:lumOff val="80000"/>
            </a:schemeClr>
          </a:solidFill>
          <a:ln w="12700">
            <a:noFill/>
          </a:ln>
        </p:spPr>
        <p:txBody>
          <a:bodyPr wrap="square" lIns="54000" tIns="54000" rIns="1260000" bIns="54000">
            <a:noAutofit/>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3" name="Text Placeholder 32">
            <a:extLst>
              <a:ext uri="{FF2B5EF4-FFF2-40B4-BE49-F238E27FC236}">
                <a16:creationId xmlns:a16="http://schemas.microsoft.com/office/drawing/2014/main" id="{BD4F8449-24BE-4134-8014-7028BD8DE9B6}"/>
              </a:ext>
            </a:extLst>
          </p:cNvPr>
          <p:cNvSpPr>
            <a:spLocks noGrp="1"/>
          </p:cNvSpPr>
          <p:nvPr>
            <p:ph type="body" sz="quarter" idx="20"/>
          </p:nvPr>
        </p:nvSpPr>
        <p:spPr>
          <a:xfrm>
            <a:off x="5028849" y="1422399"/>
            <a:ext cx="4378344" cy="2226449"/>
          </a:xfrm>
          <a:custGeom>
            <a:avLst/>
            <a:gdLst>
              <a:gd name="connsiteX0" fmla="*/ 0 w 4378344"/>
              <a:gd name="connsiteY0" fmla="*/ 0 h 2226449"/>
              <a:gd name="connsiteX1" fmla="*/ 309581 w 4378344"/>
              <a:gd name="connsiteY1" fmla="*/ 0 h 2226449"/>
              <a:gd name="connsiteX2" fmla="*/ 4068763 w 4378344"/>
              <a:gd name="connsiteY2" fmla="*/ 0 h 2226449"/>
              <a:gd name="connsiteX3" fmla="*/ 4378344 w 4378344"/>
              <a:gd name="connsiteY3" fmla="*/ 0 h 2226449"/>
              <a:gd name="connsiteX4" fmla="*/ 4378344 w 4378344"/>
              <a:gd name="connsiteY4" fmla="*/ 2226449 h 2226449"/>
              <a:gd name="connsiteX5" fmla="*/ 4068763 w 4378344"/>
              <a:gd name="connsiteY5" fmla="*/ 2226449 h 2226449"/>
              <a:gd name="connsiteX6" fmla="*/ 1498141 w 4378344"/>
              <a:gd name="connsiteY6" fmla="*/ 2226449 h 2226449"/>
              <a:gd name="connsiteX7" fmla="*/ 1188560 w 4378344"/>
              <a:gd name="connsiteY7" fmla="*/ 2226449 h 2226449"/>
              <a:gd name="connsiteX8" fmla="*/ 1188560 w 4378344"/>
              <a:gd name="connsiteY8" fmla="*/ 1374351 h 2226449"/>
              <a:gd name="connsiteX9" fmla="*/ 309581 w 4378344"/>
              <a:gd name="connsiteY9" fmla="*/ 1374351 h 2226449"/>
              <a:gd name="connsiteX10" fmla="*/ 0 w 4378344"/>
              <a:gd name="connsiteY10" fmla="*/ 1374351 h 2226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378344" h="2226449">
                <a:moveTo>
                  <a:pt x="0" y="0"/>
                </a:moveTo>
                <a:lnTo>
                  <a:pt x="309581" y="0"/>
                </a:lnTo>
                <a:lnTo>
                  <a:pt x="4068763" y="0"/>
                </a:lnTo>
                <a:lnTo>
                  <a:pt x="4378344" y="0"/>
                </a:lnTo>
                <a:lnTo>
                  <a:pt x="4378344" y="2226449"/>
                </a:lnTo>
                <a:lnTo>
                  <a:pt x="4068763" y="2226449"/>
                </a:lnTo>
                <a:lnTo>
                  <a:pt x="1498141" y="2226449"/>
                </a:lnTo>
                <a:lnTo>
                  <a:pt x="1188560" y="2226449"/>
                </a:lnTo>
                <a:lnTo>
                  <a:pt x="1188560" y="1374351"/>
                </a:lnTo>
                <a:lnTo>
                  <a:pt x="309581" y="1374351"/>
                </a:lnTo>
                <a:lnTo>
                  <a:pt x="0" y="1374351"/>
                </a:lnTo>
                <a:close/>
              </a:path>
            </a:pathLst>
          </a:custGeom>
          <a:solidFill>
            <a:schemeClr val="accent1">
              <a:lumMod val="20000"/>
              <a:lumOff val="80000"/>
            </a:schemeClr>
          </a:solidFill>
          <a:ln w="12700">
            <a:noFill/>
          </a:ln>
        </p:spPr>
        <p:txBody>
          <a:bodyPr wrap="square" lIns="1260000" tIns="54000" rIns="54000" bIns="54000">
            <a:noAutofit/>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5" name="Text Placeholder 34">
            <a:extLst>
              <a:ext uri="{FF2B5EF4-FFF2-40B4-BE49-F238E27FC236}">
                <a16:creationId xmlns:a16="http://schemas.microsoft.com/office/drawing/2014/main" id="{61B17469-3735-4930-AB1E-88048E6D3E03}"/>
              </a:ext>
            </a:extLst>
          </p:cNvPr>
          <p:cNvSpPr>
            <a:spLocks noGrp="1"/>
          </p:cNvSpPr>
          <p:nvPr>
            <p:ph type="body" sz="quarter" idx="22"/>
          </p:nvPr>
        </p:nvSpPr>
        <p:spPr>
          <a:xfrm>
            <a:off x="488949" y="3789314"/>
            <a:ext cx="4370388" cy="2217786"/>
          </a:xfrm>
          <a:custGeom>
            <a:avLst/>
            <a:gdLst>
              <a:gd name="connsiteX0" fmla="*/ 0 w 4370388"/>
              <a:gd name="connsiteY0" fmla="*/ 0 h 2217786"/>
              <a:gd name="connsiteX1" fmla="*/ 328259 w 4370388"/>
              <a:gd name="connsiteY1" fmla="*/ 0 h 2217786"/>
              <a:gd name="connsiteX2" fmla="*/ 2880201 w 4370388"/>
              <a:gd name="connsiteY2" fmla="*/ 0 h 2217786"/>
              <a:gd name="connsiteX3" fmla="*/ 3189606 w 4370388"/>
              <a:gd name="connsiteY3" fmla="*/ 0 h 2217786"/>
              <a:gd name="connsiteX4" fmla="*/ 3189606 w 4370388"/>
              <a:gd name="connsiteY4" fmla="*/ 843436 h 2217786"/>
              <a:gd name="connsiteX5" fmla="*/ 4068763 w 4370388"/>
              <a:gd name="connsiteY5" fmla="*/ 843436 h 2217786"/>
              <a:gd name="connsiteX6" fmla="*/ 4370388 w 4370388"/>
              <a:gd name="connsiteY6" fmla="*/ 843436 h 2217786"/>
              <a:gd name="connsiteX7" fmla="*/ 4370388 w 4370388"/>
              <a:gd name="connsiteY7" fmla="*/ 2217786 h 2217786"/>
              <a:gd name="connsiteX8" fmla="*/ 4068763 w 4370388"/>
              <a:gd name="connsiteY8" fmla="*/ 2217786 h 2217786"/>
              <a:gd name="connsiteX9" fmla="*/ 328259 w 4370388"/>
              <a:gd name="connsiteY9" fmla="*/ 2217786 h 2217786"/>
              <a:gd name="connsiteX10" fmla="*/ 0 w 4370388"/>
              <a:gd name="connsiteY10" fmla="*/ 2217786 h 2217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370388" h="2217786">
                <a:moveTo>
                  <a:pt x="0" y="0"/>
                </a:moveTo>
                <a:lnTo>
                  <a:pt x="328259" y="0"/>
                </a:lnTo>
                <a:lnTo>
                  <a:pt x="2880201" y="0"/>
                </a:lnTo>
                <a:lnTo>
                  <a:pt x="3189606" y="0"/>
                </a:lnTo>
                <a:lnTo>
                  <a:pt x="3189606" y="843436"/>
                </a:lnTo>
                <a:lnTo>
                  <a:pt x="4068763" y="843436"/>
                </a:lnTo>
                <a:lnTo>
                  <a:pt x="4370388" y="843436"/>
                </a:lnTo>
                <a:lnTo>
                  <a:pt x="4370388" y="2217786"/>
                </a:lnTo>
                <a:lnTo>
                  <a:pt x="4068763" y="2217786"/>
                </a:lnTo>
                <a:lnTo>
                  <a:pt x="328259" y="2217786"/>
                </a:lnTo>
                <a:lnTo>
                  <a:pt x="0" y="2217786"/>
                </a:lnTo>
                <a:close/>
              </a:path>
            </a:pathLst>
          </a:custGeom>
          <a:solidFill>
            <a:schemeClr val="accent1">
              <a:lumMod val="20000"/>
              <a:lumOff val="80000"/>
            </a:schemeClr>
          </a:solidFill>
          <a:ln w="12700">
            <a:noFill/>
          </a:ln>
        </p:spPr>
        <p:txBody>
          <a:bodyPr wrap="square" lIns="54000" tIns="54000" rIns="1260000" bIns="54000">
            <a:noAutofit/>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2" name="Text Placeholder 31">
            <a:extLst>
              <a:ext uri="{FF2B5EF4-FFF2-40B4-BE49-F238E27FC236}">
                <a16:creationId xmlns:a16="http://schemas.microsoft.com/office/drawing/2014/main" id="{24EA5681-54AA-4B86-902A-84C4AE3E9798}"/>
              </a:ext>
            </a:extLst>
          </p:cNvPr>
          <p:cNvSpPr>
            <a:spLocks noGrp="1"/>
          </p:cNvSpPr>
          <p:nvPr>
            <p:ph type="body" sz="quarter" idx="21"/>
          </p:nvPr>
        </p:nvSpPr>
        <p:spPr>
          <a:xfrm>
            <a:off x="5046663" y="3789314"/>
            <a:ext cx="4360531" cy="2217786"/>
          </a:xfrm>
          <a:custGeom>
            <a:avLst/>
            <a:gdLst>
              <a:gd name="connsiteX0" fmla="*/ 1183357 w 4360531"/>
              <a:gd name="connsiteY0" fmla="*/ 0 h 2217786"/>
              <a:gd name="connsiteX1" fmla="*/ 1480328 w 4360531"/>
              <a:gd name="connsiteY1" fmla="*/ 0 h 2217786"/>
              <a:gd name="connsiteX2" fmla="*/ 4050950 w 4360531"/>
              <a:gd name="connsiteY2" fmla="*/ 0 h 2217786"/>
              <a:gd name="connsiteX3" fmla="*/ 4360531 w 4360531"/>
              <a:gd name="connsiteY3" fmla="*/ 0 h 2217786"/>
              <a:gd name="connsiteX4" fmla="*/ 4360531 w 4360531"/>
              <a:gd name="connsiteY4" fmla="*/ 2217786 h 2217786"/>
              <a:gd name="connsiteX5" fmla="*/ 4050950 w 4360531"/>
              <a:gd name="connsiteY5" fmla="*/ 2217786 h 2217786"/>
              <a:gd name="connsiteX6" fmla="*/ 291768 w 4360531"/>
              <a:gd name="connsiteY6" fmla="*/ 2217786 h 2217786"/>
              <a:gd name="connsiteX7" fmla="*/ 0 w 4360531"/>
              <a:gd name="connsiteY7" fmla="*/ 2217786 h 2217786"/>
              <a:gd name="connsiteX8" fmla="*/ 0 w 4360531"/>
              <a:gd name="connsiteY8" fmla="*/ 843436 h 2217786"/>
              <a:gd name="connsiteX9" fmla="*/ 291768 w 4360531"/>
              <a:gd name="connsiteY9" fmla="*/ 843436 h 2217786"/>
              <a:gd name="connsiteX10" fmla="*/ 1183357 w 4360531"/>
              <a:gd name="connsiteY10" fmla="*/ 843436 h 2217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360531" h="2217786">
                <a:moveTo>
                  <a:pt x="1183357" y="0"/>
                </a:moveTo>
                <a:lnTo>
                  <a:pt x="1480328" y="0"/>
                </a:lnTo>
                <a:lnTo>
                  <a:pt x="4050950" y="0"/>
                </a:lnTo>
                <a:lnTo>
                  <a:pt x="4360531" y="0"/>
                </a:lnTo>
                <a:lnTo>
                  <a:pt x="4360531" y="2217786"/>
                </a:lnTo>
                <a:lnTo>
                  <a:pt x="4050950" y="2217786"/>
                </a:lnTo>
                <a:lnTo>
                  <a:pt x="291768" y="2217786"/>
                </a:lnTo>
                <a:lnTo>
                  <a:pt x="0" y="2217786"/>
                </a:lnTo>
                <a:lnTo>
                  <a:pt x="0" y="843436"/>
                </a:lnTo>
                <a:lnTo>
                  <a:pt x="291768" y="843436"/>
                </a:lnTo>
                <a:lnTo>
                  <a:pt x="1183357" y="843436"/>
                </a:lnTo>
                <a:close/>
              </a:path>
            </a:pathLst>
          </a:custGeom>
          <a:solidFill>
            <a:schemeClr val="accent1">
              <a:lumMod val="20000"/>
              <a:lumOff val="80000"/>
            </a:schemeClr>
          </a:solidFill>
          <a:ln w="12700">
            <a:noFill/>
          </a:ln>
        </p:spPr>
        <p:txBody>
          <a:bodyPr wrap="square" lIns="1260000" tIns="54000" rIns="54000" bIns="54000">
            <a:noAutofit/>
          </a:bodyPr>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5" name="Text Placeholder 12">
            <a:extLst>
              <a:ext uri="{FF2B5EF4-FFF2-40B4-BE49-F238E27FC236}">
                <a16:creationId xmlns:a16="http://schemas.microsoft.com/office/drawing/2014/main" id="{64C91CD3-7352-4823-ACCA-495944A858D9}"/>
              </a:ext>
            </a:extLst>
          </p:cNvPr>
          <p:cNvSpPr>
            <a:spLocks noGrp="1"/>
          </p:cNvSpPr>
          <p:nvPr>
            <p:ph type="body" sz="quarter" idx="14" hasCustomPrompt="1"/>
          </p:nvPr>
        </p:nvSpPr>
        <p:spPr>
          <a:xfrm>
            <a:off x="3841410" y="2940750"/>
            <a:ext cx="2232000" cy="1548000"/>
          </a:xfrm>
          <a:prstGeom prst="rect">
            <a:avLst/>
          </a:prstGeom>
          <a:solidFill>
            <a:schemeClr val="accent1"/>
          </a:solidFill>
        </p:spPr>
        <p:txBody>
          <a:bodyPr lIns="54000" tIns="54000" rIns="54000" bIns="54000" anchor="ctr"/>
          <a:lstStyle>
            <a:lvl1pPr algn="ctr">
              <a:defRPr sz="9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6" name="Text Placeholder 4"/>
          <p:cNvSpPr>
            <a:spLocks noGrp="1"/>
          </p:cNvSpPr>
          <p:nvPr>
            <p:ph type="body" sz="quarter" idx="11" hasCustomPrompt="1"/>
          </p:nvPr>
        </p:nvSpPr>
        <p:spPr>
          <a:xfrm>
            <a:off x="488950" y="203863"/>
            <a:ext cx="8918244" cy="169200"/>
          </a:xfrm>
        </p:spPr>
        <p:txBody>
          <a:bodyPr anchor="b"/>
          <a:lstStyle>
            <a:lvl1pPr>
              <a:spcAft>
                <a:spcPts val="0"/>
              </a:spcAft>
              <a:defRPr sz="1200">
                <a:solidFill>
                  <a:schemeClr val="tx2"/>
                </a:solidFill>
              </a:defRPr>
            </a:lvl1pPr>
          </a:lstStyle>
          <a:p>
            <a:pPr lvl="0"/>
            <a:r>
              <a:rPr lang="en-US" dirty="0"/>
              <a:t>Super title here</a:t>
            </a:r>
          </a:p>
        </p:txBody>
      </p:sp>
    </p:spTree>
    <p:extLst>
      <p:ext uri="{BB962C8B-B14F-4D97-AF65-F5344CB8AC3E}">
        <p14:creationId xmlns:p14="http://schemas.microsoft.com/office/powerpoint/2010/main" val="130313607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 Column Blue Heading">
    <p:spTree>
      <p:nvGrpSpPr>
        <p:cNvPr id="1" name=""/>
        <p:cNvGrpSpPr/>
        <p:nvPr/>
      </p:nvGrpSpPr>
      <p:grpSpPr>
        <a:xfrm>
          <a:off x="0" y="0"/>
          <a:ext cx="0" cy="0"/>
          <a:chOff x="0" y="0"/>
          <a:chExt cx="0" cy="0"/>
        </a:xfrm>
      </p:grpSpPr>
      <p:sp>
        <p:nvSpPr>
          <p:cNvPr id="3" name="Title 2"/>
          <p:cNvSpPr>
            <a:spLocks noGrp="1"/>
          </p:cNvSpPr>
          <p:nvPr>
            <p:ph type="title"/>
          </p:nvPr>
        </p:nvSpPr>
        <p:spPr>
          <a:xfrm>
            <a:off x="488950" y="451575"/>
            <a:ext cx="8928100" cy="723600"/>
          </a:xfrm>
        </p:spPr>
        <p:txBody>
          <a:bodyPr/>
          <a:lstStyle/>
          <a:p>
            <a:r>
              <a:rPr lang="en-US"/>
              <a:t>Click to edit Master title style</a:t>
            </a:r>
            <a:endParaRPr lang="en-GB" dirty="0"/>
          </a:p>
        </p:txBody>
      </p:sp>
      <p:sp>
        <p:nvSpPr>
          <p:cNvPr id="20" name="Text Placeholder 8"/>
          <p:cNvSpPr>
            <a:spLocks noGrp="1"/>
          </p:cNvSpPr>
          <p:nvPr>
            <p:ph type="body" sz="quarter" idx="20"/>
          </p:nvPr>
        </p:nvSpPr>
        <p:spPr>
          <a:xfrm>
            <a:off x="488950" y="1426659"/>
            <a:ext cx="4373150" cy="360000"/>
          </a:xfrm>
          <a:solidFill>
            <a:schemeClr val="tx2"/>
          </a:solidFill>
          <a:ln w="6350">
            <a:no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9" name="Text Placeholder 8"/>
          <p:cNvSpPr>
            <a:spLocks noGrp="1"/>
          </p:cNvSpPr>
          <p:nvPr>
            <p:ph type="body" sz="quarter" idx="19"/>
          </p:nvPr>
        </p:nvSpPr>
        <p:spPr>
          <a:xfrm>
            <a:off x="488950" y="1781375"/>
            <a:ext cx="4373150" cy="4245425"/>
          </a:xfrm>
          <a:solidFill>
            <a:schemeClr val="accent1">
              <a:lumMod val="20000"/>
              <a:lumOff val="80000"/>
            </a:schemeClr>
          </a:solidFill>
          <a:ln w="6350">
            <a:no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7" name="Text Placeholder 8"/>
          <p:cNvSpPr>
            <a:spLocks noGrp="1"/>
          </p:cNvSpPr>
          <p:nvPr>
            <p:ph type="body" sz="quarter" idx="22"/>
          </p:nvPr>
        </p:nvSpPr>
        <p:spPr>
          <a:xfrm>
            <a:off x="5043900" y="1426659"/>
            <a:ext cx="4373150" cy="360000"/>
          </a:xfrm>
          <a:solidFill>
            <a:schemeClr val="tx2"/>
          </a:solidFill>
          <a:ln w="6350">
            <a:no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6" name="Text Placeholder 8"/>
          <p:cNvSpPr>
            <a:spLocks noGrp="1"/>
          </p:cNvSpPr>
          <p:nvPr>
            <p:ph type="body" sz="quarter" idx="21"/>
          </p:nvPr>
        </p:nvSpPr>
        <p:spPr>
          <a:xfrm>
            <a:off x="5043900" y="1781375"/>
            <a:ext cx="4373150" cy="4245425"/>
          </a:xfrm>
          <a:solidFill>
            <a:schemeClr val="accent1">
              <a:lumMod val="20000"/>
              <a:lumOff val="80000"/>
            </a:schemeClr>
          </a:solidFill>
          <a:ln w="6350">
            <a:no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Text Placeholder 4"/>
          <p:cNvSpPr>
            <a:spLocks noGrp="1"/>
          </p:cNvSpPr>
          <p:nvPr>
            <p:ph type="body" sz="quarter" idx="11" hasCustomPrompt="1"/>
          </p:nvPr>
        </p:nvSpPr>
        <p:spPr>
          <a:xfrm>
            <a:off x="488950" y="203863"/>
            <a:ext cx="8928100" cy="169200"/>
          </a:xfrm>
        </p:spPr>
        <p:txBody>
          <a:bodyPr anchor="b"/>
          <a:lstStyle>
            <a:lvl1pPr>
              <a:spcAft>
                <a:spcPts val="0"/>
              </a:spcAft>
              <a:defRPr sz="1200"/>
            </a:lvl1pPr>
          </a:lstStyle>
          <a:p>
            <a:pPr lvl="0"/>
            <a:r>
              <a:rPr lang="en-US" dirty="0"/>
              <a:t>Super title here</a:t>
            </a:r>
          </a:p>
        </p:txBody>
      </p:sp>
    </p:spTree>
    <p:extLst>
      <p:ext uri="{BB962C8B-B14F-4D97-AF65-F5344CB8AC3E}">
        <p14:creationId xmlns:p14="http://schemas.microsoft.com/office/powerpoint/2010/main" val="260036849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Four Quad Boxes">
    <p:spTree>
      <p:nvGrpSpPr>
        <p:cNvPr id="1" name=""/>
        <p:cNvGrpSpPr/>
        <p:nvPr/>
      </p:nvGrpSpPr>
      <p:grpSpPr>
        <a:xfrm>
          <a:off x="0" y="0"/>
          <a:ext cx="0" cy="0"/>
          <a:chOff x="0" y="0"/>
          <a:chExt cx="0" cy="0"/>
        </a:xfrm>
      </p:grpSpPr>
      <p:sp>
        <p:nvSpPr>
          <p:cNvPr id="4" name="Title 3"/>
          <p:cNvSpPr>
            <a:spLocks noGrp="1"/>
          </p:cNvSpPr>
          <p:nvPr>
            <p:ph type="title"/>
          </p:nvPr>
        </p:nvSpPr>
        <p:spPr>
          <a:xfrm>
            <a:off x="488950" y="451575"/>
            <a:ext cx="8928100" cy="723600"/>
          </a:xfrm>
        </p:spPr>
        <p:txBody>
          <a:bodyPr/>
          <a:lstStyle/>
          <a:p>
            <a:r>
              <a:rPr lang="en-US"/>
              <a:t>Click to edit Master title style</a:t>
            </a:r>
            <a:endParaRPr lang="en-GB" dirty="0"/>
          </a:p>
        </p:txBody>
      </p:sp>
      <p:sp>
        <p:nvSpPr>
          <p:cNvPr id="20" name="Text Placeholder 8"/>
          <p:cNvSpPr>
            <a:spLocks noGrp="1"/>
          </p:cNvSpPr>
          <p:nvPr>
            <p:ph type="body" sz="quarter" idx="20"/>
          </p:nvPr>
        </p:nvSpPr>
        <p:spPr>
          <a:xfrm>
            <a:off x="488950" y="1428430"/>
            <a:ext cx="4361750" cy="360000"/>
          </a:xfrm>
          <a:solidFill>
            <a:schemeClr val="tx2"/>
          </a:solidFill>
          <a:ln w="6350">
            <a:no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9" name="Text Placeholder 8"/>
          <p:cNvSpPr>
            <a:spLocks noGrp="1"/>
          </p:cNvSpPr>
          <p:nvPr>
            <p:ph type="body" sz="quarter" idx="19"/>
          </p:nvPr>
        </p:nvSpPr>
        <p:spPr>
          <a:xfrm>
            <a:off x="488950" y="1788430"/>
            <a:ext cx="4361750" cy="1771246"/>
          </a:xfrm>
          <a:solidFill>
            <a:schemeClr val="accent1">
              <a:lumMod val="20000"/>
              <a:lumOff val="80000"/>
            </a:schemeClr>
          </a:solidFill>
          <a:ln w="6350">
            <a:no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Text Placeholder 8"/>
          <p:cNvSpPr>
            <a:spLocks noGrp="1"/>
          </p:cNvSpPr>
          <p:nvPr>
            <p:ph type="body" sz="quarter" idx="15"/>
          </p:nvPr>
        </p:nvSpPr>
        <p:spPr>
          <a:xfrm>
            <a:off x="5054324" y="1428430"/>
            <a:ext cx="4362725" cy="360000"/>
          </a:xfrm>
          <a:solidFill>
            <a:schemeClr val="tx2"/>
          </a:solidFill>
          <a:ln w="6350">
            <a:no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6" name="Text Placeholder 8"/>
          <p:cNvSpPr>
            <a:spLocks noGrp="1"/>
          </p:cNvSpPr>
          <p:nvPr>
            <p:ph type="body" sz="quarter" idx="13"/>
          </p:nvPr>
        </p:nvSpPr>
        <p:spPr>
          <a:xfrm>
            <a:off x="5054324" y="1788430"/>
            <a:ext cx="4362725" cy="1771246"/>
          </a:xfrm>
          <a:solidFill>
            <a:schemeClr val="accent1">
              <a:lumMod val="20000"/>
              <a:lumOff val="80000"/>
            </a:schemeClr>
          </a:solidFill>
          <a:ln w="6350">
            <a:no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8" name="Text Placeholder 8"/>
          <p:cNvSpPr>
            <a:spLocks noGrp="1"/>
          </p:cNvSpPr>
          <p:nvPr>
            <p:ph type="body" sz="quarter" idx="18"/>
          </p:nvPr>
        </p:nvSpPr>
        <p:spPr>
          <a:xfrm>
            <a:off x="488950" y="3890142"/>
            <a:ext cx="4361750" cy="360000"/>
          </a:xfrm>
          <a:solidFill>
            <a:schemeClr val="tx2"/>
          </a:solidFill>
          <a:ln w="6350">
            <a:no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4" name="Text Placeholder 8"/>
          <p:cNvSpPr>
            <a:spLocks noGrp="1"/>
          </p:cNvSpPr>
          <p:nvPr>
            <p:ph type="body" sz="quarter" idx="17"/>
          </p:nvPr>
        </p:nvSpPr>
        <p:spPr>
          <a:xfrm>
            <a:off x="488950" y="4250142"/>
            <a:ext cx="4361750" cy="1771246"/>
          </a:xfrm>
          <a:solidFill>
            <a:schemeClr val="accent1">
              <a:lumMod val="20000"/>
              <a:lumOff val="80000"/>
            </a:schemeClr>
          </a:solidFill>
          <a:ln w="6350">
            <a:no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Text Placeholder 8"/>
          <p:cNvSpPr>
            <a:spLocks noGrp="1"/>
          </p:cNvSpPr>
          <p:nvPr>
            <p:ph type="body" sz="quarter" idx="16"/>
          </p:nvPr>
        </p:nvSpPr>
        <p:spPr>
          <a:xfrm>
            <a:off x="5054324" y="3890142"/>
            <a:ext cx="4362725" cy="360000"/>
          </a:xfrm>
          <a:solidFill>
            <a:schemeClr val="tx2"/>
          </a:solidFill>
          <a:ln w="6350">
            <a:no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5" name="Text Placeholder 8"/>
          <p:cNvSpPr>
            <a:spLocks noGrp="1"/>
          </p:cNvSpPr>
          <p:nvPr>
            <p:ph type="body" sz="quarter" idx="12"/>
          </p:nvPr>
        </p:nvSpPr>
        <p:spPr>
          <a:xfrm>
            <a:off x="5054324" y="4250142"/>
            <a:ext cx="4362725" cy="1771246"/>
          </a:xfrm>
          <a:solidFill>
            <a:schemeClr val="accent1">
              <a:lumMod val="20000"/>
              <a:lumOff val="80000"/>
            </a:schemeClr>
          </a:solidFill>
          <a:ln w="6350">
            <a:no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Text Placeholder 4"/>
          <p:cNvSpPr>
            <a:spLocks noGrp="1"/>
          </p:cNvSpPr>
          <p:nvPr>
            <p:ph type="body" sz="quarter" idx="11" hasCustomPrompt="1"/>
          </p:nvPr>
        </p:nvSpPr>
        <p:spPr>
          <a:xfrm>
            <a:off x="488950" y="203863"/>
            <a:ext cx="8928100" cy="169200"/>
          </a:xfrm>
        </p:spPr>
        <p:txBody>
          <a:bodyPr anchor="b"/>
          <a:lstStyle>
            <a:lvl1pPr>
              <a:spcAft>
                <a:spcPts val="0"/>
              </a:spcAft>
              <a:defRPr sz="1200"/>
            </a:lvl1pPr>
          </a:lstStyle>
          <a:p>
            <a:pPr lvl="0"/>
            <a:r>
              <a:rPr lang="en-US" dirty="0"/>
              <a:t>Super title here</a:t>
            </a:r>
          </a:p>
        </p:txBody>
      </p:sp>
    </p:spTree>
    <p:extLst>
      <p:ext uri="{BB962C8B-B14F-4D97-AF65-F5344CB8AC3E}">
        <p14:creationId xmlns:p14="http://schemas.microsoft.com/office/powerpoint/2010/main" val="416955223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Four Quad Boxes BG Dark Colour">
    <p:bg>
      <p:bgPr>
        <a:solidFill>
          <a:schemeClr val="tx2"/>
        </a:solidFill>
        <a:effectLst/>
      </p:bgPr>
    </p:bg>
    <p:spTree>
      <p:nvGrpSpPr>
        <p:cNvPr id="1" name=""/>
        <p:cNvGrpSpPr/>
        <p:nvPr/>
      </p:nvGrpSpPr>
      <p:grpSpPr>
        <a:xfrm>
          <a:off x="0" y="0"/>
          <a:ext cx="0" cy="0"/>
          <a:chOff x="0" y="0"/>
          <a:chExt cx="0" cy="0"/>
        </a:xfrm>
      </p:grpSpPr>
      <p:sp>
        <p:nvSpPr>
          <p:cNvPr id="21" name="Rechteck 20">
            <a:extLst>
              <a:ext uri="{FF2B5EF4-FFF2-40B4-BE49-F238E27FC236}">
                <a16:creationId xmlns:a16="http://schemas.microsoft.com/office/drawing/2014/main" id="{66AE1A66-9ECC-4BBD-8773-554BA74BC4DF}"/>
              </a:ext>
            </a:extLst>
          </p:cNvPr>
          <p:cNvSpPr/>
          <p:nvPr userDrawn="1"/>
        </p:nvSpPr>
        <p:spPr>
          <a:xfrm>
            <a:off x="92460" y="6093296"/>
            <a:ext cx="9721080" cy="63870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de-DE" sz="900" dirty="0">
              <a:solidFill>
                <a:schemeClr val="bg1"/>
              </a:solidFill>
            </a:endParaRPr>
          </a:p>
        </p:txBody>
      </p:sp>
      <p:sp>
        <p:nvSpPr>
          <p:cNvPr id="4" name="Title 3"/>
          <p:cNvSpPr>
            <a:spLocks noGrp="1"/>
          </p:cNvSpPr>
          <p:nvPr>
            <p:ph type="title"/>
          </p:nvPr>
        </p:nvSpPr>
        <p:spPr>
          <a:xfrm>
            <a:off x="488950" y="451575"/>
            <a:ext cx="8928100" cy="723600"/>
          </a:xfrm>
        </p:spPr>
        <p:txBody>
          <a:bodyPr/>
          <a:lstStyle>
            <a:lvl1pPr>
              <a:defRPr>
                <a:solidFill>
                  <a:schemeClr val="bg1"/>
                </a:solidFill>
              </a:defRPr>
            </a:lvl1pPr>
          </a:lstStyle>
          <a:p>
            <a:r>
              <a:rPr lang="en-US"/>
              <a:t>Click to edit Master title style</a:t>
            </a:r>
            <a:endParaRPr lang="en-GB" dirty="0"/>
          </a:p>
        </p:txBody>
      </p:sp>
      <p:sp>
        <p:nvSpPr>
          <p:cNvPr id="20" name="Text Placeholder 8"/>
          <p:cNvSpPr>
            <a:spLocks noGrp="1"/>
          </p:cNvSpPr>
          <p:nvPr>
            <p:ph type="body" sz="quarter" idx="20"/>
          </p:nvPr>
        </p:nvSpPr>
        <p:spPr>
          <a:xfrm>
            <a:off x="488950" y="1428430"/>
            <a:ext cx="4361750" cy="360000"/>
          </a:xfrm>
          <a:solidFill>
            <a:schemeClr val="accent1"/>
          </a:solidFill>
          <a:ln w="6350">
            <a:no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9" name="Text Placeholder 8"/>
          <p:cNvSpPr>
            <a:spLocks noGrp="1"/>
          </p:cNvSpPr>
          <p:nvPr>
            <p:ph type="body" sz="quarter" idx="19"/>
          </p:nvPr>
        </p:nvSpPr>
        <p:spPr>
          <a:xfrm>
            <a:off x="488950" y="1788430"/>
            <a:ext cx="4361750" cy="1771246"/>
          </a:xfrm>
          <a:solidFill>
            <a:schemeClr val="accent1">
              <a:lumMod val="20000"/>
              <a:lumOff val="80000"/>
            </a:schemeClr>
          </a:solidFill>
          <a:ln w="6350">
            <a:no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Text Placeholder 8"/>
          <p:cNvSpPr>
            <a:spLocks noGrp="1"/>
          </p:cNvSpPr>
          <p:nvPr>
            <p:ph type="body" sz="quarter" idx="15"/>
          </p:nvPr>
        </p:nvSpPr>
        <p:spPr>
          <a:xfrm>
            <a:off x="5054324" y="1428430"/>
            <a:ext cx="4362725" cy="360000"/>
          </a:xfrm>
          <a:solidFill>
            <a:schemeClr val="accent1"/>
          </a:solidFill>
          <a:ln w="6350">
            <a:no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6" name="Text Placeholder 8"/>
          <p:cNvSpPr>
            <a:spLocks noGrp="1"/>
          </p:cNvSpPr>
          <p:nvPr>
            <p:ph type="body" sz="quarter" idx="13"/>
          </p:nvPr>
        </p:nvSpPr>
        <p:spPr>
          <a:xfrm>
            <a:off x="5054324" y="1788430"/>
            <a:ext cx="4362725" cy="1771246"/>
          </a:xfrm>
          <a:solidFill>
            <a:schemeClr val="accent1">
              <a:lumMod val="20000"/>
              <a:lumOff val="80000"/>
            </a:schemeClr>
          </a:solidFill>
          <a:ln w="6350">
            <a:no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8" name="Text Placeholder 8"/>
          <p:cNvSpPr>
            <a:spLocks noGrp="1"/>
          </p:cNvSpPr>
          <p:nvPr>
            <p:ph type="body" sz="quarter" idx="18"/>
          </p:nvPr>
        </p:nvSpPr>
        <p:spPr>
          <a:xfrm>
            <a:off x="488950" y="3890142"/>
            <a:ext cx="4361750" cy="360000"/>
          </a:xfrm>
          <a:solidFill>
            <a:schemeClr val="accent1"/>
          </a:solidFill>
          <a:ln w="6350">
            <a:no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4" name="Text Placeholder 8"/>
          <p:cNvSpPr>
            <a:spLocks noGrp="1"/>
          </p:cNvSpPr>
          <p:nvPr>
            <p:ph type="body" sz="quarter" idx="17"/>
          </p:nvPr>
        </p:nvSpPr>
        <p:spPr>
          <a:xfrm>
            <a:off x="488950" y="4250142"/>
            <a:ext cx="4361750" cy="1771246"/>
          </a:xfrm>
          <a:solidFill>
            <a:schemeClr val="accent1">
              <a:lumMod val="20000"/>
              <a:lumOff val="80000"/>
            </a:schemeClr>
          </a:solidFill>
          <a:ln w="6350">
            <a:no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Text Placeholder 8"/>
          <p:cNvSpPr>
            <a:spLocks noGrp="1"/>
          </p:cNvSpPr>
          <p:nvPr>
            <p:ph type="body" sz="quarter" idx="16"/>
          </p:nvPr>
        </p:nvSpPr>
        <p:spPr>
          <a:xfrm>
            <a:off x="5054324" y="3890142"/>
            <a:ext cx="4362725" cy="360000"/>
          </a:xfrm>
          <a:solidFill>
            <a:schemeClr val="accent1"/>
          </a:solidFill>
          <a:ln w="6350">
            <a:noFill/>
          </a:ln>
        </p:spPr>
        <p:txBody>
          <a:bodyPr lIns="54000" tIns="54000" rIns="54000" bIns="54000" anchor="ctr"/>
          <a:lstStyle>
            <a:lvl1pPr>
              <a:defRPr sz="9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5" name="Text Placeholder 8"/>
          <p:cNvSpPr>
            <a:spLocks noGrp="1"/>
          </p:cNvSpPr>
          <p:nvPr>
            <p:ph type="body" sz="quarter" idx="12"/>
          </p:nvPr>
        </p:nvSpPr>
        <p:spPr>
          <a:xfrm>
            <a:off x="5054324" y="4250142"/>
            <a:ext cx="4362725" cy="1771246"/>
          </a:xfrm>
          <a:solidFill>
            <a:schemeClr val="accent1">
              <a:lumMod val="20000"/>
              <a:lumOff val="80000"/>
            </a:schemeClr>
          </a:solidFill>
          <a:ln w="6350">
            <a:noFill/>
          </a:ln>
        </p:spPr>
        <p:txBody>
          <a:bodyPr lIns="54000" tIns="54000" rIns="54000" bIns="54000"/>
          <a:lstStyle>
            <a:lvl1pPr>
              <a:defRPr sz="900"/>
            </a:lvl1pPr>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Text Placeholder 4"/>
          <p:cNvSpPr>
            <a:spLocks noGrp="1"/>
          </p:cNvSpPr>
          <p:nvPr>
            <p:ph type="body" sz="quarter" idx="11" hasCustomPrompt="1"/>
          </p:nvPr>
        </p:nvSpPr>
        <p:spPr>
          <a:xfrm>
            <a:off x="488950" y="203863"/>
            <a:ext cx="8928100" cy="169200"/>
          </a:xfrm>
        </p:spPr>
        <p:txBody>
          <a:bodyPr anchor="b"/>
          <a:lstStyle>
            <a:lvl1pPr>
              <a:spcAft>
                <a:spcPts val="0"/>
              </a:spcAft>
              <a:defRPr sz="1200">
                <a:solidFill>
                  <a:schemeClr val="bg1"/>
                </a:solidFill>
              </a:defRPr>
            </a:lvl1pPr>
          </a:lstStyle>
          <a:p>
            <a:pPr lvl="0"/>
            <a:r>
              <a:rPr lang="en-US" dirty="0"/>
              <a:t>Super title here</a:t>
            </a:r>
          </a:p>
        </p:txBody>
      </p:sp>
      <p:sp>
        <p:nvSpPr>
          <p:cNvPr id="23" name="Shape 8">
            <a:extLst>
              <a:ext uri="{FF2B5EF4-FFF2-40B4-BE49-F238E27FC236}">
                <a16:creationId xmlns:a16="http://schemas.microsoft.com/office/drawing/2014/main" id="{0C1698D7-6F3C-4BA0-A6D6-053899BB29B3}"/>
              </a:ext>
            </a:extLst>
          </p:cNvPr>
          <p:cNvSpPr txBox="1">
            <a:spLocks/>
          </p:cNvSpPr>
          <p:nvPr userDrawn="1"/>
        </p:nvSpPr>
        <p:spPr>
          <a:xfrm>
            <a:off x="9174564" y="6385080"/>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‹Nr.›</a:t>
            </a:fld>
            <a:endParaRPr lang="en-GB" sz="1000" dirty="0">
              <a:solidFill>
                <a:schemeClr val="bg1"/>
              </a:solidFill>
              <a:latin typeface="+mn-lt"/>
              <a:ea typeface="Arial"/>
              <a:cs typeface="Arial" panose="020B0604020202020204" pitchFamily="34" charset="0"/>
            </a:endParaRPr>
          </a:p>
        </p:txBody>
      </p:sp>
      <p:sp>
        <p:nvSpPr>
          <p:cNvPr id="24" name="TextBox 23">
            <a:extLst>
              <a:ext uri="{FF2B5EF4-FFF2-40B4-BE49-F238E27FC236}">
                <a16:creationId xmlns:a16="http://schemas.microsoft.com/office/drawing/2014/main" id="{78D34CCF-E43D-4B91-AC31-EEDC636239E0}"/>
              </a:ext>
              <a:ext uri="{C183D7F6-B498-43B3-948B-1728B52AA6E4}">
                <adec:decorative xmlns:adec="http://schemas.microsoft.com/office/drawing/2017/decorative" val="1"/>
              </a:ext>
            </a:extLst>
          </p:cNvPr>
          <p:cNvSpPr txBox="1"/>
          <p:nvPr userDrawn="1">
            <p:custDataLst>
              <p:tags r:id="rId1"/>
            </p:custDataLst>
          </p:nvPr>
        </p:nvSpPr>
        <p:spPr>
          <a:xfrm>
            <a:off x="7731459" y="6413620"/>
            <a:ext cx="1330492" cy="92333"/>
          </a:xfrm>
          <a:prstGeom prst="rect">
            <a:avLst/>
          </a:prstGeom>
          <a:noFill/>
        </p:spPr>
        <p:txBody>
          <a:bodyPr wrap="none" lIns="0" tIns="0" rIns="0" bIns="0"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0" kern="1200" noProof="0" dirty="0">
                <a:solidFill>
                  <a:schemeClr val="bg1"/>
                </a:solidFill>
                <a:latin typeface="+mn-lt"/>
                <a:ea typeface="+mn-ea"/>
                <a:cs typeface="+mn-cs"/>
              </a:rPr>
              <a:t>Document Classification: KPMG Confidential</a:t>
            </a:r>
            <a:endParaRPr lang="en-GB" sz="600" b="0" kern="1200" noProof="0" dirty="0">
              <a:solidFill>
                <a:schemeClr val="bg1"/>
              </a:solidFill>
              <a:latin typeface="+mn-lt"/>
              <a:ea typeface="+mn-ea"/>
              <a:cs typeface="+mn-cs"/>
            </a:endParaRPr>
          </a:p>
        </p:txBody>
      </p:sp>
      <p:cxnSp>
        <p:nvCxnSpPr>
          <p:cNvPr id="26" name="Straight Connector 25">
            <a:extLst>
              <a:ext uri="{FF2B5EF4-FFF2-40B4-BE49-F238E27FC236}">
                <a16:creationId xmlns:a16="http://schemas.microsoft.com/office/drawing/2014/main" id="{6C2F5949-AA7F-4CA6-9943-3D37287D0120}"/>
              </a:ext>
            </a:extLst>
          </p:cNvPr>
          <p:cNvCxnSpPr/>
          <p:nvPr userDrawn="1"/>
        </p:nvCxnSpPr>
        <p:spPr>
          <a:xfrm>
            <a:off x="9156505" y="6385080"/>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27" name="Graphic 26">
            <a:extLst>
              <a:ext uri="{FF2B5EF4-FFF2-40B4-BE49-F238E27FC236}">
                <a16:creationId xmlns:a16="http://schemas.microsoft.com/office/drawing/2014/main" id="{BB58402A-8637-4C69-8029-FC174B3240C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black">
          <a:xfrm>
            <a:off x="488950" y="6373386"/>
            <a:ext cx="428967" cy="172800"/>
          </a:xfrm>
          <a:prstGeom prst="rect">
            <a:avLst/>
          </a:prstGeom>
        </p:spPr>
      </p:pic>
      <p:sp>
        <p:nvSpPr>
          <p:cNvPr id="17" name="Text Placeholder 2">
            <a:extLst>
              <a:ext uri="{FF2B5EF4-FFF2-40B4-BE49-F238E27FC236}">
                <a16:creationId xmlns:a16="http://schemas.microsoft.com/office/drawing/2014/main" id="{1B399782-BD11-4406-BF3C-D3AD761C9E9F}"/>
              </a:ext>
            </a:extLst>
          </p:cNvPr>
          <p:cNvSpPr>
            <a:spLocks noGrp="1"/>
          </p:cNvSpPr>
          <p:nvPr>
            <p:ph type="body" sz="quarter" idx="22" hasCustomPrompt="1"/>
            <p:custDataLst>
              <p:tags r:id="rId2"/>
            </p:custDataLst>
          </p:nvPr>
        </p:nvSpPr>
        <p:spPr>
          <a:xfrm>
            <a:off x="1260000" y="6372000"/>
            <a:ext cx="5400000" cy="360000"/>
          </a:xfrm>
        </p:spPr>
        <p:txBody>
          <a:bodyPr/>
          <a:lstStyle>
            <a:lvl1pPr>
              <a:buFontTx/>
              <a:buNone/>
              <a:defRPr sz="600" b="0">
                <a:solidFill>
                  <a:schemeClr val="bg1"/>
                </a:solidFill>
              </a:defRPr>
            </a:lvl1pPr>
            <a:lvl2pPr>
              <a:buFontTx/>
              <a:buNone/>
              <a:defRPr sz="600" b="0">
                <a:solidFill>
                  <a:schemeClr val="bg1"/>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solidFill>
                <a:latin typeface="+mn-lt"/>
                <a:ea typeface="+mn-ea"/>
                <a:cs typeface="+mn-cs"/>
              </a:rPr>
              <a:t>© [year] [legal member firm name], a [jurisdiction] [legal structure] and a member firm of the KPMG global organization of independent member firms affiliated with KPMG International Limited, a private English company limited by guarantee. All rights reserved.,</a:t>
            </a:r>
          </a:p>
        </p:txBody>
      </p:sp>
    </p:spTree>
    <p:extLst>
      <p:ext uri="{BB962C8B-B14F-4D97-AF65-F5344CB8AC3E}">
        <p14:creationId xmlns:p14="http://schemas.microsoft.com/office/powerpoint/2010/main" val="275675150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ivider 1">
    <p:bg>
      <p:bgPr>
        <a:solidFill>
          <a:schemeClr val="tx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1634193-B107-4FAD-9EC0-E0099122CA2C}"/>
              </a:ext>
            </a:extLst>
          </p:cNvPr>
          <p:cNvSpPr>
            <a:spLocks/>
          </p:cNvSpPr>
          <p:nvPr userDrawn="1"/>
        </p:nvSpPr>
        <p:spPr bwMode="ltGray">
          <a:xfrm>
            <a:off x="814388" y="1422400"/>
            <a:ext cx="5902325" cy="409997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a:solidFill>
                <a:schemeClr val="bg1"/>
              </a:solidFill>
              <a:latin typeface="KPMG Bold" panose="020B0803030202040204" pitchFamily="34" charset="0"/>
              <a:ea typeface="+mj-ea"/>
              <a:cs typeface="+mj-cs"/>
            </a:endParaRPr>
          </a:p>
        </p:txBody>
      </p:sp>
      <p:sp>
        <p:nvSpPr>
          <p:cNvPr id="7" name="Title 1">
            <a:extLst>
              <a:ext uri="{FF2B5EF4-FFF2-40B4-BE49-F238E27FC236}">
                <a16:creationId xmlns:a16="http://schemas.microsoft.com/office/drawing/2014/main" id="{52EAAA2D-0929-4E90-A676-0E7CBDA93BB5}"/>
              </a:ext>
            </a:extLst>
          </p:cNvPr>
          <p:cNvSpPr>
            <a:spLocks noGrp="1"/>
          </p:cNvSpPr>
          <p:nvPr>
            <p:ph type="ctrTitle"/>
          </p:nvPr>
        </p:nvSpPr>
        <p:spPr>
          <a:xfrm>
            <a:off x="1050977" y="2504375"/>
            <a:ext cx="4592586" cy="1623742"/>
          </a:xfrm>
        </p:spPr>
        <p:txBody>
          <a:bodyPr anchor="t" anchorCtr="0"/>
          <a:lstStyle>
            <a:lvl1pPr algn="l">
              <a:defRPr sz="6600">
                <a:solidFill>
                  <a:schemeClr val="bg1"/>
                </a:solidFill>
              </a:defRPr>
            </a:lvl1pPr>
          </a:lstStyle>
          <a:p>
            <a:r>
              <a:rPr lang="en-US"/>
              <a:t>Click to edit Master title style</a:t>
            </a:r>
            <a:endParaRPr lang="en-US" dirty="0"/>
          </a:p>
        </p:txBody>
      </p:sp>
      <p:sp>
        <p:nvSpPr>
          <p:cNvPr id="8" name="Text Placeholder 11">
            <a:extLst>
              <a:ext uri="{FF2B5EF4-FFF2-40B4-BE49-F238E27FC236}">
                <a16:creationId xmlns:a16="http://schemas.microsoft.com/office/drawing/2014/main" id="{E815A46F-898E-4769-AAC0-5EDA85F52457}"/>
              </a:ext>
            </a:extLst>
          </p:cNvPr>
          <p:cNvSpPr>
            <a:spLocks noGrp="1"/>
          </p:cNvSpPr>
          <p:nvPr>
            <p:ph type="body" sz="quarter" idx="10" hasCustomPrompt="1"/>
          </p:nvPr>
        </p:nvSpPr>
        <p:spPr>
          <a:xfrm>
            <a:off x="1050977" y="1553435"/>
            <a:ext cx="896937" cy="722312"/>
          </a:xfrm>
        </p:spPr>
        <p:txBody>
          <a:bodyPr/>
          <a:lstStyle>
            <a:lvl1pPr>
              <a:lnSpc>
                <a:spcPct val="80000"/>
              </a:lnSpc>
              <a:defRPr sz="6000">
                <a:solidFill>
                  <a:schemeClr val="bg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00</a:t>
            </a:r>
          </a:p>
        </p:txBody>
      </p:sp>
      <p:sp>
        <p:nvSpPr>
          <p:cNvPr id="9" name="Text Placeholder 13">
            <a:extLst>
              <a:ext uri="{FF2B5EF4-FFF2-40B4-BE49-F238E27FC236}">
                <a16:creationId xmlns:a16="http://schemas.microsoft.com/office/drawing/2014/main" id="{EA366F44-77CE-46B7-B3AD-8C862125681D}"/>
              </a:ext>
            </a:extLst>
          </p:cNvPr>
          <p:cNvSpPr>
            <a:spLocks noGrp="1"/>
          </p:cNvSpPr>
          <p:nvPr>
            <p:ph type="body" sz="quarter" idx="11"/>
          </p:nvPr>
        </p:nvSpPr>
        <p:spPr>
          <a:xfrm>
            <a:off x="1050977" y="4465785"/>
            <a:ext cx="4592586" cy="810000"/>
          </a:xfrm>
        </p:spPr>
        <p:txBody>
          <a:bodyPr anchor="b"/>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5300963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gradFill>
          <a:gsLst>
            <a:gs pos="0">
              <a:schemeClr val="accent5"/>
            </a:gs>
            <a:gs pos="100000">
              <a:schemeClr val="accent1"/>
            </a:gs>
          </a:gsLst>
          <a:lin ang="0" scaled="0"/>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1634193-B107-4FAD-9EC0-E0099122CA2C}"/>
              </a:ext>
            </a:extLst>
          </p:cNvPr>
          <p:cNvSpPr>
            <a:spLocks/>
          </p:cNvSpPr>
          <p:nvPr userDrawn="1"/>
        </p:nvSpPr>
        <p:spPr>
          <a:xfrm>
            <a:off x="814388" y="1422400"/>
            <a:ext cx="5902325" cy="4099970"/>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a:solidFill>
                <a:schemeClr val="bg1"/>
              </a:solidFill>
              <a:latin typeface="KPMG Bold" panose="020B0803030202040204" pitchFamily="34" charset="0"/>
              <a:ea typeface="+mj-ea"/>
              <a:cs typeface="+mj-cs"/>
            </a:endParaRPr>
          </a:p>
        </p:txBody>
      </p:sp>
      <p:sp>
        <p:nvSpPr>
          <p:cNvPr id="7" name="Title 1">
            <a:extLst>
              <a:ext uri="{FF2B5EF4-FFF2-40B4-BE49-F238E27FC236}">
                <a16:creationId xmlns:a16="http://schemas.microsoft.com/office/drawing/2014/main" id="{52EAAA2D-0929-4E90-A676-0E7CBDA93BB5}"/>
              </a:ext>
            </a:extLst>
          </p:cNvPr>
          <p:cNvSpPr>
            <a:spLocks noGrp="1"/>
          </p:cNvSpPr>
          <p:nvPr>
            <p:ph type="ctrTitle"/>
          </p:nvPr>
        </p:nvSpPr>
        <p:spPr>
          <a:xfrm>
            <a:off x="1050977" y="2504375"/>
            <a:ext cx="4592586" cy="1623742"/>
          </a:xfrm>
        </p:spPr>
        <p:txBody>
          <a:bodyPr anchor="t" anchorCtr="0"/>
          <a:lstStyle>
            <a:lvl1pPr algn="l">
              <a:defRPr sz="6600">
                <a:solidFill>
                  <a:schemeClr val="tx2"/>
                </a:solidFill>
              </a:defRPr>
            </a:lvl1pPr>
          </a:lstStyle>
          <a:p>
            <a:r>
              <a:rPr lang="en-US"/>
              <a:t>Click to edit Master title style</a:t>
            </a:r>
            <a:endParaRPr lang="en-US" dirty="0"/>
          </a:p>
        </p:txBody>
      </p:sp>
      <p:sp>
        <p:nvSpPr>
          <p:cNvPr id="8" name="Text Placeholder 11">
            <a:extLst>
              <a:ext uri="{FF2B5EF4-FFF2-40B4-BE49-F238E27FC236}">
                <a16:creationId xmlns:a16="http://schemas.microsoft.com/office/drawing/2014/main" id="{E815A46F-898E-4769-AAC0-5EDA85F52457}"/>
              </a:ext>
            </a:extLst>
          </p:cNvPr>
          <p:cNvSpPr>
            <a:spLocks noGrp="1"/>
          </p:cNvSpPr>
          <p:nvPr>
            <p:ph type="body" sz="quarter" idx="10" hasCustomPrompt="1"/>
          </p:nvPr>
        </p:nvSpPr>
        <p:spPr>
          <a:xfrm>
            <a:off x="1050977" y="1553435"/>
            <a:ext cx="896937" cy="722312"/>
          </a:xfrm>
        </p:spPr>
        <p:txBody>
          <a:bodyPr/>
          <a:lstStyle>
            <a:lvl1pPr>
              <a:lnSpc>
                <a:spcPct val="80000"/>
              </a:lnSpc>
              <a:defRPr sz="6000">
                <a:solidFill>
                  <a:schemeClr val="tx2"/>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00</a:t>
            </a:r>
          </a:p>
        </p:txBody>
      </p:sp>
      <p:sp>
        <p:nvSpPr>
          <p:cNvPr id="9" name="Text Placeholder 13">
            <a:extLst>
              <a:ext uri="{FF2B5EF4-FFF2-40B4-BE49-F238E27FC236}">
                <a16:creationId xmlns:a16="http://schemas.microsoft.com/office/drawing/2014/main" id="{EA366F44-77CE-46B7-B3AD-8C862125681D}"/>
              </a:ext>
            </a:extLst>
          </p:cNvPr>
          <p:cNvSpPr>
            <a:spLocks noGrp="1"/>
          </p:cNvSpPr>
          <p:nvPr>
            <p:ph type="body" sz="quarter" idx="11"/>
          </p:nvPr>
        </p:nvSpPr>
        <p:spPr>
          <a:xfrm>
            <a:off x="1050977" y="4465785"/>
            <a:ext cx="4592586" cy="810000"/>
          </a:xfrm>
        </p:spPr>
        <p:txBody>
          <a:bodyPr anchor="b"/>
          <a:lstStyle>
            <a:lvl1pPr>
              <a:defRPr>
                <a:solidFill>
                  <a:schemeClr val="tx2"/>
                </a:solidFill>
              </a:defRPr>
            </a:lvl1pPr>
            <a:lvl2pPr>
              <a:defRPr>
                <a:solidFill>
                  <a:schemeClr val="tx2"/>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69007897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ivider 3">
    <p:bg>
      <p:bgPr>
        <a:solidFill>
          <a:schemeClr val="accent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1634193-B107-4FAD-9EC0-E0099122CA2C}"/>
              </a:ext>
            </a:extLst>
          </p:cNvPr>
          <p:cNvSpPr>
            <a:spLocks/>
          </p:cNvSpPr>
          <p:nvPr userDrawn="1"/>
        </p:nvSpPr>
        <p:spPr>
          <a:xfrm>
            <a:off x="814388" y="1422400"/>
            <a:ext cx="5902325" cy="4099970"/>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a:solidFill>
                <a:schemeClr val="bg1"/>
              </a:solidFill>
              <a:latin typeface="KPMG Bold" panose="020B0803030202040204" pitchFamily="34" charset="0"/>
              <a:ea typeface="+mj-ea"/>
              <a:cs typeface="+mj-cs"/>
            </a:endParaRPr>
          </a:p>
        </p:txBody>
      </p:sp>
      <p:sp>
        <p:nvSpPr>
          <p:cNvPr id="7" name="Title 1">
            <a:extLst>
              <a:ext uri="{FF2B5EF4-FFF2-40B4-BE49-F238E27FC236}">
                <a16:creationId xmlns:a16="http://schemas.microsoft.com/office/drawing/2014/main" id="{52EAAA2D-0929-4E90-A676-0E7CBDA93BB5}"/>
              </a:ext>
            </a:extLst>
          </p:cNvPr>
          <p:cNvSpPr>
            <a:spLocks noGrp="1"/>
          </p:cNvSpPr>
          <p:nvPr>
            <p:ph type="ctrTitle"/>
          </p:nvPr>
        </p:nvSpPr>
        <p:spPr>
          <a:xfrm>
            <a:off x="1050977" y="2504375"/>
            <a:ext cx="4592586" cy="1623742"/>
          </a:xfrm>
        </p:spPr>
        <p:txBody>
          <a:bodyPr anchor="t" anchorCtr="0"/>
          <a:lstStyle>
            <a:lvl1pPr algn="l">
              <a:defRPr sz="6600">
                <a:solidFill>
                  <a:schemeClr val="tx2"/>
                </a:solidFill>
              </a:defRPr>
            </a:lvl1pPr>
          </a:lstStyle>
          <a:p>
            <a:r>
              <a:rPr lang="en-US"/>
              <a:t>Click to edit Master title style</a:t>
            </a:r>
            <a:endParaRPr lang="en-US" dirty="0"/>
          </a:p>
        </p:txBody>
      </p:sp>
      <p:sp>
        <p:nvSpPr>
          <p:cNvPr id="8" name="Text Placeholder 11">
            <a:extLst>
              <a:ext uri="{FF2B5EF4-FFF2-40B4-BE49-F238E27FC236}">
                <a16:creationId xmlns:a16="http://schemas.microsoft.com/office/drawing/2014/main" id="{E815A46F-898E-4769-AAC0-5EDA85F52457}"/>
              </a:ext>
            </a:extLst>
          </p:cNvPr>
          <p:cNvSpPr>
            <a:spLocks noGrp="1"/>
          </p:cNvSpPr>
          <p:nvPr>
            <p:ph type="body" sz="quarter" idx="10" hasCustomPrompt="1"/>
          </p:nvPr>
        </p:nvSpPr>
        <p:spPr>
          <a:xfrm>
            <a:off x="1050977" y="1553435"/>
            <a:ext cx="896937" cy="722312"/>
          </a:xfrm>
        </p:spPr>
        <p:txBody>
          <a:bodyPr/>
          <a:lstStyle>
            <a:lvl1pPr>
              <a:lnSpc>
                <a:spcPct val="80000"/>
              </a:lnSpc>
              <a:defRPr sz="6000">
                <a:solidFill>
                  <a:schemeClr val="tx2"/>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00</a:t>
            </a:r>
          </a:p>
        </p:txBody>
      </p:sp>
      <p:sp>
        <p:nvSpPr>
          <p:cNvPr id="9" name="Text Placeholder 13">
            <a:extLst>
              <a:ext uri="{FF2B5EF4-FFF2-40B4-BE49-F238E27FC236}">
                <a16:creationId xmlns:a16="http://schemas.microsoft.com/office/drawing/2014/main" id="{EA366F44-77CE-46B7-B3AD-8C862125681D}"/>
              </a:ext>
            </a:extLst>
          </p:cNvPr>
          <p:cNvSpPr>
            <a:spLocks noGrp="1"/>
          </p:cNvSpPr>
          <p:nvPr>
            <p:ph type="body" sz="quarter" idx="11"/>
          </p:nvPr>
        </p:nvSpPr>
        <p:spPr>
          <a:xfrm>
            <a:off x="1050977" y="4465785"/>
            <a:ext cx="4592586" cy="810000"/>
          </a:xfrm>
        </p:spPr>
        <p:txBody>
          <a:bodyPr anchor="b"/>
          <a:lstStyle>
            <a:lvl1pPr>
              <a:defRPr>
                <a:solidFill>
                  <a:schemeClr val="tx2"/>
                </a:solidFill>
              </a:defRPr>
            </a:lvl1pPr>
            <a:lvl2pPr>
              <a:defRPr>
                <a:solidFill>
                  <a:schemeClr val="tx2"/>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95014672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ivider 4">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1634193-B107-4FAD-9EC0-E0099122CA2C}"/>
              </a:ext>
            </a:extLst>
          </p:cNvPr>
          <p:cNvSpPr>
            <a:spLocks/>
          </p:cNvSpPr>
          <p:nvPr userDrawn="1"/>
        </p:nvSpPr>
        <p:spPr>
          <a:xfrm>
            <a:off x="814388" y="1422400"/>
            <a:ext cx="5902325" cy="4099970"/>
          </a:xfrm>
          <a:prstGeom prst="rect">
            <a:avLst/>
          </a:prstGeom>
          <a:solidFill>
            <a:schemeClr val="bg2"/>
          </a:solidFill>
        </p:spPr>
        <p:txBody>
          <a:bodyPr vert="horz" lIns="180000" tIns="180000" rIns="180000" bIns="180000" rtlCol="0" anchor="t" anchorCtr="0">
            <a:noAutofit/>
          </a:bodyPr>
          <a:lstStyle/>
          <a:p>
            <a:pPr lvl="0">
              <a:lnSpc>
                <a:spcPct val="70000"/>
              </a:lnSpc>
              <a:spcBef>
                <a:spcPct val="0"/>
              </a:spcBef>
              <a:buNone/>
            </a:pPr>
            <a:endParaRPr lang="en-US" sz="8800" baseline="0" dirty="0">
              <a:solidFill>
                <a:schemeClr val="bg1"/>
              </a:solidFill>
              <a:latin typeface="KPMG Bold" panose="020B0803030202040204" pitchFamily="34" charset="0"/>
              <a:ea typeface="+mj-ea"/>
              <a:cs typeface="+mj-cs"/>
            </a:endParaRPr>
          </a:p>
        </p:txBody>
      </p:sp>
      <p:sp>
        <p:nvSpPr>
          <p:cNvPr id="7" name="Title 1">
            <a:extLst>
              <a:ext uri="{FF2B5EF4-FFF2-40B4-BE49-F238E27FC236}">
                <a16:creationId xmlns:a16="http://schemas.microsoft.com/office/drawing/2014/main" id="{52EAAA2D-0929-4E90-A676-0E7CBDA93BB5}"/>
              </a:ext>
            </a:extLst>
          </p:cNvPr>
          <p:cNvSpPr>
            <a:spLocks noGrp="1"/>
          </p:cNvSpPr>
          <p:nvPr>
            <p:ph type="ctrTitle"/>
          </p:nvPr>
        </p:nvSpPr>
        <p:spPr>
          <a:xfrm>
            <a:off x="1050977" y="2504375"/>
            <a:ext cx="4592586" cy="1623742"/>
          </a:xfrm>
        </p:spPr>
        <p:txBody>
          <a:bodyPr anchor="t" anchorCtr="0"/>
          <a:lstStyle>
            <a:lvl1pPr algn="l">
              <a:defRPr sz="6600">
                <a:solidFill>
                  <a:schemeClr val="tx2"/>
                </a:solidFill>
              </a:defRPr>
            </a:lvl1pPr>
          </a:lstStyle>
          <a:p>
            <a:r>
              <a:rPr lang="en-US"/>
              <a:t>Click to edit Master title style</a:t>
            </a:r>
            <a:endParaRPr lang="en-US" dirty="0"/>
          </a:p>
        </p:txBody>
      </p:sp>
      <p:sp>
        <p:nvSpPr>
          <p:cNvPr id="8" name="Text Placeholder 11">
            <a:extLst>
              <a:ext uri="{FF2B5EF4-FFF2-40B4-BE49-F238E27FC236}">
                <a16:creationId xmlns:a16="http://schemas.microsoft.com/office/drawing/2014/main" id="{E815A46F-898E-4769-AAC0-5EDA85F52457}"/>
              </a:ext>
            </a:extLst>
          </p:cNvPr>
          <p:cNvSpPr>
            <a:spLocks noGrp="1"/>
          </p:cNvSpPr>
          <p:nvPr>
            <p:ph type="body" sz="quarter" idx="10" hasCustomPrompt="1"/>
          </p:nvPr>
        </p:nvSpPr>
        <p:spPr>
          <a:xfrm>
            <a:off x="1050977" y="1553435"/>
            <a:ext cx="896937" cy="722312"/>
          </a:xfrm>
        </p:spPr>
        <p:txBody>
          <a:bodyPr/>
          <a:lstStyle>
            <a:lvl1pPr>
              <a:lnSpc>
                <a:spcPct val="80000"/>
              </a:lnSpc>
              <a:defRPr sz="6000">
                <a:solidFill>
                  <a:schemeClr val="tx2"/>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00</a:t>
            </a:r>
          </a:p>
        </p:txBody>
      </p:sp>
      <p:sp>
        <p:nvSpPr>
          <p:cNvPr id="9" name="Text Placeholder 13">
            <a:extLst>
              <a:ext uri="{FF2B5EF4-FFF2-40B4-BE49-F238E27FC236}">
                <a16:creationId xmlns:a16="http://schemas.microsoft.com/office/drawing/2014/main" id="{EA366F44-77CE-46B7-B3AD-8C862125681D}"/>
              </a:ext>
            </a:extLst>
          </p:cNvPr>
          <p:cNvSpPr>
            <a:spLocks noGrp="1"/>
          </p:cNvSpPr>
          <p:nvPr>
            <p:ph type="body" sz="quarter" idx="11"/>
          </p:nvPr>
        </p:nvSpPr>
        <p:spPr>
          <a:xfrm>
            <a:off x="1050977" y="4465785"/>
            <a:ext cx="4592586" cy="810000"/>
          </a:xfrm>
        </p:spPr>
        <p:txBody>
          <a:bodyPr anchor="b"/>
          <a:lstStyle>
            <a:lvl1pPr>
              <a:defRPr>
                <a:solidFill>
                  <a:schemeClr val="tx2"/>
                </a:solidFill>
              </a:defRPr>
            </a:lvl1pPr>
            <a:lvl2pPr>
              <a:defRPr>
                <a:solidFill>
                  <a:schemeClr val="tx2"/>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06008498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ivider 5">
    <p:bg>
      <p:bgPr>
        <a:solidFill>
          <a:srgbClr val="ACEA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1634193-B107-4FAD-9EC0-E0099122CA2C}"/>
              </a:ext>
            </a:extLst>
          </p:cNvPr>
          <p:cNvSpPr>
            <a:spLocks/>
          </p:cNvSpPr>
          <p:nvPr userDrawn="1"/>
        </p:nvSpPr>
        <p:spPr>
          <a:xfrm>
            <a:off x="814388" y="1422400"/>
            <a:ext cx="5902325" cy="4099970"/>
          </a:xfrm>
          <a:prstGeom prst="rect">
            <a:avLst/>
          </a:prstGeom>
          <a:solidFill>
            <a:schemeClr val="bg1"/>
          </a:solidFill>
        </p:spPr>
        <p:txBody>
          <a:bodyPr vert="horz" lIns="180000" tIns="180000" rIns="180000" bIns="180000" rtlCol="0" anchor="t" anchorCtr="0">
            <a:noAutofit/>
          </a:bodyPr>
          <a:lstStyle/>
          <a:p>
            <a:pPr lvl="0">
              <a:lnSpc>
                <a:spcPct val="70000"/>
              </a:lnSpc>
              <a:spcBef>
                <a:spcPct val="0"/>
              </a:spcBef>
              <a:buNone/>
            </a:pPr>
            <a:endParaRPr lang="en-US" sz="8800" baseline="0" dirty="0">
              <a:solidFill>
                <a:schemeClr val="bg1"/>
              </a:solidFill>
              <a:latin typeface="KPMG Bold" panose="020B0803030202040204" pitchFamily="34" charset="0"/>
              <a:ea typeface="+mj-ea"/>
              <a:cs typeface="+mj-cs"/>
            </a:endParaRPr>
          </a:p>
        </p:txBody>
      </p:sp>
      <p:sp>
        <p:nvSpPr>
          <p:cNvPr id="7" name="Title 1">
            <a:extLst>
              <a:ext uri="{FF2B5EF4-FFF2-40B4-BE49-F238E27FC236}">
                <a16:creationId xmlns:a16="http://schemas.microsoft.com/office/drawing/2014/main" id="{52EAAA2D-0929-4E90-A676-0E7CBDA93BB5}"/>
              </a:ext>
            </a:extLst>
          </p:cNvPr>
          <p:cNvSpPr>
            <a:spLocks noGrp="1"/>
          </p:cNvSpPr>
          <p:nvPr>
            <p:ph type="ctrTitle"/>
          </p:nvPr>
        </p:nvSpPr>
        <p:spPr>
          <a:xfrm>
            <a:off x="1050977" y="2504375"/>
            <a:ext cx="4592586" cy="1623742"/>
          </a:xfrm>
        </p:spPr>
        <p:txBody>
          <a:bodyPr anchor="t" anchorCtr="0"/>
          <a:lstStyle>
            <a:lvl1pPr algn="l">
              <a:defRPr sz="6600">
                <a:solidFill>
                  <a:schemeClr val="tx2"/>
                </a:solidFill>
              </a:defRPr>
            </a:lvl1pPr>
          </a:lstStyle>
          <a:p>
            <a:r>
              <a:rPr lang="en-US"/>
              <a:t>Click to edit Master title style</a:t>
            </a:r>
            <a:endParaRPr lang="en-US" dirty="0"/>
          </a:p>
        </p:txBody>
      </p:sp>
      <p:sp>
        <p:nvSpPr>
          <p:cNvPr id="8" name="Text Placeholder 11">
            <a:extLst>
              <a:ext uri="{FF2B5EF4-FFF2-40B4-BE49-F238E27FC236}">
                <a16:creationId xmlns:a16="http://schemas.microsoft.com/office/drawing/2014/main" id="{E815A46F-898E-4769-AAC0-5EDA85F52457}"/>
              </a:ext>
            </a:extLst>
          </p:cNvPr>
          <p:cNvSpPr>
            <a:spLocks noGrp="1"/>
          </p:cNvSpPr>
          <p:nvPr>
            <p:ph type="body" sz="quarter" idx="10" hasCustomPrompt="1"/>
          </p:nvPr>
        </p:nvSpPr>
        <p:spPr>
          <a:xfrm>
            <a:off x="1050977" y="1553435"/>
            <a:ext cx="896937" cy="722312"/>
          </a:xfrm>
        </p:spPr>
        <p:txBody>
          <a:bodyPr/>
          <a:lstStyle>
            <a:lvl1pPr>
              <a:lnSpc>
                <a:spcPct val="80000"/>
              </a:lnSpc>
              <a:defRPr sz="6000">
                <a:solidFill>
                  <a:schemeClr val="tx2"/>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00</a:t>
            </a:r>
          </a:p>
        </p:txBody>
      </p:sp>
      <p:sp>
        <p:nvSpPr>
          <p:cNvPr id="9" name="Text Placeholder 13">
            <a:extLst>
              <a:ext uri="{FF2B5EF4-FFF2-40B4-BE49-F238E27FC236}">
                <a16:creationId xmlns:a16="http://schemas.microsoft.com/office/drawing/2014/main" id="{EA366F44-77CE-46B7-B3AD-8C862125681D}"/>
              </a:ext>
            </a:extLst>
          </p:cNvPr>
          <p:cNvSpPr>
            <a:spLocks noGrp="1"/>
          </p:cNvSpPr>
          <p:nvPr>
            <p:ph type="body" sz="quarter" idx="11"/>
          </p:nvPr>
        </p:nvSpPr>
        <p:spPr>
          <a:xfrm>
            <a:off x="1050977" y="4465785"/>
            <a:ext cx="4592586" cy="810000"/>
          </a:xfrm>
        </p:spPr>
        <p:txBody>
          <a:bodyPr anchor="b"/>
          <a:lstStyle>
            <a:lvl1pPr>
              <a:defRPr>
                <a:solidFill>
                  <a:schemeClr val="tx2"/>
                </a:solidFill>
              </a:defRPr>
            </a:lvl1pPr>
            <a:lvl2pPr>
              <a:defRPr>
                <a:solidFill>
                  <a:schemeClr val="tx2"/>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28082805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userDrawn="1">
  <p:cSld name="2_Back Cover Blue">
    <p:bg>
      <p:bgPr>
        <a:solidFill>
          <a:schemeClr val="tx2"/>
        </a:solidFill>
        <a:effectLst/>
      </p:bgPr>
    </p:bg>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88FCEA54-3AC7-43C2-A028-B141120616C4}"/>
              </a:ext>
            </a:extLst>
          </p:cNvPr>
          <p:cNvSpPr>
            <a:spLocks noGrp="1"/>
          </p:cNvSpPr>
          <p:nvPr>
            <p:ph type="title" hasCustomPrompt="1"/>
          </p:nvPr>
        </p:nvSpPr>
        <p:spPr>
          <a:xfrm>
            <a:off x="488950" y="447040"/>
            <a:ext cx="8928100" cy="720000"/>
          </a:xfrm>
        </p:spPr>
        <p:txBody>
          <a:bodyPr/>
          <a:lstStyle>
            <a:lvl1pPr>
              <a:defRPr>
                <a:solidFill>
                  <a:schemeClr val="bg1"/>
                </a:solidFill>
              </a:defRPr>
            </a:lvl1pPr>
          </a:lstStyle>
          <a:p>
            <a:r>
              <a:rPr lang="de-DE" dirty="0"/>
              <a:t>Titelmasterformat bearbeiten</a:t>
            </a:r>
            <a:endParaRPr lang="en-US" dirty="0"/>
          </a:p>
        </p:txBody>
      </p:sp>
      <p:sp>
        <p:nvSpPr>
          <p:cNvPr id="25" name="Text Placeholder 7">
            <a:extLst>
              <a:ext uri="{FF2B5EF4-FFF2-40B4-BE49-F238E27FC236}">
                <a16:creationId xmlns:a16="http://schemas.microsoft.com/office/drawing/2014/main" id="{96E24691-758C-4FD0-9C60-C21CCA35B759}"/>
              </a:ext>
            </a:extLst>
          </p:cNvPr>
          <p:cNvSpPr>
            <a:spLocks noGrp="1"/>
          </p:cNvSpPr>
          <p:nvPr>
            <p:ph type="body" sz="quarter" idx="29" hasCustomPrompt="1"/>
          </p:nvPr>
        </p:nvSpPr>
        <p:spPr>
          <a:xfrm>
            <a:off x="488950" y="1420492"/>
            <a:ext cx="3600000" cy="2008509"/>
          </a:xfrm>
          <a:prstGeom prst="rect">
            <a:avLst/>
          </a:prstGeom>
        </p:spPr>
        <p:txBody>
          <a:bodyPr vert="horz" lIns="0" tIns="0" rIns="0" bIns="0">
            <a:noAutofit/>
          </a:bodyPr>
          <a:lstStyle>
            <a:lvl1pPr>
              <a:spcAft>
                <a:spcPts val="200"/>
              </a:spcAft>
              <a:defRPr sz="900">
                <a:solidFill>
                  <a:schemeClr val="bg1"/>
                </a:solidFill>
                <a:latin typeface="+mn-lt"/>
                <a:cs typeface="Arial" panose="020B0604020202020204" pitchFamily="34" charset="0"/>
              </a:defRPr>
            </a:lvl1pPr>
            <a:lvl2pPr>
              <a:spcAft>
                <a:spcPts val="200"/>
              </a:spcAft>
              <a:defRPr sz="900">
                <a:solidFill>
                  <a:schemeClr val="bg1"/>
                </a:solidFill>
                <a:latin typeface="+mn-lt"/>
                <a:cs typeface="Arial" panose="020B0604020202020204" pitchFamily="34" charset="0"/>
              </a:defRPr>
            </a:lvl2pPr>
            <a:lvl3pPr marL="180000" indent="-180000">
              <a:spcAft>
                <a:spcPts val="200"/>
              </a:spcAft>
              <a:defRPr lang="de-DE" sz="900" b="0" i="0" dirty="0">
                <a:solidFill>
                  <a:schemeClr val="bg1"/>
                </a:solidFill>
                <a:latin typeface="+mn-lt"/>
                <a:cs typeface="Arial" panose="020B0604020202020204" pitchFamily="34" charset="0"/>
              </a:defRPr>
            </a:lvl3pPr>
            <a:lvl4pPr marL="360000" indent="-180000">
              <a:spcAft>
                <a:spcPts val="200"/>
              </a:spcAft>
              <a:defRPr lang="en-US" sz="900" b="0" i="0" dirty="0">
                <a:solidFill>
                  <a:schemeClr val="bg1"/>
                </a:solidFill>
                <a:latin typeface="+mn-lt"/>
                <a:cs typeface="Arial" panose="020B0604020202020204" pitchFamily="34" charset="0"/>
              </a:defRPr>
            </a:lvl4pPr>
            <a:lvl5pPr>
              <a:spcAft>
                <a:spcPts val="200"/>
              </a:spcAft>
              <a:defRPr lang="en-US" sz="900" b="0" i="0" dirty="0">
                <a:solidFill>
                  <a:schemeClr val="bg1"/>
                </a:solidFill>
                <a:latin typeface="+mn-lt"/>
                <a:cs typeface="Arial" panose="020B0604020202020204" pitchFamily="34" charset="0"/>
              </a:defRPr>
            </a:lvl5pPr>
            <a:lvl6pPr>
              <a:spcAft>
                <a:spcPts val="200"/>
              </a:spcAft>
              <a:defRPr>
                <a:solidFill>
                  <a:schemeClr val="bg1"/>
                </a:solidFill>
              </a:defRPr>
            </a:lvl6pPr>
            <a:lvl7pPr>
              <a:spcAft>
                <a:spcPts val="200"/>
              </a:spcAft>
              <a:buClrTx/>
              <a:defRPr>
                <a:solidFill>
                  <a:schemeClr val="bg1"/>
                </a:solidFill>
              </a:defRPr>
            </a:lvl7pPr>
            <a:lvl8pPr>
              <a:spcAft>
                <a:spcPts val="200"/>
              </a:spcAft>
              <a:buClrTx/>
              <a:defRPr>
                <a:solidFill>
                  <a:schemeClr val="bg1"/>
                </a:solidFill>
              </a:defRPr>
            </a:lvl8pPr>
            <a:lvl9pPr>
              <a:spcAft>
                <a:spcPts val="200"/>
              </a:spcAft>
              <a:buClrTx/>
              <a:defRPr>
                <a:solidFill>
                  <a:schemeClr val="bg1"/>
                </a:solidFill>
              </a:defRPr>
            </a:lvl9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endParaRPr lang="en-US" dirty="0"/>
          </a:p>
        </p:txBody>
      </p:sp>
      <p:sp>
        <p:nvSpPr>
          <p:cNvPr id="26" name="Text Placeholder 7">
            <a:extLst>
              <a:ext uri="{FF2B5EF4-FFF2-40B4-BE49-F238E27FC236}">
                <a16:creationId xmlns:a16="http://schemas.microsoft.com/office/drawing/2014/main" id="{FEAD5988-F992-4FAB-A69B-D60D8F6E9B7A}"/>
              </a:ext>
            </a:extLst>
          </p:cNvPr>
          <p:cNvSpPr>
            <a:spLocks noGrp="1"/>
          </p:cNvSpPr>
          <p:nvPr>
            <p:ph type="body" sz="quarter" idx="28" hasCustomPrompt="1"/>
          </p:nvPr>
        </p:nvSpPr>
        <p:spPr>
          <a:xfrm>
            <a:off x="4271557" y="1420491"/>
            <a:ext cx="3600000" cy="2008509"/>
          </a:xfrm>
          <a:prstGeom prst="rect">
            <a:avLst/>
          </a:prstGeom>
        </p:spPr>
        <p:txBody>
          <a:bodyPr vert="horz" lIns="0" tIns="0" rIns="0" bIns="0">
            <a:noAutofit/>
          </a:bodyPr>
          <a:lstStyle>
            <a:lvl1pPr>
              <a:spcAft>
                <a:spcPts val="200"/>
              </a:spcAft>
              <a:defRPr sz="900">
                <a:solidFill>
                  <a:schemeClr val="bg1"/>
                </a:solidFill>
                <a:latin typeface="+mn-lt"/>
                <a:cs typeface="Arial" panose="020B0604020202020204" pitchFamily="34" charset="0"/>
              </a:defRPr>
            </a:lvl1pPr>
            <a:lvl2pPr>
              <a:spcAft>
                <a:spcPts val="200"/>
              </a:spcAft>
              <a:defRPr sz="900">
                <a:solidFill>
                  <a:schemeClr val="bg1"/>
                </a:solidFill>
                <a:latin typeface="+mn-lt"/>
                <a:cs typeface="Arial" panose="020B0604020202020204" pitchFamily="34" charset="0"/>
              </a:defRPr>
            </a:lvl2pPr>
            <a:lvl3pPr marL="180000" indent="-180000">
              <a:spcAft>
                <a:spcPts val="200"/>
              </a:spcAft>
              <a:defRPr lang="de-DE" sz="900" b="0" i="0" dirty="0">
                <a:solidFill>
                  <a:schemeClr val="bg1"/>
                </a:solidFill>
                <a:latin typeface="+mn-lt"/>
                <a:cs typeface="Arial" panose="020B0604020202020204" pitchFamily="34" charset="0"/>
              </a:defRPr>
            </a:lvl3pPr>
            <a:lvl4pPr marL="360000" indent="-180000">
              <a:spcAft>
                <a:spcPts val="200"/>
              </a:spcAft>
              <a:defRPr lang="en-US" sz="900" b="0" i="0" dirty="0">
                <a:solidFill>
                  <a:schemeClr val="bg1"/>
                </a:solidFill>
                <a:latin typeface="+mn-lt"/>
                <a:cs typeface="Arial" panose="020B0604020202020204" pitchFamily="34" charset="0"/>
              </a:defRPr>
            </a:lvl4pPr>
            <a:lvl5pPr>
              <a:spcAft>
                <a:spcPts val="200"/>
              </a:spcAft>
              <a:defRPr lang="en-US" sz="900" b="0" i="0" dirty="0">
                <a:solidFill>
                  <a:schemeClr val="bg1"/>
                </a:solidFill>
                <a:latin typeface="+mn-lt"/>
                <a:cs typeface="Arial" panose="020B0604020202020204" pitchFamily="34" charset="0"/>
              </a:defRPr>
            </a:lvl5pPr>
            <a:lvl6pPr>
              <a:spcAft>
                <a:spcPts val="200"/>
              </a:spcAft>
              <a:defRPr>
                <a:solidFill>
                  <a:schemeClr val="bg1"/>
                </a:solidFill>
              </a:defRPr>
            </a:lvl6pPr>
            <a:lvl7pPr>
              <a:spcAft>
                <a:spcPts val="200"/>
              </a:spcAft>
              <a:defRPr>
                <a:solidFill>
                  <a:schemeClr val="bg1"/>
                </a:solidFill>
              </a:defRPr>
            </a:lvl7pPr>
            <a:lvl8pPr>
              <a:spcAft>
                <a:spcPts val="200"/>
              </a:spcAft>
              <a:defRPr>
                <a:solidFill>
                  <a:schemeClr val="bg1"/>
                </a:solidFill>
              </a:defRPr>
            </a:lvl8pPr>
            <a:lvl9pPr>
              <a:spcAft>
                <a:spcPts val="200"/>
              </a:spcAft>
              <a:defRPr>
                <a:solidFill>
                  <a:schemeClr val="bg1"/>
                </a:solidFill>
              </a:defRPr>
            </a:lvl9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endParaRPr lang="en-US" dirty="0"/>
          </a:p>
        </p:txBody>
      </p:sp>
      <p:sp>
        <p:nvSpPr>
          <p:cNvPr id="18" name="Text Placeholder 2">
            <a:extLst>
              <a:ext uri="{FF2B5EF4-FFF2-40B4-BE49-F238E27FC236}">
                <a16:creationId xmlns:a16="http://schemas.microsoft.com/office/drawing/2014/main" id="{33C3BDAC-EFCB-4B7D-A896-48787F6CE882}"/>
              </a:ext>
            </a:extLst>
          </p:cNvPr>
          <p:cNvSpPr>
            <a:spLocks noGrp="1"/>
          </p:cNvSpPr>
          <p:nvPr>
            <p:ph type="body" sz="quarter" idx="30"/>
          </p:nvPr>
        </p:nvSpPr>
        <p:spPr>
          <a:xfrm>
            <a:off x="488950" y="4957761"/>
            <a:ext cx="2520000" cy="180000"/>
          </a:xfrm>
        </p:spPr>
        <p:txBody>
          <a:bodyPr/>
          <a:lstStyle>
            <a:lvl1pPr>
              <a:buFontTx/>
              <a:buNone/>
              <a:defRPr sz="900" b="1">
                <a:solidFill>
                  <a:schemeClr val="bg1"/>
                </a:solidFill>
              </a:defRPr>
            </a:lvl1pPr>
            <a:lvl2pPr>
              <a:buFontTx/>
              <a:buNone/>
              <a:defRPr sz="731" b="0">
                <a:solidFill>
                  <a:schemeClr val="bg1">
                    <a:lumMod val="65000"/>
                  </a:schemeClr>
                </a:solidFill>
              </a:defRPr>
            </a:lvl2pPr>
            <a:lvl3pPr marL="0" indent="0">
              <a:buFontTx/>
              <a:buNone/>
              <a:defRPr sz="731" b="0">
                <a:solidFill>
                  <a:schemeClr val="bg1">
                    <a:lumMod val="65000"/>
                  </a:schemeClr>
                </a:solidFill>
              </a:defRPr>
            </a:lvl3pPr>
            <a:lvl4pPr marL="280800" indent="0">
              <a:buFontTx/>
              <a:buNone/>
              <a:defRPr sz="731" b="0">
                <a:solidFill>
                  <a:schemeClr val="bg1">
                    <a:lumMod val="65000"/>
                  </a:schemeClr>
                </a:solidFill>
              </a:defRPr>
            </a:lvl4pPr>
            <a:lvl5pPr marL="438750" indent="0">
              <a:buFontTx/>
              <a:buNone/>
              <a:defRPr sz="731" b="0">
                <a:solidFill>
                  <a:schemeClr val="bg1">
                    <a:lumMod val="65000"/>
                  </a:schemeClr>
                </a:solidFill>
              </a:defRPr>
            </a:lvl5pPr>
          </a:lstStyle>
          <a:p>
            <a:pPr lvl="0"/>
            <a:r>
              <a:rPr lang="en-US"/>
              <a:t>Click to edit Master text styles</a:t>
            </a:r>
          </a:p>
        </p:txBody>
      </p:sp>
      <p:sp>
        <p:nvSpPr>
          <p:cNvPr id="19" name="Text Placeholder 2">
            <a:extLst>
              <a:ext uri="{FF2B5EF4-FFF2-40B4-BE49-F238E27FC236}">
                <a16:creationId xmlns:a16="http://schemas.microsoft.com/office/drawing/2014/main" id="{A22E0545-40D5-4AA9-98C3-00E25F23F2D5}"/>
              </a:ext>
            </a:extLst>
          </p:cNvPr>
          <p:cNvSpPr>
            <a:spLocks noGrp="1"/>
          </p:cNvSpPr>
          <p:nvPr>
            <p:ph type="body" sz="quarter" idx="15"/>
          </p:nvPr>
        </p:nvSpPr>
        <p:spPr>
          <a:xfrm>
            <a:off x="4271557" y="4957761"/>
            <a:ext cx="2520000" cy="180000"/>
          </a:xfrm>
        </p:spPr>
        <p:txBody>
          <a:bodyPr/>
          <a:lstStyle>
            <a:lvl1pPr>
              <a:buFontTx/>
              <a:buNone/>
              <a:defRPr sz="900" b="1">
                <a:solidFill>
                  <a:schemeClr val="bg1"/>
                </a:solidFill>
              </a:defRPr>
            </a:lvl1pPr>
            <a:lvl2pPr>
              <a:buFontTx/>
              <a:buNone/>
              <a:defRPr sz="731" b="0">
                <a:solidFill>
                  <a:schemeClr val="bg1">
                    <a:lumMod val="65000"/>
                  </a:schemeClr>
                </a:solidFill>
              </a:defRPr>
            </a:lvl2pPr>
            <a:lvl3pPr marL="0" indent="0">
              <a:buFontTx/>
              <a:buNone/>
              <a:defRPr sz="731" b="0">
                <a:solidFill>
                  <a:schemeClr val="bg1">
                    <a:lumMod val="65000"/>
                  </a:schemeClr>
                </a:solidFill>
              </a:defRPr>
            </a:lvl3pPr>
            <a:lvl4pPr marL="280800" indent="0">
              <a:buFontTx/>
              <a:buNone/>
              <a:defRPr sz="731" b="0">
                <a:solidFill>
                  <a:schemeClr val="bg1">
                    <a:lumMod val="65000"/>
                  </a:schemeClr>
                </a:solidFill>
              </a:defRPr>
            </a:lvl4pPr>
            <a:lvl5pPr marL="438750" indent="0">
              <a:buFontTx/>
              <a:buNone/>
              <a:defRPr sz="731" b="0">
                <a:solidFill>
                  <a:schemeClr val="bg1">
                    <a:lumMod val="65000"/>
                  </a:schemeClr>
                </a:solidFill>
              </a:defRPr>
            </a:lvl5pPr>
          </a:lstStyle>
          <a:p>
            <a:pPr lvl="0"/>
            <a:r>
              <a:rPr lang="en-US"/>
              <a:t>Click to edit Master text styles</a:t>
            </a:r>
          </a:p>
        </p:txBody>
      </p:sp>
      <p:pic>
        <p:nvPicPr>
          <p:cNvPr id="31" name="Grafik 30">
            <a:hlinkClick r:id="rId6"/>
            <a:extLst>
              <a:ext uri="{FF2B5EF4-FFF2-40B4-BE49-F238E27FC236}">
                <a16:creationId xmlns:a16="http://schemas.microsoft.com/office/drawing/2014/main" id="{A1F522D6-39D4-435A-84BE-B20D1DC63A13}"/>
              </a:ext>
            </a:extLst>
          </p:cNvPr>
          <p:cNvPicPr>
            <a:picLocks/>
          </p:cNvPicPr>
          <p:nvPr userDrawn="1"/>
        </p:nvPicPr>
        <p:blipFill>
          <a:blip r:embed="rId7" cstate="print">
            <a:extLst>
              <a:ext uri="{28A0092B-C50C-407E-A947-70E740481C1C}">
                <a14:useLocalDpi xmlns:a14="http://schemas.microsoft.com/office/drawing/2010/main" val="0"/>
              </a:ext>
            </a:extLst>
          </a:blip>
          <a:stretch>
            <a:fillRect/>
          </a:stretch>
        </p:blipFill>
        <p:spPr>
          <a:xfrm>
            <a:off x="2209283" y="4452203"/>
            <a:ext cx="360000" cy="360000"/>
          </a:xfrm>
          <a:prstGeom prst="rect">
            <a:avLst/>
          </a:prstGeom>
        </p:spPr>
      </p:pic>
      <p:pic>
        <p:nvPicPr>
          <p:cNvPr id="32" name="Grafik 31">
            <a:hlinkClick r:id="rId6"/>
            <a:extLst>
              <a:ext uri="{FF2B5EF4-FFF2-40B4-BE49-F238E27FC236}">
                <a16:creationId xmlns:a16="http://schemas.microsoft.com/office/drawing/2014/main" id="{249550C4-994D-4C4C-A0B6-698C45E999A8}"/>
              </a:ext>
            </a:extLst>
          </p:cNvPr>
          <p:cNvPicPr>
            <a:picLocks/>
          </p:cNvPicPr>
          <p:nvPr userDrawn="1"/>
        </p:nvPicPr>
        <p:blipFill>
          <a:blip r:embed="rId8" cstate="print">
            <a:extLst>
              <a:ext uri="{28A0092B-C50C-407E-A947-70E740481C1C}">
                <a14:useLocalDpi xmlns:a14="http://schemas.microsoft.com/office/drawing/2010/main" val="0"/>
              </a:ext>
            </a:extLst>
          </a:blip>
          <a:stretch>
            <a:fillRect/>
          </a:stretch>
        </p:blipFill>
        <p:spPr>
          <a:xfrm>
            <a:off x="1350419" y="4452203"/>
            <a:ext cx="360000" cy="363160"/>
          </a:xfrm>
          <a:prstGeom prst="rect">
            <a:avLst/>
          </a:prstGeom>
        </p:spPr>
      </p:pic>
      <p:pic>
        <p:nvPicPr>
          <p:cNvPr id="33" name="Grafik 32">
            <a:hlinkClick r:id="rId6"/>
            <a:extLst>
              <a:ext uri="{FF2B5EF4-FFF2-40B4-BE49-F238E27FC236}">
                <a16:creationId xmlns:a16="http://schemas.microsoft.com/office/drawing/2014/main" id="{27871BE7-A3E5-4BD5-A4B3-99EEDA254CA1}"/>
              </a:ext>
            </a:extLst>
          </p:cNvPr>
          <p:cNvPicPr>
            <a:picLocks/>
          </p:cNvPicPr>
          <p:nvPr userDrawn="1"/>
        </p:nvPicPr>
        <p:blipFill>
          <a:blip r:embed="rId9" cstate="print">
            <a:extLst>
              <a:ext uri="{28A0092B-C50C-407E-A947-70E740481C1C}">
                <a14:useLocalDpi xmlns:a14="http://schemas.microsoft.com/office/drawing/2010/main" val="0"/>
              </a:ext>
            </a:extLst>
          </a:blip>
          <a:stretch>
            <a:fillRect/>
          </a:stretch>
        </p:blipFill>
        <p:spPr>
          <a:xfrm>
            <a:off x="920988" y="4452203"/>
            <a:ext cx="360000" cy="360000"/>
          </a:xfrm>
          <a:prstGeom prst="rect">
            <a:avLst/>
          </a:prstGeom>
        </p:spPr>
      </p:pic>
      <p:pic>
        <p:nvPicPr>
          <p:cNvPr id="34" name="Grafik 33">
            <a:hlinkClick r:id="rId6"/>
            <a:extLst>
              <a:ext uri="{FF2B5EF4-FFF2-40B4-BE49-F238E27FC236}">
                <a16:creationId xmlns:a16="http://schemas.microsoft.com/office/drawing/2014/main" id="{20265512-A582-4DE3-AA5A-C698F1D4FD41}"/>
              </a:ext>
            </a:extLst>
          </p:cNvPr>
          <p:cNvPicPr>
            <a:picLocks/>
          </p:cNvPicPr>
          <p:nvPr userDrawn="1"/>
        </p:nvPicPr>
        <p:blipFill>
          <a:blip r:embed="rId10" cstate="print">
            <a:extLst>
              <a:ext uri="{28A0092B-C50C-407E-A947-70E740481C1C}">
                <a14:useLocalDpi xmlns:a14="http://schemas.microsoft.com/office/drawing/2010/main" val="0"/>
              </a:ext>
            </a:extLst>
          </a:blip>
          <a:stretch>
            <a:fillRect/>
          </a:stretch>
        </p:blipFill>
        <p:spPr>
          <a:xfrm>
            <a:off x="491557" y="4452203"/>
            <a:ext cx="360000" cy="363160"/>
          </a:xfrm>
          <a:prstGeom prst="rect">
            <a:avLst/>
          </a:prstGeom>
        </p:spPr>
      </p:pic>
      <p:pic>
        <p:nvPicPr>
          <p:cNvPr id="35" name="Grafik 34">
            <a:hlinkClick r:id="rId6"/>
            <a:extLst>
              <a:ext uri="{FF2B5EF4-FFF2-40B4-BE49-F238E27FC236}">
                <a16:creationId xmlns:a16="http://schemas.microsoft.com/office/drawing/2014/main" id="{39CCF063-C51F-469A-A345-E67ECCFA7D68}"/>
              </a:ext>
            </a:extLst>
          </p:cNvPr>
          <p:cNvPicPr>
            <a:picLocks/>
          </p:cNvPicPr>
          <p:nvPr userDrawn="1"/>
        </p:nvPicPr>
        <p:blipFill>
          <a:blip r:embed="rId11" cstate="print">
            <a:extLst>
              <a:ext uri="{28A0092B-C50C-407E-A947-70E740481C1C}">
                <a14:useLocalDpi xmlns:a14="http://schemas.microsoft.com/office/drawing/2010/main" val="0"/>
              </a:ext>
            </a:extLst>
          </a:blip>
          <a:stretch>
            <a:fillRect/>
          </a:stretch>
        </p:blipFill>
        <p:spPr>
          <a:xfrm>
            <a:off x="1779851" y="4452203"/>
            <a:ext cx="360000" cy="360000"/>
          </a:xfrm>
          <a:prstGeom prst="rect">
            <a:avLst/>
          </a:prstGeom>
        </p:spPr>
      </p:pic>
      <p:sp>
        <p:nvSpPr>
          <p:cNvPr id="11" name="TextBox 10"/>
          <p:cNvSpPr txBox="1"/>
          <p:nvPr userDrawn="1">
            <p:custDataLst>
              <p:tags r:id="rId2"/>
            </p:custDataLst>
          </p:nvPr>
        </p:nvSpPr>
        <p:spPr>
          <a:xfrm>
            <a:off x="488950" y="6378429"/>
            <a:ext cx="1638269" cy="92333"/>
          </a:xfrm>
          <a:prstGeom prst="rect">
            <a:avLst/>
          </a:prstGeom>
          <a:noFill/>
        </p:spPr>
        <p:txBody>
          <a:bodyPr wrap="none" lIns="0" tIns="0" rIns="0" bIns="0" rtlCol="0">
            <a:spAutoFit/>
          </a:bodyPr>
          <a:lstStyle/>
          <a:p>
            <a:pPr marL="0" marR="0" lvl="0" indent="0" algn="l" defTabSz="742950" rtl="0" eaLnBrk="1" fontAlgn="auto" latinLnBrk="0" hangingPunct="1">
              <a:lnSpc>
                <a:spcPct val="100000"/>
              </a:lnSpc>
              <a:spcBef>
                <a:spcPts val="0"/>
              </a:spcBef>
              <a:spcAft>
                <a:spcPts val="0"/>
              </a:spcAft>
              <a:buClrTx/>
              <a:buSzTx/>
              <a:buFontTx/>
              <a:buNone/>
              <a:tabLst/>
              <a:defRPr/>
            </a:pPr>
            <a:r>
              <a:rPr lang="en-US" sz="600" b="1" kern="1200" noProof="0" dirty="0">
                <a:solidFill>
                  <a:schemeClr val="bg1"/>
                </a:solidFill>
                <a:latin typeface="+mn-lt"/>
                <a:ea typeface="+mn-ea"/>
                <a:cs typeface="+mn-cs"/>
              </a:rPr>
              <a:t>Document Classification: KPMG Confidential</a:t>
            </a:r>
            <a:endParaRPr lang="en-GB" sz="600" b="1" kern="1200" noProof="0" dirty="0">
              <a:solidFill>
                <a:schemeClr val="bg1"/>
              </a:solidFill>
              <a:latin typeface="+mn-lt"/>
              <a:ea typeface="+mn-ea"/>
              <a:cs typeface="+mn-cs"/>
            </a:endParaRPr>
          </a:p>
        </p:txBody>
      </p:sp>
      <p:sp>
        <p:nvSpPr>
          <p:cNvPr id="16" name="Text Placeholder 2">
            <a:extLst>
              <a:ext uri="{FF2B5EF4-FFF2-40B4-BE49-F238E27FC236}">
                <a16:creationId xmlns:a16="http://schemas.microsoft.com/office/drawing/2014/main" id="{1738EF7E-67BE-4FCC-8CDA-F43C46C4DDB9}"/>
              </a:ext>
            </a:extLst>
          </p:cNvPr>
          <p:cNvSpPr>
            <a:spLocks noGrp="1"/>
          </p:cNvSpPr>
          <p:nvPr>
            <p:ph type="body" sz="quarter" idx="11" hasCustomPrompt="1"/>
            <p:custDataLst>
              <p:tags r:id="rId3"/>
            </p:custDataLst>
          </p:nvPr>
        </p:nvSpPr>
        <p:spPr>
          <a:xfrm>
            <a:off x="491557" y="6012000"/>
            <a:ext cx="7380000" cy="554037"/>
          </a:xfrm>
        </p:spPr>
        <p:txBody>
          <a:bodyPr/>
          <a:lstStyle>
            <a:lvl1pPr>
              <a:buFontTx/>
              <a:buNone/>
              <a:defRPr sz="600" b="0">
                <a:solidFill>
                  <a:schemeClr val="bg1"/>
                </a:solidFill>
              </a:defRPr>
            </a:lvl1pPr>
            <a:lvl2pPr>
              <a:buFontTx/>
              <a:buNone/>
              <a:defRPr sz="600" b="0">
                <a:solidFill>
                  <a:schemeClr val="bg1"/>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solidFill>
                <a:latin typeface="+mn-lt"/>
                <a:ea typeface="+mn-ea"/>
                <a:cs typeface="+mn-cs"/>
              </a:rPr>
              <a:t>© [year] [legal member firm name], a [jurisdiction] [legal structure] and a member firm of the KPMG global organization of independent member firms affiliated with KPMG International Limited, a private English company limited by guarantee. All rights reserved.,</a:t>
            </a:r>
          </a:p>
        </p:txBody>
      </p:sp>
      <p:sp>
        <p:nvSpPr>
          <p:cNvPr id="15" name="Haftungs-Disclaimer">
            <a:extLst>
              <a:ext uri="{FF2B5EF4-FFF2-40B4-BE49-F238E27FC236}">
                <a16:creationId xmlns:a16="http://schemas.microsoft.com/office/drawing/2014/main" id="{DF22443A-BB04-44BF-BA3B-D37EF619115D}"/>
              </a:ext>
            </a:extLst>
          </p:cNvPr>
          <p:cNvSpPr>
            <a:spLocks/>
          </p:cNvSpPr>
          <p:nvPr userDrawn="1">
            <p:custDataLst>
              <p:tags r:id="rId4"/>
            </p:custDataLst>
          </p:nvPr>
        </p:nvSpPr>
        <p:spPr>
          <a:xfrm>
            <a:off x="491557" y="5616000"/>
            <a:ext cx="7380000" cy="554038"/>
          </a:xfrm>
          <a:prstGeom prst="rect">
            <a:avLst/>
          </a:prstGeom>
        </p:spPr>
        <p:txBody>
          <a:bodyPr vert="horz" lIns="0" tIns="0" rIns="0" bIns="0" rtlCol="0" anchor="t" anchorCtr="0">
            <a:noAutofit/>
          </a:bodyPr>
          <a:lstStyle/>
          <a:p>
            <a:pPr lvl="0" indent="0">
              <a:lnSpc>
                <a:spcPct val="100000"/>
              </a:lnSpc>
              <a:spcBef>
                <a:spcPts val="0"/>
              </a:spcBef>
              <a:spcAft>
                <a:spcPts val="600"/>
              </a:spcAft>
              <a:buFontTx/>
              <a:buNone/>
            </a:pPr>
            <a:r>
              <a:rPr lang="de-DE" sz="600" b="0" dirty="0">
                <a:solidFill>
                  <a:schemeClr val="bg1"/>
                </a:solidFill>
              </a:rPr>
              <a:t>Die enthaltenen Informationen sind allgemeiner Natur und nicht auf die spezielle Situation einer Einzelperson oder einer juristischen Person ausgerichtet. Obwohl wir uns bemühen, zuverlässige und aktuelle Informationen zu liefern, können wir nicht garantieren, dass diese Informationen so zutreffend sind wie zum Zeitpunkt ihres Eingangs oder dass sie auch in Zukunft so zutreffend sein werden. Niemand sollte aufgrund dieser Informationen handeln ohne geeigneten fachlichen Rat und ohne gründliche Analyse der betreffenden Situation.</a:t>
            </a:r>
          </a:p>
        </p:txBody>
      </p:sp>
      <p:sp>
        <p:nvSpPr>
          <p:cNvPr id="17" name="Text Placeholder 7">
            <a:extLst>
              <a:ext uri="{FF2B5EF4-FFF2-40B4-BE49-F238E27FC236}">
                <a16:creationId xmlns:a16="http://schemas.microsoft.com/office/drawing/2014/main" id="{268A9309-3E33-4621-A2BC-823080944BE4}"/>
              </a:ext>
            </a:extLst>
          </p:cNvPr>
          <p:cNvSpPr>
            <a:spLocks noGrp="1"/>
          </p:cNvSpPr>
          <p:nvPr>
            <p:ph type="body" sz="quarter" idx="31" hasCustomPrompt="1"/>
          </p:nvPr>
        </p:nvSpPr>
        <p:spPr>
          <a:xfrm>
            <a:off x="488950" y="3637393"/>
            <a:ext cx="7380000" cy="719536"/>
          </a:xfrm>
          <a:prstGeom prst="rect">
            <a:avLst/>
          </a:prstGeom>
        </p:spPr>
        <p:txBody>
          <a:bodyPr vert="horz" lIns="0" tIns="0" rIns="0" bIns="0">
            <a:noAutofit/>
          </a:bodyPr>
          <a:lstStyle>
            <a:lvl1pPr>
              <a:spcAft>
                <a:spcPts val="200"/>
              </a:spcAft>
              <a:defRPr sz="900">
                <a:solidFill>
                  <a:schemeClr val="bg1"/>
                </a:solidFill>
                <a:latin typeface="+mn-lt"/>
                <a:cs typeface="Arial" panose="020B0604020202020204" pitchFamily="34" charset="0"/>
              </a:defRPr>
            </a:lvl1pPr>
            <a:lvl2pPr>
              <a:spcAft>
                <a:spcPts val="200"/>
              </a:spcAft>
              <a:defRPr sz="900">
                <a:solidFill>
                  <a:schemeClr val="bg1"/>
                </a:solidFill>
                <a:latin typeface="+mn-lt"/>
                <a:cs typeface="Arial" panose="020B0604020202020204" pitchFamily="34" charset="0"/>
              </a:defRPr>
            </a:lvl2pPr>
            <a:lvl3pPr marL="180000" indent="-180000">
              <a:spcAft>
                <a:spcPts val="200"/>
              </a:spcAft>
              <a:defRPr lang="de-DE" sz="900" b="0" i="0" dirty="0">
                <a:solidFill>
                  <a:schemeClr val="bg1"/>
                </a:solidFill>
                <a:latin typeface="+mn-lt"/>
                <a:cs typeface="Arial" panose="020B0604020202020204" pitchFamily="34" charset="0"/>
              </a:defRPr>
            </a:lvl3pPr>
            <a:lvl4pPr marL="360000" indent="-180000">
              <a:spcAft>
                <a:spcPts val="200"/>
              </a:spcAft>
              <a:defRPr lang="en-US" sz="900" b="0" i="0" dirty="0">
                <a:solidFill>
                  <a:schemeClr val="bg1"/>
                </a:solidFill>
                <a:latin typeface="+mn-lt"/>
                <a:cs typeface="Arial" panose="020B0604020202020204" pitchFamily="34" charset="0"/>
              </a:defRPr>
            </a:lvl4pPr>
            <a:lvl5pPr>
              <a:spcAft>
                <a:spcPts val="200"/>
              </a:spcAft>
              <a:defRPr lang="en-US" sz="900" b="0" i="0" dirty="0">
                <a:solidFill>
                  <a:schemeClr val="bg1"/>
                </a:solidFill>
                <a:latin typeface="+mn-lt"/>
                <a:cs typeface="Arial" panose="020B0604020202020204" pitchFamily="34" charset="0"/>
              </a:defRPr>
            </a:lvl5pPr>
            <a:lvl6pPr>
              <a:spcAft>
                <a:spcPts val="200"/>
              </a:spcAft>
              <a:defRPr>
                <a:solidFill>
                  <a:schemeClr val="bg1"/>
                </a:solidFill>
              </a:defRPr>
            </a:lvl6pPr>
            <a:lvl7pPr>
              <a:spcAft>
                <a:spcPts val="200"/>
              </a:spcAft>
              <a:buClrTx/>
              <a:defRPr>
                <a:solidFill>
                  <a:schemeClr val="bg1"/>
                </a:solidFill>
              </a:defRPr>
            </a:lvl7pPr>
            <a:lvl8pPr>
              <a:spcAft>
                <a:spcPts val="200"/>
              </a:spcAft>
              <a:buClrTx/>
              <a:defRPr>
                <a:solidFill>
                  <a:schemeClr val="bg1"/>
                </a:solidFill>
              </a:defRPr>
            </a:lvl8pPr>
            <a:lvl9pPr>
              <a:spcAft>
                <a:spcPts val="200"/>
              </a:spcAft>
              <a:buClrTx/>
              <a:defRPr>
                <a:solidFill>
                  <a:schemeClr val="bg1"/>
                </a:solidFill>
              </a:defRPr>
            </a:lvl9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endParaRPr lang="en-US" dirty="0"/>
          </a:p>
        </p:txBody>
      </p:sp>
    </p:spTree>
    <p:custDataLst>
      <p:tags r:id="rId1"/>
    </p:custDataLst>
    <p:extLst>
      <p:ext uri="{BB962C8B-B14F-4D97-AF65-F5344CB8AC3E}">
        <p14:creationId xmlns:p14="http://schemas.microsoft.com/office/powerpoint/2010/main" val="92077963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lor palet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3BEDF-35C5-4CA5-9B3E-991280392BF0}"/>
              </a:ext>
            </a:extLst>
          </p:cNvPr>
          <p:cNvSpPr>
            <a:spLocks noGrp="1"/>
          </p:cNvSpPr>
          <p:nvPr>
            <p:ph type="title"/>
          </p:nvPr>
        </p:nvSpPr>
        <p:spPr/>
        <p:txBody>
          <a:bodyPr/>
          <a:lstStyle/>
          <a:p>
            <a:r>
              <a:rPr lang="en-US"/>
              <a:t>Click to edit Master title style</a:t>
            </a:r>
          </a:p>
        </p:txBody>
      </p:sp>
      <p:grpSp>
        <p:nvGrpSpPr>
          <p:cNvPr id="17" name="Group 16">
            <a:extLst>
              <a:ext uri="{FF2B5EF4-FFF2-40B4-BE49-F238E27FC236}">
                <a16:creationId xmlns:a16="http://schemas.microsoft.com/office/drawing/2014/main" id="{626EF98C-751D-4F2D-9E73-1A67C86BDEB6}"/>
              </a:ext>
            </a:extLst>
          </p:cNvPr>
          <p:cNvGrpSpPr/>
          <p:nvPr userDrawn="1"/>
        </p:nvGrpSpPr>
        <p:grpSpPr>
          <a:xfrm>
            <a:off x="488950" y="1435485"/>
            <a:ext cx="1369453" cy="3862635"/>
            <a:chOff x="431800" y="1435485"/>
            <a:chExt cx="1369453" cy="3862635"/>
          </a:xfrm>
        </p:grpSpPr>
        <p:sp>
          <p:nvSpPr>
            <p:cNvPr id="18" name="TextBox 17">
              <a:extLst>
                <a:ext uri="{FF2B5EF4-FFF2-40B4-BE49-F238E27FC236}">
                  <a16:creationId xmlns:a16="http://schemas.microsoft.com/office/drawing/2014/main" id="{083A029E-F47E-4063-92DE-3F7D08D2978A}"/>
                </a:ext>
              </a:extLst>
            </p:cNvPr>
            <p:cNvSpPr txBox="1"/>
            <p:nvPr userDrawn="1"/>
          </p:nvSpPr>
          <p:spPr>
            <a:xfrm>
              <a:off x="437207" y="1435485"/>
              <a:ext cx="1364046" cy="138499"/>
            </a:xfrm>
            <a:prstGeom prst="rect">
              <a:avLst/>
            </a:prstGeom>
            <a:noFill/>
          </p:spPr>
          <p:txBody>
            <a:bodyPr wrap="square" lIns="0" tIns="0" rIns="0" bIns="0" rtlCol="0">
              <a:spAutoFit/>
            </a:bodyPr>
            <a:lstStyle/>
            <a:p>
              <a:pPr algn="l">
                <a:spcAft>
                  <a:spcPts val="600"/>
                </a:spcAft>
              </a:pPr>
              <a:r>
                <a:rPr lang="en-US" sz="900" b="1" dirty="0">
                  <a:solidFill>
                    <a:sysClr val="windowText" lastClr="000000"/>
                  </a:solidFill>
                </a:rPr>
                <a:t>Primary Colors</a:t>
              </a:r>
            </a:p>
          </p:txBody>
        </p:sp>
        <p:sp>
          <p:nvSpPr>
            <p:cNvPr id="19" name="Rectangle 18">
              <a:extLst>
                <a:ext uri="{FF2B5EF4-FFF2-40B4-BE49-F238E27FC236}">
                  <a16:creationId xmlns:a16="http://schemas.microsoft.com/office/drawing/2014/main" id="{B4D79E91-240E-4CE9-BD78-5046C30D1A18}"/>
                </a:ext>
              </a:extLst>
            </p:cNvPr>
            <p:cNvSpPr>
              <a:spLocks/>
            </p:cNvSpPr>
            <p:nvPr userDrawn="1"/>
          </p:nvSpPr>
          <p:spPr>
            <a:xfrm>
              <a:off x="431800" y="2323989"/>
              <a:ext cx="498229" cy="411225"/>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30</a:t>
              </a:r>
            </a:p>
            <a:p>
              <a:pPr algn="ctr"/>
              <a:r>
                <a:rPr lang="en-GB" sz="800" dirty="0">
                  <a:solidFill>
                    <a:schemeClr val="bg1"/>
                  </a:solidFill>
                </a:rPr>
                <a:t>73</a:t>
              </a:r>
            </a:p>
            <a:p>
              <a:pPr algn="ctr"/>
              <a:r>
                <a:rPr lang="en-GB" sz="800" dirty="0">
                  <a:solidFill>
                    <a:schemeClr val="bg1"/>
                  </a:solidFill>
                </a:rPr>
                <a:t>226</a:t>
              </a:r>
            </a:p>
          </p:txBody>
        </p:sp>
        <p:sp>
          <p:nvSpPr>
            <p:cNvPr id="20" name="Rectangle 19">
              <a:extLst>
                <a:ext uri="{FF2B5EF4-FFF2-40B4-BE49-F238E27FC236}">
                  <a16:creationId xmlns:a16="http://schemas.microsoft.com/office/drawing/2014/main" id="{2C69FA0A-5FC1-4DE0-B123-631C80946944}"/>
                </a:ext>
              </a:extLst>
            </p:cNvPr>
            <p:cNvSpPr>
              <a:spLocks/>
            </p:cNvSpPr>
            <p:nvPr userDrawn="1"/>
          </p:nvSpPr>
          <p:spPr>
            <a:xfrm>
              <a:off x="431800" y="1809427"/>
              <a:ext cx="498229" cy="411225"/>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0</a:t>
              </a:r>
            </a:p>
            <a:p>
              <a:pPr algn="ctr"/>
              <a:r>
                <a:rPr lang="en-GB" sz="800" dirty="0">
                  <a:solidFill>
                    <a:schemeClr val="bg1"/>
                  </a:solidFill>
                </a:rPr>
                <a:t>51</a:t>
              </a:r>
            </a:p>
            <a:p>
              <a:pPr algn="ctr"/>
              <a:r>
                <a:rPr lang="en-GB" sz="800" dirty="0">
                  <a:solidFill>
                    <a:schemeClr val="bg1"/>
                  </a:solidFill>
                </a:rPr>
                <a:t>141</a:t>
              </a:r>
            </a:p>
          </p:txBody>
        </p:sp>
        <p:sp>
          <p:nvSpPr>
            <p:cNvPr id="21" name="Rectangle 20">
              <a:extLst>
                <a:ext uri="{FF2B5EF4-FFF2-40B4-BE49-F238E27FC236}">
                  <a16:creationId xmlns:a16="http://schemas.microsoft.com/office/drawing/2014/main" id="{16C58682-AE35-412D-9814-1AC993C40193}"/>
                </a:ext>
              </a:extLst>
            </p:cNvPr>
            <p:cNvSpPr>
              <a:spLocks/>
            </p:cNvSpPr>
            <p:nvPr userDrawn="1"/>
          </p:nvSpPr>
          <p:spPr>
            <a:xfrm>
              <a:off x="431800" y="2838550"/>
              <a:ext cx="498229" cy="411225"/>
            </a:xfrm>
            <a:prstGeom prst="rect">
              <a:avLst/>
            </a:prstGeom>
            <a:solidFill>
              <a:srgbClr val="0C233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12</a:t>
              </a:r>
            </a:p>
            <a:p>
              <a:pPr algn="ctr"/>
              <a:r>
                <a:rPr lang="en-GB" sz="800" dirty="0">
                  <a:solidFill>
                    <a:schemeClr val="bg1"/>
                  </a:solidFill>
                </a:rPr>
                <a:t>35</a:t>
              </a:r>
            </a:p>
            <a:p>
              <a:pPr algn="ctr"/>
              <a:r>
                <a:rPr lang="en-GB" sz="800" dirty="0">
                  <a:solidFill>
                    <a:schemeClr val="bg1"/>
                  </a:solidFill>
                </a:rPr>
                <a:t>60</a:t>
              </a:r>
            </a:p>
          </p:txBody>
        </p:sp>
        <p:sp>
          <p:nvSpPr>
            <p:cNvPr id="31" name="Rectangle 30">
              <a:extLst>
                <a:ext uri="{FF2B5EF4-FFF2-40B4-BE49-F238E27FC236}">
                  <a16:creationId xmlns:a16="http://schemas.microsoft.com/office/drawing/2014/main" id="{EB84E864-7714-4B35-A11C-CEC6ACE57FDD}"/>
                </a:ext>
              </a:extLst>
            </p:cNvPr>
            <p:cNvSpPr>
              <a:spLocks/>
            </p:cNvSpPr>
            <p:nvPr userDrawn="1"/>
          </p:nvSpPr>
          <p:spPr>
            <a:xfrm>
              <a:off x="431800" y="3353112"/>
              <a:ext cx="498229" cy="411225"/>
            </a:xfrm>
            <a:prstGeom prst="rect">
              <a:avLst/>
            </a:prstGeom>
            <a:solidFill>
              <a:srgbClr val="ACEA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ysClr val="windowText" lastClr="000000"/>
                  </a:solidFill>
                </a:rPr>
                <a:t>172</a:t>
              </a:r>
            </a:p>
            <a:p>
              <a:pPr algn="ctr"/>
              <a:r>
                <a:rPr lang="en-GB" sz="800" dirty="0">
                  <a:solidFill>
                    <a:sysClr val="windowText" lastClr="000000"/>
                  </a:solidFill>
                </a:rPr>
                <a:t>234</a:t>
              </a:r>
            </a:p>
            <a:p>
              <a:pPr algn="ctr"/>
              <a:r>
                <a:rPr lang="en-GB" sz="800" dirty="0">
                  <a:solidFill>
                    <a:sysClr val="windowText" lastClr="000000"/>
                  </a:solidFill>
                </a:rPr>
                <a:t>255</a:t>
              </a:r>
            </a:p>
          </p:txBody>
        </p:sp>
        <p:sp>
          <p:nvSpPr>
            <p:cNvPr id="33" name="Rectangle 32">
              <a:extLst>
                <a:ext uri="{FF2B5EF4-FFF2-40B4-BE49-F238E27FC236}">
                  <a16:creationId xmlns:a16="http://schemas.microsoft.com/office/drawing/2014/main" id="{D9C9DB94-A023-463B-87CC-D56EDA60B7B2}"/>
                </a:ext>
              </a:extLst>
            </p:cNvPr>
            <p:cNvSpPr>
              <a:spLocks/>
            </p:cNvSpPr>
            <p:nvPr userDrawn="1"/>
          </p:nvSpPr>
          <p:spPr>
            <a:xfrm>
              <a:off x="431800" y="3864167"/>
              <a:ext cx="498229" cy="411225"/>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0</a:t>
              </a:r>
            </a:p>
            <a:p>
              <a:pPr algn="ctr"/>
              <a:r>
                <a:rPr lang="en-GB" sz="800" dirty="0">
                  <a:solidFill>
                    <a:schemeClr val="bg1"/>
                  </a:solidFill>
                </a:rPr>
                <a:t>184</a:t>
              </a:r>
            </a:p>
            <a:p>
              <a:pPr algn="ctr"/>
              <a:r>
                <a:rPr lang="en-GB" sz="800" dirty="0">
                  <a:solidFill>
                    <a:schemeClr val="bg1"/>
                  </a:solidFill>
                </a:rPr>
                <a:t>245</a:t>
              </a:r>
            </a:p>
          </p:txBody>
        </p:sp>
        <p:sp>
          <p:nvSpPr>
            <p:cNvPr id="34" name="Rectangle 33">
              <a:extLst>
                <a:ext uri="{FF2B5EF4-FFF2-40B4-BE49-F238E27FC236}">
                  <a16:creationId xmlns:a16="http://schemas.microsoft.com/office/drawing/2014/main" id="{70818289-F48A-4AAD-932A-D124C06F33CB}"/>
                </a:ext>
              </a:extLst>
            </p:cNvPr>
            <p:cNvSpPr>
              <a:spLocks/>
            </p:cNvSpPr>
            <p:nvPr userDrawn="1"/>
          </p:nvSpPr>
          <p:spPr>
            <a:xfrm>
              <a:off x="431800" y="4378727"/>
              <a:ext cx="498229" cy="411225"/>
            </a:xfrm>
            <a:prstGeom prst="rect">
              <a:avLst/>
            </a:prstGeom>
            <a:solidFill>
              <a:srgbClr val="7213E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114</a:t>
              </a:r>
            </a:p>
            <a:p>
              <a:pPr algn="ctr"/>
              <a:r>
                <a:rPr lang="en-GB" sz="800" dirty="0">
                  <a:solidFill>
                    <a:schemeClr val="bg1"/>
                  </a:solidFill>
                </a:rPr>
                <a:t>19</a:t>
              </a:r>
            </a:p>
            <a:p>
              <a:pPr algn="ctr"/>
              <a:r>
                <a:rPr lang="en-GB" sz="800" dirty="0">
                  <a:solidFill>
                    <a:schemeClr val="bg1"/>
                  </a:solidFill>
                </a:rPr>
                <a:t>234</a:t>
              </a:r>
            </a:p>
          </p:txBody>
        </p:sp>
        <p:sp>
          <p:nvSpPr>
            <p:cNvPr id="35" name="Rectangle 34">
              <a:extLst>
                <a:ext uri="{FF2B5EF4-FFF2-40B4-BE49-F238E27FC236}">
                  <a16:creationId xmlns:a16="http://schemas.microsoft.com/office/drawing/2014/main" id="{F59E4511-F558-44E0-8DD3-D17EFB8C6E18}"/>
                </a:ext>
              </a:extLst>
            </p:cNvPr>
            <p:cNvSpPr>
              <a:spLocks/>
            </p:cNvSpPr>
            <p:nvPr userDrawn="1"/>
          </p:nvSpPr>
          <p:spPr>
            <a:xfrm>
              <a:off x="431800" y="4886895"/>
              <a:ext cx="498229" cy="411225"/>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253</a:t>
              </a:r>
            </a:p>
            <a:p>
              <a:pPr algn="ctr"/>
              <a:r>
                <a:rPr lang="en-GB" sz="800" dirty="0">
                  <a:solidFill>
                    <a:schemeClr val="bg1"/>
                  </a:solidFill>
                </a:rPr>
                <a:t>52</a:t>
              </a:r>
            </a:p>
            <a:p>
              <a:pPr algn="ctr"/>
              <a:r>
                <a:rPr lang="en-GB" sz="800" dirty="0">
                  <a:solidFill>
                    <a:schemeClr val="bg1"/>
                  </a:solidFill>
                </a:rPr>
                <a:t>156</a:t>
              </a:r>
            </a:p>
          </p:txBody>
        </p:sp>
        <p:sp>
          <p:nvSpPr>
            <p:cNvPr id="36" name="TextBox 35">
              <a:extLst>
                <a:ext uri="{FF2B5EF4-FFF2-40B4-BE49-F238E27FC236}">
                  <a16:creationId xmlns:a16="http://schemas.microsoft.com/office/drawing/2014/main" id="{3448FA23-008F-4A21-BC6A-6185FCFC52D2}"/>
                </a:ext>
              </a:extLst>
            </p:cNvPr>
            <p:cNvSpPr txBox="1"/>
            <p:nvPr userDrawn="1"/>
          </p:nvSpPr>
          <p:spPr>
            <a:xfrm>
              <a:off x="1028090" y="2971948"/>
              <a:ext cx="561051" cy="153888"/>
            </a:xfrm>
            <a:prstGeom prst="rect">
              <a:avLst/>
            </a:prstGeom>
            <a:noFill/>
          </p:spPr>
          <p:txBody>
            <a:bodyPr wrap="none" lIns="0" tIns="0" rIns="0" bIns="0" rtlCol="0" anchor="ctr">
              <a:spAutoFit/>
            </a:bodyPr>
            <a:lstStyle/>
            <a:p>
              <a:pPr algn="l">
                <a:spcAft>
                  <a:spcPts val="600"/>
                </a:spcAft>
              </a:pPr>
              <a:r>
                <a:rPr lang="en-GB" sz="1000" dirty="0"/>
                <a:t>Dark Blue</a:t>
              </a:r>
            </a:p>
          </p:txBody>
        </p:sp>
        <p:sp>
          <p:nvSpPr>
            <p:cNvPr id="37" name="TextBox 36">
              <a:extLst>
                <a:ext uri="{FF2B5EF4-FFF2-40B4-BE49-F238E27FC236}">
                  <a16:creationId xmlns:a16="http://schemas.microsoft.com/office/drawing/2014/main" id="{BC720359-127E-405D-919C-083611C7A08A}"/>
                </a:ext>
              </a:extLst>
            </p:cNvPr>
            <p:cNvSpPr txBox="1"/>
            <p:nvPr userDrawn="1"/>
          </p:nvSpPr>
          <p:spPr>
            <a:xfrm>
              <a:off x="1028090" y="1949834"/>
              <a:ext cx="652423" cy="153888"/>
            </a:xfrm>
            <a:prstGeom prst="rect">
              <a:avLst/>
            </a:prstGeom>
            <a:noFill/>
          </p:spPr>
          <p:txBody>
            <a:bodyPr wrap="none" lIns="0" tIns="0" rIns="0" bIns="0" rtlCol="0" anchor="ctr">
              <a:spAutoFit/>
            </a:bodyPr>
            <a:lstStyle/>
            <a:p>
              <a:pPr algn="l">
                <a:spcAft>
                  <a:spcPts val="600"/>
                </a:spcAft>
              </a:pPr>
              <a:r>
                <a:rPr lang="en-GB" sz="1000" dirty="0"/>
                <a:t>KPMG blue</a:t>
              </a:r>
            </a:p>
          </p:txBody>
        </p:sp>
        <p:sp>
          <p:nvSpPr>
            <p:cNvPr id="38" name="TextBox 37">
              <a:extLst>
                <a:ext uri="{FF2B5EF4-FFF2-40B4-BE49-F238E27FC236}">
                  <a16:creationId xmlns:a16="http://schemas.microsoft.com/office/drawing/2014/main" id="{7C39E4F3-E153-4CC0-A276-C622A3204E0A}"/>
                </a:ext>
              </a:extLst>
            </p:cNvPr>
            <p:cNvSpPr txBox="1"/>
            <p:nvPr userDrawn="1"/>
          </p:nvSpPr>
          <p:spPr>
            <a:xfrm>
              <a:off x="1028090" y="3483005"/>
              <a:ext cx="565861" cy="153888"/>
            </a:xfrm>
            <a:prstGeom prst="rect">
              <a:avLst/>
            </a:prstGeom>
            <a:noFill/>
          </p:spPr>
          <p:txBody>
            <a:bodyPr wrap="none" lIns="0" tIns="0" rIns="0" bIns="0" rtlCol="0" anchor="ctr">
              <a:spAutoFit/>
            </a:bodyPr>
            <a:lstStyle/>
            <a:p>
              <a:pPr algn="l">
                <a:spcAft>
                  <a:spcPts val="600"/>
                </a:spcAft>
              </a:pPr>
              <a:r>
                <a:rPr lang="en-GB" sz="1000" dirty="0"/>
                <a:t>Light Blue</a:t>
              </a:r>
            </a:p>
          </p:txBody>
        </p:sp>
        <p:sp>
          <p:nvSpPr>
            <p:cNvPr id="39" name="TextBox 38">
              <a:extLst>
                <a:ext uri="{FF2B5EF4-FFF2-40B4-BE49-F238E27FC236}">
                  <a16:creationId xmlns:a16="http://schemas.microsoft.com/office/drawing/2014/main" id="{4DF54008-2462-4D42-8BCA-DA618813F8D4}"/>
                </a:ext>
              </a:extLst>
            </p:cNvPr>
            <p:cNvSpPr txBox="1"/>
            <p:nvPr userDrawn="1"/>
          </p:nvSpPr>
          <p:spPr>
            <a:xfrm>
              <a:off x="1028090" y="2460891"/>
              <a:ext cx="658835" cy="153888"/>
            </a:xfrm>
            <a:prstGeom prst="rect">
              <a:avLst/>
            </a:prstGeom>
            <a:noFill/>
          </p:spPr>
          <p:txBody>
            <a:bodyPr wrap="none" lIns="0" tIns="0" rIns="0" bIns="0" rtlCol="0" anchor="ctr">
              <a:spAutoFit/>
            </a:bodyPr>
            <a:lstStyle/>
            <a:p>
              <a:pPr algn="l">
                <a:spcAft>
                  <a:spcPts val="600"/>
                </a:spcAft>
              </a:pPr>
              <a:r>
                <a:rPr lang="en-GB" sz="1000" dirty="0"/>
                <a:t>Cobalt Blue</a:t>
              </a:r>
            </a:p>
          </p:txBody>
        </p:sp>
        <p:sp>
          <p:nvSpPr>
            <p:cNvPr id="40" name="TextBox 39">
              <a:extLst>
                <a:ext uri="{FF2B5EF4-FFF2-40B4-BE49-F238E27FC236}">
                  <a16:creationId xmlns:a16="http://schemas.microsoft.com/office/drawing/2014/main" id="{3F305D39-8E62-4075-BA1C-E1EB03EE2713}"/>
                </a:ext>
              </a:extLst>
            </p:cNvPr>
            <p:cNvSpPr txBox="1"/>
            <p:nvPr userDrawn="1"/>
          </p:nvSpPr>
          <p:spPr>
            <a:xfrm>
              <a:off x="1028090" y="3993446"/>
              <a:ext cx="666849" cy="153888"/>
            </a:xfrm>
            <a:prstGeom prst="rect">
              <a:avLst/>
            </a:prstGeom>
            <a:noFill/>
          </p:spPr>
          <p:txBody>
            <a:bodyPr wrap="none" lIns="0" tIns="0" rIns="0" bIns="0" rtlCol="0" anchor="ctr">
              <a:spAutoFit/>
            </a:bodyPr>
            <a:lstStyle/>
            <a:p>
              <a:pPr algn="l">
                <a:spcAft>
                  <a:spcPts val="600"/>
                </a:spcAft>
              </a:pPr>
              <a:r>
                <a:rPr lang="en-GB" sz="1000" dirty="0"/>
                <a:t>Pacific Blue</a:t>
              </a:r>
            </a:p>
          </p:txBody>
        </p:sp>
        <p:sp>
          <p:nvSpPr>
            <p:cNvPr id="41" name="TextBox 40">
              <a:extLst>
                <a:ext uri="{FF2B5EF4-FFF2-40B4-BE49-F238E27FC236}">
                  <a16:creationId xmlns:a16="http://schemas.microsoft.com/office/drawing/2014/main" id="{BA2CA773-E86A-4B8F-ADA0-2CB9E1BA2E5D}"/>
                </a:ext>
              </a:extLst>
            </p:cNvPr>
            <p:cNvSpPr txBox="1"/>
            <p:nvPr userDrawn="1"/>
          </p:nvSpPr>
          <p:spPr>
            <a:xfrm>
              <a:off x="1028090" y="4504503"/>
              <a:ext cx="368691" cy="153888"/>
            </a:xfrm>
            <a:prstGeom prst="rect">
              <a:avLst/>
            </a:prstGeom>
            <a:noFill/>
          </p:spPr>
          <p:txBody>
            <a:bodyPr wrap="none" lIns="0" tIns="0" rIns="0" bIns="0" rtlCol="0" anchor="ctr">
              <a:spAutoFit/>
            </a:bodyPr>
            <a:lstStyle/>
            <a:p>
              <a:pPr algn="l">
                <a:spcAft>
                  <a:spcPts val="600"/>
                </a:spcAft>
              </a:pPr>
              <a:r>
                <a:rPr lang="en-GB" sz="1000" dirty="0"/>
                <a:t>Purple</a:t>
              </a:r>
            </a:p>
          </p:txBody>
        </p:sp>
        <p:sp>
          <p:nvSpPr>
            <p:cNvPr id="42" name="TextBox 41">
              <a:extLst>
                <a:ext uri="{FF2B5EF4-FFF2-40B4-BE49-F238E27FC236}">
                  <a16:creationId xmlns:a16="http://schemas.microsoft.com/office/drawing/2014/main" id="{DE021187-04CC-4668-8F96-790FD0271481}"/>
                </a:ext>
              </a:extLst>
            </p:cNvPr>
            <p:cNvSpPr txBox="1"/>
            <p:nvPr userDrawn="1"/>
          </p:nvSpPr>
          <p:spPr>
            <a:xfrm>
              <a:off x="1028090" y="5015563"/>
              <a:ext cx="248466" cy="153888"/>
            </a:xfrm>
            <a:prstGeom prst="rect">
              <a:avLst/>
            </a:prstGeom>
            <a:noFill/>
          </p:spPr>
          <p:txBody>
            <a:bodyPr wrap="none" lIns="0" tIns="0" rIns="0" bIns="0" rtlCol="0" anchor="ctr">
              <a:spAutoFit/>
            </a:bodyPr>
            <a:lstStyle/>
            <a:p>
              <a:pPr algn="l">
                <a:spcAft>
                  <a:spcPts val="600"/>
                </a:spcAft>
              </a:pPr>
              <a:r>
                <a:rPr lang="en-GB" sz="1000" dirty="0"/>
                <a:t>Pink</a:t>
              </a:r>
            </a:p>
          </p:txBody>
        </p:sp>
      </p:grpSp>
      <p:grpSp>
        <p:nvGrpSpPr>
          <p:cNvPr id="43" name="Group 42">
            <a:extLst>
              <a:ext uri="{FF2B5EF4-FFF2-40B4-BE49-F238E27FC236}">
                <a16:creationId xmlns:a16="http://schemas.microsoft.com/office/drawing/2014/main" id="{376D7BA7-F988-4666-909E-7464B1E670A4}"/>
              </a:ext>
            </a:extLst>
          </p:cNvPr>
          <p:cNvGrpSpPr/>
          <p:nvPr userDrawn="1"/>
        </p:nvGrpSpPr>
        <p:grpSpPr>
          <a:xfrm>
            <a:off x="2237283" y="1435485"/>
            <a:ext cx="1648146" cy="4377197"/>
            <a:chOff x="2007613" y="1435485"/>
            <a:chExt cx="1648146" cy="4377197"/>
          </a:xfrm>
        </p:grpSpPr>
        <p:sp>
          <p:nvSpPr>
            <p:cNvPr id="44" name="TextBox 43">
              <a:extLst>
                <a:ext uri="{FF2B5EF4-FFF2-40B4-BE49-F238E27FC236}">
                  <a16:creationId xmlns:a16="http://schemas.microsoft.com/office/drawing/2014/main" id="{BC1060C3-3C0F-479A-93CB-2EE23BCD7FEC}"/>
                </a:ext>
              </a:extLst>
            </p:cNvPr>
            <p:cNvSpPr txBox="1"/>
            <p:nvPr userDrawn="1"/>
          </p:nvSpPr>
          <p:spPr>
            <a:xfrm>
              <a:off x="2007613" y="1435485"/>
              <a:ext cx="1648146" cy="276999"/>
            </a:xfrm>
            <a:prstGeom prst="rect">
              <a:avLst/>
            </a:prstGeom>
            <a:noFill/>
          </p:spPr>
          <p:txBody>
            <a:bodyPr wrap="square" lIns="0" tIns="0" rIns="0" bIns="0" rtlCol="0">
              <a:spAutoFit/>
            </a:bodyPr>
            <a:lstStyle/>
            <a:p>
              <a:pPr algn="l">
                <a:spcAft>
                  <a:spcPts val="600"/>
                </a:spcAft>
              </a:pPr>
              <a:r>
                <a:rPr lang="en-US" sz="900" b="1" dirty="0">
                  <a:solidFill>
                    <a:sysClr val="windowText" lastClr="000000"/>
                  </a:solidFill>
                </a:rPr>
                <a:t>Accent Colors for Infographics and charts only</a:t>
              </a:r>
            </a:p>
          </p:txBody>
        </p:sp>
        <p:sp>
          <p:nvSpPr>
            <p:cNvPr id="45" name="Rectangle 44">
              <a:extLst>
                <a:ext uri="{FF2B5EF4-FFF2-40B4-BE49-F238E27FC236}">
                  <a16:creationId xmlns:a16="http://schemas.microsoft.com/office/drawing/2014/main" id="{3335F361-87F0-48D7-BB28-F86DB0E6AC27}"/>
                </a:ext>
              </a:extLst>
            </p:cNvPr>
            <p:cNvSpPr>
              <a:spLocks/>
            </p:cNvSpPr>
            <p:nvPr userDrawn="1"/>
          </p:nvSpPr>
          <p:spPr>
            <a:xfrm>
              <a:off x="2007613" y="1809934"/>
              <a:ext cx="498229" cy="411225"/>
            </a:xfrm>
            <a:prstGeom prst="rect">
              <a:avLst/>
            </a:prstGeom>
            <a:solidFill>
              <a:srgbClr val="76D2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ysClr val="windowText" lastClr="000000"/>
                  </a:solidFill>
                </a:rPr>
                <a:t>118</a:t>
              </a:r>
            </a:p>
            <a:p>
              <a:pPr algn="ctr"/>
              <a:r>
                <a:rPr lang="en-GB" sz="800" dirty="0">
                  <a:solidFill>
                    <a:sysClr val="windowText" lastClr="000000"/>
                  </a:solidFill>
                </a:rPr>
                <a:t>210</a:t>
              </a:r>
            </a:p>
            <a:p>
              <a:pPr algn="ctr"/>
              <a:r>
                <a:rPr lang="en-GB" sz="800" dirty="0">
                  <a:solidFill>
                    <a:sysClr val="windowText" lastClr="000000"/>
                  </a:solidFill>
                </a:rPr>
                <a:t>255</a:t>
              </a:r>
            </a:p>
          </p:txBody>
        </p:sp>
        <p:sp>
          <p:nvSpPr>
            <p:cNvPr id="46" name="TextBox 45">
              <a:extLst>
                <a:ext uri="{FF2B5EF4-FFF2-40B4-BE49-F238E27FC236}">
                  <a16:creationId xmlns:a16="http://schemas.microsoft.com/office/drawing/2014/main" id="{74B604A4-6C82-4717-8A43-3F0A9CFE3675}"/>
                </a:ext>
              </a:extLst>
            </p:cNvPr>
            <p:cNvSpPr txBox="1"/>
            <p:nvPr userDrawn="1"/>
          </p:nvSpPr>
          <p:spPr>
            <a:xfrm>
              <a:off x="2657529" y="1936324"/>
              <a:ext cx="254878" cy="153888"/>
            </a:xfrm>
            <a:prstGeom prst="rect">
              <a:avLst/>
            </a:prstGeom>
            <a:noFill/>
          </p:spPr>
          <p:txBody>
            <a:bodyPr wrap="none" lIns="0" tIns="0" rIns="0" bIns="0" rtlCol="0" anchor="ctr">
              <a:spAutoFit/>
            </a:bodyPr>
            <a:lstStyle/>
            <a:p>
              <a:pPr algn="l">
                <a:spcAft>
                  <a:spcPts val="600"/>
                </a:spcAft>
              </a:pPr>
              <a:r>
                <a:rPr lang="en-GB" sz="1000" dirty="0"/>
                <a:t>Blue</a:t>
              </a:r>
            </a:p>
          </p:txBody>
        </p:sp>
        <p:sp>
          <p:nvSpPr>
            <p:cNvPr id="47" name="Rectangle 46">
              <a:extLst>
                <a:ext uri="{FF2B5EF4-FFF2-40B4-BE49-F238E27FC236}">
                  <a16:creationId xmlns:a16="http://schemas.microsoft.com/office/drawing/2014/main" id="{E9A7B845-E279-4827-B3F5-EE88BCD7970D}"/>
                </a:ext>
              </a:extLst>
            </p:cNvPr>
            <p:cNvSpPr>
              <a:spLocks/>
            </p:cNvSpPr>
            <p:nvPr userDrawn="1"/>
          </p:nvSpPr>
          <p:spPr>
            <a:xfrm>
              <a:off x="2007613" y="2320484"/>
              <a:ext cx="498229" cy="411225"/>
            </a:xfrm>
            <a:prstGeom prst="rect">
              <a:avLst/>
            </a:prstGeom>
            <a:solidFill>
              <a:srgbClr val="510DB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81</a:t>
              </a:r>
            </a:p>
            <a:p>
              <a:pPr algn="ctr"/>
              <a:r>
                <a:rPr lang="en-GB" sz="800" dirty="0">
                  <a:solidFill>
                    <a:schemeClr val="bg1"/>
                  </a:solidFill>
                </a:rPr>
                <a:t>13</a:t>
              </a:r>
            </a:p>
            <a:p>
              <a:pPr algn="ctr"/>
              <a:r>
                <a:rPr lang="en-GB" sz="800" dirty="0">
                  <a:solidFill>
                    <a:schemeClr val="bg1"/>
                  </a:solidFill>
                </a:rPr>
                <a:t>188</a:t>
              </a:r>
            </a:p>
          </p:txBody>
        </p:sp>
        <p:sp>
          <p:nvSpPr>
            <p:cNvPr id="48" name="Rectangle 47">
              <a:extLst>
                <a:ext uri="{FF2B5EF4-FFF2-40B4-BE49-F238E27FC236}">
                  <a16:creationId xmlns:a16="http://schemas.microsoft.com/office/drawing/2014/main" id="{4A90F216-5807-405C-8D10-CD867A982C59}"/>
                </a:ext>
              </a:extLst>
            </p:cNvPr>
            <p:cNvSpPr>
              <a:spLocks/>
            </p:cNvSpPr>
            <p:nvPr userDrawn="1"/>
          </p:nvSpPr>
          <p:spPr>
            <a:xfrm>
              <a:off x="2007613" y="2835046"/>
              <a:ext cx="498229" cy="411225"/>
            </a:xfrm>
            <a:prstGeom prst="rect">
              <a:avLst/>
            </a:prstGeom>
            <a:solidFill>
              <a:srgbClr val="B497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180</a:t>
              </a:r>
            </a:p>
            <a:p>
              <a:pPr algn="ctr"/>
              <a:r>
                <a:rPr lang="en-GB" sz="800" dirty="0">
                  <a:solidFill>
                    <a:schemeClr val="bg1"/>
                  </a:solidFill>
                </a:rPr>
                <a:t>151</a:t>
              </a:r>
            </a:p>
            <a:p>
              <a:pPr algn="ctr"/>
              <a:r>
                <a:rPr lang="en-GB" sz="800" dirty="0">
                  <a:solidFill>
                    <a:schemeClr val="bg1"/>
                  </a:solidFill>
                </a:rPr>
                <a:t>255</a:t>
              </a:r>
            </a:p>
          </p:txBody>
        </p:sp>
        <p:sp>
          <p:nvSpPr>
            <p:cNvPr id="49" name="Rectangle 48">
              <a:extLst>
                <a:ext uri="{FF2B5EF4-FFF2-40B4-BE49-F238E27FC236}">
                  <a16:creationId xmlns:a16="http://schemas.microsoft.com/office/drawing/2014/main" id="{E0A2DCA7-A9C2-4CC3-89F5-2BDFBCF3D89D}"/>
                </a:ext>
              </a:extLst>
            </p:cNvPr>
            <p:cNvSpPr>
              <a:spLocks/>
            </p:cNvSpPr>
            <p:nvPr userDrawn="1"/>
          </p:nvSpPr>
          <p:spPr>
            <a:xfrm>
              <a:off x="2007613" y="3349607"/>
              <a:ext cx="498229" cy="411225"/>
            </a:xfrm>
            <a:prstGeom prst="rect">
              <a:avLst/>
            </a:prstGeom>
            <a:solidFill>
              <a:srgbClr val="AB0D8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171</a:t>
              </a:r>
            </a:p>
            <a:p>
              <a:pPr algn="ctr"/>
              <a:r>
                <a:rPr lang="en-GB" sz="800" dirty="0">
                  <a:solidFill>
                    <a:schemeClr val="bg1"/>
                  </a:solidFill>
                </a:rPr>
                <a:t>13</a:t>
              </a:r>
            </a:p>
            <a:p>
              <a:pPr algn="ctr"/>
              <a:r>
                <a:rPr lang="en-GB" sz="800" dirty="0">
                  <a:solidFill>
                    <a:schemeClr val="bg1"/>
                  </a:solidFill>
                </a:rPr>
                <a:t>130</a:t>
              </a:r>
            </a:p>
          </p:txBody>
        </p:sp>
        <p:sp>
          <p:nvSpPr>
            <p:cNvPr id="50" name="Rectangle 49">
              <a:extLst>
                <a:ext uri="{FF2B5EF4-FFF2-40B4-BE49-F238E27FC236}">
                  <a16:creationId xmlns:a16="http://schemas.microsoft.com/office/drawing/2014/main" id="{FEEFA968-8540-4166-9452-A264FA919022}"/>
                </a:ext>
              </a:extLst>
            </p:cNvPr>
            <p:cNvSpPr>
              <a:spLocks/>
            </p:cNvSpPr>
            <p:nvPr userDrawn="1"/>
          </p:nvSpPr>
          <p:spPr>
            <a:xfrm>
              <a:off x="2007613" y="3864169"/>
              <a:ext cx="498229" cy="411225"/>
            </a:xfrm>
            <a:prstGeom prst="rect">
              <a:avLst/>
            </a:prstGeom>
            <a:solidFill>
              <a:srgbClr val="FFA3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ysClr val="windowText" lastClr="000000"/>
                  </a:solidFill>
                </a:rPr>
                <a:t>255</a:t>
              </a:r>
            </a:p>
            <a:p>
              <a:pPr algn="ctr"/>
              <a:r>
                <a:rPr lang="en-GB" sz="800" dirty="0">
                  <a:solidFill>
                    <a:sysClr val="windowText" lastClr="000000"/>
                  </a:solidFill>
                </a:rPr>
                <a:t>163</a:t>
              </a:r>
            </a:p>
            <a:p>
              <a:pPr algn="ctr"/>
              <a:r>
                <a:rPr lang="en-GB" sz="800" dirty="0">
                  <a:solidFill>
                    <a:sysClr val="windowText" lastClr="000000"/>
                  </a:solidFill>
                </a:rPr>
                <a:t>218</a:t>
              </a:r>
            </a:p>
          </p:txBody>
        </p:sp>
        <p:sp>
          <p:nvSpPr>
            <p:cNvPr id="51" name="Rectangle 50">
              <a:extLst>
                <a:ext uri="{FF2B5EF4-FFF2-40B4-BE49-F238E27FC236}">
                  <a16:creationId xmlns:a16="http://schemas.microsoft.com/office/drawing/2014/main" id="{3F53EE44-8E9F-4230-ADA7-72C736B7CEE6}"/>
                </a:ext>
              </a:extLst>
            </p:cNvPr>
            <p:cNvSpPr>
              <a:spLocks/>
            </p:cNvSpPr>
            <p:nvPr userDrawn="1"/>
          </p:nvSpPr>
          <p:spPr>
            <a:xfrm>
              <a:off x="2007613" y="4378729"/>
              <a:ext cx="498229" cy="411225"/>
            </a:xfrm>
            <a:prstGeom prst="rect">
              <a:avLst/>
            </a:prstGeom>
            <a:solidFill>
              <a:srgbClr val="098E7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9</a:t>
              </a:r>
            </a:p>
            <a:p>
              <a:pPr algn="ctr"/>
              <a:r>
                <a:rPr lang="en-GB" sz="800" dirty="0">
                  <a:solidFill>
                    <a:schemeClr val="bg1"/>
                  </a:solidFill>
                </a:rPr>
                <a:t>142</a:t>
              </a:r>
            </a:p>
            <a:p>
              <a:pPr algn="ctr"/>
              <a:r>
                <a:rPr lang="en-GB" sz="800" dirty="0">
                  <a:solidFill>
                    <a:schemeClr val="bg1"/>
                  </a:solidFill>
                </a:rPr>
                <a:t>126</a:t>
              </a:r>
            </a:p>
          </p:txBody>
        </p:sp>
        <p:sp>
          <p:nvSpPr>
            <p:cNvPr id="52" name="Rectangle 51">
              <a:extLst>
                <a:ext uri="{FF2B5EF4-FFF2-40B4-BE49-F238E27FC236}">
                  <a16:creationId xmlns:a16="http://schemas.microsoft.com/office/drawing/2014/main" id="{0BDDB377-D7F9-41DE-B077-AC2F3F904393}"/>
                </a:ext>
              </a:extLst>
            </p:cNvPr>
            <p:cNvSpPr>
              <a:spLocks/>
            </p:cNvSpPr>
            <p:nvPr userDrawn="1"/>
          </p:nvSpPr>
          <p:spPr>
            <a:xfrm>
              <a:off x="2007613" y="4886897"/>
              <a:ext cx="498229" cy="411225"/>
            </a:xfrm>
            <a:prstGeom prst="rect">
              <a:avLst/>
            </a:prstGeom>
            <a:solidFill>
              <a:srgbClr val="00C0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0</a:t>
              </a:r>
            </a:p>
            <a:p>
              <a:pPr algn="ctr"/>
              <a:r>
                <a:rPr lang="en-GB" sz="800" dirty="0">
                  <a:solidFill>
                    <a:schemeClr val="bg1"/>
                  </a:solidFill>
                </a:rPr>
                <a:t>192</a:t>
              </a:r>
            </a:p>
            <a:p>
              <a:pPr algn="ctr"/>
              <a:r>
                <a:rPr lang="en-GB" sz="800" dirty="0">
                  <a:solidFill>
                    <a:schemeClr val="bg1"/>
                  </a:solidFill>
                </a:rPr>
                <a:t>174</a:t>
              </a:r>
            </a:p>
          </p:txBody>
        </p:sp>
        <p:sp>
          <p:nvSpPr>
            <p:cNvPr id="53" name="Rectangle 52">
              <a:extLst>
                <a:ext uri="{FF2B5EF4-FFF2-40B4-BE49-F238E27FC236}">
                  <a16:creationId xmlns:a16="http://schemas.microsoft.com/office/drawing/2014/main" id="{714BD556-167D-4EC4-8115-9FBAED75518F}"/>
                </a:ext>
              </a:extLst>
            </p:cNvPr>
            <p:cNvSpPr>
              <a:spLocks/>
            </p:cNvSpPr>
            <p:nvPr userDrawn="1"/>
          </p:nvSpPr>
          <p:spPr>
            <a:xfrm>
              <a:off x="2007613" y="5401457"/>
              <a:ext cx="498229" cy="411225"/>
            </a:xfrm>
            <a:prstGeom prst="rect">
              <a:avLst/>
            </a:prstGeom>
            <a:solidFill>
              <a:srgbClr val="63EB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accent3"/>
                  </a:solidFill>
                </a:rPr>
                <a:t>99</a:t>
              </a:r>
            </a:p>
            <a:p>
              <a:pPr algn="ctr"/>
              <a:r>
                <a:rPr lang="en-GB" sz="800" dirty="0">
                  <a:solidFill>
                    <a:schemeClr val="accent3"/>
                  </a:solidFill>
                </a:rPr>
                <a:t>235</a:t>
              </a:r>
            </a:p>
            <a:p>
              <a:pPr algn="ctr"/>
              <a:r>
                <a:rPr lang="en-GB" sz="800" dirty="0">
                  <a:solidFill>
                    <a:schemeClr val="accent3"/>
                  </a:solidFill>
                </a:rPr>
                <a:t>218</a:t>
              </a:r>
            </a:p>
          </p:txBody>
        </p:sp>
        <p:sp>
          <p:nvSpPr>
            <p:cNvPr id="54" name="TextBox 53">
              <a:extLst>
                <a:ext uri="{FF2B5EF4-FFF2-40B4-BE49-F238E27FC236}">
                  <a16:creationId xmlns:a16="http://schemas.microsoft.com/office/drawing/2014/main" id="{99FF26D7-88CE-41A4-BB14-85032BEFA3A6}"/>
                </a:ext>
              </a:extLst>
            </p:cNvPr>
            <p:cNvSpPr txBox="1"/>
            <p:nvPr userDrawn="1"/>
          </p:nvSpPr>
          <p:spPr>
            <a:xfrm>
              <a:off x="2657529" y="3483005"/>
              <a:ext cx="554639" cy="153888"/>
            </a:xfrm>
            <a:prstGeom prst="rect">
              <a:avLst/>
            </a:prstGeom>
            <a:noFill/>
          </p:spPr>
          <p:txBody>
            <a:bodyPr wrap="none" lIns="0" tIns="0" rIns="0" bIns="0" rtlCol="0" anchor="ctr">
              <a:spAutoFit/>
            </a:bodyPr>
            <a:lstStyle/>
            <a:p>
              <a:pPr algn="l">
                <a:spcAft>
                  <a:spcPts val="600"/>
                </a:spcAft>
              </a:pPr>
              <a:r>
                <a:rPr lang="en-GB" sz="1000" dirty="0"/>
                <a:t>Dark Pink</a:t>
              </a:r>
            </a:p>
          </p:txBody>
        </p:sp>
        <p:sp>
          <p:nvSpPr>
            <p:cNvPr id="55" name="TextBox 54">
              <a:extLst>
                <a:ext uri="{FF2B5EF4-FFF2-40B4-BE49-F238E27FC236}">
                  <a16:creationId xmlns:a16="http://schemas.microsoft.com/office/drawing/2014/main" id="{908EAC3E-37E0-4D96-8F99-BFD1D5E7E14D}"/>
                </a:ext>
              </a:extLst>
            </p:cNvPr>
            <p:cNvSpPr txBox="1"/>
            <p:nvPr userDrawn="1"/>
          </p:nvSpPr>
          <p:spPr>
            <a:xfrm>
              <a:off x="2657529" y="2460891"/>
              <a:ext cx="674865" cy="153888"/>
            </a:xfrm>
            <a:prstGeom prst="rect">
              <a:avLst/>
            </a:prstGeom>
            <a:noFill/>
          </p:spPr>
          <p:txBody>
            <a:bodyPr wrap="none" lIns="0" tIns="0" rIns="0" bIns="0" rtlCol="0" anchor="ctr">
              <a:spAutoFit/>
            </a:bodyPr>
            <a:lstStyle/>
            <a:p>
              <a:pPr algn="l">
                <a:spcAft>
                  <a:spcPts val="600"/>
                </a:spcAft>
              </a:pPr>
              <a:r>
                <a:rPr lang="en-GB" sz="1000" dirty="0"/>
                <a:t>Dark Purple</a:t>
              </a:r>
            </a:p>
          </p:txBody>
        </p:sp>
        <p:sp>
          <p:nvSpPr>
            <p:cNvPr id="56" name="TextBox 55">
              <a:extLst>
                <a:ext uri="{FF2B5EF4-FFF2-40B4-BE49-F238E27FC236}">
                  <a16:creationId xmlns:a16="http://schemas.microsoft.com/office/drawing/2014/main" id="{5F77B255-8418-4436-A58A-558711D968FD}"/>
                </a:ext>
              </a:extLst>
            </p:cNvPr>
            <p:cNvSpPr txBox="1"/>
            <p:nvPr userDrawn="1"/>
          </p:nvSpPr>
          <p:spPr>
            <a:xfrm>
              <a:off x="2657529" y="3994062"/>
              <a:ext cx="559449" cy="153888"/>
            </a:xfrm>
            <a:prstGeom prst="rect">
              <a:avLst/>
            </a:prstGeom>
            <a:noFill/>
          </p:spPr>
          <p:txBody>
            <a:bodyPr wrap="none" lIns="0" tIns="0" rIns="0" bIns="0" rtlCol="0" anchor="ctr">
              <a:spAutoFit/>
            </a:bodyPr>
            <a:lstStyle/>
            <a:p>
              <a:pPr algn="l">
                <a:spcAft>
                  <a:spcPts val="600"/>
                </a:spcAft>
              </a:pPr>
              <a:r>
                <a:rPr lang="en-GB" sz="1000" dirty="0"/>
                <a:t>Light Pink</a:t>
              </a:r>
            </a:p>
          </p:txBody>
        </p:sp>
        <p:sp>
          <p:nvSpPr>
            <p:cNvPr id="57" name="TextBox 56">
              <a:extLst>
                <a:ext uri="{FF2B5EF4-FFF2-40B4-BE49-F238E27FC236}">
                  <a16:creationId xmlns:a16="http://schemas.microsoft.com/office/drawing/2014/main" id="{01E008D5-E3F8-4131-A8F5-831027FCB80A}"/>
                </a:ext>
              </a:extLst>
            </p:cNvPr>
            <p:cNvSpPr txBox="1"/>
            <p:nvPr userDrawn="1"/>
          </p:nvSpPr>
          <p:spPr>
            <a:xfrm>
              <a:off x="2657529" y="4505119"/>
              <a:ext cx="660437" cy="153888"/>
            </a:xfrm>
            <a:prstGeom prst="rect">
              <a:avLst/>
            </a:prstGeom>
            <a:noFill/>
          </p:spPr>
          <p:txBody>
            <a:bodyPr wrap="none" lIns="0" tIns="0" rIns="0" bIns="0" rtlCol="0" anchor="ctr">
              <a:spAutoFit/>
            </a:bodyPr>
            <a:lstStyle/>
            <a:p>
              <a:pPr algn="l">
                <a:spcAft>
                  <a:spcPts val="600"/>
                </a:spcAft>
              </a:pPr>
              <a:r>
                <a:rPr lang="en-GB" sz="1000" dirty="0"/>
                <a:t>Dark Green</a:t>
              </a:r>
            </a:p>
          </p:txBody>
        </p:sp>
        <p:sp>
          <p:nvSpPr>
            <p:cNvPr id="58" name="TextBox 57">
              <a:extLst>
                <a:ext uri="{FF2B5EF4-FFF2-40B4-BE49-F238E27FC236}">
                  <a16:creationId xmlns:a16="http://schemas.microsoft.com/office/drawing/2014/main" id="{3F865C62-77EC-494F-AC78-71694BD76491}"/>
                </a:ext>
              </a:extLst>
            </p:cNvPr>
            <p:cNvSpPr txBox="1"/>
            <p:nvPr userDrawn="1"/>
          </p:nvSpPr>
          <p:spPr>
            <a:xfrm>
              <a:off x="2657529" y="2971948"/>
              <a:ext cx="679673" cy="153888"/>
            </a:xfrm>
            <a:prstGeom prst="rect">
              <a:avLst/>
            </a:prstGeom>
            <a:noFill/>
          </p:spPr>
          <p:txBody>
            <a:bodyPr wrap="none" lIns="0" tIns="0" rIns="0" bIns="0" rtlCol="0" anchor="ctr">
              <a:spAutoFit/>
            </a:bodyPr>
            <a:lstStyle/>
            <a:p>
              <a:pPr algn="l">
                <a:spcAft>
                  <a:spcPts val="600"/>
                </a:spcAft>
              </a:pPr>
              <a:r>
                <a:rPr lang="en-GB" sz="1000" dirty="0"/>
                <a:t>Light Purple</a:t>
              </a:r>
            </a:p>
          </p:txBody>
        </p:sp>
        <p:sp>
          <p:nvSpPr>
            <p:cNvPr id="59" name="TextBox 58">
              <a:extLst>
                <a:ext uri="{FF2B5EF4-FFF2-40B4-BE49-F238E27FC236}">
                  <a16:creationId xmlns:a16="http://schemas.microsoft.com/office/drawing/2014/main" id="{AF507AF3-D767-4145-8ED2-02982BC91823}"/>
                </a:ext>
              </a:extLst>
            </p:cNvPr>
            <p:cNvSpPr txBox="1"/>
            <p:nvPr userDrawn="1"/>
          </p:nvSpPr>
          <p:spPr>
            <a:xfrm>
              <a:off x="2657529" y="5016176"/>
              <a:ext cx="354264" cy="153888"/>
            </a:xfrm>
            <a:prstGeom prst="rect">
              <a:avLst/>
            </a:prstGeom>
            <a:noFill/>
          </p:spPr>
          <p:txBody>
            <a:bodyPr wrap="none" lIns="0" tIns="0" rIns="0" bIns="0" rtlCol="0" anchor="ctr">
              <a:spAutoFit/>
            </a:bodyPr>
            <a:lstStyle/>
            <a:p>
              <a:pPr algn="l">
                <a:spcAft>
                  <a:spcPts val="600"/>
                </a:spcAft>
              </a:pPr>
              <a:r>
                <a:rPr lang="en-GB" sz="1000" dirty="0"/>
                <a:t>Green</a:t>
              </a:r>
            </a:p>
          </p:txBody>
        </p:sp>
        <p:sp>
          <p:nvSpPr>
            <p:cNvPr id="60" name="TextBox 59">
              <a:extLst>
                <a:ext uri="{FF2B5EF4-FFF2-40B4-BE49-F238E27FC236}">
                  <a16:creationId xmlns:a16="http://schemas.microsoft.com/office/drawing/2014/main" id="{1DDCB9E0-92E0-4DB1-A590-422C38C09273}"/>
                </a:ext>
              </a:extLst>
            </p:cNvPr>
            <p:cNvSpPr txBox="1"/>
            <p:nvPr userDrawn="1"/>
          </p:nvSpPr>
          <p:spPr>
            <a:xfrm>
              <a:off x="2657529" y="5527233"/>
              <a:ext cx="665247" cy="153888"/>
            </a:xfrm>
            <a:prstGeom prst="rect">
              <a:avLst/>
            </a:prstGeom>
            <a:noFill/>
          </p:spPr>
          <p:txBody>
            <a:bodyPr wrap="none" lIns="0" tIns="0" rIns="0" bIns="0" rtlCol="0" anchor="ctr">
              <a:spAutoFit/>
            </a:bodyPr>
            <a:lstStyle/>
            <a:p>
              <a:pPr algn="l">
                <a:spcAft>
                  <a:spcPts val="600"/>
                </a:spcAft>
              </a:pPr>
              <a:r>
                <a:rPr lang="en-GB" sz="1000" dirty="0"/>
                <a:t>Light Green</a:t>
              </a:r>
            </a:p>
          </p:txBody>
        </p:sp>
      </p:grpSp>
      <p:grpSp>
        <p:nvGrpSpPr>
          <p:cNvPr id="61" name="Group 60">
            <a:extLst>
              <a:ext uri="{FF2B5EF4-FFF2-40B4-BE49-F238E27FC236}">
                <a16:creationId xmlns:a16="http://schemas.microsoft.com/office/drawing/2014/main" id="{8742FD4D-73C5-4A6D-9EE3-CB45975651B2}"/>
              </a:ext>
            </a:extLst>
          </p:cNvPr>
          <p:cNvGrpSpPr/>
          <p:nvPr userDrawn="1"/>
        </p:nvGrpSpPr>
        <p:grpSpPr>
          <a:xfrm>
            <a:off x="4264308" y="1435485"/>
            <a:ext cx="1500577" cy="3357790"/>
            <a:chOff x="3842071" y="1435485"/>
            <a:chExt cx="1500577" cy="3357790"/>
          </a:xfrm>
        </p:grpSpPr>
        <p:sp>
          <p:nvSpPr>
            <p:cNvPr id="62" name="TextBox 61">
              <a:extLst>
                <a:ext uri="{FF2B5EF4-FFF2-40B4-BE49-F238E27FC236}">
                  <a16:creationId xmlns:a16="http://schemas.microsoft.com/office/drawing/2014/main" id="{1C57A480-B606-4DD1-8D3C-DE158BE7BD5C}"/>
                </a:ext>
              </a:extLst>
            </p:cNvPr>
            <p:cNvSpPr txBox="1"/>
            <p:nvPr userDrawn="1"/>
          </p:nvSpPr>
          <p:spPr>
            <a:xfrm>
              <a:off x="3842071" y="1435485"/>
              <a:ext cx="1500577" cy="276999"/>
            </a:xfrm>
            <a:prstGeom prst="rect">
              <a:avLst/>
            </a:prstGeom>
            <a:noFill/>
          </p:spPr>
          <p:txBody>
            <a:bodyPr wrap="square" lIns="0" tIns="0" rIns="0" bIns="0" rtlCol="0">
              <a:spAutoFit/>
            </a:bodyPr>
            <a:lstStyle/>
            <a:p>
              <a:pPr algn="l">
                <a:spcAft>
                  <a:spcPts val="600"/>
                </a:spcAft>
              </a:pPr>
              <a:r>
                <a:rPr lang="en-US" sz="900" b="1" dirty="0">
                  <a:solidFill>
                    <a:sysClr val="windowText" lastClr="000000"/>
                  </a:solidFill>
                </a:rPr>
                <a:t>Neutrals for Infographics and charts only </a:t>
              </a:r>
            </a:p>
          </p:txBody>
        </p:sp>
        <p:sp>
          <p:nvSpPr>
            <p:cNvPr id="63" name="Rectangle 62">
              <a:extLst>
                <a:ext uri="{FF2B5EF4-FFF2-40B4-BE49-F238E27FC236}">
                  <a16:creationId xmlns:a16="http://schemas.microsoft.com/office/drawing/2014/main" id="{16F784C5-C471-4F17-9339-14EAFD43619E}"/>
                </a:ext>
              </a:extLst>
            </p:cNvPr>
            <p:cNvSpPr>
              <a:spLocks/>
            </p:cNvSpPr>
            <p:nvPr userDrawn="1"/>
          </p:nvSpPr>
          <p:spPr>
            <a:xfrm>
              <a:off x="3842071" y="1809427"/>
              <a:ext cx="498229" cy="411225"/>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51</a:t>
              </a:r>
            </a:p>
            <a:p>
              <a:pPr algn="ctr"/>
              <a:r>
                <a:rPr lang="en-GB" sz="800" dirty="0">
                  <a:solidFill>
                    <a:schemeClr val="bg1"/>
                  </a:solidFill>
                </a:rPr>
                <a:t>51</a:t>
              </a:r>
            </a:p>
            <a:p>
              <a:pPr algn="ctr"/>
              <a:r>
                <a:rPr lang="en-GB" sz="800" dirty="0">
                  <a:solidFill>
                    <a:schemeClr val="bg1"/>
                  </a:solidFill>
                </a:rPr>
                <a:t>51</a:t>
              </a:r>
            </a:p>
          </p:txBody>
        </p:sp>
        <p:sp>
          <p:nvSpPr>
            <p:cNvPr id="64" name="Rectangle 63">
              <a:extLst>
                <a:ext uri="{FF2B5EF4-FFF2-40B4-BE49-F238E27FC236}">
                  <a16:creationId xmlns:a16="http://schemas.microsoft.com/office/drawing/2014/main" id="{78800130-0010-43BD-9A59-D5736437F99D}"/>
                </a:ext>
              </a:extLst>
            </p:cNvPr>
            <p:cNvSpPr>
              <a:spLocks/>
            </p:cNvSpPr>
            <p:nvPr userDrawn="1"/>
          </p:nvSpPr>
          <p:spPr>
            <a:xfrm>
              <a:off x="3842071" y="2323989"/>
              <a:ext cx="498229" cy="411225"/>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102</a:t>
              </a:r>
            </a:p>
            <a:p>
              <a:pPr algn="ctr"/>
              <a:r>
                <a:rPr lang="en-GB" sz="800" dirty="0">
                  <a:solidFill>
                    <a:schemeClr val="bg1"/>
                  </a:solidFill>
                </a:rPr>
                <a:t>102</a:t>
              </a:r>
            </a:p>
            <a:p>
              <a:pPr algn="ctr"/>
              <a:r>
                <a:rPr lang="en-GB" sz="800" dirty="0">
                  <a:solidFill>
                    <a:schemeClr val="bg1"/>
                  </a:solidFill>
                </a:rPr>
                <a:t>102</a:t>
              </a:r>
            </a:p>
            <a:p>
              <a:pPr algn="ctr"/>
              <a:r>
                <a:rPr lang="en-GB" sz="800" dirty="0">
                  <a:solidFill>
                    <a:schemeClr val="bg1"/>
                  </a:solidFill>
                </a:rPr>
                <a:t>102</a:t>
              </a:r>
            </a:p>
            <a:p>
              <a:pPr algn="ctr"/>
              <a:endParaRPr lang="en-GB" sz="800" dirty="0">
                <a:solidFill>
                  <a:schemeClr val="bg1"/>
                </a:solidFill>
              </a:endParaRPr>
            </a:p>
          </p:txBody>
        </p:sp>
        <p:sp>
          <p:nvSpPr>
            <p:cNvPr id="65" name="Rectangle 64">
              <a:extLst>
                <a:ext uri="{FF2B5EF4-FFF2-40B4-BE49-F238E27FC236}">
                  <a16:creationId xmlns:a16="http://schemas.microsoft.com/office/drawing/2014/main" id="{E5B3F059-6423-4220-85D1-ECEBD7452A31}"/>
                </a:ext>
              </a:extLst>
            </p:cNvPr>
            <p:cNvSpPr>
              <a:spLocks/>
            </p:cNvSpPr>
            <p:nvPr userDrawn="1"/>
          </p:nvSpPr>
          <p:spPr>
            <a:xfrm>
              <a:off x="3842071" y="2838550"/>
              <a:ext cx="498229" cy="411225"/>
            </a:xfrm>
            <a:prstGeom prst="rect">
              <a:avLst/>
            </a:prstGeom>
            <a:solidFill>
              <a:srgbClr val="989898"/>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152</a:t>
              </a:r>
            </a:p>
            <a:p>
              <a:pPr algn="ctr"/>
              <a:r>
                <a:rPr lang="en-GB" sz="800" dirty="0">
                  <a:solidFill>
                    <a:schemeClr val="bg1"/>
                  </a:solidFill>
                </a:rPr>
                <a:t>152</a:t>
              </a:r>
            </a:p>
            <a:p>
              <a:pPr algn="ctr"/>
              <a:r>
                <a:rPr lang="en-GB" sz="800" dirty="0">
                  <a:solidFill>
                    <a:schemeClr val="bg1"/>
                  </a:solidFill>
                </a:rPr>
                <a:t>152</a:t>
              </a:r>
            </a:p>
          </p:txBody>
        </p:sp>
        <p:sp>
          <p:nvSpPr>
            <p:cNvPr id="66" name="Rectangle 65">
              <a:extLst>
                <a:ext uri="{FF2B5EF4-FFF2-40B4-BE49-F238E27FC236}">
                  <a16:creationId xmlns:a16="http://schemas.microsoft.com/office/drawing/2014/main" id="{FA0F1CED-D754-4851-9E05-0AC4EF15B853}"/>
                </a:ext>
              </a:extLst>
            </p:cNvPr>
            <p:cNvSpPr>
              <a:spLocks/>
            </p:cNvSpPr>
            <p:nvPr userDrawn="1"/>
          </p:nvSpPr>
          <p:spPr>
            <a:xfrm>
              <a:off x="3842071" y="3353112"/>
              <a:ext cx="498229" cy="411225"/>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ysClr val="windowText" lastClr="000000"/>
                  </a:solidFill>
                </a:rPr>
                <a:t>178</a:t>
              </a:r>
            </a:p>
            <a:p>
              <a:pPr algn="ctr"/>
              <a:r>
                <a:rPr lang="en-GB" sz="800" dirty="0">
                  <a:solidFill>
                    <a:sysClr val="windowText" lastClr="000000"/>
                  </a:solidFill>
                </a:rPr>
                <a:t>178</a:t>
              </a:r>
            </a:p>
            <a:p>
              <a:pPr algn="ctr"/>
              <a:r>
                <a:rPr lang="en-GB" sz="800" dirty="0">
                  <a:solidFill>
                    <a:sysClr val="windowText" lastClr="000000"/>
                  </a:solidFill>
                </a:rPr>
                <a:t>178</a:t>
              </a:r>
            </a:p>
          </p:txBody>
        </p:sp>
        <p:sp>
          <p:nvSpPr>
            <p:cNvPr id="67" name="Rectangle 66">
              <a:extLst>
                <a:ext uri="{FF2B5EF4-FFF2-40B4-BE49-F238E27FC236}">
                  <a16:creationId xmlns:a16="http://schemas.microsoft.com/office/drawing/2014/main" id="{E0740997-FA82-48D9-9C0A-60D2ED5545CB}"/>
                </a:ext>
              </a:extLst>
            </p:cNvPr>
            <p:cNvSpPr>
              <a:spLocks/>
            </p:cNvSpPr>
            <p:nvPr userDrawn="1"/>
          </p:nvSpPr>
          <p:spPr>
            <a:xfrm>
              <a:off x="3842071" y="3867672"/>
              <a:ext cx="498229" cy="411225"/>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tx1"/>
                  </a:solidFill>
                </a:rPr>
                <a:t>229</a:t>
              </a:r>
            </a:p>
            <a:p>
              <a:pPr algn="ctr"/>
              <a:r>
                <a:rPr lang="en-GB" sz="800" dirty="0">
                  <a:solidFill>
                    <a:schemeClr val="tx1"/>
                  </a:solidFill>
                </a:rPr>
                <a:t>229</a:t>
              </a:r>
            </a:p>
            <a:p>
              <a:pPr algn="ctr"/>
              <a:r>
                <a:rPr lang="en-GB" sz="800" dirty="0">
                  <a:solidFill>
                    <a:schemeClr val="tx1"/>
                  </a:solidFill>
                </a:rPr>
                <a:t>229</a:t>
              </a:r>
            </a:p>
          </p:txBody>
        </p:sp>
        <p:sp>
          <p:nvSpPr>
            <p:cNvPr id="68" name="TextBox 67">
              <a:extLst>
                <a:ext uri="{FF2B5EF4-FFF2-40B4-BE49-F238E27FC236}">
                  <a16:creationId xmlns:a16="http://schemas.microsoft.com/office/drawing/2014/main" id="{6BBCECD7-F11C-4934-B786-E4D69C8D1FF5}"/>
                </a:ext>
              </a:extLst>
            </p:cNvPr>
            <p:cNvSpPr txBox="1"/>
            <p:nvPr userDrawn="1"/>
          </p:nvSpPr>
          <p:spPr>
            <a:xfrm>
              <a:off x="4455842" y="2971948"/>
              <a:ext cx="383118" cy="153888"/>
            </a:xfrm>
            <a:prstGeom prst="rect">
              <a:avLst/>
            </a:prstGeom>
            <a:noFill/>
          </p:spPr>
          <p:txBody>
            <a:bodyPr wrap="none" lIns="0" tIns="0" rIns="0" bIns="0" rtlCol="0" anchor="ctr">
              <a:spAutoFit/>
            </a:bodyPr>
            <a:lstStyle/>
            <a:p>
              <a:pPr algn="l">
                <a:spcAft>
                  <a:spcPts val="600"/>
                </a:spcAft>
              </a:pPr>
              <a:r>
                <a:rPr lang="en-GB" sz="1000" dirty="0"/>
                <a:t>Grey 3</a:t>
              </a:r>
            </a:p>
          </p:txBody>
        </p:sp>
        <p:sp>
          <p:nvSpPr>
            <p:cNvPr id="69" name="TextBox 68">
              <a:extLst>
                <a:ext uri="{FF2B5EF4-FFF2-40B4-BE49-F238E27FC236}">
                  <a16:creationId xmlns:a16="http://schemas.microsoft.com/office/drawing/2014/main" id="{CA72EB82-FEC0-494E-990C-FC388AFF380F}"/>
                </a:ext>
              </a:extLst>
            </p:cNvPr>
            <p:cNvSpPr txBox="1"/>
            <p:nvPr userDrawn="1"/>
          </p:nvSpPr>
          <p:spPr>
            <a:xfrm>
              <a:off x="4455842" y="1949834"/>
              <a:ext cx="383118" cy="153888"/>
            </a:xfrm>
            <a:prstGeom prst="rect">
              <a:avLst/>
            </a:prstGeom>
            <a:noFill/>
          </p:spPr>
          <p:txBody>
            <a:bodyPr wrap="none" lIns="0" tIns="0" rIns="0" bIns="0" rtlCol="0" anchor="ctr">
              <a:spAutoFit/>
            </a:bodyPr>
            <a:lstStyle/>
            <a:p>
              <a:pPr algn="l">
                <a:spcAft>
                  <a:spcPts val="600"/>
                </a:spcAft>
              </a:pPr>
              <a:r>
                <a:rPr lang="en-GB" sz="1000" dirty="0"/>
                <a:t>Grey 1</a:t>
              </a:r>
            </a:p>
          </p:txBody>
        </p:sp>
        <p:sp>
          <p:nvSpPr>
            <p:cNvPr id="70" name="TextBox 69">
              <a:extLst>
                <a:ext uri="{FF2B5EF4-FFF2-40B4-BE49-F238E27FC236}">
                  <a16:creationId xmlns:a16="http://schemas.microsoft.com/office/drawing/2014/main" id="{F200AEF1-A91B-4302-9237-8FAD545E8D2C}"/>
                </a:ext>
              </a:extLst>
            </p:cNvPr>
            <p:cNvSpPr txBox="1"/>
            <p:nvPr userDrawn="1"/>
          </p:nvSpPr>
          <p:spPr>
            <a:xfrm>
              <a:off x="4455842" y="3483005"/>
              <a:ext cx="383118" cy="153888"/>
            </a:xfrm>
            <a:prstGeom prst="rect">
              <a:avLst/>
            </a:prstGeom>
            <a:noFill/>
          </p:spPr>
          <p:txBody>
            <a:bodyPr wrap="none" lIns="0" tIns="0" rIns="0" bIns="0" rtlCol="0" anchor="ctr">
              <a:spAutoFit/>
            </a:bodyPr>
            <a:lstStyle/>
            <a:p>
              <a:pPr algn="l">
                <a:spcAft>
                  <a:spcPts val="600"/>
                </a:spcAft>
              </a:pPr>
              <a:r>
                <a:rPr lang="en-GB" sz="1000" dirty="0"/>
                <a:t>Grey 4</a:t>
              </a:r>
            </a:p>
          </p:txBody>
        </p:sp>
        <p:sp>
          <p:nvSpPr>
            <p:cNvPr id="71" name="TextBox 70">
              <a:extLst>
                <a:ext uri="{FF2B5EF4-FFF2-40B4-BE49-F238E27FC236}">
                  <a16:creationId xmlns:a16="http://schemas.microsoft.com/office/drawing/2014/main" id="{539D18EE-90FF-4E5E-A08B-B10AE2C06151}"/>
                </a:ext>
              </a:extLst>
            </p:cNvPr>
            <p:cNvSpPr txBox="1"/>
            <p:nvPr userDrawn="1"/>
          </p:nvSpPr>
          <p:spPr>
            <a:xfrm>
              <a:off x="4455842" y="3994062"/>
              <a:ext cx="383118" cy="153888"/>
            </a:xfrm>
            <a:prstGeom prst="rect">
              <a:avLst/>
            </a:prstGeom>
            <a:noFill/>
          </p:spPr>
          <p:txBody>
            <a:bodyPr wrap="none" lIns="0" tIns="0" rIns="0" bIns="0" rtlCol="0" anchor="ctr">
              <a:spAutoFit/>
            </a:bodyPr>
            <a:lstStyle/>
            <a:p>
              <a:pPr algn="l">
                <a:spcAft>
                  <a:spcPts val="600"/>
                </a:spcAft>
              </a:pPr>
              <a:r>
                <a:rPr lang="en-GB" sz="1000" dirty="0"/>
                <a:t>Grey 5</a:t>
              </a:r>
            </a:p>
          </p:txBody>
        </p:sp>
        <p:sp>
          <p:nvSpPr>
            <p:cNvPr id="72" name="TextBox 71">
              <a:extLst>
                <a:ext uri="{FF2B5EF4-FFF2-40B4-BE49-F238E27FC236}">
                  <a16:creationId xmlns:a16="http://schemas.microsoft.com/office/drawing/2014/main" id="{9B702DFC-3763-40E5-9D3F-F6CCA2101F9B}"/>
                </a:ext>
              </a:extLst>
            </p:cNvPr>
            <p:cNvSpPr txBox="1"/>
            <p:nvPr userDrawn="1"/>
          </p:nvSpPr>
          <p:spPr>
            <a:xfrm>
              <a:off x="4455842" y="2460891"/>
              <a:ext cx="383118" cy="153888"/>
            </a:xfrm>
            <a:prstGeom prst="rect">
              <a:avLst/>
            </a:prstGeom>
            <a:noFill/>
          </p:spPr>
          <p:txBody>
            <a:bodyPr wrap="none" lIns="0" tIns="0" rIns="0" bIns="0" rtlCol="0" anchor="ctr">
              <a:spAutoFit/>
            </a:bodyPr>
            <a:lstStyle/>
            <a:p>
              <a:pPr algn="l">
                <a:spcAft>
                  <a:spcPts val="600"/>
                </a:spcAft>
              </a:pPr>
              <a:r>
                <a:rPr lang="en-GB" sz="1000" dirty="0"/>
                <a:t>Grey 2</a:t>
              </a:r>
            </a:p>
          </p:txBody>
        </p:sp>
        <p:sp>
          <p:nvSpPr>
            <p:cNvPr id="73" name="Rectangle 72">
              <a:extLst>
                <a:ext uri="{FF2B5EF4-FFF2-40B4-BE49-F238E27FC236}">
                  <a16:creationId xmlns:a16="http://schemas.microsoft.com/office/drawing/2014/main" id="{B100E486-6869-4606-80CB-8DDAEC604BBA}"/>
                </a:ext>
              </a:extLst>
            </p:cNvPr>
            <p:cNvSpPr>
              <a:spLocks/>
            </p:cNvSpPr>
            <p:nvPr userDrawn="1"/>
          </p:nvSpPr>
          <p:spPr>
            <a:xfrm>
              <a:off x="3842071" y="4382050"/>
              <a:ext cx="498229" cy="411225"/>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tx1"/>
                  </a:solidFill>
                </a:rPr>
                <a:t>255</a:t>
              </a:r>
            </a:p>
            <a:p>
              <a:pPr algn="ctr"/>
              <a:r>
                <a:rPr lang="en-GB" sz="800" dirty="0">
                  <a:solidFill>
                    <a:schemeClr val="tx1"/>
                  </a:solidFill>
                </a:rPr>
                <a:t>255</a:t>
              </a:r>
            </a:p>
            <a:p>
              <a:pPr algn="ctr"/>
              <a:r>
                <a:rPr lang="en-GB" sz="800" dirty="0">
                  <a:solidFill>
                    <a:schemeClr val="tx1"/>
                  </a:solidFill>
                </a:rPr>
                <a:t>255</a:t>
              </a:r>
            </a:p>
          </p:txBody>
        </p:sp>
        <p:sp>
          <p:nvSpPr>
            <p:cNvPr id="74" name="TextBox 73">
              <a:extLst>
                <a:ext uri="{FF2B5EF4-FFF2-40B4-BE49-F238E27FC236}">
                  <a16:creationId xmlns:a16="http://schemas.microsoft.com/office/drawing/2014/main" id="{BFC5A060-16C0-437F-ABBC-D317FDE11F09}"/>
                </a:ext>
              </a:extLst>
            </p:cNvPr>
            <p:cNvSpPr txBox="1"/>
            <p:nvPr userDrawn="1"/>
          </p:nvSpPr>
          <p:spPr>
            <a:xfrm>
              <a:off x="4455842" y="4508440"/>
              <a:ext cx="327013" cy="153888"/>
            </a:xfrm>
            <a:prstGeom prst="rect">
              <a:avLst/>
            </a:prstGeom>
            <a:noFill/>
          </p:spPr>
          <p:txBody>
            <a:bodyPr wrap="none" lIns="0" tIns="0" rIns="0" bIns="0" rtlCol="0" anchor="ctr">
              <a:spAutoFit/>
            </a:bodyPr>
            <a:lstStyle/>
            <a:p>
              <a:pPr algn="l">
                <a:spcAft>
                  <a:spcPts val="600"/>
                </a:spcAft>
              </a:pPr>
              <a:r>
                <a:rPr lang="en-GB" sz="1000" dirty="0"/>
                <a:t>White</a:t>
              </a:r>
            </a:p>
          </p:txBody>
        </p:sp>
      </p:grpSp>
      <p:sp>
        <p:nvSpPr>
          <p:cNvPr id="75" name="Rectangle 74">
            <a:extLst>
              <a:ext uri="{FF2B5EF4-FFF2-40B4-BE49-F238E27FC236}">
                <a16:creationId xmlns:a16="http://schemas.microsoft.com/office/drawing/2014/main" id="{7C47067D-6D7D-4614-B396-55BF762EEA52}"/>
              </a:ext>
            </a:extLst>
          </p:cNvPr>
          <p:cNvSpPr/>
          <p:nvPr userDrawn="1"/>
        </p:nvSpPr>
        <p:spPr>
          <a:xfrm>
            <a:off x="6088251" y="2801733"/>
            <a:ext cx="839614" cy="411225"/>
          </a:xfrm>
          <a:prstGeom prst="rect">
            <a:avLst/>
          </a:prstGeom>
          <a:gradFill>
            <a:gsLst>
              <a:gs pos="100000">
                <a:schemeClr val="accent1"/>
              </a:gs>
              <a:gs pos="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endParaRPr lang="en-GB" sz="900" dirty="0">
              <a:solidFill>
                <a:schemeClr val="bg1"/>
              </a:solidFill>
            </a:endParaRPr>
          </a:p>
        </p:txBody>
      </p:sp>
      <p:sp>
        <p:nvSpPr>
          <p:cNvPr id="76" name="Rectangle 75">
            <a:extLst>
              <a:ext uri="{FF2B5EF4-FFF2-40B4-BE49-F238E27FC236}">
                <a16:creationId xmlns:a16="http://schemas.microsoft.com/office/drawing/2014/main" id="{F1E20DB8-4C5C-4EB5-B83B-D8CCBF35FBB5}"/>
              </a:ext>
            </a:extLst>
          </p:cNvPr>
          <p:cNvSpPr/>
          <p:nvPr userDrawn="1"/>
        </p:nvSpPr>
        <p:spPr>
          <a:xfrm>
            <a:off x="7686023" y="2801733"/>
            <a:ext cx="839614" cy="411225"/>
          </a:xfrm>
          <a:prstGeom prst="rect">
            <a:avLst/>
          </a:prstGeom>
          <a:gradFill>
            <a:gsLst>
              <a:gs pos="100000">
                <a:srgbClr val="ACEAFF"/>
              </a:gs>
              <a:gs pos="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endParaRPr lang="en-GB" sz="900" dirty="0">
              <a:solidFill>
                <a:schemeClr val="bg1"/>
              </a:solidFill>
            </a:endParaRPr>
          </a:p>
        </p:txBody>
      </p:sp>
      <p:sp>
        <p:nvSpPr>
          <p:cNvPr id="77" name="TextBox 76">
            <a:extLst>
              <a:ext uri="{FF2B5EF4-FFF2-40B4-BE49-F238E27FC236}">
                <a16:creationId xmlns:a16="http://schemas.microsoft.com/office/drawing/2014/main" id="{8CBA3CFC-8261-410A-8137-9E8FF7099DA9}"/>
              </a:ext>
            </a:extLst>
          </p:cNvPr>
          <p:cNvSpPr txBox="1"/>
          <p:nvPr userDrawn="1"/>
        </p:nvSpPr>
        <p:spPr>
          <a:xfrm>
            <a:off x="6088251" y="3257608"/>
            <a:ext cx="1147750" cy="138499"/>
          </a:xfrm>
          <a:prstGeom prst="rect">
            <a:avLst/>
          </a:prstGeom>
          <a:noFill/>
        </p:spPr>
        <p:txBody>
          <a:bodyPr wrap="square" lIns="0" tIns="0" rIns="0" bIns="0" rtlCol="0" anchor="t">
            <a:noAutofit/>
          </a:bodyPr>
          <a:lstStyle/>
          <a:p>
            <a:pPr algn="l">
              <a:spcAft>
                <a:spcPts val="600"/>
              </a:spcAft>
            </a:pPr>
            <a:r>
              <a:rPr lang="en-GB" sz="900" dirty="0"/>
              <a:t>Purple/Cobalt gradient</a:t>
            </a:r>
          </a:p>
        </p:txBody>
      </p:sp>
      <p:sp>
        <p:nvSpPr>
          <p:cNvPr id="78" name="TextBox 77">
            <a:extLst>
              <a:ext uri="{FF2B5EF4-FFF2-40B4-BE49-F238E27FC236}">
                <a16:creationId xmlns:a16="http://schemas.microsoft.com/office/drawing/2014/main" id="{9CFC3585-ABFA-4AE6-A10E-EEDCCDD34C22}"/>
              </a:ext>
            </a:extLst>
          </p:cNvPr>
          <p:cNvSpPr txBox="1"/>
          <p:nvPr userDrawn="1"/>
        </p:nvSpPr>
        <p:spPr>
          <a:xfrm>
            <a:off x="7671088" y="3257608"/>
            <a:ext cx="1333698" cy="138499"/>
          </a:xfrm>
          <a:prstGeom prst="rect">
            <a:avLst/>
          </a:prstGeom>
          <a:noFill/>
        </p:spPr>
        <p:txBody>
          <a:bodyPr wrap="square" lIns="0" tIns="0" rIns="0" bIns="0" rtlCol="0" anchor="t">
            <a:noAutofit/>
          </a:bodyPr>
          <a:lstStyle/>
          <a:p>
            <a:pPr algn="l">
              <a:spcAft>
                <a:spcPts val="600"/>
              </a:spcAft>
            </a:pPr>
            <a:r>
              <a:rPr lang="en-GB" sz="900" dirty="0"/>
              <a:t>Pacific/Light Blue gradient</a:t>
            </a:r>
          </a:p>
        </p:txBody>
      </p:sp>
      <p:sp>
        <p:nvSpPr>
          <p:cNvPr id="79" name="TextBox 78">
            <a:extLst>
              <a:ext uri="{FF2B5EF4-FFF2-40B4-BE49-F238E27FC236}">
                <a16:creationId xmlns:a16="http://schemas.microsoft.com/office/drawing/2014/main" id="{F82566FC-9890-4B72-BE08-8CFEB585DB07}"/>
              </a:ext>
            </a:extLst>
          </p:cNvPr>
          <p:cNvSpPr txBox="1"/>
          <p:nvPr userDrawn="1"/>
        </p:nvSpPr>
        <p:spPr>
          <a:xfrm>
            <a:off x="6088250" y="1404112"/>
            <a:ext cx="3318943" cy="1300356"/>
          </a:xfrm>
          <a:prstGeom prst="rect">
            <a:avLst/>
          </a:prstGeom>
          <a:noFill/>
        </p:spPr>
        <p:txBody>
          <a:bodyPr wrap="square" lIns="0" tIns="0" rIns="0" bIns="0" rtlCol="0">
            <a:spAutoFit/>
          </a:bodyPr>
          <a:lstStyle/>
          <a:p>
            <a:pPr algn="l">
              <a:spcAft>
                <a:spcPts val="300"/>
              </a:spcAft>
            </a:pPr>
            <a:r>
              <a:rPr lang="en-US" sz="900" b="1" dirty="0">
                <a:solidFill>
                  <a:sysClr val="windowText" lastClr="000000"/>
                </a:solidFill>
              </a:rPr>
              <a:t>Gradients</a:t>
            </a:r>
          </a:p>
          <a:p>
            <a:pPr marL="171450" indent="-171450" algn="l">
              <a:spcAft>
                <a:spcPts val="300"/>
              </a:spcAft>
              <a:buFont typeface="Arial" panose="020B0604020202020204" pitchFamily="34" charset="0"/>
              <a:buChar char="•"/>
            </a:pPr>
            <a:r>
              <a:rPr lang="en-GB" sz="900" b="0" dirty="0">
                <a:solidFill>
                  <a:sysClr val="windowText" lastClr="000000"/>
                </a:solidFill>
              </a:rPr>
              <a:t>The colors are applied at both ends of the gradient, at 0% and 100%locations</a:t>
            </a:r>
          </a:p>
          <a:p>
            <a:pPr marL="171450" indent="-171450" algn="l">
              <a:spcAft>
                <a:spcPts val="300"/>
              </a:spcAft>
              <a:buFont typeface="Arial" panose="020B0604020202020204" pitchFamily="34" charset="0"/>
              <a:buChar char="•"/>
            </a:pPr>
            <a:r>
              <a:rPr lang="en-GB" sz="900" b="0" dirty="0">
                <a:solidFill>
                  <a:sysClr val="windowText" lastClr="000000"/>
                </a:solidFill>
              </a:rPr>
              <a:t>The mid-point is at 50%</a:t>
            </a:r>
          </a:p>
          <a:p>
            <a:pPr marL="171450" indent="-171450" algn="l">
              <a:spcAft>
                <a:spcPts val="300"/>
              </a:spcAft>
              <a:buFont typeface="Arial" panose="020B0604020202020204" pitchFamily="34" charset="0"/>
              <a:buChar char="•"/>
            </a:pPr>
            <a:r>
              <a:rPr lang="en-GB" sz="900" b="0" dirty="0">
                <a:solidFill>
                  <a:sysClr val="windowText" lastClr="000000"/>
                </a:solidFill>
              </a:rPr>
              <a:t>The gradients are used at a 0º angle</a:t>
            </a:r>
          </a:p>
          <a:p>
            <a:pPr marL="171450" indent="-171450" algn="l">
              <a:spcAft>
                <a:spcPts val="300"/>
              </a:spcAft>
              <a:buFont typeface="Arial" panose="020B0604020202020204" pitchFamily="34" charset="0"/>
              <a:buChar char="•"/>
            </a:pPr>
            <a:r>
              <a:rPr lang="en-GB" sz="900" b="0" dirty="0">
                <a:solidFill>
                  <a:sysClr val="windowText" lastClr="000000"/>
                </a:solidFill>
              </a:rPr>
              <a:t>Use the linear gradient, never radial</a:t>
            </a:r>
          </a:p>
          <a:p>
            <a:pPr marL="171450" indent="-171450" algn="l">
              <a:spcAft>
                <a:spcPts val="300"/>
              </a:spcAft>
              <a:buFont typeface="Arial" panose="020B0604020202020204" pitchFamily="34" charset="0"/>
              <a:buChar char="•"/>
            </a:pPr>
            <a:r>
              <a:rPr lang="en-GB" sz="900" b="0" dirty="0">
                <a:solidFill>
                  <a:sysClr val="windowText" lastClr="000000"/>
                </a:solidFill>
              </a:rPr>
              <a:t>Do not create new gradients; use only the gradients shown here</a:t>
            </a:r>
            <a:endParaRPr lang="en-US" sz="900" b="0" dirty="0">
              <a:solidFill>
                <a:sysClr val="windowText" lastClr="000000"/>
              </a:solidFill>
            </a:endParaRPr>
          </a:p>
        </p:txBody>
      </p:sp>
      <p:sp>
        <p:nvSpPr>
          <p:cNvPr id="80" name="TextBox 79">
            <a:extLst>
              <a:ext uri="{FF2B5EF4-FFF2-40B4-BE49-F238E27FC236}">
                <a16:creationId xmlns:a16="http://schemas.microsoft.com/office/drawing/2014/main" id="{B8F5D1B3-C998-4ACA-9985-7436032C658D}"/>
              </a:ext>
            </a:extLst>
          </p:cNvPr>
          <p:cNvSpPr txBox="1"/>
          <p:nvPr userDrawn="1"/>
        </p:nvSpPr>
        <p:spPr>
          <a:xfrm>
            <a:off x="6088252" y="3614651"/>
            <a:ext cx="1077218" cy="138499"/>
          </a:xfrm>
          <a:prstGeom prst="rect">
            <a:avLst/>
          </a:prstGeom>
          <a:noFill/>
        </p:spPr>
        <p:txBody>
          <a:bodyPr wrap="square" lIns="0" tIns="0" rIns="0" bIns="0" rtlCol="0">
            <a:spAutoFit/>
          </a:bodyPr>
          <a:lstStyle/>
          <a:p>
            <a:pPr algn="l">
              <a:spcAft>
                <a:spcPts val="600"/>
              </a:spcAft>
            </a:pPr>
            <a:r>
              <a:rPr lang="en-US" sz="900" b="1" dirty="0">
                <a:solidFill>
                  <a:sysClr val="windowText" lastClr="000000"/>
                </a:solidFill>
              </a:rPr>
              <a:t>Traffic Light Palette</a:t>
            </a:r>
            <a:endParaRPr lang="en-US" sz="900" b="0" dirty="0">
              <a:solidFill>
                <a:sysClr val="windowText" lastClr="000000"/>
              </a:solidFill>
            </a:endParaRPr>
          </a:p>
        </p:txBody>
      </p:sp>
      <p:sp>
        <p:nvSpPr>
          <p:cNvPr id="81" name="Rectangle 80">
            <a:extLst>
              <a:ext uri="{FF2B5EF4-FFF2-40B4-BE49-F238E27FC236}">
                <a16:creationId xmlns:a16="http://schemas.microsoft.com/office/drawing/2014/main" id="{7A19278E-80D6-4EAE-9C16-04A195593FCD}"/>
              </a:ext>
            </a:extLst>
          </p:cNvPr>
          <p:cNvSpPr>
            <a:spLocks/>
          </p:cNvSpPr>
          <p:nvPr userDrawn="1"/>
        </p:nvSpPr>
        <p:spPr>
          <a:xfrm>
            <a:off x="7781625" y="3867251"/>
            <a:ext cx="651210" cy="411225"/>
          </a:xfrm>
          <a:prstGeom prst="rect">
            <a:avLst/>
          </a:prstGeom>
          <a:solidFill>
            <a:srgbClr val="26992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38</a:t>
            </a:r>
          </a:p>
          <a:p>
            <a:pPr algn="ctr"/>
            <a:r>
              <a:rPr lang="en-GB" sz="800" dirty="0">
                <a:solidFill>
                  <a:schemeClr val="bg1"/>
                </a:solidFill>
              </a:rPr>
              <a:t>153</a:t>
            </a:r>
          </a:p>
          <a:p>
            <a:pPr algn="ctr"/>
            <a:r>
              <a:rPr lang="en-GB" sz="800" dirty="0">
                <a:solidFill>
                  <a:schemeClr val="bg1"/>
                </a:solidFill>
              </a:rPr>
              <a:t>36</a:t>
            </a:r>
          </a:p>
        </p:txBody>
      </p:sp>
      <p:sp>
        <p:nvSpPr>
          <p:cNvPr id="82" name="Rectangle 81">
            <a:extLst>
              <a:ext uri="{FF2B5EF4-FFF2-40B4-BE49-F238E27FC236}">
                <a16:creationId xmlns:a16="http://schemas.microsoft.com/office/drawing/2014/main" id="{78D6DEF7-07C8-4597-A905-842B08D28F0A}"/>
              </a:ext>
            </a:extLst>
          </p:cNvPr>
          <p:cNvSpPr>
            <a:spLocks/>
          </p:cNvSpPr>
          <p:nvPr userDrawn="1"/>
        </p:nvSpPr>
        <p:spPr>
          <a:xfrm>
            <a:off x="6934938" y="3867251"/>
            <a:ext cx="651210" cy="411225"/>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241</a:t>
            </a:r>
          </a:p>
          <a:p>
            <a:pPr algn="ctr"/>
            <a:r>
              <a:rPr lang="en-GB" sz="800" dirty="0">
                <a:solidFill>
                  <a:schemeClr val="bg1"/>
                </a:solidFill>
              </a:rPr>
              <a:t>196</a:t>
            </a:r>
          </a:p>
          <a:p>
            <a:pPr algn="ctr"/>
            <a:r>
              <a:rPr lang="en-GB" sz="800" dirty="0">
                <a:solidFill>
                  <a:schemeClr val="bg1"/>
                </a:solidFill>
              </a:rPr>
              <a:t>77</a:t>
            </a:r>
          </a:p>
        </p:txBody>
      </p:sp>
      <p:sp>
        <p:nvSpPr>
          <p:cNvPr id="83" name="Rectangle 82">
            <a:extLst>
              <a:ext uri="{FF2B5EF4-FFF2-40B4-BE49-F238E27FC236}">
                <a16:creationId xmlns:a16="http://schemas.microsoft.com/office/drawing/2014/main" id="{809EF0A9-6427-4B0B-9951-B942321353CB}"/>
              </a:ext>
            </a:extLst>
          </p:cNvPr>
          <p:cNvSpPr>
            <a:spLocks/>
          </p:cNvSpPr>
          <p:nvPr userDrawn="1"/>
        </p:nvSpPr>
        <p:spPr>
          <a:xfrm>
            <a:off x="6088252" y="3867251"/>
            <a:ext cx="651210" cy="411225"/>
          </a:xfrm>
          <a:prstGeom prst="rect">
            <a:avLst/>
          </a:prstGeom>
          <a:solidFill>
            <a:srgbClr val="ED212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237</a:t>
            </a:r>
          </a:p>
          <a:p>
            <a:pPr algn="ctr"/>
            <a:r>
              <a:rPr lang="en-GB" sz="800" dirty="0">
                <a:solidFill>
                  <a:schemeClr val="bg1"/>
                </a:solidFill>
              </a:rPr>
              <a:t>33</a:t>
            </a:r>
          </a:p>
          <a:p>
            <a:pPr algn="ctr"/>
            <a:r>
              <a:rPr lang="en-GB" sz="800" dirty="0">
                <a:solidFill>
                  <a:schemeClr val="bg1"/>
                </a:solidFill>
              </a:rPr>
              <a:t>36</a:t>
            </a:r>
          </a:p>
        </p:txBody>
      </p:sp>
      <p:sp>
        <p:nvSpPr>
          <p:cNvPr id="84" name="TextBox 83">
            <a:extLst>
              <a:ext uri="{FF2B5EF4-FFF2-40B4-BE49-F238E27FC236}">
                <a16:creationId xmlns:a16="http://schemas.microsoft.com/office/drawing/2014/main" id="{1D8A2577-F141-44A2-B6A7-1718EF8E4ED3}"/>
              </a:ext>
            </a:extLst>
          </p:cNvPr>
          <p:cNvSpPr txBox="1"/>
          <p:nvPr userDrawn="1"/>
        </p:nvSpPr>
        <p:spPr>
          <a:xfrm>
            <a:off x="6088251" y="4442242"/>
            <a:ext cx="3318941" cy="492443"/>
          </a:xfrm>
          <a:prstGeom prst="rect">
            <a:avLst/>
          </a:prstGeom>
          <a:noFill/>
        </p:spPr>
        <p:txBody>
          <a:bodyPr wrap="square" lIns="0" tIns="0" rIns="0" bIns="0" rtlCol="0">
            <a:spAutoFit/>
          </a:bodyPr>
          <a:lstStyle/>
          <a:p>
            <a:pPr algn="l">
              <a:spcAft>
                <a:spcPts val="300"/>
              </a:spcAft>
            </a:pPr>
            <a:r>
              <a:rPr lang="en-US" sz="900" b="1" dirty="0">
                <a:solidFill>
                  <a:sysClr val="windowText" lastClr="000000"/>
                </a:solidFill>
              </a:rPr>
              <a:t>Potential chart color order</a:t>
            </a:r>
          </a:p>
          <a:p>
            <a:pPr marL="171450" indent="-171450" algn="l">
              <a:spcAft>
                <a:spcPts val="300"/>
              </a:spcAft>
              <a:buFont typeface="Arial" panose="020B0604020202020204" pitchFamily="34" charset="0"/>
              <a:buChar char="•"/>
            </a:pPr>
            <a:r>
              <a:rPr lang="en-US" sz="900" b="0" dirty="0">
                <a:solidFill>
                  <a:sysClr val="windowText" lastClr="000000"/>
                </a:solidFill>
              </a:rPr>
              <a:t>Prioritize our blues, but they don’t have to be used all at once</a:t>
            </a:r>
          </a:p>
          <a:p>
            <a:pPr marL="171450" indent="-171450" algn="l">
              <a:spcAft>
                <a:spcPts val="300"/>
              </a:spcAft>
              <a:buFont typeface="Arial" panose="020B0604020202020204" pitchFamily="34" charset="0"/>
              <a:buChar char="•"/>
            </a:pPr>
            <a:r>
              <a:rPr lang="en-US" sz="900" b="0" dirty="0">
                <a:solidFill>
                  <a:sysClr val="windowText" lastClr="000000"/>
                </a:solidFill>
              </a:rPr>
              <a:t>Mix light, mid and dark tones within data sets</a:t>
            </a:r>
          </a:p>
        </p:txBody>
      </p:sp>
      <p:grpSp>
        <p:nvGrpSpPr>
          <p:cNvPr id="4" name="Group 3">
            <a:extLst>
              <a:ext uri="{FF2B5EF4-FFF2-40B4-BE49-F238E27FC236}">
                <a16:creationId xmlns:a16="http://schemas.microsoft.com/office/drawing/2014/main" id="{E7F4307E-8DC7-4A94-ABA2-93BF21A194C0}"/>
              </a:ext>
            </a:extLst>
          </p:cNvPr>
          <p:cNvGrpSpPr/>
          <p:nvPr userDrawn="1"/>
        </p:nvGrpSpPr>
        <p:grpSpPr>
          <a:xfrm>
            <a:off x="6088251" y="5138763"/>
            <a:ext cx="3318941" cy="868337"/>
            <a:chOff x="6088252" y="5261186"/>
            <a:chExt cx="2681306" cy="745914"/>
          </a:xfrm>
        </p:grpSpPr>
        <p:sp>
          <p:nvSpPr>
            <p:cNvPr id="85" name="Rectangle 84">
              <a:extLst>
                <a:ext uri="{FF2B5EF4-FFF2-40B4-BE49-F238E27FC236}">
                  <a16:creationId xmlns:a16="http://schemas.microsoft.com/office/drawing/2014/main" id="{283C138C-9744-4057-B347-B658A31DF93E}"/>
                </a:ext>
              </a:extLst>
            </p:cNvPr>
            <p:cNvSpPr/>
            <p:nvPr userDrawn="1"/>
          </p:nvSpPr>
          <p:spPr>
            <a:xfrm>
              <a:off x="6875898" y="5261186"/>
              <a:ext cx="318368" cy="320103"/>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lnSpc>
                  <a:spcPct val="90000"/>
                </a:lnSpc>
              </a:pPr>
              <a:r>
                <a:rPr lang="en-GB" sz="700" dirty="0">
                  <a:solidFill>
                    <a:schemeClr val="bg1"/>
                  </a:solidFill>
                </a:rPr>
                <a:t>30</a:t>
              </a:r>
            </a:p>
            <a:p>
              <a:pPr algn="ctr">
                <a:lnSpc>
                  <a:spcPct val="90000"/>
                </a:lnSpc>
              </a:pPr>
              <a:r>
                <a:rPr lang="en-GB" sz="700" dirty="0">
                  <a:solidFill>
                    <a:schemeClr val="bg1"/>
                  </a:solidFill>
                </a:rPr>
                <a:t>73</a:t>
              </a:r>
            </a:p>
            <a:p>
              <a:pPr algn="ctr">
                <a:lnSpc>
                  <a:spcPct val="90000"/>
                </a:lnSpc>
              </a:pPr>
              <a:r>
                <a:rPr lang="en-GB" sz="700" dirty="0">
                  <a:solidFill>
                    <a:schemeClr val="bg1"/>
                  </a:solidFill>
                </a:rPr>
                <a:t>226</a:t>
              </a:r>
            </a:p>
          </p:txBody>
        </p:sp>
        <p:sp>
          <p:nvSpPr>
            <p:cNvPr id="86" name="Rectangle 85">
              <a:extLst>
                <a:ext uri="{FF2B5EF4-FFF2-40B4-BE49-F238E27FC236}">
                  <a16:creationId xmlns:a16="http://schemas.microsoft.com/office/drawing/2014/main" id="{3C79581B-1628-4CDD-B36E-34EBC052AC88}"/>
                </a:ext>
              </a:extLst>
            </p:cNvPr>
            <p:cNvSpPr/>
            <p:nvPr userDrawn="1"/>
          </p:nvSpPr>
          <p:spPr>
            <a:xfrm>
              <a:off x="6088252" y="5261186"/>
              <a:ext cx="318368" cy="320103"/>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lnSpc>
                  <a:spcPct val="90000"/>
                </a:lnSpc>
              </a:pPr>
              <a:r>
                <a:rPr lang="en-GB" sz="700" dirty="0">
                  <a:solidFill>
                    <a:schemeClr val="bg1"/>
                  </a:solidFill>
                </a:rPr>
                <a:t>0</a:t>
              </a:r>
            </a:p>
            <a:p>
              <a:pPr algn="ctr">
                <a:lnSpc>
                  <a:spcPct val="90000"/>
                </a:lnSpc>
              </a:pPr>
              <a:r>
                <a:rPr lang="en-GB" sz="700" dirty="0">
                  <a:solidFill>
                    <a:schemeClr val="bg1"/>
                  </a:solidFill>
                </a:rPr>
                <a:t>51</a:t>
              </a:r>
            </a:p>
            <a:p>
              <a:pPr algn="ctr">
                <a:lnSpc>
                  <a:spcPct val="90000"/>
                </a:lnSpc>
              </a:pPr>
              <a:r>
                <a:rPr lang="en-GB" sz="700" dirty="0">
                  <a:solidFill>
                    <a:schemeClr val="bg1"/>
                  </a:solidFill>
                </a:rPr>
                <a:t>141</a:t>
              </a:r>
            </a:p>
          </p:txBody>
        </p:sp>
        <p:sp>
          <p:nvSpPr>
            <p:cNvPr id="87" name="Rectangle 86">
              <a:extLst>
                <a:ext uri="{FF2B5EF4-FFF2-40B4-BE49-F238E27FC236}">
                  <a16:creationId xmlns:a16="http://schemas.microsoft.com/office/drawing/2014/main" id="{0E4BFD7D-7B7C-42AB-BBA6-C3D81ED28AD3}"/>
                </a:ext>
              </a:extLst>
            </p:cNvPr>
            <p:cNvSpPr/>
            <p:nvPr userDrawn="1"/>
          </p:nvSpPr>
          <p:spPr>
            <a:xfrm>
              <a:off x="7269722" y="5261186"/>
              <a:ext cx="318368" cy="320103"/>
            </a:xfrm>
            <a:prstGeom prst="rect">
              <a:avLst/>
            </a:prstGeom>
            <a:solidFill>
              <a:srgbClr val="76D2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lnSpc>
                  <a:spcPct val="90000"/>
                </a:lnSpc>
              </a:pPr>
              <a:r>
                <a:rPr lang="en-GB" sz="700" dirty="0">
                  <a:solidFill>
                    <a:sysClr val="windowText" lastClr="000000"/>
                  </a:solidFill>
                </a:rPr>
                <a:t>118</a:t>
              </a:r>
            </a:p>
            <a:p>
              <a:pPr algn="ctr">
                <a:lnSpc>
                  <a:spcPct val="90000"/>
                </a:lnSpc>
              </a:pPr>
              <a:r>
                <a:rPr lang="en-GB" sz="700" dirty="0">
                  <a:solidFill>
                    <a:sysClr val="windowText" lastClr="000000"/>
                  </a:solidFill>
                </a:rPr>
                <a:t>210</a:t>
              </a:r>
            </a:p>
            <a:p>
              <a:pPr algn="ctr">
                <a:lnSpc>
                  <a:spcPct val="90000"/>
                </a:lnSpc>
              </a:pPr>
              <a:r>
                <a:rPr lang="en-GB" sz="700" dirty="0">
                  <a:solidFill>
                    <a:sysClr val="windowText" lastClr="000000"/>
                  </a:solidFill>
                </a:rPr>
                <a:t>255</a:t>
              </a:r>
            </a:p>
          </p:txBody>
        </p:sp>
        <p:sp>
          <p:nvSpPr>
            <p:cNvPr id="88" name="Rectangle 87">
              <a:extLst>
                <a:ext uri="{FF2B5EF4-FFF2-40B4-BE49-F238E27FC236}">
                  <a16:creationId xmlns:a16="http://schemas.microsoft.com/office/drawing/2014/main" id="{B5D917B2-29BF-4083-AFA3-34EA48DE2D13}"/>
                </a:ext>
              </a:extLst>
            </p:cNvPr>
            <p:cNvSpPr/>
            <p:nvPr userDrawn="1"/>
          </p:nvSpPr>
          <p:spPr>
            <a:xfrm>
              <a:off x="8057367" y="5261186"/>
              <a:ext cx="318368" cy="320103"/>
            </a:xfrm>
            <a:prstGeom prst="rect">
              <a:avLst/>
            </a:prstGeom>
            <a:solidFill>
              <a:srgbClr val="B497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lnSpc>
                  <a:spcPct val="90000"/>
                </a:lnSpc>
              </a:pPr>
              <a:r>
                <a:rPr lang="en-GB" sz="700" dirty="0">
                  <a:solidFill>
                    <a:schemeClr val="bg1"/>
                  </a:solidFill>
                </a:rPr>
                <a:t>180</a:t>
              </a:r>
            </a:p>
            <a:p>
              <a:pPr algn="ctr">
                <a:lnSpc>
                  <a:spcPct val="90000"/>
                </a:lnSpc>
              </a:pPr>
              <a:r>
                <a:rPr lang="en-GB" sz="700" dirty="0">
                  <a:solidFill>
                    <a:schemeClr val="bg1"/>
                  </a:solidFill>
                </a:rPr>
                <a:t>151</a:t>
              </a:r>
            </a:p>
            <a:p>
              <a:pPr algn="ctr">
                <a:lnSpc>
                  <a:spcPct val="90000"/>
                </a:lnSpc>
              </a:pPr>
              <a:r>
                <a:rPr lang="en-GB" sz="700" dirty="0">
                  <a:solidFill>
                    <a:schemeClr val="bg1"/>
                  </a:solidFill>
                </a:rPr>
                <a:t>255</a:t>
              </a:r>
            </a:p>
          </p:txBody>
        </p:sp>
        <p:sp>
          <p:nvSpPr>
            <p:cNvPr id="89" name="Rectangle 88">
              <a:extLst>
                <a:ext uri="{FF2B5EF4-FFF2-40B4-BE49-F238E27FC236}">
                  <a16:creationId xmlns:a16="http://schemas.microsoft.com/office/drawing/2014/main" id="{A2D7C73A-67D8-4FED-800A-7C73CBDB5101}"/>
                </a:ext>
              </a:extLst>
            </p:cNvPr>
            <p:cNvSpPr/>
            <p:nvPr userDrawn="1"/>
          </p:nvSpPr>
          <p:spPr>
            <a:xfrm>
              <a:off x="6875898" y="5686997"/>
              <a:ext cx="318368" cy="320103"/>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lnSpc>
                  <a:spcPct val="90000"/>
                </a:lnSpc>
              </a:pPr>
              <a:r>
                <a:rPr lang="en-GB" sz="700" dirty="0">
                  <a:solidFill>
                    <a:schemeClr val="bg1"/>
                  </a:solidFill>
                </a:rPr>
                <a:t>253</a:t>
              </a:r>
            </a:p>
            <a:p>
              <a:pPr algn="ctr">
                <a:lnSpc>
                  <a:spcPct val="90000"/>
                </a:lnSpc>
              </a:pPr>
              <a:r>
                <a:rPr lang="en-GB" sz="700" dirty="0">
                  <a:solidFill>
                    <a:schemeClr val="bg1"/>
                  </a:solidFill>
                </a:rPr>
                <a:t>52</a:t>
              </a:r>
            </a:p>
            <a:p>
              <a:pPr algn="ctr">
                <a:lnSpc>
                  <a:spcPct val="90000"/>
                </a:lnSpc>
              </a:pPr>
              <a:r>
                <a:rPr lang="en-GB" sz="700" dirty="0">
                  <a:solidFill>
                    <a:schemeClr val="bg1"/>
                  </a:solidFill>
                </a:rPr>
                <a:t>156</a:t>
              </a:r>
            </a:p>
          </p:txBody>
        </p:sp>
        <p:sp>
          <p:nvSpPr>
            <p:cNvPr id="90" name="Rectangle 89">
              <a:extLst>
                <a:ext uri="{FF2B5EF4-FFF2-40B4-BE49-F238E27FC236}">
                  <a16:creationId xmlns:a16="http://schemas.microsoft.com/office/drawing/2014/main" id="{EC915D2C-E7FF-48C5-88D0-A214E72825B1}"/>
                </a:ext>
              </a:extLst>
            </p:cNvPr>
            <p:cNvSpPr/>
            <p:nvPr userDrawn="1"/>
          </p:nvSpPr>
          <p:spPr>
            <a:xfrm>
              <a:off x="7663544" y="5261186"/>
              <a:ext cx="318368" cy="320103"/>
            </a:xfrm>
            <a:prstGeom prst="rect">
              <a:avLst/>
            </a:prstGeom>
            <a:solidFill>
              <a:srgbClr val="7213E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lnSpc>
                  <a:spcPct val="90000"/>
                </a:lnSpc>
              </a:pPr>
              <a:r>
                <a:rPr lang="en-GB" sz="700" dirty="0">
                  <a:solidFill>
                    <a:schemeClr val="bg1"/>
                  </a:solidFill>
                </a:rPr>
                <a:t>114</a:t>
              </a:r>
            </a:p>
            <a:p>
              <a:pPr algn="ctr">
                <a:lnSpc>
                  <a:spcPct val="90000"/>
                </a:lnSpc>
              </a:pPr>
              <a:r>
                <a:rPr lang="en-GB" sz="700" dirty="0">
                  <a:solidFill>
                    <a:schemeClr val="bg1"/>
                  </a:solidFill>
                </a:rPr>
                <a:t>19</a:t>
              </a:r>
            </a:p>
            <a:p>
              <a:pPr algn="ctr">
                <a:lnSpc>
                  <a:spcPct val="90000"/>
                </a:lnSpc>
              </a:pPr>
              <a:r>
                <a:rPr lang="en-GB" sz="700" dirty="0">
                  <a:solidFill>
                    <a:schemeClr val="bg1"/>
                  </a:solidFill>
                </a:rPr>
                <a:t>234</a:t>
              </a:r>
            </a:p>
          </p:txBody>
        </p:sp>
        <p:sp>
          <p:nvSpPr>
            <p:cNvPr id="91" name="Rectangle 90">
              <a:extLst>
                <a:ext uri="{FF2B5EF4-FFF2-40B4-BE49-F238E27FC236}">
                  <a16:creationId xmlns:a16="http://schemas.microsoft.com/office/drawing/2014/main" id="{8BEE1031-0F8F-4739-9C13-A5F2DC318357}"/>
                </a:ext>
              </a:extLst>
            </p:cNvPr>
            <p:cNvSpPr/>
            <p:nvPr userDrawn="1"/>
          </p:nvSpPr>
          <p:spPr>
            <a:xfrm>
              <a:off x="7269722" y="5686997"/>
              <a:ext cx="318368" cy="320103"/>
            </a:xfrm>
            <a:prstGeom prst="rect">
              <a:avLst/>
            </a:prstGeom>
            <a:solidFill>
              <a:srgbClr val="FFA3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lnSpc>
                  <a:spcPct val="90000"/>
                </a:lnSpc>
              </a:pPr>
              <a:r>
                <a:rPr lang="en-GB" sz="700" dirty="0">
                  <a:solidFill>
                    <a:schemeClr val="bg1"/>
                  </a:solidFill>
                </a:rPr>
                <a:t>255</a:t>
              </a:r>
            </a:p>
            <a:p>
              <a:pPr algn="ctr">
                <a:lnSpc>
                  <a:spcPct val="90000"/>
                </a:lnSpc>
              </a:pPr>
              <a:r>
                <a:rPr lang="en-GB" sz="700" dirty="0">
                  <a:solidFill>
                    <a:schemeClr val="bg1"/>
                  </a:solidFill>
                </a:rPr>
                <a:t>163</a:t>
              </a:r>
            </a:p>
            <a:p>
              <a:pPr algn="ctr">
                <a:lnSpc>
                  <a:spcPct val="90000"/>
                </a:lnSpc>
              </a:pPr>
              <a:r>
                <a:rPr lang="en-GB" sz="700" dirty="0">
                  <a:solidFill>
                    <a:schemeClr val="bg1"/>
                  </a:solidFill>
                </a:rPr>
                <a:t>218</a:t>
              </a:r>
            </a:p>
          </p:txBody>
        </p:sp>
        <p:sp>
          <p:nvSpPr>
            <p:cNvPr id="92" name="Rectangle 91">
              <a:extLst>
                <a:ext uri="{FF2B5EF4-FFF2-40B4-BE49-F238E27FC236}">
                  <a16:creationId xmlns:a16="http://schemas.microsoft.com/office/drawing/2014/main" id="{F2066229-A6D4-425C-AC6C-C91823237793}"/>
                </a:ext>
              </a:extLst>
            </p:cNvPr>
            <p:cNvSpPr/>
            <p:nvPr userDrawn="1"/>
          </p:nvSpPr>
          <p:spPr>
            <a:xfrm>
              <a:off x="6088252" y="5686997"/>
              <a:ext cx="318368" cy="320103"/>
            </a:xfrm>
            <a:prstGeom prst="rect">
              <a:avLst/>
            </a:prstGeom>
            <a:solidFill>
              <a:srgbClr val="00C0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lnSpc>
                  <a:spcPct val="90000"/>
                </a:lnSpc>
              </a:pPr>
              <a:r>
                <a:rPr lang="en-GB" sz="700" dirty="0">
                  <a:solidFill>
                    <a:schemeClr val="bg1"/>
                  </a:solidFill>
                </a:rPr>
                <a:t>0</a:t>
              </a:r>
            </a:p>
            <a:p>
              <a:pPr algn="ctr">
                <a:lnSpc>
                  <a:spcPct val="90000"/>
                </a:lnSpc>
              </a:pPr>
              <a:r>
                <a:rPr lang="en-GB" sz="700" dirty="0">
                  <a:solidFill>
                    <a:schemeClr val="bg1"/>
                  </a:solidFill>
                </a:rPr>
                <a:t>192</a:t>
              </a:r>
            </a:p>
            <a:p>
              <a:pPr algn="ctr">
                <a:lnSpc>
                  <a:spcPct val="90000"/>
                </a:lnSpc>
              </a:pPr>
              <a:r>
                <a:rPr lang="en-GB" sz="700" dirty="0">
                  <a:solidFill>
                    <a:schemeClr val="bg1"/>
                  </a:solidFill>
                </a:rPr>
                <a:t>174</a:t>
              </a:r>
            </a:p>
          </p:txBody>
        </p:sp>
        <p:sp>
          <p:nvSpPr>
            <p:cNvPr id="93" name="Rectangle 92">
              <a:extLst>
                <a:ext uri="{FF2B5EF4-FFF2-40B4-BE49-F238E27FC236}">
                  <a16:creationId xmlns:a16="http://schemas.microsoft.com/office/drawing/2014/main" id="{B1A139CB-8C9F-44CD-AD3D-19CC8D3948A1}"/>
                </a:ext>
              </a:extLst>
            </p:cNvPr>
            <p:cNvSpPr/>
            <p:nvPr userDrawn="1"/>
          </p:nvSpPr>
          <p:spPr>
            <a:xfrm>
              <a:off x="8451190" y="5686997"/>
              <a:ext cx="318368" cy="320103"/>
            </a:xfrm>
            <a:prstGeom prst="rect">
              <a:avLst/>
            </a:prstGeom>
            <a:solidFill>
              <a:srgbClr val="63EB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lnSpc>
                  <a:spcPct val="90000"/>
                </a:lnSpc>
              </a:pPr>
              <a:r>
                <a:rPr lang="en-GB" sz="700" dirty="0">
                  <a:solidFill>
                    <a:sysClr val="windowText" lastClr="000000"/>
                  </a:solidFill>
                </a:rPr>
                <a:t>99</a:t>
              </a:r>
            </a:p>
            <a:p>
              <a:pPr algn="ctr">
                <a:lnSpc>
                  <a:spcPct val="90000"/>
                </a:lnSpc>
              </a:pPr>
              <a:r>
                <a:rPr lang="en-GB" sz="700" dirty="0">
                  <a:solidFill>
                    <a:sysClr val="windowText" lastClr="000000"/>
                  </a:solidFill>
                </a:rPr>
                <a:t>235</a:t>
              </a:r>
            </a:p>
            <a:p>
              <a:pPr algn="ctr">
                <a:lnSpc>
                  <a:spcPct val="90000"/>
                </a:lnSpc>
              </a:pPr>
              <a:r>
                <a:rPr lang="en-GB" sz="700" dirty="0">
                  <a:solidFill>
                    <a:sysClr val="windowText" lastClr="000000"/>
                  </a:solidFill>
                </a:rPr>
                <a:t>218</a:t>
              </a:r>
            </a:p>
          </p:txBody>
        </p:sp>
        <p:sp>
          <p:nvSpPr>
            <p:cNvPr id="94" name="Rectangle 93">
              <a:extLst>
                <a:ext uri="{FF2B5EF4-FFF2-40B4-BE49-F238E27FC236}">
                  <a16:creationId xmlns:a16="http://schemas.microsoft.com/office/drawing/2014/main" id="{A6A28226-9A3E-4DF4-A814-1F5BE4A18360}"/>
                </a:ext>
              </a:extLst>
            </p:cNvPr>
            <p:cNvSpPr/>
            <p:nvPr userDrawn="1"/>
          </p:nvSpPr>
          <p:spPr>
            <a:xfrm>
              <a:off x="6482075" y="5261186"/>
              <a:ext cx="318368" cy="320103"/>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lnSpc>
                  <a:spcPct val="90000"/>
                </a:lnSpc>
              </a:pPr>
              <a:r>
                <a:rPr lang="en-GB" sz="700" dirty="0">
                  <a:solidFill>
                    <a:schemeClr val="bg1"/>
                  </a:solidFill>
                </a:rPr>
                <a:t>0</a:t>
              </a:r>
            </a:p>
            <a:p>
              <a:pPr algn="ctr">
                <a:lnSpc>
                  <a:spcPct val="90000"/>
                </a:lnSpc>
              </a:pPr>
              <a:r>
                <a:rPr lang="en-GB" sz="700" dirty="0">
                  <a:solidFill>
                    <a:schemeClr val="bg1"/>
                  </a:solidFill>
                </a:rPr>
                <a:t>184</a:t>
              </a:r>
            </a:p>
            <a:p>
              <a:pPr algn="ctr">
                <a:lnSpc>
                  <a:spcPct val="90000"/>
                </a:lnSpc>
              </a:pPr>
              <a:r>
                <a:rPr lang="en-GB" sz="700" dirty="0">
                  <a:solidFill>
                    <a:schemeClr val="bg1"/>
                  </a:solidFill>
                </a:rPr>
                <a:t>245</a:t>
              </a:r>
            </a:p>
          </p:txBody>
        </p:sp>
        <p:sp>
          <p:nvSpPr>
            <p:cNvPr id="95" name="Rectangle 94">
              <a:extLst>
                <a:ext uri="{FF2B5EF4-FFF2-40B4-BE49-F238E27FC236}">
                  <a16:creationId xmlns:a16="http://schemas.microsoft.com/office/drawing/2014/main" id="{21C44B0D-C09B-4486-995E-6FCC691F6CF2}"/>
                </a:ext>
              </a:extLst>
            </p:cNvPr>
            <p:cNvSpPr/>
            <p:nvPr userDrawn="1"/>
          </p:nvSpPr>
          <p:spPr>
            <a:xfrm>
              <a:off x="8057367" y="5686997"/>
              <a:ext cx="318368" cy="320103"/>
            </a:xfrm>
            <a:prstGeom prst="rect">
              <a:avLst/>
            </a:prstGeom>
            <a:solidFill>
              <a:srgbClr val="510DB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lnSpc>
                  <a:spcPct val="90000"/>
                </a:lnSpc>
              </a:pPr>
              <a:r>
                <a:rPr lang="en-GB" sz="700" dirty="0">
                  <a:solidFill>
                    <a:schemeClr val="bg1"/>
                  </a:solidFill>
                </a:rPr>
                <a:t>81</a:t>
              </a:r>
            </a:p>
            <a:p>
              <a:pPr algn="ctr">
                <a:lnSpc>
                  <a:spcPct val="90000"/>
                </a:lnSpc>
              </a:pPr>
              <a:r>
                <a:rPr lang="en-GB" sz="700" dirty="0">
                  <a:solidFill>
                    <a:schemeClr val="bg1"/>
                  </a:solidFill>
                </a:rPr>
                <a:t>13</a:t>
              </a:r>
            </a:p>
            <a:p>
              <a:pPr algn="ctr">
                <a:lnSpc>
                  <a:spcPct val="90000"/>
                </a:lnSpc>
              </a:pPr>
              <a:r>
                <a:rPr lang="en-GB" sz="700" dirty="0">
                  <a:solidFill>
                    <a:schemeClr val="bg1"/>
                  </a:solidFill>
                </a:rPr>
                <a:t>188</a:t>
              </a:r>
            </a:p>
          </p:txBody>
        </p:sp>
        <p:sp>
          <p:nvSpPr>
            <p:cNvPr id="96" name="Rectangle 95">
              <a:extLst>
                <a:ext uri="{FF2B5EF4-FFF2-40B4-BE49-F238E27FC236}">
                  <a16:creationId xmlns:a16="http://schemas.microsoft.com/office/drawing/2014/main" id="{24B14724-2B96-4A69-984B-74A5856F63C4}"/>
                </a:ext>
              </a:extLst>
            </p:cNvPr>
            <p:cNvSpPr/>
            <p:nvPr userDrawn="1"/>
          </p:nvSpPr>
          <p:spPr>
            <a:xfrm>
              <a:off x="8451190" y="5261186"/>
              <a:ext cx="318368" cy="320103"/>
            </a:xfrm>
            <a:prstGeom prst="rect">
              <a:avLst/>
            </a:prstGeom>
            <a:solidFill>
              <a:srgbClr val="098E7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lnSpc>
                  <a:spcPct val="90000"/>
                </a:lnSpc>
              </a:pPr>
              <a:r>
                <a:rPr lang="en-GB" sz="700" dirty="0">
                  <a:solidFill>
                    <a:schemeClr val="bg1"/>
                  </a:solidFill>
                </a:rPr>
                <a:t>9</a:t>
              </a:r>
            </a:p>
            <a:p>
              <a:pPr algn="ctr">
                <a:lnSpc>
                  <a:spcPct val="90000"/>
                </a:lnSpc>
              </a:pPr>
              <a:r>
                <a:rPr lang="en-GB" sz="700" dirty="0">
                  <a:solidFill>
                    <a:schemeClr val="bg1"/>
                  </a:solidFill>
                </a:rPr>
                <a:t>142</a:t>
              </a:r>
            </a:p>
            <a:p>
              <a:pPr algn="ctr">
                <a:lnSpc>
                  <a:spcPct val="90000"/>
                </a:lnSpc>
              </a:pPr>
              <a:r>
                <a:rPr lang="en-GB" sz="700" dirty="0">
                  <a:solidFill>
                    <a:schemeClr val="bg1"/>
                  </a:solidFill>
                </a:rPr>
                <a:t>126</a:t>
              </a:r>
            </a:p>
          </p:txBody>
        </p:sp>
        <p:sp>
          <p:nvSpPr>
            <p:cNvPr id="97" name="Rectangle 96">
              <a:extLst>
                <a:ext uri="{FF2B5EF4-FFF2-40B4-BE49-F238E27FC236}">
                  <a16:creationId xmlns:a16="http://schemas.microsoft.com/office/drawing/2014/main" id="{25A56029-E17B-4898-871B-11FD8F48CAF6}"/>
                </a:ext>
              </a:extLst>
            </p:cNvPr>
            <p:cNvSpPr/>
            <p:nvPr userDrawn="1"/>
          </p:nvSpPr>
          <p:spPr>
            <a:xfrm>
              <a:off x="7663544" y="5686997"/>
              <a:ext cx="318368" cy="320103"/>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lnSpc>
                  <a:spcPct val="90000"/>
                </a:lnSpc>
              </a:pPr>
              <a:r>
                <a:rPr lang="en-GB" sz="700" dirty="0">
                  <a:solidFill>
                    <a:schemeClr val="bg1"/>
                  </a:solidFill>
                </a:rPr>
                <a:t>102</a:t>
              </a:r>
            </a:p>
            <a:p>
              <a:pPr algn="ctr">
                <a:lnSpc>
                  <a:spcPct val="90000"/>
                </a:lnSpc>
              </a:pPr>
              <a:r>
                <a:rPr lang="en-GB" sz="700" dirty="0">
                  <a:solidFill>
                    <a:schemeClr val="bg1"/>
                  </a:solidFill>
                </a:rPr>
                <a:t>102</a:t>
              </a:r>
            </a:p>
            <a:p>
              <a:pPr algn="ctr">
                <a:lnSpc>
                  <a:spcPct val="90000"/>
                </a:lnSpc>
              </a:pPr>
              <a:r>
                <a:rPr lang="en-GB" sz="700" dirty="0">
                  <a:solidFill>
                    <a:schemeClr val="bg1"/>
                  </a:solidFill>
                </a:rPr>
                <a:t>102</a:t>
              </a:r>
            </a:p>
          </p:txBody>
        </p:sp>
        <p:sp>
          <p:nvSpPr>
            <p:cNvPr id="98" name="Rectangle 97">
              <a:extLst>
                <a:ext uri="{FF2B5EF4-FFF2-40B4-BE49-F238E27FC236}">
                  <a16:creationId xmlns:a16="http://schemas.microsoft.com/office/drawing/2014/main" id="{E91353B9-D58F-4CC4-8017-A57DFEF3A5A0}"/>
                </a:ext>
              </a:extLst>
            </p:cNvPr>
            <p:cNvSpPr/>
            <p:nvPr userDrawn="1"/>
          </p:nvSpPr>
          <p:spPr>
            <a:xfrm>
              <a:off x="6482075" y="5686997"/>
              <a:ext cx="318368" cy="320103"/>
            </a:xfrm>
            <a:prstGeom prst="rect">
              <a:avLst/>
            </a:prstGeom>
            <a:solidFill>
              <a:srgbClr val="AB0D8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lnSpc>
                  <a:spcPct val="90000"/>
                </a:lnSpc>
              </a:pPr>
              <a:r>
                <a:rPr lang="en-GB" sz="700" dirty="0">
                  <a:solidFill>
                    <a:schemeClr val="bg1"/>
                  </a:solidFill>
                </a:rPr>
                <a:t>171</a:t>
              </a:r>
            </a:p>
            <a:p>
              <a:pPr algn="ctr">
                <a:lnSpc>
                  <a:spcPct val="90000"/>
                </a:lnSpc>
              </a:pPr>
              <a:r>
                <a:rPr lang="en-GB" sz="700" dirty="0">
                  <a:solidFill>
                    <a:schemeClr val="bg1"/>
                  </a:solidFill>
                </a:rPr>
                <a:t>13</a:t>
              </a:r>
            </a:p>
            <a:p>
              <a:pPr algn="ctr">
                <a:lnSpc>
                  <a:spcPct val="90000"/>
                </a:lnSpc>
              </a:pPr>
              <a:r>
                <a:rPr lang="en-GB" sz="700" dirty="0">
                  <a:solidFill>
                    <a:schemeClr val="bg1"/>
                  </a:solidFill>
                </a:rPr>
                <a:t>130</a:t>
              </a:r>
            </a:p>
          </p:txBody>
        </p:sp>
      </p:grpSp>
      <p:grpSp>
        <p:nvGrpSpPr>
          <p:cNvPr id="99" name="Group 98">
            <a:extLst>
              <a:ext uri="{FF2B5EF4-FFF2-40B4-BE49-F238E27FC236}">
                <a16:creationId xmlns:a16="http://schemas.microsoft.com/office/drawing/2014/main" id="{642ECFFB-E253-47C6-9B8B-4847610FA685}"/>
              </a:ext>
            </a:extLst>
          </p:cNvPr>
          <p:cNvGrpSpPr/>
          <p:nvPr userDrawn="1"/>
        </p:nvGrpSpPr>
        <p:grpSpPr>
          <a:xfrm>
            <a:off x="6088251" y="3518776"/>
            <a:ext cx="3030263" cy="852557"/>
            <a:chOff x="5676530" y="3651946"/>
            <a:chExt cx="2681922" cy="852557"/>
          </a:xfrm>
        </p:grpSpPr>
        <p:cxnSp>
          <p:nvCxnSpPr>
            <p:cNvPr id="100" name="Straight Connector 99">
              <a:extLst>
                <a:ext uri="{FF2B5EF4-FFF2-40B4-BE49-F238E27FC236}">
                  <a16:creationId xmlns:a16="http://schemas.microsoft.com/office/drawing/2014/main" id="{88B9AC04-B2BC-4A0F-AB2E-330C8D5D1160}"/>
                </a:ext>
              </a:extLst>
            </p:cNvPr>
            <p:cNvCxnSpPr>
              <a:cxnSpLocks/>
            </p:cNvCxnSpPr>
            <p:nvPr userDrawn="1"/>
          </p:nvCxnSpPr>
          <p:spPr>
            <a:xfrm>
              <a:off x="5676530" y="4504503"/>
              <a:ext cx="2681922" cy="0"/>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874DB764-E8F7-423C-B6C3-CB9F7B30F378}"/>
                </a:ext>
              </a:extLst>
            </p:cNvPr>
            <p:cNvCxnSpPr>
              <a:cxnSpLocks/>
            </p:cNvCxnSpPr>
            <p:nvPr userDrawn="1"/>
          </p:nvCxnSpPr>
          <p:spPr>
            <a:xfrm>
              <a:off x="5676530" y="3651946"/>
              <a:ext cx="2681922" cy="0"/>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5183370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Back Cover dark Gradient">
    <p:bg>
      <p:bgPr>
        <a:gradFill>
          <a:gsLst>
            <a:gs pos="0">
              <a:schemeClr val="accent5"/>
            </a:gs>
            <a:gs pos="100000">
              <a:schemeClr val="accent1"/>
            </a:gs>
          </a:gsLst>
          <a:lin ang="0" scaled="0"/>
        </a:grad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DE9C7DE1-05A8-412E-BD97-53D6628C0877}"/>
              </a:ext>
            </a:extLst>
          </p:cNvPr>
          <p:cNvSpPr txBox="1"/>
          <p:nvPr userDrawn="1">
            <p:custDataLst>
              <p:tags r:id="rId1"/>
            </p:custDataLst>
          </p:nvPr>
        </p:nvSpPr>
        <p:spPr>
          <a:xfrm>
            <a:off x="488950" y="6018811"/>
            <a:ext cx="2462213" cy="1384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kern="1200" noProof="0" dirty="0">
                <a:solidFill>
                  <a:schemeClr val="bg1"/>
                </a:solidFill>
                <a:latin typeface="+mn-lt"/>
                <a:ea typeface="+mn-ea"/>
                <a:cs typeface="+mn-cs"/>
              </a:rPr>
              <a:t>Document Classification: KPMG Confidential</a:t>
            </a:r>
            <a:endParaRPr lang="en-GB" sz="900" b="1" kern="1200" noProof="0" dirty="0">
              <a:solidFill>
                <a:schemeClr val="bg1"/>
              </a:solidFill>
              <a:latin typeface="+mn-lt"/>
              <a:ea typeface="+mn-ea"/>
              <a:cs typeface="+mn-cs"/>
            </a:endParaRPr>
          </a:p>
        </p:txBody>
      </p:sp>
      <p:sp>
        <p:nvSpPr>
          <p:cNvPr id="13" name="Text Placeholder 2">
            <a:extLst>
              <a:ext uri="{FF2B5EF4-FFF2-40B4-BE49-F238E27FC236}">
                <a16:creationId xmlns:a16="http://schemas.microsoft.com/office/drawing/2014/main" id="{DAC8411B-E3F1-4BA8-8D3B-88DFB5D2C2AD}"/>
              </a:ext>
            </a:extLst>
          </p:cNvPr>
          <p:cNvSpPr>
            <a:spLocks noGrp="1"/>
          </p:cNvSpPr>
          <p:nvPr>
            <p:ph type="body" sz="quarter" idx="10"/>
          </p:nvPr>
        </p:nvSpPr>
        <p:spPr>
          <a:xfrm>
            <a:off x="488950" y="3861848"/>
            <a:ext cx="6255182" cy="1843088"/>
          </a:xfrm>
        </p:spPr>
        <p:txBody>
          <a:bodyPr anchor="b"/>
          <a:lstStyle>
            <a:lvl1pPr>
              <a:spcAft>
                <a:spcPts val="1000"/>
              </a:spcAft>
              <a:defRPr sz="600" b="0">
                <a:solidFill>
                  <a:schemeClr val="bg1"/>
                </a:solidFill>
              </a:defRPr>
            </a:lvl1pPr>
            <a:lvl2pPr>
              <a:spcAft>
                <a:spcPts val="1000"/>
              </a:spcAft>
              <a:defRPr sz="600" b="0">
                <a:solidFill>
                  <a:schemeClr val="bg1"/>
                </a:solidFill>
              </a:defRPr>
            </a:lvl2pPr>
          </a:lstStyle>
          <a:p>
            <a:pPr lvl="0"/>
            <a:r>
              <a:rPr lang="en-US"/>
              <a:t>Click to edit Master text styles</a:t>
            </a:r>
          </a:p>
          <a:p>
            <a:pPr lvl="1"/>
            <a:r>
              <a:rPr lang="en-US"/>
              <a:t>Second level</a:t>
            </a:r>
          </a:p>
        </p:txBody>
      </p:sp>
      <p:sp>
        <p:nvSpPr>
          <p:cNvPr id="14" name="Text Placeholder 2">
            <a:extLst>
              <a:ext uri="{FF2B5EF4-FFF2-40B4-BE49-F238E27FC236}">
                <a16:creationId xmlns:a16="http://schemas.microsoft.com/office/drawing/2014/main" id="{355C9463-5BED-4BE5-AA07-A41D76019E33}"/>
              </a:ext>
            </a:extLst>
          </p:cNvPr>
          <p:cNvSpPr>
            <a:spLocks noGrp="1"/>
          </p:cNvSpPr>
          <p:nvPr>
            <p:ph type="body" sz="quarter" idx="14"/>
          </p:nvPr>
        </p:nvSpPr>
        <p:spPr>
          <a:xfrm>
            <a:off x="488950" y="3351965"/>
            <a:ext cx="2411738" cy="119064"/>
          </a:xfrm>
        </p:spPr>
        <p:txBody>
          <a:bodyPr/>
          <a:lstStyle>
            <a:lvl1pPr>
              <a:buFontTx/>
              <a:buNone/>
              <a:defRPr sz="900" b="1">
                <a:solidFill>
                  <a:schemeClr val="bg1"/>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pPr lvl="0"/>
            <a:r>
              <a:rPr lang="en-US"/>
              <a:t>Click to edit Master text styles</a:t>
            </a:r>
          </a:p>
        </p:txBody>
      </p:sp>
      <p:grpSp>
        <p:nvGrpSpPr>
          <p:cNvPr id="15" name="Group 14">
            <a:extLst>
              <a:ext uri="{FF2B5EF4-FFF2-40B4-BE49-F238E27FC236}">
                <a16:creationId xmlns:a16="http://schemas.microsoft.com/office/drawing/2014/main" id="{A55D4F83-EE56-426F-AE1E-5CC7E9EECE71}"/>
              </a:ext>
            </a:extLst>
          </p:cNvPr>
          <p:cNvGrpSpPr/>
          <p:nvPr userDrawn="1"/>
        </p:nvGrpSpPr>
        <p:grpSpPr>
          <a:xfrm>
            <a:off x="488950" y="2881529"/>
            <a:ext cx="2023200" cy="367957"/>
            <a:chOff x="998476" y="2881529"/>
            <a:chExt cx="2023200" cy="367957"/>
          </a:xfrm>
        </p:grpSpPr>
        <p:sp>
          <p:nvSpPr>
            <p:cNvPr id="22" name="Rectangle 21">
              <a:extLst>
                <a:ext uri="{FF2B5EF4-FFF2-40B4-BE49-F238E27FC236}">
                  <a16:creationId xmlns:a16="http://schemas.microsoft.com/office/drawing/2014/main" id="{ABF425CB-49A0-4902-A6B4-5ADD75DB8D64}"/>
                </a:ext>
              </a:extLst>
            </p:cNvPr>
            <p:cNvSpPr/>
            <p:nvPr userDrawn="1"/>
          </p:nvSpPr>
          <p:spPr>
            <a:xfrm>
              <a:off x="1441950" y="2918577"/>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a:solidFill>
                  <a:schemeClr val="bg1"/>
                </a:solidFill>
              </a:endParaRPr>
            </a:p>
          </p:txBody>
        </p:sp>
        <p:sp>
          <p:nvSpPr>
            <p:cNvPr id="23" name="Rectangle 22">
              <a:extLst>
                <a:ext uri="{FF2B5EF4-FFF2-40B4-BE49-F238E27FC236}">
                  <a16:creationId xmlns:a16="http://schemas.microsoft.com/office/drawing/2014/main" id="{B799CAE1-593D-44B9-ACE6-EDCD682B6571}"/>
                </a:ext>
              </a:extLst>
            </p:cNvPr>
            <p:cNvSpPr/>
            <p:nvPr userDrawn="1"/>
          </p:nvSpPr>
          <p:spPr>
            <a:xfrm>
              <a:off x="1877844" y="2918577"/>
              <a:ext cx="281156" cy="3229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a:solidFill>
                  <a:schemeClr val="bg1"/>
                </a:solidFill>
              </a:endParaRPr>
            </a:p>
          </p:txBody>
        </p:sp>
        <p:sp>
          <p:nvSpPr>
            <p:cNvPr id="24" name="Rectangle 23">
              <a:extLst>
                <a:ext uri="{FF2B5EF4-FFF2-40B4-BE49-F238E27FC236}">
                  <a16:creationId xmlns:a16="http://schemas.microsoft.com/office/drawing/2014/main" id="{F3D3BC1A-AB6B-4C81-BFB3-D253D87C4A0A}"/>
                </a:ext>
              </a:extLst>
            </p:cNvPr>
            <p:cNvSpPr/>
            <p:nvPr userDrawn="1"/>
          </p:nvSpPr>
          <p:spPr>
            <a:xfrm>
              <a:off x="2689276" y="2924173"/>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a:solidFill>
                  <a:schemeClr val="bg1"/>
                </a:solidFill>
              </a:endParaRPr>
            </a:p>
          </p:txBody>
        </p:sp>
        <p:sp>
          <p:nvSpPr>
            <p:cNvPr id="25" name="Rectangle 24">
              <a:extLst>
                <a:ext uri="{FF2B5EF4-FFF2-40B4-BE49-F238E27FC236}">
                  <a16:creationId xmlns:a16="http://schemas.microsoft.com/office/drawing/2014/main" id="{E04A9C55-E916-4C14-9748-7196193F6842}"/>
                </a:ext>
              </a:extLst>
            </p:cNvPr>
            <p:cNvSpPr/>
            <p:nvPr userDrawn="1"/>
          </p:nvSpPr>
          <p:spPr>
            <a:xfrm>
              <a:off x="1025526" y="2924174"/>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a:solidFill>
                  <a:schemeClr val="bg1"/>
                </a:solidFill>
              </a:endParaRPr>
            </a:p>
          </p:txBody>
        </p:sp>
        <p:pic>
          <p:nvPicPr>
            <p:cNvPr id="26" name="Picture 25">
              <a:extLst>
                <a:ext uri="{FF2B5EF4-FFF2-40B4-BE49-F238E27FC236}">
                  <a16:creationId xmlns:a16="http://schemas.microsoft.com/office/drawing/2014/main" id="{4960C917-1BF7-41E9-9AA7-70AA024B574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822950" y="2881529"/>
              <a:ext cx="360000" cy="360000"/>
            </a:xfrm>
            <a:prstGeom prst="rect">
              <a:avLst/>
            </a:prstGeom>
          </p:spPr>
        </p:pic>
        <p:pic>
          <p:nvPicPr>
            <p:cNvPr id="27" name="Picture 26" descr="Icon&#10;&#10;Description automatically generated">
              <a:extLst>
                <a:ext uri="{FF2B5EF4-FFF2-40B4-BE49-F238E27FC236}">
                  <a16:creationId xmlns:a16="http://schemas.microsoft.com/office/drawing/2014/main" id="{1CB0AAE4-23B8-49DE-BCEF-8B238EB0483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242336" y="2881529"/>
              <a:ext cx="359648" cy="360000"/>
            </a:xfrm>
            <a:prstGeom prst="rect">
              <a:avLst/>
            </a:prstGeom>
          </p:spPr>
        </p:pic>
        <p:pic>
          <p:nvPicPr>
            <p:cNvPr id="28" name="Picture 27" descr="Logo&#10;&#10;Description automatically generated">
              <a:extLst>
                <a:ext uri="{FF2B5EF4-FFF2-40B4-BE49-F238E27FC236}">
                  <a16:creationId xmlns:a16="http://schemas.microsoft.com/office/drawing/2014/main" id="{B2C0E53A-EE33-4270-B14D-B869E85C47F9}"/>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414350" y="2889486"/>
              <a:ext cx="360000" cy="360000"/>
            </a:xfrm>
            <a:prstGeom prst="rect">
              <a:avLst/>
            </a:prstGeom>
          </p:spPr>
        </p:pic>
        <p:pic>
          <p:nvPicPr>
            <p:cNvPr id="29" name="Picture 28" descr="Logo&#10;&#10;Description automatically generated">
              <a:extLst>
                <a:ext uri="{FF2B5EF4-FFF2-40B4-BE49-F238E27FC236}">
                  <a16:creationId xmlns:a16="http://schemas.microsoft.com/office/drawing/2014/main" id="{D72C2AF4-7898-4D5E-8942-28DD6446578F}"/>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998476" y="2884275"/>
              <a:ext cx="360000" cy="360000"/>
            </a:xfrm>
            <a:prstGeom prst="rect">
              <a:avLst/>
            </a:prstGeom>
          </p:spPr>
        </p:pic>
        <p:pic>
          <p:nvPicPr>
            <p:cNvPr id="30" name="Picture 29" descr="Icon&#10;&#10;Description automatically generated">
              <a:extLst>
                <a:ext uri="{FF2B5EF4-FFF2-40B4-BE49-F238E27FC236}">
                  <a16:creationId xmlns:a16="http://schemas.microsoft.com/office/drawing/2014/main" id="{6A09DBD9-8B17-436D-A512-D46DE0CFD5C5}"/>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2661676" y="2881529"/>
              <a:ext cx="360000" cy="360000"/>
            </a:xfrm>
            <a:prstGeom prst="rect">
              <a:avLst/>
            </a:prstGeom>
          </p:spPr>
        </p:pic>
      </p:grpSp>
      <p:pic>
        <p:nvPicPr>
          <p:cNvPr id="32" name="Graphic 31">
            <a:extLst>
              <a:ext uri="{FF2B5EF4-FFF2-40B4-BE49-F238E27FC236}">
                <a16:creationId xmlns:a16="http://schemas.microsoft.com/office/drawing/2014/main" id="{8E07F9EA-D124-49E0-A010-508425031BEC}"/>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488950" y="313438"/>
            <a:ext cx="786440" cy="316800"/>
          </a:xfrm>
          <a:prstGeom prst="rect">
            <a:avLst/>
          </a:prstGeom>
        </p:spPr>
      </p:pic>
    </p:spTree>
    <p:extLst>
      <p:ext uri="{BB962C8B-B14F-4D97-AF65-F5344CB8AC3E}">
        <p14:creationId xmlns:p14="http://schemas.microsoft.com/office/powerpoint/2010/main" val="115762708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Back Cover light gradient">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13" name="Text Placeholder 2">
            <a:extLst>
              <a:ext uri="{FF2B5EF4-FFF2-40B4-BE49-F238E27FC236}">
                <a16:creationId xmlns:a16="http://schemas.microsoft.com/office/drawing/2014/main" id="{DAC8411B-E3F1-4BA8-8D3B-88DFB5D2C2AD}"/>
              </a:ext>
            </a:extLst>
          </p:cNvPr>
          <p:cNvSpPr>
            <a:spLocks noGrp="1"/>
          </p:cNvSpPr>
          <p:nvPr>
            <p:ph type="body" sz="quarter" idx="10"/>
          </p:nvPr>
        </p:nvSpPr>
        <p:spPr>
          <a:xfrm>
            <a:off x="502057" y="3861848"/>
            <a:ext cx="6255182" cy="1843088"/>
          </a:xfrm>
        </p:spPr>
        <p:txBody>
          <a:bodyPr anchor="b"/>
          <a:lstStyle>
            <a:lvl1pPr>
              <a:spcAft>
                <a:spcPts val="1000"/>
              </a:spcAft>
              <a:defRPr sz="600" b="0">
                <a:solidFill>
                  <a:schemeClr val="tx2"/>
                </a:solidFill>
              </a:defRPr>
            </a:lvl1pPr>
            <a:lvl2pPr>
              <a:spcAft>
                <a:spcPts val="1000"/>
              </a:spcAft>
              <a:defRPr sz="600" b="0">
                <a:solidFill>
                  <a:schemeClr val="tx2"/>
                </a:solidFill>
              </a:defRPr>
            </a:lvl2pPr>
          </a:lstStyle>
          <a:p>
            <a:pPr lvl="0"/>
            <a:r>
              <a:rPr lang="en-US"/>
              <a:t>Click to edit Master text styles</a:t>
            </a:r>
          </a:p>
          <a:p>
            <a:pPr lvl="1"/>
            <a:r>
              <a:rPr lang="en-US"/>
              <a:t>Second level</a:t>
            </a:r>
          </a:p>
        </p:txBody>
      </p:sp>
      <p:sp>
        <p:nvSpPr>
          <p:cNvPr id="14" name="Text Placeholder 2">
            <a:extLst>
              <a:ext uri="{FF2B5EF4-FFF2-40B4-BE49-F238E27FC236}">
                <a16:creationId xmlns:a16="http://schemas.microsoft.com/office/drawing/2014/main" id="{355C9463-5BED-4BE5-AA07-A41D76019E33}"/>
              </a:ext>
            </a:extLst>
          </p:cNvPr>
          <p:cNvSpPr>
            <a:spLocks noGrp="1"/>
          </p:cNvSpPr>
          <p:nvPr>
            <p:ph type="body" sz="quarter" idx="14"/>
          </p:nvPr>
        </p:nvSpPr>
        <p:spPr>
          <a:xfrm>
            <a:off x="502057" y="3351965"/>
            <a:ext cx="2411738" cy="119064"/>
          </a:xfrm>
        </p:spPr>
        <p:txBody>
          <a:bodyPr/>
          <a:lstStyle>
            <a:lvl1pPr>
              <a:buFontTx/>
              <a:buNone/>
              <a:defRPr sz="1050" b="1">
                <a:solidFill>
                  <a:schemeClr val="tx2"/>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pPr lvl="0"/>
            <a:r>
              <a:rPr lang="en-US"/>
              <a:t>Click to edit Master text styles</a:t>
            </a:r>
          </a:p>
        </p:txBody>
      </p:sp>
      <p:grpSp>
        <p:nvGrpSpPr>
          <p:cNvPr id="15" name="Group 14">
            <a:extLst>
              <a:ext uri="{FF2B5EF4-FFF2-40B4-BE49-F238E27FC236}">
                <a16:creationId xmlns:a16="http://schemas.microsoft.com/office/drawing/2014/main" id="{A55D4F83-EE56-426F-AE1E-5CC7E9EECE71}"/>
              </a:ext>
            </a:extLst>
          </p:cNvPr>
          <p:cNvGrpSpPr/>
          <p:nvPr userDrawn="1"/>
        </p:nvGrpSpPr>
        <p:grpSpPr>
          <a:xfrm>
            <a:off x="502057" y="2881529"/>
            <a:ext cx="2023200" cy="367957"/>
            <a:chOff x="998476" y="2881529"/>
            <a:chExt cx="2023200" cy="367957"/>
          </a:xfrm>
        </p:grpSpPr>
        <p:sp>
          <p:nvSpPr>
            <p:cNvPr id="22" name="Rectangle 21">
              <a:extLst>
                <a:ext uri="{FF2B5EF4-FFF2-40B4-BE49-F238E27FC236}">
                  <a16:creationId xmlns:a16="http://schemas.microsoft.com/office/drawing/2014/main" id="{ABF425CB-49A0-4902-A6B4-5ADD75DB8D64}"/>
                </a:ext>
              </a:extLst>
            </p:cNvPr>
            <p:cNvSpPr/>
            <p:nvPr userDrawn="1"/>
          </p:nvSpPr>
          <p:spPr>
            <a:xfrm>
              <a:off x="1441950" y="2918577"/>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a:solidFill>
                  <a:schemeClr val="bg1"/>
                </a:solidFill>
              </a:endParaRPr>
            </a:p>
          </p:txBody>
        </p:sp>
        <p:sp>
          <p:nvSpPr>
            <p:cNvPr id="23" name="Rectangle 22">
              <a:extLst>
                <a:ext uri="{FF2B5EF4-FFF2-40B4-BE49-F238E27FC236}">
                  <a16:creationId xmlns:a16="http://schemas.microsoft.com/office/drawing/2014/main" id="{B799CAE1-593D-44B9-ACE6-EDCD682B6571}"/>
                </a:ext>
              </a:extLst>
            </p:cNvPr>
            <p:cNvSpPr/>
            <p:nvPr userDrawn="1"/>
          </p:nvSpPr>
          <p:spPr>
            <a:xfrm>
              <a:off x="1877844" y="2918577"/>
              <a:ext cx="281156" cy="3229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a:solidFill>
                  <a:schemeClr val="bg1"/>
                </a:solidFill>
              </a:endParaRPr>
            </a:p>
          </p:txBody>
        </p:sp>
        <p:sp>
          <p:nvSpPr>
            <p:cNvPr id="24" name="Rectangle 23">
              <a:extLst>
                <a:ext uri="{FF2B5EF4-FFF2-40B4-BE49-F238E27FC236}">
                  <a16:creationId xmlns:a16="http://schemas.microsoft.com/office/drawing/2014/main" id="{F3D3BC1A-AB6B-4C81-BFB3-D253D87C4A0A}"/>
                </a:ext>
              </a:extLst>
            </p:cNvPr>
            <p:cNvSpPr/>
            <p:nvPr userDrawn="1"/>
          </p:nvSpPr>
          <p:spPr>
            <a:xfrm>
              <a:off x="2689276" y="2924173"/>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a:solidFill>
                  <a:schemeClr val="bg1"/>
                </a:solidFill>
              </a:endParaRPr>
            </a:p>
          </p:txBody>
        </p:sp>
        <p:sp>
          <p:nvSpPr>
            <p:cNvPr id="25" name="Rectangle 24">
              <a:extLst>
                <a:ext uri="{FF2B5EF4-FFF2-40B4-BE49-F238E27FC236}">
                  <a16:creationId xmlns:a16="http://schemas.microsoft.com/office/drawing/2014/main" id="{E04A9C55-E916-4C14-9748-7196193F6842}"/>
                </a:ext>
              </a:extLst>
            </p:cNvPr>
            <p:cNvSpPr/>
            <p:nvPr userDrawn="1"/>
          </p:nvSpPr>
          <p:spPr>
            <a:xfrm>
              <a:off x="1025526" y="2924174"/>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a:solidFill>
                  <a:schemeClr val="bg1"/>
                </a:solidFill>
              </a:endParaRPr>
            </a:p>
          </p:txBody>
        </p:sp>
        <p:pic>
          <p:nvPicPr>
            <p:cNvPr id="26" name="Picture 25">
              <a:extLst>
                <a:ext uri="{FF2B5EF4-FFF2-40B4-BE49-F238E27FC236}">
                  <a16:creationId xmlns:a16="http://schemas.microsoft.com/office/drawing/2014/main" id="{4960C917-1BF7-41E9-9AA7-70AA024B574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822950" y="2881529"/>
              <a:ext cx="360000" cy="360000"/>
            </a:xfrm>
            <a:prstGeom prst="rect">
              <a:avLst/>
            </a:prstGeom>
          </p:spPr>
        </p:pic>
        <p:pic>
          <p:nvPicPr>
            <p:cNvPr id="27" name="Picture 26" descr="Icon&#10;&#10;Description automatically generated">
              <a:extLst>
                <a:ext uri="{FF2B5EF4-FFF2-40B4-BE49-F238E27FC236}">
                  <a16:creationId xmlns:a16="http://schemas.microsoft.com/office/drawing/2014/main" id="{1CB0AAE4-23B8-49DE-BCEF-8B238EB0483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242336" y="2881529"/>
              <a:ext cx="359648" cy="360000"/>
            </a:xfrm>
            <a:prstGeom prst="rect">
              <a:avLst/>
            </a:prstGeom>
          </p:spPr>
        </p:pic>
        <p:pic>
          <p:nvPicPr>
            <p:cNvPr id="28" name="Picture 27" descr="Logo&#10;&#10;Description automatically generated">
              <a:extLst>
                <a:ext uri="{FF2B5EF4-FFF2-40B4-BE49-F238E27FC236}">
                  <a16:creationId xmlns:a16="http://schemas.microsoft.com/office/drawing/2014/main" id="{B2C0E53A-EE33-4270-B14D-B869E85C47F9}"/>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414350" y="2889486"/>
              <a:ext cx="360000" cy="360000"/>
            </a:xfrm>
            <a:prstGeom prst="rect">
              <a:avLst/>
            </a:prstGeom>
          </p:spPr>
        </p:pic>
        <p:pic>
          <p:nvPicPr>
            <p:cNvPr id="29" name="Picture 28" descr="Logo&#10;&#10;Description automatically generated">
              <a:extLst>
                <a:ext uri="{FF2B5EF4-FFF2-40B4-BE49-F238E27FC236}">
                  <a16:creationId xmlns:a16="http://schemas.microsoft.com/office/drawing/2014/main" id="{D72C2AF4-7898-4D5E-8942-28DD6446578F}"/>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998476" y="2884275"/>
              <a:ext cx="360000" cy="360000"/>
            </a:xfrm>
            <a:prstGeom prst="rect">
              <a:avLst/>
            </a:prstGeom>
          </p:spPr>
        </p:pic>
        <p:pic>
          <p:nvPicPr>
            <p:cNvPr id="30" name="Picture 29" descr="Icon&#10;&#10;Description automatically generated">
              <a:extLst>
                <a:ext uri="{FF2B5EF4-FFF2-40B4-BE49-F238E27FC236}">
                  <a16:creationId xmlns:a16="http://schemas.microsoft.com/office/drawing/2014/main" id="{6A09DBD9-8B17-436D-A512-D46DE0CFD5C5}"/>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2661676" y="2881529"/>
              <a:ext cx="360000" cy="360000"/>
            </a:xfrm>
            <a:prstGeom prst="rect">
              <a:avLst/>
            </a:prstGeom>
          </p:spPr>
        </p:pic>
      </p:grpSp>
      <p:pic>
        <p:nvPicPr>
          <p:cNvPr id="32" name="Graphic 31">
            <a:extLst>
              <a:ext uri="{FF2B5EF4-FFF2-40B4-BE49-F238E27FC236}">
                <a16:creationId xmlns:a16="http://schemas.microsoft.com/office/drawing/2014/main" id="{8E07F9EA-D124-49E0-A010-508425031BEC}"/>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502057" y="313438"/>
            <a:ext cx="786440" cy="316800"/>
          </a:xfrm>
          <a:prstGeom prst="rect">
            <a:avLst/>
          </a:prstGeom>
        </p:spPr>
      </p:pic>
      <p:sp>
        <p:nvSpPr>
          <p:cNvPr id="18" name="TextBox 11">
            <a:extLst>
              <a:ext uri="{FF2B5EF4-FFF2-40B4-BE49-F238E27FC236}">
                <a16:creationId xmlns:a16="http://schemas.microsoft.com/office/drawing/2014/main" id="{D1BC4C35-B593-41CC-95C2-2EA8A4620047}"/>
              </a:ext>
            </a:extLst>
          </p:cNvPr>
          <p:cNvSpPr txBox="1"/>
          <p:nvPr userDrawn="1">
            <p:custDataLst>
              <p:tags r:id="rId1"/>
            </p:custDataLst>
          </p:nvPr>
        </p:nvSpPr>
        <p:spPr>
          <a:xfrm>
            <a:off x="488950" y="6018811"/>
            <a:ext cx="2462213" cy="1384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kern="1200" noProof="0" dirty="0">
                <a:solidFill>
                  <a:schemeClr val="tx2"/>
                </a:solidFill>
                <a:latin typeface="+mn-lt"/>
                <a:ea typeface="+mn-ea"/>
                <a:cs typeface="+mn-cs"/>
              </a:rPr>
              <a:t>Document Classification: KPMG Confidential</a:t>
            </a:r>
            <a:endParaRPr lang="en-GB" sz="900" b="1" kern="1200" noProof="0" dirty="0">
              <a:solidFill>
                <a:schemeClr val="tx2"/>
              </a:solidFill>
              <a:latin typeface="+mn-lt"/>
              <a:ea typeface="+mn-ea"/>
              <a:cs typeface="+mn-cs"/>
            </a:endParaRPr>
          </a:p>
        </p:txBody>
      </p:sp>
    </p:spTree>
    <p:extLst>
      <p:ext uri="{BB962C8B-B14F-4D97-AF65-F5344CB8AC3E}">
        <p14:creationId xmlns:p14="http://schemas.microsoft.com/office/powerpoint/2010/main" val="343061548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ags" Target="../tags/tag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image" Target="../media/image1.pn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image" Target="../media/image2.svg"/><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88950" y="451575"/>
            <a:ext cx="8918244" cy="723600"/>
          </a:xfrm>
          <a:prstGeom prst="rect">
            <a:avLst/>
          </a:prstGeom>
        </p:spPr>
        <p:txBody>
          <a:bodyPr vert="horz" lIns="0" tIns="0" rIns="0" bIns="0" rtlCol="0" anchor="t" anchorCtr="0">
            <a:noAutofit/>
          </a:bodyPr>
          <a:lstStyle/>
          <a:p>
            <a:r>
              <a:rPr lang="de-DE"/>
              <a:t>Mastertitelformat bearbeiten</a:t>
            </a:r>
            <a:endParaRPr lang="en-US" dirty="0"/>
          </a:p>
        </p:txBody>
      </p:sp>
      <p:sp>
        <p:nvSpPr>
          <p:cNvPr id="3" name="Text Placeholder 2"/>
          <p:cNvSpPr>
            <a:spLocks noGrp="1"/>
          </p:cNvSpPr>
          <p:nvPr>
            <p:ph type="body" idx="1"/>
          </p:nvPr>
        </p:nvSpPr>
        <p:spPr>
          <a:xfrm>
            <a:off x="488951" y="1422400"/>
            <a:ext cx="8918242" cy="4604400"/>
          </a:xfrm>
          <a:prstGeom prst="rect">
            <a:avLst/>
          </a:prstGeom>
        </p:spPr>
        <p:txBody>
          <a:bodyPr vert="horz" lIns="0" tIns="0" rIns="0" bIns="0" rtlCol="0" anchor="t" anchorCtr="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endParaRPr lang="en-US" dirty="0"/>
          </a:p>
        </p:txBody>
      </p:sp>
      <p:sp>
        <p:nvSpPr>
          <p:cNvPr id="13" name="Shape 8">
            <a:extLst>
              <a:ext uri="{FF2B5EF4-FFF2-40B4-BE49-F238E27FC236}">
                <a16:creationId xmlns:a16="http://schemas.microsoft.com/office/drawing/2014/main" id="{E7D6E0F2-0A37-4212-916F-A6C7F75DCD76}"/>
              </a:ext>
            </a:extLst>
          </p:cNvPr>
          <p:cNvSpPr txBox="1">
            <a:spLocks/>
          </p:cNvSpPr>
          <p:nvPr userDrawn="1"/>
        </p:nvSpPr>
        <p:spPr>
          <a:xfrm>
            <a:off x="9174564" y="6385080"/>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‹Nr.›</a:t>
            </a:fld>
            <a:endParaRPr lang="en-GB" sz="1000" dirty="0">
              <a:solidFill>
                <a:schemeClr val="accent2"/>
              </a:solidFill>
              <a:latin typeface="+mn-lt"/>
              <a:ea typeface="Arial"/>
              <a:cs typeface="Arial" panose="020B0604020202020204" pitchFamily="34" charset="0"/>
            </a:endParaRPr>
          </a:p>
        </p:txBody>
      </p:sp>
      <p:sp>
        <p:nvSpPr>
          <p:cNvPr id="14" name="TextBox 13">
            <a:extLst>
              <a:ext uri="{FF2B5EF4-FFF2-40B4-BE49-F238E27FC236}">
                <a16:creationId xmlns:a16="http://schemas.microsoft.com/office/drawing/2014/main" id="{895FEAE4-E8C4-4A61-BBED-D667D6DB44FE}"/>
              </a:ext>
              <a:ext uri="{C183D7F6-B498-43B3-948B-1728B52AA6E4}">
                <adec:decorative xmlns:adec="http://schemas.microsoft.com/office/drawing/2017/decorative" val="1"/>
              </a:ext>
            </a:extLst>
          </p:cNvPr>
          <p:cNvSpPr txBox="1"/>
          <p:nvPr userDrawn="1">
            <p:custDataLst>
              <p:tags r:id="rId54"/>
            </p:custDataLst>
          </p:nvPr>
        </p:nvSpPr>
        <p:spPr>
          <a:xfrm>
            <a:off x="7731459" y="6413620"/>
            <a:ext cx="1330492" cy="92333"/>
          </a:xfrm>
          <a:prstGeom prst="rect">
            <a:avLst/>
          </a:prstGeom>
          <a:noFill/>
        </p:spPr>
        <p:txBody>
          <a:bodyPr wrap="none" lIns="0" tIns="0" rIns="0" bIns="0"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0" kern="1200" noProof="0" dirty="0">
                <a:solidFill>
                  <a:schemeClr val="bg1">
                    <a:lumMod val="65000"/>
                  </a:schemeClr>
                </a:solidFill>
                <a:latin typeface="+mn-lt"/>
                <a:ea typeface="+mn-ea"/>
                <a:cs typeface="+mn-cs"/>
              </a:rPr>
              <a:t>Document Classification: KPMG Confidential</a:t>
            </a:r>
            <a:endParaRPr lang="en-GB" sz="600" b="0" kern="1200" noProof="0" dirty="0">
              <a:solidFill>
                <a:schemeClr val="bg1">
                  <a:lumMod val="65000"/>
                </a:schemeClr>
              </a:solidFill>
              <a:latin typeface="+mn-lt"/>
              <a:ea typeface="+mn-ea"/>
              <a:cs typeface="+mn-cs"/>
            </a:endParaRPr>
          </a:p>
        </p:txBody>
      </p:sp>
      <p:cxnSp>
        <p:nvCxnSpPr>
          <p:cNvPr id="16" name="Straight Connector 15">
            <a:extLst>
              <a:ext uri="{FF2B5EF4-FFF2-40B4-BE49-F238E27FC236}">
                <a16:creationId xmlns:a16="http://schemas.microsoft.com/office/drawing/2014/main" id="{2B4AC6CA-1CB5-4B3C-936C-11C979141293}"/>
              </a:ext>
            </a:extLst>
          </p:cNvPr>
          <p:cNvCxnSpPr/>
          <p:nvPr userDrawn="1"/>
        </p:nvCxnSpPr>
        <p:spPr>
          <a:xfrm>
            <a:off x="9156505" y="6385080"/>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DCC065B1-CFE5-4C50-9752-667B9FE90EEA}"/>
              </a:ext>
            </a:extLst>
          </p:cNvPr>
          <p:cNvPicPr>
            <a:picLocks noChangeAspect="1"/>
          </p:cNvPicPr>
          <p:nvPr userDrawn="1"/>
        </p:nvPicPr>
        <p:blipFill>
          <a:blip r:embed="rId56">
            <a:extLst>
              <a:ext uri="{96DAC541-7B7A-43D3-8B79-37D633B846F1}">
                <asvg:svgBlip xmlns:asvg="http://schemas.microsoft.com/office/drawing/2016/SVG/main" r:embed="rId57"/>
              </a:ext>
            </a:extLst>
          </a:blip>
          <a:stretch>
            <a:fillRect/>
          </a:stretch>
        </p:blipFill>
        <p:spPr>
          <a:xfrm>
            <a:off x="488950" y="6373386"/>
            <a:ext cx="428967" cy="172800"/>
          </a:xfrm>
          <a:prstGeom prst="rect">
            <a:avLst/>
          </a:prstGeom>
        </p:spPr>
      </p:pic>
      <p:sp>
        <p:nvSpPr>
          <p:cNvPr id="10" name="TextBox 29">
            <a:extLst>
              <a:ext uri="{FF2B5EF4-FFF2-40B4-BE49-F238E27FC236}">
                <a16:creationId xmlns:a16="http://schemas.microsoft.com/office/drawing/2014/main" id="{6631DCE2-3E91-49D4-82AC-C47E8372019F}"/>
              </a:ext>
            </a:extLst>
          </p:cNvPr>
          <p:cNvSpPr txBox="1"/>
          <p:nvPr userDrawn="1">
            <p:custDataLst>
              <p:tags r:id="rId55"/>
            </p:custDataLst>
          </p:nvPr>
        </p:nvSpPr>
        <p:spPr>
          <a:xfrm>
            <a:off x="1260000" y="6372000"/>
            <a:ext cx="5400000" cy="276999"/>
          </a:xfrm>
          <a:prstGeom prst="rect">
            <a:avLst/>
          </a:prstGeom>
          <a:noFill/>
        </p:spPr>
        <p:txBody>
          <a:bodyPr wrap="square" lIns="0" tIns="0" rIns="0" bIns="0" rtlCol="0">
            <a:spAutoFit/>
          </a:bodyPr>
          <a:lstStyle>
            <a:defPPr>
              <a:defRPr lang="en-US"/>
            </a:defPPr>
            <a:lvl1pPr marR="0" lvl="0" indent="0" fontAlgn="auto">
              <a:lnSpc>
                <a:spcPct val="100000"/>
              </a:lnSpc>
              <a:spcBef>
                <a:spcPts val="0"/>
              </a:spcBef>
              <a:spcAft>
                <a:spcPts val="0"/>
              </a:spcAft>
              <a:buClrTx/>
              <a:buSzTx/>
              <a:buFontTx/>
              <a:buNone/>
              <a:tabLst/>
              <a:defRPr sz="600">
                <a:solidFill>
                  <a:schemeClr val="bg1">
                    <a:lumMod val="6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600" kern="1200" noProof="0" dirty="0">
                <a:solidFill>
                  <a:schemeClr val="bg1">
                    <a:lumMod val="65000"/>
                  </a:schemeClr>
                </a:solidFill>
                <a:latin typeface="+mn-lt"/>
                <a:ea typeface="+mn-ea"/>
                <a:cs typeface="+mn-cs"/>
              </a:rPr>
              <a:t>© 2023 KPMG AG Wirtschaftsprüfungsgesellschaft, eine Aktiengesellschaft nach deutschem Recht und ein Mitglied der globalen KPMG-Organisation unabhängiger Mitgliedsfirmen, die KPMG International Limited, einer Private English Company Limited by Guarantee, angeschlossen sind. Alle Rechte vorbehalten. Der Name KPMG und das Logo sind Marken, die die unabhängigen Mitgliedsfirmen der globalen KPMG-Organisation unter Lizenz verwenden.</a:t>
            </a:r>
            <a:endParaRPr lang="en-US" sz="600" kern="1200" noProof="0" dirty="0">
              <a:solidFill>
                <a:schemeClr val="bg1">
                  <a:lumMod val="65000"/>
                </a:schemeClr>
              </a:solidFill>
              <a:latin typeface="+mn-lt"/>
              <a:ea typeface="+mn-ea"/>
              <a:cs typeface="+mn-cs"/>
            </a:endParaRPr>
          </a:p>
        </p:txBody>
      </p:sp>
    </p:spTree>
    <p:extLst>
      <p:ext uri="{BB962C8B-B14F-4D97-AF65-F5344CB8AC3E}">
        <p14:creationId xmlns:p14="http://schemas.microsoft.com/office/powerpoint/2010/main" val="1508289771"/>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67" r:id="rId10"/>
    <p:sldLayoutId id="2147483722" r:id="rId11"/>
    <p:sldLayoutId id="2147483768"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 id="2147483732" r:id="rId22"/>
    <p:sldLayoutId id="2147483733" r:id="rId23"/>
    <p:sldLayoutId id="2147483734" r:id="rId24"/>
    <p:sldLayoutId id="2147483771" r:id="rId25"/>
    <p:sldLayoutId id="2147483735" r:id="rId26"/>
    <p:sldLayoutId id="2147483736" r:id="rId27"/>
    <p:sldLayoutId id="2147483737" r:id="rId28"/>
    <p:sldLayoutId id="2147483738" r:id="rId29"/>
    <p:sldLayoutId id="2147483739" r:id="rId30"/>
    <p:sldLayoutId id="2147483740" r:id="rId31"/>
    <p:sldLayoutId id="2147483741" r:id="rId32"/>
    <p:sldLayoutId id="2147483742" r:id="rId33"/>
    <p:sldLayoutId id="2147483743" r:id="rId34"/>
    <p:sldLayoutId id="2147483769" r:id="rId35"/>
    <p:sldLayoutId id="2147483744" r:id="rId36"/>
    <p:sldLayoutId id="2147483770" r:id="rId37"/>
    <p:sldLayoutId id="2147483745" r:id="rId38"/>
    <p:sldLayoutId id="2147483746" r:id="rId39"/>
    <p:sldLayoutId id="2147483747" r:id="rId40"/>
    <p:sldLayoutId id="2147483748" r:id="rId41"/>
    <p:sldLayoutId id="2147483749" r:id="rId42"/>
    <p:sldLayoutId id="2147483750" r:id="rId43"/>
    <p:sldLayoutId id="2147483751" r:id="rId44"/>
    <p:sldLayoutId id="2147483752" r:id="rId45"/>
    <p:sldLayoutId id="2147483753" r:id="rId46"/>
    <p:sldLayoutId id="2147483754" r:id="rId47"/>
    <p:sldLayoutId id="2147483755" r:id="rId48"/>
    <p:sldLayoutId id="2147483763" r:id="rId49"/>
    <p:sldLayoutId id="2147483760" r:id="rId50"/>
    <p:sldLayoutId id="2147483761" r:id="rId51"/>
    <p:sldLayoutId id="2147483762" r:id="rId52"/>
  </p:sldLayoutIdLst>
  <p:hf sldNum="0" hdr="0" ftr="0"/>
  <p:txStyles>
    <p:titleStyle>
      <a:lvl1pPr algn="l" defTabSz="914400" rtl="0" eaLnBrk="1" latinLnBrk="0" hangingPunct="1">
        <a:lnSpc>
          <a:spcPct val="70000"/>
        </a:lnSpc>
        <a:spcBef>
          <a:spcPct val="0"/>
        </a:spcBef>
        <a:buNone/>
        <a:defRPr sz="3800" kern="1200">
          <a:solidFill>
            <a:schemeClr val="tx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9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tx1"/>
          </a:solidFill>
          <a:latin typeface="+mn-lt"/>
          <a:ea typeface="+mn-ea"/>
          <a:cs typeface="+mn-cs"/>
        </a:defRPr>
      </a:lvl3pPr>
      <a:lvl4pPr marL="360000" indent="-180000"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tx1"/>
          </a:solidFill>
          <a:latin typeface="+mn-lt"/>
          <a:ea typeface="+mn-ea"/>
          <a:cs typeface="+mn-cs"/>
        </a:defRPr>
      </a:lvl4pPr>
      <a:lvl5pPr marL="540000" indent="-180000"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Tx/>
        <a:buNone/>
        <a:defRPr sz="900" kern="1200">
          <a:solidFill>
            <a:schemeClr val="tx1"/>
          </a:solidFill>
          <a:latin typeface="+mn-lt"/>
          <a:ea typeface="+mn-ea"/>
          <a:cs typeface="+mn-cs"/>
        </a:defRPr>
      </a:lvl6pPr>
      <a:lvl7pPr marL="0" indent="-288000"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tx1"/>
          </a:solidFill>
          <a:latin typeface="+mn-lt"/>
          <a:ea typeface="+mn-ea"/>
          <a:cs typeface="+mn-cs"/>
        </a:defRPr>
      </a:lvl7pPr>
      <a:lvl8pPr marL="432000" indent="-144000"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tx1"/>
          </a:solidFill>
          <a:latin typeface="+mn-lt"/>
          <a:ea typeface="+mn-ea"/>
          <a:cs typeface="+mn-cs"/>
        </a:defRPr>
      </a:lvl8pPr>
      <a:lvl9pPr marL="720000" indent="-288000"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93" userDrawn="1">
          <p15:clr>
            <a:srgbClr val="F26B43"/>
          </p15:clr>
        </p15:guide>
        <p15:guide id="2" pos="308" userDrawn="1">
          <p15:clr>
            <a:srgbClr val="F26B43"/>
          </p15:clr>
        </p15:guide>
        <p15:guide id="3" pos="5932" userDrawn="1">
          <p15:clr>
            <a:srgbClr val="F26B43"/>
          </p15:clr>
        </p15:guide>
        <p15:guide id="4" orient="horz" pos="742" userDrawn="1">
          <p15:clr>
            <a:srgbClr val="F26B43"/>
          </p15:clr>
        </p15:guide>
        <p15:guide id="6" orient="horz" pos="279" userDrawn="1">
          <p15:clr>
            <a:srgbClr val="F26B43"/>
          </p15:clr>
        </p15:guide>
        <p15:guide id="7" orient="horz" pos="896" userDrawn="1">
          <p15:clr>
            <a:srgbClr val="F26B43"/>
          </p15:clr>
        </p15:guide>
        <p15:guide id="8" pos="3061" userDrawn="1">
          <p15:clr>
            <a:srgbClr val="F26B43"/>
          </p15:clr>
        </p15:guide>
        <p15:guide id="9" pos="317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4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9.xml"/><Relationship Id="rId1" Type="http://schemas.openxmlformats.org/officeDocument/2006/relationships/tags" Target="../tags/tag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vert="horz"/>
          <a:lstStyle/>
          <a:p>
            <a:br>
              <a:rPr lang="de-DE" noProof="0" dirty="0"/>
            </a:br>
            <a:br>
              <a:rPr lang="de-DE" noProof="0" dirty="0"/>
            </a:br>
            <a:r>
              <a:rPr lang="de-DE" noProof="0" dirty="0"/>
              <a:t>Interview case study</a:t>
            </a:r>
            <a:br>
              <a:rPr lang="de-DE" noProof="0" dirty="0"/>
            </a:br>
            <a:br>
              <a:rPr lang="de-DE" noProof="0" dirty="0"/>
            </a:br>
            <a:r>
              <a:rPr lang="de-DE" sz="2800" noProof="0" dirty="0"/>
              <a:t>Deal Advisory – M&amp;A </a:t>
            </a:r>
            <a:br>
              <a:rPr lang="de-DE" sz="2800" noProof="0" dirty="0"/>
            </a:br>
            <a:r>
              <a:rPr lang="de-DE" sz="2800" noProof="0" dirty="0"/>
              <a:t>Berlin</a:t>
            </a:r>
          </a:p>
        </p:txBody>
      </p:sp>
      <p:sp>
        <p:nvSpPr>
          <p:cNvPr id="5" name="Subtitle 4"/>
          <p:cNvSpPr>
            <a:spLocks noGrp="1"/>
          </p:cNvSpPr>
          <p:nvPr>
            <p:ph type="body" sz="quarter" idx="11"/>
          </p:nvPr>
        </p:nvSpPr>
        <p:spPr/>
        <p:txBody>
          <a:bodyPr/>
          <a:lstStyle/>
          <a:p>
            <a:r>
              <a:rPr lang="de-DE" noProof="0" dirty="0"/>
              <a:t>KPMG Wirtschaftsprüfungsgesellschaft AG</a:t>
            </a:r>
          </a:p>
          <a:p>
            <a:pPr lvl="1"/>
            <a:r>
              <a:rPr lang="de-DE" noProof="0" dirty="0"/>
              <a:t>—</a:t>
            </a:r>
          </a:p>
          <a:p>
            <a:pPr lvl="1"/>
            <a:r>
              <a:rPr lang="de-DE" dirty="0"/>
              <a:t>19</a:t>
            </a:r>
            <a:r>
              <a:rPr lang="de-DE" noProof="0" dirty="0"/>
              <a:t>.08.2024</a:t>
            </a:r>
          </a:p>
        </p:txBody>
      </p:sp>
    </p:spTree>
    <p:extLst>
      <p:ext uri="{BB962C8B-B14F-4D97-AF65-F5344CB8AC3E}">
        <p14:creationId xmlns:p14="http://schemas.microsoft.com/office/powerpoint/2010/main" val="14487455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349C58A4-C588-4B93-93CB-55FC6EA0FE0C}"/>
              </a:ext>
            </a:extLst>
          </p:cNvPr>
          <p:cNvSpPr/>
          <p:nvPr/>
        </p:nvSpPr>
        <p:spPr>
          <a:xfrm>
            <a:off x="488950" y="1196752"/>
            <a:ext cx="8918244" cy="504056"/>
          </a:xfrm>
          <a:prstGeom prst="roundRect">
            <a:avLst>
              <a:gd name="adj" fmla="val 18621"/>
            </a:avLst>
          </a:prstGeom>
          <a:solidFill>
            <a:schemeClr val="tx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r>
              <a:rPr lang="de-DE" sz="1100" b="1" dirty="0">
                <a:solidFill>
                  <a:schemeClr val="bg1"/>
                </a:solidFill>
                <a:latin typeface="Segoe UI" panose="020B0502040204020203" pitchFamily="34" charset="0"/>
                <a:cs typeface="Segoe UI" panose="020B0502040204020203" pitchFamily="34" charset="0"/>
              </a:rPr>
              <a:t>Case Study: Oracle &lt;&gt; Cerner Transaction</a:t>
            </a:r>
            <a:endParaRPr lang="de-DE" sz="1100" dirty="0">
              <a:solidFill>
                <a:srgbClr val="00338D"/>
              </a:solidFill>
              <a:latin typeface="Segoe UI" panose="020B0502040204020203" pitchFamily="34" charset="0"/>
              <a:cs typeface="Segoe UI" panose="020B0502040204020203" pitchFamily="34" charset="0"/>
            </a:endParaRPr>
          </a:p>
        </p:txBody>
      </p:sp>
      <p:sp>
        <p:nvSpPr>
          <p:cNvPr id="2" name="Title 1">
            <a:extLst>
              <a:ext uri="{FF2B5EF4-FFF2-40B4-BE49-F238E27FC236}">
                <a16:creationId xmlns:a16="http://schemas.microsoft.com/office/drawing/2014/main" id="{FEC3FDF9-0BC1-4586-A024-312FE88778E7}"/>
              </a:ext>
            </a:extLst>
          </p:cNvPr>
          <p:cNvSpPr>
            <a:spLocks noGrp="1"/>
          </p:cNvSpPr>
          <p:nvPr>
            <p:ph type="title"/>
          </p:nvPr>
        </p:nvSpPr>
        <p:spPr>
          <a:xfrm>
            <a:off x="488950" y="451574"/>
            <a:ext cx="8918244" cy="468000"/>
          </a:xfrm>
        </p:spPr>
        <p:txBody>
          <a:bodyPr vert="horz"/>
          <a:lstStyle/>
          <a:p>
            <a:r>
              <a:rPr lang="de-DE" dirty="0"/>
              <a:t>Instructions</a:t>
            </a:r>
          </a:p>
        </p:txBody>
      </p:sp>
      <p:sp>
        <p:nvSpPr>
          <p:cNvPr id="3" name="Text Placeholder 2">
            <a:extLst>
              <a:ext uri="{FF2B5EF4-FFF2-40B4-BE49-F238E27FC236}">
                <a16:creationId xmlns:a16="http://schemas.microsoft.com/office/drawing/2014/main" id="{709DACEE-EE5B-472B-96A2-C55151392526}"/>
              </a:ext>
            </a:extLst>
          </p:cNvPr>
          <p:cNvSpPr>
            <a:spLocks noGrp="1"/>
          </p:cNvSpPr>
          <p:nvPr>
            <p:ph type="body" sz="quarter" idx="11"/>
          </p:nvPr>
        </p:nvSpPr>
        <p:spPr/>
        <p:txBody>
          <a:bodyPr/>
          <a:lstStyle/>
          <a:p>
            <a:r>
              <a:rPr lang="de-DE" dirty="0">
                <a:latin typeface="Segoe UI" panose="020B0502040204020203" pitchFamily="34" charset="0"/>
                <a:cs typeface="Segoe UI" panose="020B0502040204020203" pitchFamily="34" charset="0"/>
              </a:rPr>
              <a:t>Interview case study</a:t>
            </a:r>
          </a:p>
        </p:txBody>
      </p:sp>
      <p:sp>
        <p:nvSpPr>
          <p:cNvPr id="5" name="Rectangle: Rounded Corners 4">
            <a:extLst>
              <a:ext uri="{FF2B5EF4-FFF2-40B4-BE49-F238E27FC236}">
                <a16:creationId xmlns:a16="http://schemas.microsoft.com/office/drawing/2014/main" id="{6F91CB36-03A5-46C6-A1ED-E4D8665BE5B1}"/>
              </a:ext>
            </a:extLst>
          </p:cNvPr>
          <p:cNvSpPr/>
          <p:nvPr/>
        </p:nvSpPr>
        <p:spPr>
          <a:xfrm>
            <a:off x="488950" y="1916832"/>
            <a:ext cx="8918244" cy="3960440"/>
          </a:xfrm>
          <a:prstGeom prst="roundRect">
            <a:avLst>
              <a:gd name="adj" fmla="val 5474"/>
            </a:avLst>
          </a:prstGeom>
          <a:solidFill>
            <a:srgbClr val="FFFFFF"/>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r>
              <a:rPr lang="en-US" sz="1100" dirty="0">
                <a:solidFill>
                  <a:srgbClr val="00338D"/>
                </a:solidFill>
                <a:latin typeface="Segoe UI" panose="020B0502040204020203" pitchFamily="34" charset="0"/>
                <a:cs typeface="Segoe UI" panose="020B0502040204020203" pitchFamily="34" charset="0"/>
              </a:rPr>
              <a:t>Instructions:</a:t>
            </a:r>
          </a:p>
          <a:p>
            <a:endParaRPr lang="en-US" sz="1100" dirty="0">
              <a:solidFill>
                <a:srgbClr val="00338D"/>
              </a:solidFill>
              <a:latin typeface="Segoe UI" panose="020B0502040204020203" pitchFamily="34" charset="0"/>
              <a:cs typeface="Segoe UI" panose="020B0502040204020203" pitchFamily="34" charset="0"/>
            </a:endParaRPr>
          </a:p>
          <a:p>
            <a:r>
              <a:rPr lang="en-US" sz="1100" dirty="0">
                <a:solidFill>
                  <a:srgbClr val="00338D"/>
                </a:solidFill>
                <a:latin typeface="Segoe UI" panose="020B0502040204020203" pitchFamily="34" charset="0"/>
                <a:cs typeface="Segoe UI" panose="020B0502040204020203" pitchFamily="34" charset="0"/>
              </a:rPr>
              <a:t>Research the Oracle &lt;&gt; Cerner transaction and gather relevant information about the deal. You may use any credible sources, such as news articles, press releases, or analyst reports.</a:t>
            </a:r>
          </a:p>
          <a:p>
            <a:endParaRPr lang="en-US" sz="1100" dirty="0">
              <a:solidFill>
                <a:srgbClr val="00338D"/>
              </a:solidFill>
              <a:latin typeface="Segoe UI" panose="020B0502040204020203" pitchFamily="34" charset="0"/>
              <a:cs typeface="Segoe UI" panose="020B0502040204020203" pitchFamily="34" charset="0"/>
            </a:endParaRPr>
          </a:p>
          <a:p>
            <a:r>
              <a:rPr lang="en-US" sz="1100" dirty="0">
                <a:solidFill>
                  <a:srgbClr val="00338D"/>
                </a:solidFill>
                <a:latin typeface="Segoe UI" panose="020B0502040204020203" pitchFamily="34" charset="0"/>
                <a:cs typeface="Segoe UI" panose="020B0502040204020203" pitchFamily="34" charset="0"/>
              </a:rPr>
              <a:t>Organize your findings and craft a one-pager that summarizes the key aspects of the transaction. Your one-pager could include:</a:t>
            </a:r>
          </a:p>
          <a:p>
            <a:endParaRPr lang="en-US" sz="1100" dirty="0">
              <a:solidFill>
                <a:srgbClr val="00338D"/>
              </a:solidFill>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en-US" sz="1100" dirty="0">
                <a:solidFill>
                  <a:srgbClr val="00338D"/>
                </a:solidFill>
                <a:latin typeface="Segoe UI" panose="020B0502040204020203" pitchFamily="34" charset="0"/>
                <a:cs typeface="Segoe UI" panose="020B0502040204020203" pitchFamily="34" charset="0"/>
              </a:rPr>
              <a:t>A brief overview of Oracle and Cerner</a:t>
            </a:r>
          </a:p>
          <a:p>
            <a:pPr marL="171450" indent="-171450">
              <a:buFont typeface="Arial" panose="020B0604020202020204" pitchFamily="34" charset="0"/>
              <a:buChar char="•"/>
            </a:pPr>
            <a:r>
              <a:rPr lang="en-US" sz="1100" dirty="0">
                <a:solidFill>
                  <a:srgbClr val="00338D"/>
                </a:solidFill>
                <a:latin typeface="Segoe UI" panose="020B0502040204020203" pitchFamily="34" charset="0"/>
                <a:cs typeface="Segoe UI" panose="020B0502040204020203" pitchFamily="34" charset="0"/>
              </a:rPr>
              <a:t>The strategic rationale for the transaction</a:t>
            </a:r>
          </a:p>
          <a:p>
            <a:pPr marL="171450" indent="-171450">
              <a:buFont typeface="Arial" panose="020B0604020202020204" pitchFamily="34" charset="0"/>
              <a:buChar char="•"/>
            </a:pPr>
            <a:r>
              <a:rPr lang="en-US" sz="1100" dirty="0">
                <a:solidFill>
                  <a:srgbClr val="00338D"/>
                </a:solidFill>
                <a:latin typeface="Segoe UI" panose="020B0502040204020203" pitchFamily="34" charset="0"/>
                <a:cs typeface="Segoe UI" panose="020B0502040204020203" pitchFamily="34" charset="0"/>
              </a:rPr>
              <a:t>The deal structure and terms (e.g., purchase price, financing, etc.)</a:t>
            </a:r>
          </a:p>
          <a:p>
            <a:pPr marL="171450" indent="-171450">
              <a:buFont typeface="Arial" panose="020B0604020202020204" pitchFamily="34" charset="0"/>
              <a:buChar char="•"/>
            </a:pPr>
            <a:r>
              <a:rPr lang="en-US" sz="1100" dirty="0">
                <a:solidFill>
                  <a:srgbClr val="00338D"/>
                </a:solidFill>
                <a:latin typeface="Segoe UI" panose="020B0502040204020203" pitchFamily="34" charset="0"/>
                <a:cs typeface="Segoe UI" panose="020B0502040204020203" pitchFamily="34" charset="0"/>
              </a:rPr>
              <a:t>A financial overview of Oracle and Cerner</a:t>
            </a:r>
          </a:p>
          <a:p>
            <a:pPr marL="171450" indent="-171450">
              <a:buFont typeface="Arial" panose="020B0604020202020204" pitchFamily="34" charset="0"/>
              <a:buChar char="•"/>
            </a:pPr>
            <a:r>
              <a:rPr lang="en-US" sz="1100" dirty="0">
                <a:solidFill>
                  <a:srgbClr val="00338D"/>
                </a:solidFill>
                <a:latin typeface="Segoe UI" panose="020B0502040204020203" pitchFamily="34" charset="0"/>
                <a:cs typeface="Segoe UI" panose="020B0502040204020203" pitchFamily="34" charset="0"/>
              </a:rPr>
              <a:t>The impact of the transaction on the companies and the industry</a:t>
            </a:r>
          </a:p>
          <a:p>
            <a:pPr marL="171450" indent="-171450">
              <a:buFont typeface="Arial" panose="020B0604020202020204" pitchFamily="34" charset="0"/>
              <a:buChar char="•"/>
            </a:pPr>
            <a:r>
              <a:rPr lang="en-US" sz="1100" dirty="0">
                <a:solidFill>
                  <a:srgbClr val="00338D"/>
                </a:solidFill>
                <a:latin typeface="Segoe UI" panose="020B0502040204020203" pitchFamily="34" charset="0"/>
                <a:cs typeface="Segoe UI" panose="020B0502040204020203" pitchFamily="34" charset="0"/>
              </a:rPr>
              <a:t>Any other noteworthy details or insights that you think are relevant</a:t>
            </a:r>
          </a:p>
          <a:p>
            <a:pPr marL="171450" indent="-171450">
              <a:buFont typeface="Arial" panose="020B0604020202020204" pitchFamily="34" charset="0"/>
              <a:buChar char="•"/>
            </a:pPr>
            <a:endParaRPr lang="en-US" sz="1100" dirty="0">
              <a:solidFill>
                <a:srgbClr val="00338D"/>
              </a:solidFill>
              <a:latin typeface="Segoe UI" panose="020B0502040204020203" pitchFamily="34" charset="0"/>
              <a:cs typeface="Segoe UI" panose="020B0502040204020203" pitchFamily="34" charset="0"/>
            </a:endParaRPr>
          </a:p>
          <a:p>
            <a:r>
              <a:rPr lang="en-US" sz="1100" dirty="0">
                <a:solidFill>
                  <a:srgbClr val="00338D"/>
                </a:solidFill>
                <a:latin typeface="Segoe UI" panose="020B0502040204020203" pitchFamily="34" charset="0"/>
                <a:cs typeface="Segoe UI" panose="020B0502040204020203" pitchFamily="34" charset="0"/>
              </a:rPr>
              <a:t>Ensure that your one-pager is concise, clear, and well-organized. Use professional language and avoid jargon or technical terms that may not be familiar to a general audience.</a:t>
            </a:r>
          </a:p>
          <a:p>
            <a:endParaRPr lang="en-US" sz="1100" dirty="0">
              <a:solidFill>
                <a:srgbClr val="00338D"/>
              </a:solidFill>
              <a:latin typeface="Segoe UI" panose="020B0502040204020203" pitchFamily="34" charset="0"/>
              <a:cs typeface="Segoe UI" panose="020B0502040204020203" pitchFamily="34" charset="0"/>
            </a:endParaRPr>
          </a:p>
          <a:p>
            <a:r>
              <a:rPr lang="en-US" sz="1100" dirty="0">
                <a:solidFill>
                  <a:srgbClr val="00338D"/>
                </a:solidFill>
                <a:latin typeface="Segoe UI" panose="020B0502040204020203" pitchFamily="34" charset="0"/>
                <a:cs typeface="Segoe UI" panose="020B0502040204020203" pitchFamily="34" charset="0"/>
              </a:rPr>
              <a:t>Submit your one-pager to the interviewer and be prepared to discuss your thought process, analysis, and conclusions during the interview.</a:t>
            </a:r>
          </a:p>
          <a:p>
            <a:endParaRPr lang="en-US" sz="1100" dirty="0">
              <a:solidFill>
                <a:srgbClr val="00338D"/>
              </a:solidFill>
              <a:latin typeface="Segoe UI" panose="020B0502040204020203" pitchFamily="34" charset="0"/>
              <a:cs typeface="Segoe UI" panose="020B0502040204020203" pitchFamily="34" charset="0"/>
            </a:endParaRPr>
          </a:p>
          <a:p>
            <a:r>
              <a:rPr lang="en-US" sz="1100" dirty="0">
                <a:solidFill>
                  <a:srgbClr val="00338D"/>
                </a:solidFill>
                <a:latin typeface="Segoe UI" panose="020B0502040204020203" pitchFamily="34" charset="0"/>
                <a:cs typeface="Segoe UI" panose="020B0502040204020203" pitchFamily="34" charset="0"/>
              </a:rPr>
              <a:t>Good luck!</a:t>
            </a:r>
            <a:endParaRPr lang="de-DE" sz="1100" dirty="0">
              <a:solidFill>
                <a:srgbClr val="00338D"/>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6292617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Rounded Corners 31">
            <a:extLst>
              <a:ext uri="{FF2B5EF4-FFF2-40B4-BE49-F238E27FC236}">
                <a16:creationId xmlns:a16="http://schemas.microsoft.com/office/drawing/2014/main" id="{EBD4CCDC-62A4-4A8B-8279-5CBE0BF98DC1}"/>
              </a:ext>
            </a:extLst>
          </p:cNvPr>
          <p:cNvSpPr/>
          <p:nvPr/>
        </p:nvSpPr>
        <p:spPr>
          <a:xfrm>
            <a:off x="0" y="-1"/>
            <a:ext cx="9906000" cy="969753"/>
          </a:xfrm>
          <a:prstGeom prst="roundRect">
            <a:avLst>
              <a:gd name="adj" fmla="val 0"/>
            </a:avLst>
          </a:prstGeom>
          <a:solidFill>
            <a:schemeClr val="tx2"/>
          </a:solidFill>
          <a:ln>
            <a:solidFill>
              <a:srgbClr val="00338D"/>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r>
              <a:rPr lang="de-DE" sz="2000" b="1" dirty="0">
                <a:solidFill>
                  <a:schemeClr val="bg1"/>
                </a:solidFill>
                <a:latin typeface="Segoe UI" panose="020B0502040204020203" pitchFamily="34" charset="0"/>
                <a:cs typeface="Segoe UI" panose="020B0502040204020203" pitchFamily="34" charset="0"/>
              </a:rPr>
              <a:t>Oracle &lt;&gt; Cerner Corporation transaction</a:t>
            </a:r>
          </a:p>
          <a:p>
            <a:r>
              <a:rPr lang="de-DE" sz="1600" dirty="0">
                <a:solidFill>
                  <a:schemeClr val="bg1"/>
                </a:solidFill>
                <a:latin typeface="Segoe UI" panose="020B0502040204020203" pitchFamily="34" charset="0"/>
                <a:cs typeface="Segoe UI" panose="020B0502040204020203" pitchFamily="34" charset="0"/>
              </a:rPr>
              <a:t>Completed: [Jun 7, 2022]</a:t>
            </a:r>
            <a:endParaRPr lang="de-DE" sz="2000" dirty="0">
              <a:solidFill>
                <a:srgbClr val="00338D"/>
              </a:solidFill>
              <a:latin typeface="Segoe UI" panose="020B0502040204020203" pitchFamily="34" charset="0"/>
              <a:cs typeface="Segoe UI" panose="020B0502040204020203" pitchFamily="34" charset="0"/>
            </a:endParaRPr>
          </a:p>
        </p:txBody>
      </p:sp>
      <p:pic>
        <p:nvPicPr>
          <p:cNvPr id="1026" name="Picture 2" descr="Oracle Logo PNG Images Transparent Free Download - PNG Mart">
            <a:extLst>
              <a:ext uri="{FF2B5EF4-FFF2-40B4-BE49-F238E27FC236}">
                <a16:creationId xmlns:a16="http://schemas.microsoft.com/office/drawing/2014/main" id="{AC6556C0-13F6-EF80-D40D-D628BD2A634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488807"/>
            <a:ext cx="992560" cy="56578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31">
            <a:extLst>
              <a:ext uri="{FF2B5EF4-FFF2-40B4-BE49-F238E27FC236}">
                <a16:creationId xmlns:a16="http://schemas.microsoft.com/office/drawing/2014/main" id="{8D2DF1D8-FFC9-8547-655E-3D187BD5EDFC}"/>
              </a:ext>
            </a:extLst>
          </p:cNvPr>
          <p:cNvSpPr/>
          <p:nvPr/>
        </p:nvSpPr>
        <p:spPr>
          <a:xfrm>
            <a:off x="106461" y="1036546"/>
            <a:ext cx="4080297" cy="301898"/>
          </a:xfrm>
          <a:prstGeom prst="roundRect">
            <a:avLst>
              <a:gd name="adj" fmla="val 0"/>
            </a:avLst>
          </a:prstGeom>
          <a:solidFill>
            <a:schemeClr val="tx2"/>
          </a:solidFill>
          <a:ln>
            <a:solidFill>
              <a:srgbClr val="00338D"/>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endParaRPr lang="de-DE" sz="2000" dirty="0">
              <a:solidFill>
                <a:srgbClr val="00338D"/>
              </a:solidFill>
              <a:latin typeface="Segoe UI" panose="020B0502040204020203" pitchFamily="34" charset="0"/>
              <a:cs typeface="Segoe UI" panose="020B0502040204020203" pitchFamily="34" charset="0"/>
            </a:endParaRPr>
          </a:p>
        </p:txBody>
      </p:sp>
      <p:sp>
        <p:nvSpPr>
          <p:cNvPr id="3" name="Textfeld 2">
            <a:extLst>
              <a:ext uri="{FF2B5EF4-FFF2-40B4-BE49-F238E27FC236}">
                <a16:creationId xmlns:a16="http://schemas.microsoft.com/office/drawing/2014/main" id="{BB7DACA1-5732-8BC3-242D-6C69F5DFF59D}"/>
              </a:ext>
            </a:extLst>
          </p:cNvPr>
          <p:cNvSpPr txBox="1"/>
          <p:nvPr/>
        </p:nvSpPr>
        <p:spPr>
          <a:xfrm>
            <a:off x="1239909" y="1038222"/>
            <a:ext cx="1728192" cy="280249"/>
          </a:xfrm>
          <a:prstGeom prst="rect">
            <a:avLst/>
          </a:prstGeom>
          <a:noFill/>
        </p:spPr>
        <p:txBody>
          <a:bodyPr wrap="none" lIns="54610" tIns="54610" rIns="54610" bIns="54610" rtlCol="0">
            <a:noAutofit/>
          </a:bodyPr>
          <a:lstStyle/>
          <a:p>
            <a:pPr>
              <a:spcAft>
                <a:spcPts val="600"/>
              </a:spcAft>
            </a:pPr>
            <a:r>
              <a:rPr lang="en-US" sz="1100" b="1" dirty="0">
                <a:solidFill>
                  <a:schemeClr val="bg1"/>
                </a:solidFill>
                <a:latin typeface="Segoe UI" panose="020B0502040204020203" pitchFamily="34" charset="0"/>
                <a:cs typeface="Segoe UI" panose="020B0502040204020203" pitchFamily="34" charset="0"/>
              </a:rPr>
              <a:t>Brief company</a:t>
            </a:r>
            <a:r>
              <a:rPr lang="en-US" sz="1100" dirty="0">
                <a:solidFill>
                  <a:schemeClr val="bg1"/>
                </a:solidFill>
                <a:latin typeface="Segoe UI" panose="020B0502040204020203" pitchFamily="34" charset="0"/>
                <a:cs typeface="Segoe UI" panose="020B0502040204020203" pitchFamily="34" charset="0"/>
              </a:rPr>
              <a:t> </a:t>
            </a:r>
            <a:r>
              <a:rPr lang="en-US" sz="1100" b="1" dirty="0">
                <a:solidFill>
                  <a:schemeClr val="bg1"/>
                </a:solidFill>
                <a:latin typeface="Segoe UI" panose="020B0502040204020203" pitchFamily="34" charset="0"/>
                <a:cs typeface="Segoe UI" panose="020B0502040204020203" pitchFamily="34" charset="0"/>
              </a:rPr>
              <a:t>overviews</a:t>
            </a:r>
          </a:p>
        </p:txBody>
      </p:sp>
      <p:sp>
        <p:nvSpPr>
          <p:cNvPr id="7" name="Textfeld 6">
            <a:extLst>
              <a:ext uri="{FF2B5EF4-FFF2-40B4-BE49-F238E27FC236}">
                <a16:creationId xmlns:a16="http://schemas.microsoft.com/office/drawing/2014/main" id="{A54BE1AA-B330-8FB9-899C-1FDCE1098A4C}"/>
              </a:ext>
            </a:extLst>
          </p:cNvPr>
          <p:cNvSpPr txBox="1"/>
          <p:nvPr/>
        </p:nvSpPr>
        <p:spPr>
          <a:xfrm>
            <a:off x="874390" y="2321276"/>
            <a:ext cx="3309326" cy="880001"/>
          </a:xfrm>
          <a:prstGeom prst="rect">
            <a:avLst/>
          </a:prstGeom>
          <a:noFill/>
        </p:spPr>
        <p:txBody>
          <a:bodyPr wrap="square">
            <a:spAutoFit/>
          </a:bodyPr>
          <a:lstStyle/>
          <a:p>
            <a:r>
              <a:rPr lang="en-US" sz="700" b="1" dirty="0">
                <a:solidFill>
                  <a:schemeClr val="accent2"/>
                </a:solidFill>
                <a:latin typeface="Segoe UI" panose="020B0502040204020203" pitchFamily="34" charset="0"/>
                <a:cs typeface="Segoe UI" panose="020B0502040204020203" pitchFamily="34" charset="0"/>
              </a:rPr>
              <a:t>Cerner Corporation:</a:t>
            </a:r>
          </a:p>
          <a:p>
            <a:r>
              <a:rPr lang="en-US" sz="700" u="sng" dirty="0">
                <a:solidFill>
                  <a:schemeClr val="accent2"/>
                </a:solidFill>
                <a:latin typeface="Segoe UI" panose="020B0502040204020203" pitchFamily="34" charset="0"/>
                <a:cs typeface="Segoe UI" panose="020B0502040204020203" pitchFamily="34" charset="0"/>
              </a:rPr>
              <a:t>Founded:</a:t>
            </a:r>
            <a:r>
              <a:rPr lang="en-US" sz="700" dirty="0">
                <a:solidFill>
                  <a:schemeClr val="accent2"/>
                </a:solidFill>
                <a:latin typeface="Segoe UI" panose="020B0502040204020203" pitchFamily="34" charset="0"/>
                <a:cs typeface="Segoe UI" panose="020B0502040204020203" pitchFamily="34" charset="0"/>
              </a:rPr>
              <a:t> 1979</a:t>
            </a:r>
          </a:p>
          <a:p>
            <a:r>
              <a:rPr lang="en-US" sz="700" u="sng" dirty="0">
                <a:solidFill>
                  <a:schemeClr val="accent2"/>
                </a:solidFill>
                <a:latin typeface="Segoe UI" panose="020B0502040204020203" pitchFamily="34" charset="0"/>
                <a:cs typeface="Segoe UI" panose="020B0502040204020203" pitchFamily="34" charset="0"/>
              </a:rPr>
              <a:t>Headquarters:</a:t>
            </a:r>
            <a:r>
              <a:rPr lang="en-US" sz="700" dirty="0">
                <a:solidFill>
                  <a:schemeClr val="accent2"/>
                </a:solidFill>
                <a:latin typeface="Segoe UI" panose="020B0502040204020203" pitchFamily="34" charset="0"/>
                <a:cs typeface="Segoe UI" panose="020B0502040204020203" pitchFamily="34" charset="0"/>
              </a:rPr>
              <a:t> Kansas City, Missouri, USA </a:t>
            </a:r>
          </a:p>
          <a:p>
            <a:r>
              <a:rPr lang="en-US" sz="700" u="sng" dirty="0">
                <a:solidFill>
                  <a:schemeClr val="accent2"/>
                </a:solidFill>
                <a:latin typeface="Segoe UI" panose="020B0502040204020203" pitchFamily="34" charset="0"/>
                <a:cs typeface="Segoe UI" panose="020B0502040204020203" pitchFamily="34" charset="0"/>
              </a:rPr>
              <a:t>Industry:</a:t>
            </a:r>
            <a:r>
              <a:rPr lang="en-US" sz="700" dirty="0">
                <a:solidFill>
                  <a:schemeClr val="accent2"/>
                </a:solidFill>
                <a:latin typeface="Segoe UI" panose="020B0502040204020203" pitchFamily="34" charset="0"/>
                <a:cs typeface="Segoe UI" panose="020B0502040204020203" pitchFamily="34" charset="0"/>
              </a:rPr>
              <a:t> Healthcare Information Technology </a:t>
            </a:r>
          </a:p>
          <a:p>
            <a:r>
              <a:rPr lang="en-US" sz="700" u="sng" dirty="0">
                <a:solidFill>
                  <a:schemeClr val="accent2"/>
                </a:solidFill>
                <a:latin typeface="Segoe UI" panose="020B0502040204020203" pitchFamily="34" charset="0"/>
                <a:cs typeface="Segoe UI" panose="020B0502040204020203" pitchFamily="34" charset="0"/>
              </a:rPr>
              <a:t>Core Business:</a:t>
            </a:r>
            <a:r>
              <a:rPr lang="en-US" sz="700" dirty="0">
                <a:solidFill>
                  <a:schemeClr val="accent2"/>
                </a:solidFill>
                <a:latin typeface="Segoe UI" panose="020B0502040204020203" pitchFamily="34" charset="0"/>
                <a:cs typeface="Segoe UI" panose="020B0502040204020203" pitchFamily="34" charset="0"/>
              </a:rPr>
              <a:t> health information technology solutions, electronic health records (EHR), health information exchanges, and data analytics to healthcare providers</a:t>
            </a:r>
          </a:p>
        </p:txBody>
      </p:sp>
      <p:pic>
        <p:nvPicPr>
          <p:cNvPr id="1031" name="Picture 7" descr="Cerner - Victoria Hospitals Foundation">
            <a:extLst>
              <a:ext uri="{FF2B5EF4-FFF2-40B4-BE49-F238E27FC236}">
                <a16:creationId xmlns:a16="http://schemas.microsoft.com/office/drawing/2014/main" id="{2CB9E7E2-4B4A-5C5E-38D2-519E14170DB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461" y="2442914"/>
            <a:ext cx="814091" cy="565784"/>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Gerader Verbinder 10">
            <a:extLst>
              <a:ext uri="{FF2B5EF4-FFF2-40B4-BE49-F238E27FC236}">
                <a16:creationId xmlns:a16="http://schemas.microsoft.com/office/drawing/2014/main" id="{D2598D79-89C7-B18D-8550-812372FFE12B}"/>
              </a:ext>
            </a:extLst>
          </p:cNvPr>
          <p:cNvCxnSpPr>
            <a:cxnSpLocks/>
          </p:cNvCxnSpPr>
          <p:nvPr/>
        </p:nvCxnSpPr>
        <p:spPr>
          <a:xfrm flipH="1">
            <a:off x="113679" y="2324062"/>
            <a:ext cx="4113732" cy="0"/>
          </a:xfrm>
          <a:prstGeom prst="line">
            <a:avLst/>
          </a:prstGeom>
          <a:ln/>
        </p:spPr>
        <p:style>
          <a:lnRef idx="1">
            <a:schemeClr val="accent1"/>
          </a:lnRef>
          <a:fillRef idx="0">
            <a:schemeClr val="accent1"/>
          </a:fillRef>
          <a:effectRef idx="0">
            <a:schemeClr val="accent1"/>
          </a:effectRef>
          <a:fontRef idx="minor">
            <a:schemeClr val="tx1"/>
          </a:fontRef>
        </p:style>
      </p:cxnSp>
      <p:sp>
        <p:nvSpPr>
          <p:cNvPr id="13" name="Rectangle: Rounded Corners 31">
            <a:extLst>
              <a:ext uri="{FF2B5EF4-FFF2-40B4-BE49-F238E27FC236}">
                <a16:creationId xmlns:a16="http://schemas.microsoft.com/office/drawing/2014/main" id="{9B15156C-5590-9B6E-8ECC-46FA7975F5F9}"/>
              </a:ext>
            </a:extLst>
          </p:cNvPr>
          <p:cNvSpPr/>
          <p:nvPr/>
        </p:nvSpPr>
        <p:spPr>
          <a:xfrm>
            <a:off x="5599124" y="1041958"/>
            <a:ext cx="4176466" cy="291074"/>
          </a:xfrm>
          <a:prstGeom prst="roundRect">
            <a:avLst>
              <a:gd name="adj" fmla="val 0"/>
            </a:avLst>
          </a:prstGeom>
          <a:solidFill>
            <a:schemeClr val="tx2"/>
          </a:solidFill>
          <a:ln>
            <a:solidFill>
              <a:srgbClr val="00338D"/>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endParaRPr lang="de-DE" sz="2000" dirty="0">
              <a:solidFill>
                <a:srgbClr val="00338D"/>
              </a:solidFill>
              <a:latin typeface="Segoe UI" panose="020B0502040204020203" pitchFamily="34" charset="0"/>
              <a:cs typeface="Segoe UI" panose="020B0502040204020203" pitchFamily="34" charset="0"/>
            </a:endParaRPr>
          </a:p>
        </p:txBody>
      </p:sp>
      <p:sp>
        <p:nvSpPr>
          <p:cNvPr id="15" name="Textfeld 14">
            <a:extLst>
              <a:ext uri="{FF2B5EF4-FFF2-40B4-BE49-F238E27FC236}">
                <a16:creationId xmlns:a16="http://schemas.microsoft.com/office/drawing/2014/main" id="{6FDB61BB-89C6-D2A2-3913-16B1AB20E7BB}"/>
              </a:ext>
            </a:extLst>
          </p:cNvPr>
          <p:cNvSpPr txBox="1"/>
          <p:nvPr/>
        </p:nvSpPr>
        <p:spPr>
          <a:xfrm>
            <a:off x="6316586" y="1047542"/>
            <a:ext cx="2712145" cy="261610"/>
          </a:xfrm>
          <a:prstGeom prst="rect">
            <a:avLst/>
          </a:prstGeom>
          <a:noFill/>
        </p:spPr>
        <p:txBody>
          <a:bodyPr wrap="square">
            <a:spAutoFit/>
          </a:bodyPr>
          <a:lstStyle/>
          <a:p>
            <a:r>
              <a:rPr lang="de-DE" sz="1100" b="1" dirty="0">
                <a:solidFill>
                  <a:schemeClr val="bg1"/>
                </a:solidFill>
                <a:latin typeface="Segoe UI" panose="020B0502040204020203" pitchFamily="34" charset="0"/>
                <a:cs typeface="Segoe UI" panose="020B0502040204020203" pitchFamily="34" charset="0"/>
              </a:rPr>
              <a:t>Strategic rationale for the transaction</a:t>
            </a:r>
          </a:p>
        </p:txBody>
      </p:sp>
      <p:sp>
        <p:nvSpPr>
          <p:cNvPr id="19" name="Textfeld 18">
            <a:extLst>
              <a:ext uri="{FF2B5EF4-FFF2-40B4-BE49-F238E27FC236}">
                <a16:creationId xmlns:a16="http://schemas.microsoft.com/office/drawing/2014/main" id="{EED0421F-9633-96DF-2141-7075539E01FC}"/>
              </a:ext>
            </a:extLst>
          </p:cNvPr>
          <p:cNvSpPr txBox="1"/>
          <p:nvPr/>
        </p:nvSpPr>
        <p:spPr>
          <a:xfrm>
            <a:off x="5512344" y="1326476"/>
            <a:ext cx="4320628" cy="2125873"/>
          </a:xfrm>
          <a:prstGeom prst="rect">
            <a:avLst/>
          </a:prstGeom>
          <a:noFill/>
        </p:spPr>
        <p:txBody>
          <a:bodyPr wrap="square">
            <a:spAutoFit/>
          </a:bodyPr>
          <a:lstStyle/>
          <a:p>
            <a:r>
              <a:rPr lang="en-US" sz="700" b="1" u="sng" dirty="0">
                <a:solidFill>
                  <a:schemeClr val="tx2"/>
                </a:solidFill>
              </a:rPr>
              <a:t>Expansion into Healthcare: </a:t>
            </a:r>
          </a:p>
          <a:p>
            <a:r>
              <a:rPr lang="en-US" sz="700" dirty="0">
                <a:solidFill>
                  <a:schemeClr val="tx2"/>
                </a:solidFill>
              </a:rPr>
              <a:t>Oracle’s acquisition of Cerner provides a strategic entry into the healthcare industry, allowing Oracle to diversify its business and capitalize on the growing demand for digital health solutions. </a:t>
            </a:r>
            <a:r>
              <a:rPr lang="en-US" sz="700" b="1" u="sng" dirty="0">
                <a:solidFill>
                  <a:schemeClr val="tx2"/>
                </a:solidFill>
              </a:rPr>
              <a:t>Cloud Integration and Innovation: </a:t>
            </a:r>
          </a:p>
          <a:p>
            <a:r>
              <a:rPr lang="en-US" sz="700" dirty="0">
                <a:solidFill>
                  <a:schemeClr val="tx2"/>
                </a:solidFill>
              </a:rPr>
              <a:t>Oracle plans to integrate Cerner’s electronic health records (EHR) with its cloud infrastructure. This will enhance the scalability, security, and efficiency of healthcare IT systems, while enabling the application of AI and data analytics to improve patient outcomes. </a:t>
            </a:r>
          </a:p>
          <a:p>
            <a:r>
              <a:rPr lang="en-US" sz="700" b="1" u="sng" dirty="0">
                <a:solidFill>
                  <a:schemeClr val="tx2"/>
                </a:solidFill>
              </a:rPr>
              <a:t>Market Leadership: </a:t>
            </a:r>
          </a:p>
          <a:p>
            <a:r>
              <a:rPr lang="en-US" sz="700" dirty="0">
                <a:solidFill>
                  <a:schemeClr val="tx2"/>
                </a:solidFill>
              </a:rPr>
              <a:t>The acquisition positions Oracle as a leader in the healthcare IT market, leveraging Cerner’s established client base and industry expertise. This strengthens Oracle’s competitive edge and broadens its influence in a critical sector. </a:t>
            </a:r>
          </a:p>
          <a:p>
            <a:r>
              <a:rPr lang="en-US" sz="700" b="1" u="sng" dirty="0">
                <a:solidFill>
                  <a:schemeClr val="tx2"/>
                </a:solidFill>
              </a:rPr>
              <a:t>Synergy and Efficiency Gains: </a:t>
            </a:r>
          </a:p>
          <a:p>
            <a:r>
              <a:rPr lang="en-US" sz="700" dirty="0">
                <a:solidFill>
                  <a:schemeClr val="tx2"/>
                </a:solidFill>
              </a:rPr>
              <a:t>Oracle anticipates significant cost savings and operational efficiencies by integrating its cloud technology with Cerner’s offerings. Additionally, the deal opens up new cross-selling opportunities across Oracle’s existing product lines.</a:t>
            </a:r>
          </a:p>
          <a:p>
            <a:r>
              <a:rPr lang="en-US" sz="700" b="1" u="sng" dirty="0">
                <a:solidFill>
                  <a:schemeClr val="tx2"/>
                </a:solidFill>
              </a:rPr>
              <a:t>Alignment with Industry Trends:</a:t>
            </a:r>
          </a:p>
          <a:p>
            <a:r>
              <a:rPr lang="en-US" sz="700" dirty="0">
                <a:solidFill>
                  <a:schemeClr val="tx2"/>
                </a:solidFill>
              </a:rPr>
              <a:t>As the healthcare sector undergoes digital transformation, Oracle is well-positioned to meet the rising demand for data-driven solutions, telemedicine, and regulatory compliance support, aligning with the industry's evolving needs.</a:t>
            </a:r>
          </a:p>
        </p:txBody>
      </p:sp>
      <p:sp>
        <p:nvSpPr>
          <p:cNvPr id="21" name="Textfeld 20">
            <a:extLst>
              <a:ext uri="{FF2B5EF4-FFF2-40B4-BE49-F238E27FC236}">
                <a16:creationId xmlns:a16="http://schemas.microsoft.com/office/drawing/2014/main" id="{6E167359-0F9E-0CA4-4A4E-6797417A1629}"/>
              </a:ext>
            </a:extLst>
          </p:cNvPr>
          <p:cNvSpPr txBox="1"/>
          <p:nvPr/>
        </p:nvSpPr>
        <p:spPr>
          <a:xfrm>
            <a:off x="5526878" y="3770707"/>
            <a:ext cx="4379122" cy="2462213"/>
          </a:xfrm>
          <a:prstGeom prst="rect">
            <a:avLst/>
          </a:prstGeom>
          <a:noFill/>
        </p:spPr>
        <p:txBody>
          <a:bodyPr wrap="square">
            <a:spAutoFit/>
          </a:bodyPr>
          <a:lstStyle/>
          <a:p>
            <a:r>
              <a:rPr lang="en-US" sz="700" b="1" u="sng" dirty="0">
                <a:solidFill>
                  <a:schemeClr val="tx2"/>
                </a:solidFill>
                <a:latin typeface="Segoe UI" panose="020B0502040204020203" pitchFamily="34" charset="0"/>
                <a:cs typeface="Segoe UI" panose="020B0502040204020203" pitchFamily="34" charset="0"/>
              </a:rPr>
              <a:t>Purchase Price: </a:t>
            </a:r>
          </a:p>
          <a:p>
            <a:r>
              <a:rPr lang="en-US" sz="700" u="sng" dirty="0">
                <a:solidFill>
                  <a:schemeClr val="tx2"/>
                </a:solidFill>
                <a:latin typeface="Segoe UI" panose="020B0502040204020203" pitchFamily="34" charset="0"/>
                <a:cs typeface="Segoe UI" panose="020B0502040204020203" pitchFamily="34" charset="0"/>
              </a:rPr>
              <a:t>Total Value:</a:t>
            </a:r>
            <a:r>
              <a:rPr lang="en-US" sz="700" b="1" dirty="0">
                <a:solidFill>
                  <a:schemeClr val="tx2"/>
                </a:solidFill>
                <a:latin typeface="Segoe UI" panose="020B0502040204020203" pitchFamily="34" charset="0"/>
                <a:cs typeface="Segoe UI" panose="020B0502040204020203" pitchFamily="34" charset="0"/>
              </a:rPr>
              <a:t> </a:t>
            </a:r>
            <a:r>
              <a:rPr lang="en-US" sz="700" dirty="0">
                <a:solidFill>
                  <a:schemeClr val="tx2"/>
                </a:solidFill>
                <a:latin typeface="Segoe UI" panose="020B0502040204020203" pitchFamily="34" charset="0"/>
                <a:cs typeface="Segoe UI" panose="020B0502040204020203" pitchFamily="34" charset="0"/>
              </a:rPr>
              <a:t>$28.3 billion. </a:t>
            </a:r>
          </a:p>
          <a:p>
            <a:r>
              <a:rPr lang="en-US" sz="700" u="sng" dirty="0">
                <a:solidFill>
                  <a:schemeClr val="tx2"/>
                </a:solidFill>
                <a:latin typeface="Segoe UI" panose="020B0502040204020203" pitchFamily="34" charset="0"/>
                <a:cs typeface="Segoe UI" panose="020B0502040204020203" pitchFamily="34" charset="0"/>
              </a:rPr>
              <a:t>Share Price:</a:t>
            </a:r>
            <a:r>
              <a:rPr lang="en-US" sz="700" dirty="0">
                <a:solidFill>
                  <a:schemeClr val="tx2"/>
                </a:solidFill>
                <a:latin typeface="Segoe UI" panose="020B0502040204020203" pitchFamily="34" charset="0"/>
                <a:cs typeface="Segoe UI" panose="020B0502040204020203" pitchFamily="34" charset="0"/>
              </a:rPr>
              <a:t> Oracle agreed to pay $95 per share for Cerner, reflecting a 20% premium over Cerner’s stock price prior to the announcement. </a:t>
            </a:r>
          </a:p>
          <a:p>
            <a:r>
              <a:rPr lang="en-US" sz="700" b="1" u="sng" dirty="0">
                <a:solidFill>
                  <a:schemeClr val="tx2"/>
                </a:solidFill>
                <a:latin typeface="Segoe UI" panose="020B0502040204020203" pitchFamily="34" charset="0"/>
                <a:cs typeface="Segoe UI" panose="020B0502040204020203" pitchFamily="34" charset="0"/>
              </a:rPr>
              <a:t>Financing: </a:t>
            </a:r>
          </a:p>
          <a:p>
            <a:r>
              <a:rPr lang="en-US" sz="700" u="sng" dirty="0">
                <a:solidFill>
                  <a:schemeClr val="tx2"/>
                </a:solidFill>
                <a:latin typeface="Segoe UI" panose="020B0502040204020203" pitchFamily="34" charset="0"/>
                <a:cs typeface="Segoe UI" panose="020B0502040204020203" pitchFamily="34" charset="0"/>
              </a:rPr>
              <a:t>Debt Issuance:</a:t>
            </a:r>
            <a:r>
              <a:rPr lang="en-US" sz="700" dirty="0">
                <a:solidFill>
                  <a:schemeClr val="tx2"/>
                </a:solidFill>
                <a:latin typeface="Segoe UI" panose="020B0502040204020203" pitchFamily="34" charset="0"/>
                <a:cs typeface="Segoe UI" panose="020B0502040204020203" pitchFamily="34" charset="0"/>
              </a:rPr>
              <a:t> Oracle raised $7 billion through a bond sale, which was structured in multiple parts, including a 30-year note. The longest portion of the debt issued had a yield of 2.55% above U.S. Treasuries, down from an initial yield discussion of around 3.1%. </a:t>
            </a:r>
          </a:p>
          <a:p>
            <a:r>
              <a:rPr lang="en-US" sz="700" u="sng" dirty="0">
                <a:solidFill>
                  <a:schemeClr val="tx2"/>
                </a:solidFill>
                <a:latin typeface="Segoe UI" panose="020B0502040204020203" pitchFamily="34" charset="0"/>
                <a:cs typeface="Segoe UI" panose="020B0502040204020203" pitchFamily="34" charset="0"/>
              </a:rPr>
              <a:t>Credit Rating Impact:</a:t>
            </a:r>
            <a:r>
              <a:rPr lang="en-US" sz="700" dirty="0">
                <a:solidFill>
                  <a:schemeClr val="tx2"/>
                </a:solidFill>
                <a:latin typeface="Segoe UI" panose="020B0502040204020203" pitchFamily="34" charset="0"/>
                <a:cs typeface="Segoe UI" panose="020B0502040204020203" pitchFamily="34" charset="0"/>
              </a:rPr>
              <a:t> Following the deal and the debt issuance, Fitch Ratings downgraded Oracle’s credit rating from BBB+ to BBB. It reflects concerns about Oracle’s increased leverage and impact on its credit profile. </a:t>
            </a:r>
          </a:p>
          <a:p>
            <a:r>
              <a:rPr lang="en-US" sz="700" u="sng" dirty="0">
                <a:solidFill>
                  <a:schemeClr val="tx2"/>
                </a:solidFill>
                <a:latin typeface="Segoe UI" panose="020B0502040204020203" pitchFamily="34" charset="0"/>
                <a:cs typeface="Segoe UI" panose="020B0502040204020203" pitchFamily="34" charset="0"/>
              </a:rPr>
              <a:t>Bridge and Term Loans:</a:t>
            </a:r>
            <a:r>
              <a:rPr lang="en-US" sz="700" dirty="0">
                <a:solidFill>
                  <a:schemeClr val="tx2"/>
                </a:solidFill>
                <a:latin typeface="Segoe UI" panose="020B0502040204020203" pitchFamily="34" charset="0"/>
                <a:cs typeface="Segoe UI" panose="020B0502040204020203" pitchFamily="34" charset="0"/>
              </a:rPr>
              <a:t> Initially, Oracle used $15.7 billion in bridge loan debt to fund the acquisition. This was later refinanced with approximately $4.4 billion from a term loan agreement to reduce the bridge facility. The proceeds from the bond sale were used to prepay this bridge debt, with around $3 billion still required to be funded from the bond market. </a:t>
            </a:r>
          </a:p>
          <a:p>
            <a:r>
              <a:rPr lang="en-US" sz="700" b="1" u="sng" dirty="0">
                <a:solidFill>
                  <a:schemeClr val="tx2"/>
                </a:solidFill>
                <a:latin typeface="Segoe UI" panose="020B0502040204020203" pitchFamily="34" charset="0"/>
                <a:cs typeface="Segoe UI" panose="020B0502040204020203" pitchFamily="34" charset="0"/>
              </a:rPr>
              <a:t>Transaction Structure: </a:t>
            </a:r>
          </a:p>
          <a:p>
            <a:r>
              <a:rPr lang="en-US" sz="700" u="sng" dirty="0">
                <a:solidFill>
                  <a:schemeClr val="tx2"/>
                </a:solidFill>
                <a:latin typeface="Segoe UI" panose="020B0502040204020203" pitchFamily="34" charset="0"/>
                <a:cs typeface="Segoe UI" panose="020B0502040204020203" pitchFamily="34" charset="0"/>
              </a:rPr>
              <a:t>Tender Offer:</a:t>
            </a:r>
            <a:r>
              <a:rPr lang="en-US" sz="700" dirty="0">
                <a:solidFill>
                  <a:schemeClr val="tx2"/>
                </a:solidFill>
                <a:latin typeface="Segoe UI" panose="020B0502040204020203" pitchFamily="34" charset="0"/>
                <a:cs typeface="Segoe UI" panose="020B0502040204020203" pitchFamily="34" charset="0"/>
              </a:rPr>
              <a:t> The acquisition was executed as a tender offer, with Oracle purchasing Cerner’s shares at $95 each. This approach enabled Oracle to acquire Cerner efficiently and make it a wholly-owned subsidiary. </a:t>
            </a:r>
          </a:p>
          <a:p>
            <a:r>
              <a:rPr lang="en-US" sz="700" b="1" u="sng" dirty="0">
                <a:solidFill>
                  <a:schemeClr val="tx2"/>
                </a:solidFill>
                <a:latin typeface="Segoe UI" panose="020B0502040204020203" pitchFamily="34" charset="0"/>
                <a:cs typeface="Segoe UI" panose="020B0502040204020203" pitchFamily="34" charset="0"/>
              </a:rPr>
              <a:t>Regulatory Approvals: </a:t>
            </a:r>
          </a:p>
          <a:p>
            <a:r>
              <a:rPr lang="en-US" sz="700" u="sng" dirty="0">
                <a:solidFill>
                  <a:schemeClr val="tx2"/>
                </a:solidFill>
                <a:latin typeface="Segoe UI" panose="020B0502040204020203" pitchFamily="34" charset="0"/>
                <a:cs typeface="Segoe UI" panose="020B0502040204020203" pitchFamily="34" charset="0"/>
              </a:rPr>
              <a:t>Clearance:</a:t>
            </a:r>
            <a:r>
              <a:rPr lang="en-US" sz="700" dirty="0">
                <a:solidFill>
                  <a:schemeClr val="tx2"/>
                </a:solidFill>
                <a:latin typeface="Segoe UI" panose="020B0502040204020203" pitchFamily="34" charset="0"/>
                <a:cs typeface="Segoe UI" panose="020B0502040204020203" pitchFamily="34" charset="0"/>
              </a:rPr>
              <a:t> The deal was subject to regulatory review and received approval from various authorities, including antitrust clearances from the U.S. Federal Trade Commission (FTC). The transaction closed on June 7, 2022. </a:t>
            </a:r>
          </a:p>
        </p:txBody>
      </p:sp>
      <p:sp>
        <p:nvSpPr>
          <p:cNvPr id="4" name="Rectangle: Rounded Corners 31">
            <a:extLst>
              <a:ext uri="{FF2B5EF4-FFF2-40B4-BE49-F238E27FC236}">
                <a16:creationId xmlns:a16="http://schemas.microsoft.com/office/drawing/2014/main" id="{942F2A0F-B3E2-D2F7-BDDD-9BE6DAE41C8B}"/>
              </a:ext>
            </a:extLst>
          </p:cNvPr>
          <p:cNvSpPr/>
          <p:nvPr/>
        </p:nvSpPr>
        <p:spPr>
          <a:xfrm>
            <a:off x="5599124" y="3460579"/>
            <a:ext cx="4176466" cy="301898"/>
          </a:xfrm>
          <a:prstGeom prst="roundRect">
            <a:avLst>
              <a:gd name="adj" fmla="val 0"/>
            </a:avLst>
          </a:prstGeom>
          <a:solidFill>
            <a:schemeClr val="tx2"/>
          </a:solidFill>
          <a:ln>
            <a:solidFill>
              <a:srgbClr val="00338D"/>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endParaRPr lang="de-DE" sz="2000" dirty="0">
              <a:solidFill>
                <a:srgbClr val="00338D"/>
              </a:solidFill>
              <a:latin typeface="Segoe UI" panose="020B0502040204020203" pitchFamily="34" charset="0"/>
              <a:cs typeface="Segoe UI" panose="020B0502040204020203" pitchFamily="34" charset="0"/>
            </a:endParaRPr>
          </a:p>
        </p:txBody>
      </p:sp>
      <p:sp>
        <p:nvSpPr>
          <p:cNvPr id="6" name="Textfeld 5">
            <a:extLst>
              <a:ext uri="{FF2B5EF4-FFF2-40B4-BE49-F238E27FC236}">
                <a16:creationId xmlns:a16="http://schemas.microsoft.com/office/drawing/2014/main" id="{22873381-51D6-D049-E070-A27FCE267924}"/>
              </a:ext>
            </a:extLst>
          </p:cNvPr>
          <p:cNvSpPr txBox="1"/>
          <p:nvPr/>
        </p:nvSpPr>
        <p:spPr>
          <a:xfrm>
            <a:off x="6753200" y="3475257"/>
            <a:ext cx="4964430" cy="261610"/>
          </a:xfrm>
          <a:prstGeom prst="rect">
            <a:avLst/>
          </a:prstGeom>
          <a:noFill/>
        </p:spPr>
        <p:txBody>
          <a:bodyPr wrap="square">
            <a:spAutoFit/>
          </a:bodyPr>
          <a:lstStyle/>
          <a:p>
            <a:r>
              <a:rPr lang="de-DE" sz="1100" b="1" dirty="0">
                <a:solidFill>
                  <a:schemeClr val="bg1"/>
                </a:solidFill>
                <a:latin typeface="Segoe UI" panose="020B0502040204020203" pitchFamily="34" charset="0"/>
                <a:cs typeface="Segoe UI" panose="020B0502040204020203" pitchFamily="34" charset="0"/>
              </a:rPr>
              <a:t>Deal structure and terms</a:t>
            </a:r>
          </a:p>
        </p:txBody>
      </p:sp>
      <p:sp>
        <p:nvSpPr>
          <p:cNvPr id="12" name="Textfeld 11">
            <a:extLst>
              <a:ext uri="{FF2B5EF4-FFF2-40B4-BE49-F238E27FC236}">
                <a16:creationId xmlns:a16="http://schemas.microsoft.com/office/drawing/2014/main" id="{FE511B61-B20B-84B2-6F3C-61F398D8BE9D}"/>
              </a:ext>
            </a:extLst>
          </p:cNvPr>
          <p:cNvSpPr txBox="1"/>
          <p:nvPr/>
        </p:nvSpPr>
        <p:spPr>
          <a:xfrm>
            <a:off x="34214" y="3536791"/>
            <a:ext cx="4272663" cy="1815882"/>
          </a:xfrm>
          <a:prstGeom prst="rect">
            <a:avLst/>
          </a:prstGeom>
          <a:noFill/>
        </p:spPr>
        <p:txBody>
          <a:bodyPr wrap="square">
            <a:spAutoFit/>
          </a:bodyPr>
          <a:lstStyle/>
          <a:p>
            <a:r>
              <a:rPr lang="en-US" sz="700" b="1" u="sng" dirty="0">
                <a:solidFill>
                  <a:schemeClr val="tx2"/>
                </a:solidFill>
                <a:latin typeface="Segoe UI" panose="020B0502040204020203" pitchFamily="34" charset="0"/>
                <a:cs typeface="Segoe UI" panose="020B0502040204020203" pitchFamily="34" charset="0"/>
              </a:rPr>
              <a:t>Oracle: </a:t>
            </a:r>
          </a:p>
          <a:p>
            <a:r>
              <a:rPr lang="en-US" sz="700" u="sng" dirty="0">
                <a:solidFill>
                  <a:schemeClr val="tx2"/>
                </a:solidFill>
                <a:latin typeface="Segoe UI" panose="020B0502040204020203" pitchFamily="34" charset="0"/>
                <a:cs typeface="Segoe UI" panose="020B0502040204020203" pitchFamily="34" charset="0"/>
              </a:rPr>
              <a:t>Market Expansion:</a:t>
            </a:r>
            <a:r>
              <a:rPr lang="en-US" sz="700" dirty="0">
                <a:solidFill>
                  <a:schemeClr val="tx2"/>
                </a:solidFill>
                <a:latin typeface="Segoe UI" panose="020B0502040204020203" pitchFamily="34" charset="0"/>
                <a:cs typeface="Segoe UI" panose="020B0502040204020203" pitchFamily="34" charset="0"/>
              </a:rPr>
              <a:t> Oracle strengthens its presence in the healthcare sector, diversifying revenue streams and enhancing its cloud offerings.</a:t>
            </a:r>
          </a:p>
          <a:p>
            <a:r>
              <a:rPr lang="en-US" sz="700" u="sng" dirty="0">
                <a:solidFill>
                  <a:schemeClr val="tx2"/>
                </a:solidFill>
                <a:latin typeface="Segoe UI" panose="020B0502040204020203" pitchFamily="34" charset="0"/>
                <a:cs typeface="Segoe UI" panose="020B0502040204020203" pitchFamily="34" charset="0"/>
              </a:rPr>
              <a:t>Technology Integration:</a:t>
            </a:r>
            <a:r>
              <a:rPr lang="en-US" sz="700" dirty="0">
                <a:solidFill>
                  <a:schemeClr val="tx2"/>
                </a:solidFill>
                <a:latin typeface="Segoe UI" panose="020B0502040204020203" pitchFamily="34" charset="0"/>
                <a:cs typeface="Segoe UI" panose="020B0502040204020203" pitchFamily="34" charset="0"/>
              </a:rPr>
              <a:t> By integrating Cerner’s systems with Oracle’s cloud, the company can drive innovation in healthcare IT.</a:t>
            </a:r>
          </a:p>
          <a:p>
            <a:r>
              <a:rPr lang="en-US" sz="700" u="sng" dirty="0">
                <a:solidFill>
                  <a:schemeClr val="tx2"/>
                </a:solidFill>
                <a:latin typeface="Segoe UI" panose="020B0502040204020203" pitchFamily="34" charset="0"/>
                <a:cs typeface="Segoe UI" panose="020B0502040204020203" pitchFamily="34" charset="0"/>
              </a:rPr>
              <a:t>Financial Impact:</a:t>
            </a:r>
            <a:r>
              <a:rPr lang="en-US" sz="700" dirty="0">
                <a:solidFill>
                  <a:schemeClr val="tx2"/>
                </a:solidFill>
                <a:latin typeface="Segoe UI" panose="020B0502040204020203" pitchFamily="34" charset="0"/>
                <a:cs typeface="Segoe UI" panose="020B0502040204020203" pitchFamily="34" charset="0"/>
              </a:rPr>
              <a:t> The acquisition increased Oracle’s leverage, leading to a credit rating downgrade, though the strategic benefits are expected to outweigh short-term financial pressures.</a:t>
            </a:r>
          </a:p>
          <a:p>
            <a:r>
              <a:rPr lang="en-US" sz="700" b="1" u="sng" dirty="0">
                <a:solidFill>
                  <a:schemeClr val="tx2"/>
                </a:solidFill>
                <a:latin typeface="Segoe UI" panose="020B0502040204020203" pitchFamily="34" charset="0"/>
                <a:cs typeface="Segoe UI" panose="020B0502040204020203" pitchFamily="34" charset="0"/>
              </a:rPr>
              <a:t>Cerner: </a:t>
            </a:r>
          </a:p>
          <a:p>
            <a:r>
              <a:rPr lang="en-US" sz="700" u="sng" dirty="0">
                <a:solidFill>
                  <a:schemeClr val="tx2"/>
                </a:solidFill>
                <a:latin typeface="Segoe UI" panose="020B0502040204020203" pitchFamily="34" charset="0"/>
                <a:cs typeface="Segoe UI" panose="020B0502040204020203" pitchFamily="34" charset="0"/>
              </a:rPr>
              <a:t>Technology Enhancement:</a:t>
            </a:r>
            <a:r>
              <a:rPr lang="en-US" sz="700" dirty="0">
                <a:solidFill>
                  <a:schemeClr val="tx2"/>
                </a:solidFill>
                <a:latin typeface="Segoe UI" panose="020B0502040204020203" pitchFamily="34" charset="0"/>
                <a:cs typeface="Segoe UI" panose="020B0502040204020203" pitchFamily="34" charset="0"/>
              </a:rPr>
              <a:t> Cerner gains access to Oracle’s advanced technology, enabling improvements in its EHR systems and better service for its healthcare clients.</a:t>
            </a:r>
          </a:p>
          <a:p>
            <a:r>
              <a:rPr lang="en-US" sz="700" u="sng" dirty="0">
                <a:solidFill>
                  <a:schemeClr val="tx2"/>
                </a:solidFill>
                <a:latin typeface="Segoe UI" panose="020B0502040204020203" pitchFamily="34" charset="0"/>
                <a:cs typeface="Segoe UI" panose="020B0502040204020203" pitchFamily="34" charset="0"/>
              </a:rPr>
              <a:t>Operational Improvements:</a:t>
            </a:r>
            <a:r>
              <a:rPr lang="en-US" sz="700" dirty="0">
                <a:solidFill>
                  <a:schemeClr val="tx2"/>
                </a:solidFill>
                <a:latin typeface="Segoe UI" panose="020B0502040204020203" pitchFamily="34" charset="0"/>
                <a:cs typeface="Segoe UI" panose="020B0502040204020203" pitchFamily="34" charset="0"/>
              </a:rPr>
              <a:t> Oracle’s commitment to fixing issues with Cerner’s Millennium EHR system could enhance its market position and reliability.</a:t>
            </a:r>
          </a:p>
          <a:p>
            <a:r>
              <a:rPr lang="en-US" sz="700" b="1" u="sng" dirty="0">
                <a:solidFill>
                  <a:schemeClr val="tx2"/>
                </a:solidFill>
                <a:latin typeface="Segoe UI" panose="020B0502040204020203" pitchFamily="34" charset="0"/>
                <a:cs typeface="Segoe UI" panose="020B0502040204020203" pitchFamily="34" charset="0"/>
              </a:rPr>
              <a:t>Healthcare Industry:</a:t>
            </a:r>
          </a:p>
          <a:p>
            <a:r>
              <a:rPr lang="en-US" sz="700" u="sng" dirty="0">
                <a:solidFill>
                  <a:schemeClr val="tx2"/>
                </a:solidFill>
                <a:latin typeface="Segoe UI" panose="020B0502040204020203" pitchFamily="34" charset="0"/>
                <a:cs typeface="Segoe UI" panose="020B0502040204020203" pitchFamily="34" charset="0"/>
              </a:rPr>
              <a:t>Changes in Digitally and Competition:</a:t>
            </a:r>
            <a:r>
              <a:rPr lang="en-US" sz="700" dirty="0">
                <a:solidFill>
                  <a:schemeClr val="tx2"/>
                </a:solidFill>
                <a:latin typeface="Segoe UI" panose="020B0502040204020203" pitchFamily="34" charset="0"/>
                <a:cs typeface="Segoe UI" panose="020B0502040204020203" pitchFamily="34" charset="0"/>
              </a:rPr>
              <a:t> The acquisition accelerates the digital shift in healthcare, with Oracle’s tech driving more innovative and efficient solutions. Oracle’s entry into healthcare heightens competition, pushing other tech giants to innovate further.</a:t>
            </a:r>
          </a:p>
        </p:txBody>
      </p:sp>
      <p:sp>
        <p:nvSpPr>
          <p:cNvPr id="14" name="Rectangle: Rounded Corners 31">
            <a:extLst>
              <a:ext uri="{FF2B5EF4-FFF2-40B4-BE49-F238E27FC236}">
                <a16:creationId xmlns:a16="http://schemas.microsoft.com/office/drawing/2014/main" id="{C4443F1D-14F9-BEED-08F5-DA8A6F946A84}"/>
              </a:ext>
            </a:extLst>
          </p:cNvPr>
          <p:cNvSpPr/>
          <p:nvPr/>
        </p:nvSpPr>
        <p:spPr>
          <a:xfrm>
            <a:off x="103419" y="3201278"/>
            <a:ext cx="4080297" cy="301898"/>
          </a:xfrm>
          <a:prstGeom prst="roundRect">
            <a:avLst>
              <a:gd name="adj" fmla="val 0"/>
            </a:avLst>
          </a:prstGeom>
          <a:solidFill>
            <a:schemeClr val="tx2"/>
          </a:solidFill>
          <a:ln>
            <a:solidFill>
              <a:srgbClr val="00338D"/>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endParaRPr lang="de-DE" sz="2000" dirty="0">
              <a:solidFill>
                <a:srgbClr val="00338D"/>
              </a:solidFill>
              <a:latin typeface="Segoe UI" panose="020B0502040204020203" pitchFamily="34" charset="0"/>
              <a:cs typeface="Segoe UI" panose="020B0502040204020203" pitchFamily="34" charset="0"/>
            </a:endParaRPr>
          </a:p>
        </p:txBody>
      </p:sp>
      <p:sp>
        <p:nvSpPr>
          <p:cNvPr id="20" name="Textfeld 19">
            <a:extLst>
              <a:ext uri="{FF2B5EF4-FFF2-40B4-BE49-F238E27FC236}">
                <a16:creationId xmlns:a16="http://schemas.microsoft.com/office/drawing/2014/main" id="{B818FF38-BC96-24DC-181C-5CF3F4038B68}"/>
              </a:ext>
            </a:extLst>
          </p:cNvPr>
          <p:cNvSpPr txBox="1"/>
          <p:nvPr/>
        </p:nvSpPr>
        <p:spPr>
          <a:xfrm>
            <a:off x="272480" y="3209141"/>
            <a:ext cx="3519034" cy="261610"/>
          </a:xfrm>
          <a:prstGeom prst="rect">
            <a:avLst/>
          </a:prstGeom>
          <a:noFill/>
        </p:spPr>
        <p:txBody>
          <a:bodyPr wrap="square">
            <a:spAutoFit/>
          </a:bodyPr>
          <a:lstStyle/>
          <a:p>
            <a:r>
              <a:rPr lang="de-DE" sz="1100" b="1" dirty="0">
                <a:solidFill>
                  <a:schemeClr val="bg1"/>
                </a:solidFill>
                <a:latin typeface="Segoe UI" panose="020B0502040204020203" pitchFamily="34" charset="0"/>
                <a:cs typeface="Segoe UI" panose="020B0502040204020203" pitchFamily="34" charset="0"/>
              </a:rPr>
              <a:t>Transaction impact on companies and the industry</a:t>
            </a:r>
          </a:p>
        </p:txBody>
      </p:sp>
      <p:sp>
        <p:nvSpPr>
          <p:cNvPr id="23" name="Textfeld 22">
            <a:extLst>
              <a:ext uri="{FF2B5EF4-FFF2-40B4-BE49-F238E27FC236}">
                <a16:creationId xmlns:a16="http://schemas.microsoft.com/office/drawing/2014/main" id="{66EF860C-B909-9136-DAEF-453D1FFB509A}"/>
              </a:ext>
            </a:extLst>
          </p:cNvPr>
          <p:cNvSpPr txBox="1"/>
          <p:nvPr/>
        </p:nvSpPr>
        <p:spPr>
          <a:xfrm>
            <a:off x="867740" y="1352807"/>
            <a:ext cx="3359328" cy="954107"/>
          </a:xfrm>
          <a:prstGeom prst="rect">
            <a:avLst/>
          </a:prstGeom>
          <a:noFill/>
        </p:spPr>
        <p:txBody>
          <a:bodyPr wrap="square">
            <a:spAutoFit/>
          </a:bodyPr>
          <a:lstStyle/>
          <a:p>
            <a:r>
              <a:rPr lang="en-US" sz="700" b="1" dirty="0">
                <a:solidFill>
                  <a:schemeClr val="accent2"/>
                </a:solidFill>
                <a:latin typeface="Segoe UI" panose="020B0502040204020203" pitchFamily="34" charset="0"/>
                <a:cs typeface="Segoe UI" panose="020B0502040204020203" pitchFamily="34" charset="0"/>
              </a:rPr>
              <a:t>Oracle Corporation:</a:t>
            </a:r>
          </a:p>
          <a:p>
            <a:r>
              <a:rPr lang="en-US" sz="800" u="sng" dirty="0">
                <a:solidFill>
                  <a:schemeClr val="accent2"/>
                </a:solidFill>
                <a:latin typeface="Segoe UI" panose="020B0502040204020203" pitchFamily="34" charset="0"/>
                <a:cs typeface="Segoe UI" panose="020B0502040204020203" pitchFamily="34" charset="0"/>
              </a:rPr>
              <a:t>Founded:</a:t>
            </a:r>
            <a:r>
              <a:rPr lang="en-US" sz="800" dirty="0">
                <a:solidFill>
                  <a:schemeClr val="accent2"/>
                </a:solidFill>
                <a:latin typeface="Segoe UI" panose="020B0502040204020203" pitchFamily="34" charset="0"/>
                <a:cs typeface="Segoe UI" panose="020B0502040204020203" pitchFamily="34" charset="0"/>
              </a:rPr>
              <a:t> 1977</a:t>
            </a:r>
          </a:p>
          <a:p>
            <a:r>
              <a:rPr lang="en-US" sz="800" u="sng" dirty="0">
                <a:solidFill>
                  <a:schemeClr val="accent2"/>
                </a:solidFill>
                <a:latin typeface="Segoe UI" panose="020B0502040204020203" pitchFamily="34" charset="0"/>
                <a:cs typeface="Segoe UI" panose="020B0502040204020203" pitchFamily="34" charset="0"/>
              </a:rPr>
              <a:t>Headquarters:</a:t>
            </a:r>
            <a:r>
              <a:rPr lang="en-US" sz="800" dirty="0">
                <a:solidFill>
                  <a:schemeClr val="accent2"/>
                </a:solidFill>
                <a:latin typeface="Segoe UI" panose="020B0502040204020203" pitchFamily="34" charset="0"/>
                <a:cs typeface="Segoe UI" panose="020B0502040204020203" pitchFamily="34" charset="0"/>
              </a:rPr>
              <a:t> Austin, Texas, USA </a:t>
            </a:r>
          </a:p>
          <a:p>
            <a:r>
              <a:rPr lang="en-US" sz="800" u="sng" dirty="0">
                <a:solidFill>
                  <a:schemeClr val="accent2"/>
                </a:solidFill>
                <a:latin typeface="Segoe UI" panose="020B0502040204020203" pitchFamily="34" charset="0"/>
                <a:cs typeface="Segoe UI" panose="020B0502040204020203" pitchFamily="34" charset="0"/>
              </a:rPr>
              <a:t>Industry:</a:t>
            </a:r>
            <a:r>
              <a:rPr lang="en-US" sz="800" dirty="0">
                <a:solidFill>
                  <a:schemeClr val="accent2"/>
                </a:solidFill>
                <a:latin typeface="Segoe UI" panose="020B0502040204020203" pitchFamily="34" charset="0"/>
                <a:cs typeface="Segoe UI" panose="020B0502040204020203" pitchFamily="34" charset="0"/>
              </a:rPr>
              <a:t> Technology (Database Software, Cloud Computing, Enterprise Software</a:t>
            </a:r>
          </a:p>
          <a:p>
            <a:r>
              <a:rPr lang="en-US" sz="800" u="sng" dirty="0">
                <a:solidFill>
                  <a:schemeClr val="accent2"/>
                </a:solidFill>
                <a:latin typeface="Segoe UI" panose="020B0502040204020203" pitchFamily="34" charset="0"/>
                <a:cs typeface="Segoe UI" panose="020B0502040204020203" pitchFamily="34" charset="0"/>
              </a:rPr>
              <a:t>Core Business:</a:t>
            </a:r>
            <a:r>
              <a:rPr lang="en-US" sz="800" dirty="0">
                <a:solidFill>
                  <a:schemeClr val="accent2"/>
                </a:solidFill>
                <a:latin typeface="Segoe UI" panose="020B0502040204020203" pitchFamily="34" charset="0"/>
                <a:cs typeface="Segoe UI" panose="020B0502040204020203" pitchFamily="34" charset="0"/>
              </a:rPr>
              <a:t> database management systems, enterprise software and cloud services</a:t>
            </a:r>
          </a:p>
        </p:txBody>
      </p:sp>
    </p:spTree>
    <p:extLst>
      <p:ext uri="{BB962C8B-B14F-4D97-AF65-F5344CB8AC3E}">
        <p14:creationId xmlns:p14="http://schemas.microsoft.com/office/powerpoint/2010/main" val="17236621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36F8F-B6F6-401D-96C2-F7495B2BE6EE}"/>
              </a:ext>
            </a:extLst>
          </p:cNvPr>
          <p:cNvSpPr>
            <a:spLocks noGrp="1"/>
          </p:cNvSpPr>
          <p:nvPr>
            <p:ph type="title"/>
          </p:nvPr>
        </p:nvSpPr>
        <p:spPr/>
        <p:txBody>
          <a:bodyPr/>
          <a:lstStyle/>
          <a:p>
            <a:r>
              <a:rPr lang="de-DE" sz="4000" b="1" dirty="0">
                <a:solidFill>
                  <a:schemeClr val="bg1"/>
                </a:solidFill>
                <a:latin typeface="Segoe UI" panose="020B0502040204020203" pitchFamily="34" charset="0"/>
                <a:cs typeface="Segoe UI" panose="020B0502040204020203" pitchFamily="34" charset="0"/>
              </a:rPr>
              <a:t>Oracle &lt;&gt; Cerner Transaction</a:t>
            </a:r>
            <a:endParaRPr lang="de-DE" dirty="0"/>
          </a:p>
        </p:txBody>
      </p:sp>
      <p:sp>
        <p:nvSpPr>
          <p:cNvPr id="3" name="Text Placeholder 2">
            <a:extLst>
              <a:ext uri="{FF2B5EF4-FFF2-40B4-BE49-F238E27FC236}">
                <a16:creationId xmlns:a16="http://schemas.microsoft.com/office/drawing/2014/main" id="{4BB64510-B653-4419-AA93-D32B0A9061C4}"/>
              </a:ext>
            </a:extLst>
          </p:cNvPr>
          <p:cNvSpPr>
            <a:spLocks noGrp="1"/>
          </p:cNvSpPr>
          <p:nvPr>
            <p:ph type="body" sz="quarter" idx="20"/>
          </p:nvPr>
        </p:nvSpPr>
        <p:spPr>
          <a:xfrm>
            <a:off x="488504" y="1268760"/>
            <a:ext cx="4361750" cy="360000"/>
          </a:xfrm>
        </p:spPr>
        <p:txBody>
          <a:bodyPr/>
          <a:lstStyle/>
          <a:p>
            <a:r>
              <a:rPr lang="de-DE" dirty="0">
                <a:latin typeface="Segoe UI" panose="020B0502040204020203" pitchFamily="34" charset="0"/>
                <a:cs typeface="Segoe UI" panose="020B0502040204020203" pitchFamily="34" charset="0"/>
              </a:rPr>
              <a:t>Company overviews</a:t>
            </a:r>
          </a:p>
        </p:txBody>
      </p:sp>
      <p:sp>
        <p:nvSpPr>
          <p:cNvPr id="4" name="Text Placeholder 3">
            <a:extLst>
              <a:ext uri="{FF2B5EF4-FFF2-40B4-BE49-F238E27FC236}">
                <a16:creationId xmlns:a16="http://schemas.microsoft.com/office/drawing/2014/main" id="{81E7029A-CC2D-45AC-B7CA-8B16068C21D2}"/>
              </a:ext>
            </a:extLst>
          </p:cNvPr>
          <p:cNvSpPr>
            <a:spLocks noGrp="1"/>
          </p:cNvSpPr>
          <p:nvPr>
            <p:ph type="body" sz="quarter" idx="19"/>
          </p:nvPr>
        </p:nvSpPr>
        <p:spPr>
          <a:xfrm>
            <a:off x="488950" y="1628760"/>
            <a:ext cx="4361750" cy="2052000"/>
          </a:xfrm>
        </p:spPr>
        <p:txBody>
          <a:bodyPr/>
          <a:lstStyle/>
          <a:p>
            <a:endParaRPr lang="de-DE" b="0" dirty="0"/>
          </a:p>
        </p:txBody>
      </p:sp>
      <p:sp>
        <p:nvSpPr>
          <p:cNvPr id="5" name="Text Placeholder 4">
            <a:extLst>
              <a:ext uri="{FF2B5EF4-FFF2-40B4-BE49-F238E27FC236}">
                <a16:creationId xmlns:a16="http://schemas.microsoft.com/office/drawing/2014/main" id="{0DEB776A-981A-4916-AAE0-F8A14BD6B90B}"/>
              </a:ext>
            </a:extLst>
          </p:cNvPr>
          <p:cNvSpPr>
            <a:spLocks noGrp="1"/>
          </p:cNvSpPr>
          <p:nvPr>
            <p:ph type="body" sz="quarter" idx="15"/>
          </p:nvPr>
        </p:nvSpPr>
        <p:spPr>
          <a:xfrm>
            <a:off x="5054324" y="1268760"/>
            <a:ext cx="4362725" cy="360000"/>
          </a:xfrm>
        </p:spPr>
        <p:txBody>
          <a:bodyPr/>
          <a:lstStyle/>
          <a:p>
            <a:r>
              <a:rPr lang="en-GB" dirty="0">
                <a:latin typeface="Segoe UI" panose="020B0502040204020203" pitchFamily="34" charset="0"/>
                <a:cs typeface="Segoe UI" panose="020B0502040204020203" pitchFamily="34" charset="0"/>
              </a:rPr>
              <a:t>Strategic rationale</a:t>
            </a:r>
          </a:p>
        </p:txBody>
      </p:sp>
      <p:sp>
        <p:nvSpPr>
          <p:cNvPr id="6" name="Text Placeholder 5">
            <a:extLst>
              <a:ext uri="{FF2B5EF4-FFF2-40B4-BE49-F238E27FC236}">
                <a16:creationId xmlns:a16="http://schemas.microsoft.com/office/drawing/2014/main" id="{24260B6B-A05E-44F6-9268-4255A748A33C}"/>
              </a:ext>
            </a:extLst>
          </p:cNvPr>
          <p:cNvSpPr>
            <a:spLocks noGrp="1"/>
          </p:cNvSpPr>
          <p:nvPr>
            <p:ph type="body" sz="quarter" idx="13"/>
          </p:nvPr>
        </p:nvSpPr>
        <p:spPr>
          <a:xfrm>
            <a:off x="5054324" y="1628760"/>
            <a:ext cx="4362725" cy="2052000"/>
          </a:xfrm>
        </p:spPr>
        <p:txBody>
          <a:bodyPr/>
          <a:lstStyle/>
          <a:p>
            <a:pPr>
              <a:buFont typeface="Arial" panose="020B0604020202020204" pitchFamily="34" charset="0"/>
              <a:buChar char="•"/>
            </a:pPr>
            <a:r>
              <a:rPr lang="en-US" dirty="0"/>
              <a:t>Entering the healthcare sector: </a:t>
            </a:r>
            <a:r>
              <a:rPr lang="en-US" b="0" dirty="0"/>
              <a:t>diversifying and capitalizing on the growing demand for digital healthcare solutions</a:t>
            </a:r>
          </a:p>
          <a:p>
            <a:pPr>
              <a:buFont typeface="Arial" panose="020B0604020202020204" pitchFamily="34" charset="0"/>
              <a:buChar char="•"/>
            </a:pPr>
            <a:r>
              <a:rPr lang="en-US" dirty="0"/>
              <a:t>Cloud integration: </a:t>
            </a:r>
            <a:r>
              <a:rPr lang="en-US" b="0" dirty="0"/>
              <a:t>improving the scalability, security and efficiency of healthcare systems through EHR integration</a:t>
            </a:r>
          </a:p>
          <a:p>
            <a:pPr>
              <a:buFont typeface="Arial" panose="020B0604020202020204" pitchFamily="34" charset="0"/>
              <a:buChar char="•"/>
            </a:pPr>
            <a:r>
              <a:rPr lang="en-US" dirty="0"/>
              <a:t>Market leadership: </a:t>
            </a:r>
            <a:r>
              <a:rPr lang="en-US" b="0" dirty="0"/>
              <a:t>strengthening Oracle's position in the healthcare IT sector</a:t>
            </a:r>
          </a:p>
          <a:p>
            <a:pPr>
              <a:buFont typeface="Arial" panose="020B0604020202020204" pitchFamily="34" charset="0"/>
              <a:buChar char="•"/>
            </a:pPr>
            <a:r>
              <a:rPr lang="en-US" dirty="0"/>
              <a:t>Synergies: </a:t>
            </a:r>
            <a:r>
              <a:rPr lang="en-US" b="0" dirty="0"/>
              <a:t>Cost savings, efficiency gains and new cross-selling opportunities</a:t>
            </a:r>
          </a:p>
          <a:p>
            <a:pPr>
              <a:buFont typeface="Arial" panose="020B0604020202020204" pitchFamily="34" charset="0"/>
              <a:buChar char="•"/>
            </a:pPr>
            <a:r>
              <a:rPr lang="en-US" dirty="0"/>
              <a:t>Industry trends: </a:t>
            </a:r>
            <a:r>
              <a:rPr lang="en-US" b="0" dirty="0"/>
              <a:t>focus on increasing demand for data-driven solutions and telemedicine</a:t>
            </a:r>
          </a:p>
        </p:txBody>
      </p:sp>
      <p:sp>
        <p:nvSpPr>
          <p:cNvPr id="7" name="Text Placeholder 6">
            <a:extLst>
              <a:ext uri="{FF2B5EF4-FFF2-40B4-BE49-F238E27FC236}">
                <a16:creationId xmlns:a16="http://schemas.microsoft.com/office/drawing/2014/main" id="{94874076-6382-4B8D-B475-E99AAA88534F}"/>
              </a:ext>
            </a:extLst>
          </p:cNvPr>
          <p:cNvSpPr>
            <a:spLocks noGrp="1"/>
          </p:cNvSpPr>
          <p:nvPr>
            <p:ph type="body" sz="quarter" idx="18"/>
          </p:nvPr>
        </p:nvSpPr>
        <p:spPr>
          <a:xfrm>
            <a:off x="488950" y="3861088"/>
            <a:ext cx="4361750" cy="360000"/>
          </a:xfrm>
        </p:spPr>
        <p:txBody>
          <a:bodyPr/>
          <a:lstStyle/>
          <a:p>
            <a:r>
              <a:rPr lang="en-GB" sz="900" b="1" dirty="0">
                <a:solidFill>
                  <a:schemeClr val="bg1"/>
                </a:solidFill>
                <a:latin typeface="Segoe UI" panose="020B0502040204020203" pitchFamily="34" charset="0"/>
                <a:cs typeface="Segoe UI" panose="020B0502040204020203" pitchFamily="34" charset="0"/>
              </a:rPr>
              <a:t>Transaction impact</a:t>
            </a:r>
            <a:endParaRPr lang="en-GB" dirty="0"/>
          </a:p>
        </p:txBody>
      </p:sp>
      <p:sp>
        <p:nvSpPr>
          <p:cNvPr id="8" name="Text Placeholder 7">
            <a:extLst>
              <a:ext uri="{FF2B5EF4-FFF2-40B4-BE49-F238E27FC236}">
                <a16:creationId xmlns:a16="http://schemas.microsoft.com/office/drawing/2014/main" id="{64B7C405-1AC3-4A39-A8D6-9AC4DA58EC5D}"/>
              </a:ext>
            </a:extLst>
          </p:cNvPr>
          <p:cNvSpPr>
            <a:spLocks noGrp="1"/>
          </p:cNvSpPr>
          <p:nvPr>
            <p:ph type="body" sz="quarter" idx="17"/>
          </p:nvPr>
        </p:nvSpPr>
        <p:spPr>
          <a:xfrm>
            <a:off x="488950" y="4221048"/>
            <a:ext cx="4361750" cy="2052000"/>
          </a:xfrm>
        </p:spPr>
        <p:txBody>
          <a:bodyPr/>
          <a:lstStyle/>
          <a:p>
            <a:pPr>
              <a:buFont typeface="Arial" panose="020B0604020202020204" pitchFamily="34" charset="0"/>
              <a:buChar char="•"/>
            </a:pPr>
            <a:r>
              <a:rPr lang="en-US" dirty="0"/>
              <a:t>Oracle: </a:t>
            </a:r>
            <a:r>
              <a:rPr lang="en-US" b="0" dirty="0"/>
              <a:t>Strengthens presence in the healthcare sector, diversifies revenues, improves cloud offerings. Integration of Cerner's systems drives innovation in healthcare IT. Increased debt, but long-term strategic benefits expected</a:t>
            </a:r>
          </a:p>
          <a:p>
            <a:pPr>
              <a:buFont typeface="Arial" panose="020B0604020202020204" pitchFamily="34" charset="0"/>
              <a:buChar char="•"/>
            </a:pPr>
            <a:endParaRPr lang="de-DE" b="0" dirty="0"/>
          </a:p>
          <a:p>
            <a:pPr>
              <a:buFont typeface="Arial" panose="020B0604020202020204" pitchFamily="34" charset="0"/>
              <a:buChar char="•"/>
            </a:pPr>
            <a:r>
              <a:rPr lang="de-DE" dirty="0" err="1"/>
              <a:t>Cerner</a:t>
            </a:r>
            <a:r>
              <a:rPr lang="de-DE" dirty="0"/>
              <a:t>: </a:t>
            </a:r>
            <a:r>
              <a:rPr lang="de-DE" b="0" dirty="0"/>
              <a:t>Zugriff auf Oracles Technologie verbessert EHR-Systeme und Servicequalität. Optimierung des Millennium EHR-Systems stärkt Marktposition</a:t>
            </a:r>
          </a:p>
          <a:p>
            <a:pPr>
              <a:buFont typeface="Arial" panose="020B0604020202020204" pitchFamily="34" charset="0"/>
              <a:buChar char="•"/>
            </a:pPr>
            <a:endParaRPr lang="de-DE" b="0" dirty="0"/>
          </a:p>
          <a:p>
            <a:pPr>
              <a:buFont typeface="Arial" panose="020B0604020202020204" pitchFamily="34" charset="0"/>
              <a:buChar char="•"/>
            </a:pPr>
            <a:r>
              <a:rPr lang="de-DE" dirty="0"/>
              <a:t>Branche: </a:t>
            </a:r>
            <a:r>
              <a:rPr lang="de-DE" b="0" dirty="0"/>
              <a:t>Beschleunigter digitaler Wandel im Gesundheitswesen, verstärkter Wettbewerb durch Oracles Eintritt</a:t>
            </a:r>
          </a:p>
        </p:txBody>
      </p:sp>
      <p:sp>
        <p:nvSpPr>
          <p:cNvPr id="9" name="Text Placeholder 8">
            <a:extLst>
              <a:ext uri="{FF2B5EF4-FFF2-40B4-BE49-F238E27FC236}">
                <a16:creationId xmlns:a16="http://schemas.microsoft.com/office/drawing/2014/main" id="{AC7B5694-5229-4195-8F72-4409D3FCC61F}"/>
              </a:ext>
            </a:extLst>
          </p:cNvPr>
          <p:cNvSpPr>
            <a:spLocks noGrp="1"/>
          </p:cNvSpPr>
          <p:nvPr>
            <p:ph type="body" sz="quarter" idx="16"/>
          </p:nvPr>
        </p:nvSpPr>
        <p:spPr>
          <a:xfrm>
            <a:off x="5054324" y="3861048"/>
            <a:ext cx="4362725" cy="360000"/>
          </a:xfrm>
        </p:spPr>
        <p:txBody>
          <a:bodyPr/>
          <a:lstStyle/>
          <a:p>
            <a:r>
              <a:rPr lang="en-GB" sz="900" b="1" dirty="0">
                <a:solidFill>
                  <a:schemeClr val="bg1"/>
                </a:solidFill>
                <a:latin typeface="Segoe UI" panose="020B0502040204020203" pitchFamily="34" charset="0"/>
                <a:cs typeface="Segoe UI" panose="020B0502040204020203" pitchFamily="34" charset="0"/>
              </a:rPr>
              <a:t>Deal structure and terms</a:t>
            </a:r>
          </a:p>
        </p:txBody>
      </p:sp>
      <p:sp>
        <p:nvSpPr>
          <p:cNvPr id="10" name="Text Placeholder 9">
            <a:extLst>
              <a:ext uri="{FF2B5EF4-FFF2-40B4-BE49-F238E27FC236}">
                <a16:creationId xmlns:a16="http://schemas.microsoft.com/office/drawing/2014/main" id="{C29C15CA-F68C-4CA7-96BB-573B3FDCDD12}"/>
              </a:ext>
            </a:extLst>
          </p:cNvPr>
          <p:cNvSpPr>
            <a:spLocks noGrp="1"/>
          </p:cNvSpPr>
          <p:nvPr>
            <p:ph type="body" sz="quarter" idx="12"/>
          </p:nvPr>
        </p:nvSpPr>
        <p:spPr>
          <a:xfrm>
            <a:off x="5054324" y="4221048"/>
            <a:ext cx="4362725" cy="2052000"/>
          </a:xfrm>
        </p:spPr>
        <p:txBody>
          <a:bodyPr/>
          <a:lstStyle/>
          <a:p>
            <a:pPr>
              <a:buFont typeface="Arial" panose="020B0604020202020204" pitchFamily="34" charset="0"/>
              <a:buChar char="•"/>
            </a:pPr>
            <a:r>
              <a:rPr lang="en-US" dirty="0"/>
              <a:t>Purchase Price: </a:t>
            </a:r>
            <a:r>
              <a:rPr lang="en-US" b="0" dirty="0"/>
              <a:t>$28.3B total, $95/share (20% premium)</a:t>
            </a:r>
          </a:p>
          <a:p>
            <a:endParaRPr lang="en-US" dirty="0"/>
          </a:p>
          <a:p>
            <a:pPr>
              <a:buFont typeface="Arial" panose="020B0604020202020204" pitchFamily="34" charset="0"/>
              <a:buChar char="•"/>
            </a:pPr>
            <a:r>
              <a:rPr lang="en-US" dirty="0"/>
              <a:t>Financing</a:t>
            </a:r>
            <a:r>
              <a:rPr lang="en-US" b="0" dirty="0"/>
              <a:t>: $7B bond sale (30-year note, 2.55% above U.S. Treasuries); Fitch downgrade from BBB+ to BBB; $15.7B bridge loan, $4.4B refinanced, $3B pending.</a:t>
            </a:r>
          </a:p>
          <a:p>
            <a:endParaRPr lang="en-US" dirty="0"/>
          </a:p>
          <a:p>
            <a:pPr>
              <a:buFont typeface="Arial" panose="020B0604020202020204" pitchFamily="34" charset="0"/>
              <a:buChar char="•"/>
            </a:pPr>
            <a:r>
              <a:rPr lang="en-US" dirty="0"/>
              <a:t>Structure: </a:t>
            </a:r>
            <a:r>
              <a:rPr lang="en-US" b="0" dirty="0"/>
              <a:t>Tender offer at $95/share, Cerner becomes subsidiary.</a:t>
            </a:r>
          </a:p>
          <a:p>
            <a:endParaRPr lang="en-US" dirty="0"/>
          </a:p>
          <a:p>
            <a:pPr>
              <a:buFont typeface="Arial" panose="020B0604020202020204" pitchFamily="34" charset="0"/>
              <a:buChar char="•"/>
            </a:pPr>
            <a:r>
              <a:rPr lang="en-US" dirty="0"/>
              <a:t>Regulatory: </a:t>
            </a:r>
            <a:r>
              <a:rPr lang="en-US" b="0" dirty="0"/>
              <a:t>U.S. FTC approved; closed June 7, 2022.</a:t>
            </a:r>
          </a:p>
        </p:txBody>
      </p:sp>
      <p:sp>
        <p:nvSpPr>
          <p:cNvPr id="11" name="Text Placeholder 10">
            <a:extLst>
              <a:ext uri="{FF2B5EF4-FFF2-40B4-BE49-F238E27FC236}">
                <a16:creationId xmlns:a16="http://schemas.microsoft.com/office/drawing/2014/main" id="{491C4E32-B0CC-4058-A5E7-3D60CDBC8A76}"/>
              </a:ext>
            </a:extLst>
          </p:cNvPr>
          <p:cNvSpPr>
            <a:spLocks noGrp="1"/>
          </p:cNvSpPr>
          <p:nvPr>
            <p:ph type="body" sz="quarter" idx="11"/>
          </p:nvPr>
        </p:nvSpPr>
        <p:spPr/>
        <p:txBody>
          <a:bodyPr/>
          <a:lstStyle/>
          <a:p>
            <a:endParaRPr lang="de-DE" dirty="0"/>
          </a:p>
        </p:txBody>
      </p:sp>
      <p:sp>
        <p:nvSpPr>
          <p:cNvPr id="12" name="Text Placeholder 11">
            <a:extLst>
              <a:ext uri="{FF2B5EF4-FFF2-40B4-BE49-F238E27FC236}">
                <a16:creationId xmlns:a16="http://schemas.microsoft.com/office/drawing/2014/main" id="{6429313F-9395-456D-9BD4-A91A958F9732}"/>
              </a:ext>
            </a:extLst>
          </p:cNvPr>
          <p:cNvSpPr>
            <a:spLocks noGrp="1"/>
          </p:cNvSpPr>
          <p:nvPr>
            <p:ph type="body" sz="quarter" idx="22"/>
          </p:nvPr>
        </p:nvSpPr>
        <p:spPr/>
        <p:txBody>
          <a:bodyPr/>
          <a:lstStyle/>
          <a:p>
            <a:endParaRPr lang="de-DE" dirty="0"/>
          </a:p>
        </p:txBody>
      </p:sp>
      <p:pic>
        <p:nvPicPr>
          <p:cNvPr id="18" name="Picture 2" descr="Oracle Logo PNG Images Transparent Free Download - PNG Mart">
            <a:extLst>
              <a:ext uri="{FF2B5EF4-FFF2-40B4-BE49-F238E27FC236}">
                <a16:creationId xmlns:a16="http://schemas.microsoft.com/office/drawing/2014/main" id="{E6C89C89-9C79-4330-8A3B-7015A8B0DC4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0232" y="1862824"/>
            <a:ext cx="1040386" cy="576000"/>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Gerader Verbinder 10">
            <a:extLst>
              <a:ext uri="{FF2B5EF4-FFF2-40B4-BE49-F238E27FC236}">
                <a16:creationId xmlns:a16="http://schemas.microsoft.com/office/drawing/2014/main" id="{03975E66-0A76-479D-B3B9-2A82907ED901}"/>
              </a:ext>
            </a:extLst>
          </p:cNvPr>
          <p:cNvCxnSpPr>
            <a:cxnSpLocks/>
          </p:cNvCxnSpPr>
          <p:nvPr/>
        </p:nvCxnSpPr>
        <p:spPr>
          <a:xfrm flipH="1">
            <a:off x="600232" y="2656230"/>
            <a:ext cx="4113732" cy="0"/>
          </a:xfrm>
          <a:prstGeom prst="line">
            <a:avLst/>
          </a:prstGeom>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6B3AEB23-A5AB-4F32-A356-0A7D569C0C85}"/>
              </a:ext>
            </a:extLst>
          </p:cNvPr>
          <p:cNvGrpSpPr/>
          <p:nvPr/>
        </p:nvGrpSpPr>
        <p:grpSpPr>
          <a:xfrm>
            <a:off x="600232" y="2873636"/>
            <a:ext cx="1040400" cy="576000"/>
            <a:chOff x="560511" y="2852936"/>
            <a:chExt cx="1040400" cy="576000"/>
          </a:xfrm>
        </p:grpSpPr>
        <p:sp>
          <p:nvSpPr>
            <p:cNvPr id="21" name="Rectangle 20">
              <a:extLst>
                <a:ext uri="{FF2B5EF4-FFF2-40B4-BE49-F238E27FC236}">
                  <a16:creationId xmlns:a16="http://schemas.microsoft.com/office/drawing/2014/main" id="{3D21A0C6-E256-48C2-A4B3-B0984472D01E}"/>
                </a:ext>
              </a:extLst>
            </p:cNvPr>
            <p:cNvSpPr/>
            <p:nvPr/>
          </p:nvSpPr>
          <p:spPr>
            <a:xfrm>
              <a:off x="560511" y="2852936"/>
              <a:ext cx="1040400" cy="576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900" dirty="0" err="1">
                <a:solidFill>
                  <a:schemeClr val="bg1"/>
                </a:solidFill>
              </a:endParaRPr>
            </a:p>
          </p:txBody>
        </p:sp>
        <p:pic>
          <p:nvPicPr>
            <p:cNvPr id="19" name="Picture 7" descr="Cerner - Victoria Hospitals Foundation">
              <a:extLst>
                <a:ext uri="{FF2B5EF4-FFF2-40B4-BE49-F238E27FC236}">
                  <a16:creationId xmlns:a16="http://schemas.microsoft.com/office/drawing/2014/main" id="{0A4B971A-62F8-4A48-8282-5DBDDAADE0B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6309" y="2852936"/>
              <a:ext cx="828790" cy="576000"/>
            </a:xfrm>
            <a:prstGeom prst="rect">
              <a:avLst/>
            </a:prstGeom>
            <a:noFill/>
            <a:extLst>
              <a:ext uri="{909E8E84-426E-40DD-AFC4-6F175D3DCCD1}">
                <a14:hiddenFill xmlns:a14="http://schemas.microsoft.com/office/drawing/2010/main">
                  <a:solidFill>
                    <a:srgbClr val="FFFFFF"/>
                  </a:solidFill>
                </a14:hiddenFill>
              </a:ext>
            </a:extLst>
          </p:spPr>
        </p:pic>
      </p:grpSp>
      <p:sp>
        <p:nvSpPr>
          <p:cNvPr id="24" name="TextBox 23">
            <a:extLst>
              <a:ext uri="{FF2B5EF4-FFF2-40B4-BE49-F238E27FC236}">
                <a16:creationId xmlns:a16="http://schemas.microsoft.com/office/drawing/2014/main" id="{B2DCC245-43EE-4B88-BED7-E7B51AB7AC70}"/>
              </a:ext>
            </a:extLst>
          </p:cNvPr>
          <p:cNvSpPr txBox="1"/>
          <p:nvPr/>
        </p:nvSpPr>
        <p:spPr>
          <a:xfrm>
            <a:off x="4495800" y="2971800"/>
            <a:ext cx="914400" cy="914400"/>
          </a:xfrm>
          <a:prstGeom prst="rect">
            <a:avLst/>
          </a:prstGeom>
          <a:noFill/>
        </p:spPr>
        <p:txBody>
          <a:bodyPr wrap="square" lIns="54610" tIns="54610" rIns="54610" bIns="54610" rtlCol="0">
            <a:noAutofit/>
          </a:bodyPr>
          <a:lstStyle/>
          <a:p>
            <a:pPr>
              <a:spcAft>
                <a:spcPts val="600"/>
              </a:spcAft>
            </a:pPr>
            <a:endParaRPr lang="en-GB" sz="900" dirty="0" err="1">
              <a:solidFill>
                <a:schemeClr val="tx2"/>
              </a:solidFill>
            </a:endParaRPr>
          </a:p>
        </p:txBody>
      </p:sp>
      <p:sp>
        <p:nvSpPr>
          <p:cNvPr id="26" name="TextBox 25">
            <a:extLst>
              <a:ext uri="{FF2B5EF4-FFF2-40B4-BE49-F238E27FC236}">
                <a16:creationId xmlns:a16="http://schemas.microsoft.com/office/drawing/2014/main" id="{F2766949-6F5D-401D-8656-7AE4802CDE2A}"/>
              </a:ext>
            </a:extLst>
          </p:cNvPr>
          <p:cNvSpPr txBox="1"/>
          <p:nvPr/>
        </p:nvSpPr>
        <p:spPr>
          <a:xfrm>
            <a:off x="4495800" y="2971800"/>
            <a:ext cx="914400" cy="914400"/>
          </a:xfrm>
          <a:prstGeom prst="rect">
            <a:avLst/>
          </a:prstGeom>
          <a:noFill/>
        </p:spPr>
        <p:txBody>
          <a:bodyPr wrap="square" lIns="54610" tIns="54610" rIns="54610" bIns="54610" rtlCol="0">
            <a:noAutofit/>
          </a:bodyPr>
          <a:lstStyle/>
          <a:p>
            <a:pPr>
              <a:spcAft>
                <a:spcPts val="600"/>
              </a:spcAft>
            </a:pPr>
            <a:endParaRPr lang="en-GB" sz="900" dirty="0" err="1">
              <a:solidFill>
                <a:schemeClr val="tx2"/>
              </a:solidFill>
            </a:endParaRPr>
          </a:p>
        </p:txBody>
      </p:sp>
      <p:sp>
        <p:nvSpPr>
          <p:cNvPr id="27" name="TextBox 26">
            <a:extLst>
              <a:ext uri="{FF2B5EF4-FFF2-40B4-BE49-F238E27FC236}">
                <a16:creationId xmlns:a16="http://schemas.microsoft.com/office/drawing/2014/main" id="{8D0F3CAF-0864-4B5A-836D-1F8827992073}"/>
              </a:ext>
            </a:extLst>
          </p:cNvPr>
          <p:cNvSpPr txBox="1"/>
          <p:nvPr/>
        </p:nvSpPr>
        <p:spPr>
          <a:xfrm>
            <a:off x="4495800" y="2971800"/>
            <a:ext cx="914400" cy="914400"/>
          </a:xfrm>
          <a:prstGeom prst="rect">
            <a:avLst/>
          </a:prstGeom>
          <a:noFill/>
        </p:spPr>
        <p:txBody>
          <a:bodyPr wrap="square" lIns="54610" tIns="54610" rIns="54610" bIns="54610" rtlCol="0">
            <a:noAutofit/>
          </a:bodyPr>
          <a:lstStyle/>
          <a:p>
            <a:pPr>
              <a:spcAft>
                <a:spcPts val="600"/>
              </a:spcAft>
            </a:pPr>
            <a:endParaRPr lang="en-GB" sz="900" dirty="0" err="1">
              <a:solidFill>
                <a:schemeClr val="tx2"/>
              </a:solidFill>
            </a:endParaRPr>
          </a:p>
        </p:txBody>
      </p:sp>
      <p:sp>
        <p:nvSpPr>
          <p:cNvPr id="29" name="TextBox 28">
            <a:extLst>
              <a:ext uri="{FF2B5EF4-FFF2-40B4-BE49-F238E27FC236}">
                <a16:creationId xmlns:a16="http://schemas.microsoft.com/office/drawing/2014/main" id="{1735A77E-7F7C-4D2E-BBB2-E937990971BC}"/>
              </a:ext>
            </a:extLst>
          </p:cNvPr>
          <p:cNvSpPr txBox="1"/>
          <p:nvPr/>
        </p:nvSpPr>
        <p:spPr>
          <a:xfrm flipH="1">
            <a:off x="1682653" y="1844824"/>
            <a:ext cx="3054321" cy="612000"/>
          </a:xfrm>
          <a:prstGeom prst="rect">
            <a:avLst/>
          </a:prstGeom>
          <a:noFill/>
        </p:spPr>
        <p:txBody>
          <a:bodyPr wrap="square" lIns="54610" tIns="54610" rIns="54610" bIns="54610" rtlCol="0">
            <a:noAutofit/>
          </a:bodyPr>
          <a:lstStyle/>
          <a:p>
            <a:pPr>
              <a:spcAft>
                <a:spcPts val="600"/>
              </a:spcAft>
            </a:pPr>
            <a:r>
              <a:rPr lang="de-DE" sz="900" dirty="0">
                <a:solidFill>
                  <a:schemeClr val="tx2"/>
                </a:solidFill>
              </a:rPr>
              <a:t>Oracle, </a:t>
            </a:r>
            <a:r>
              <a:rPr lang="de-DE" sz="900" dirty="0" err="1">
                <a:solidFill>
                  <a:schemeClr val="tx2"/>
                </a:solidFill>
              </a:rPr>
              <a:t>founded</a:t>
            </a:r>
            <a:r>
              <a:rPr lang="de-DE" sz="900" dirty="0">
                <a:solidFill>
                  <a:schemeClr val="tx2"/>
                </a:solidFill>
              </a:rPr>
              <a:t> 1977 in Austin, Texas, </a:t>
            </a:r>
            <a:r>
              <a:rPr lang="de-DE" sz="900" dirty="0" err="1">
                <a:solidFill>
                  <a:schemeClr val="tx2"/>
                </a:solidFill>
              </a:rPr>
              <a:t>is</a:t>
            </a:r>
            <a:r>
              <a:rPr lang="de-DE" sz="900" dirty="0">
                <a:solidFill>
                  <a:schemeClr val="tx2"/>
                </a:solidFill>
              </a:rPr>
              <a:t> a </a:t>
            </a:r>
            <a:r>
              <a:rPr lang="de-DE" sz="900" dirty="0" err="1">
                <a:solidFill>
                  <a:schemeClr val="tx2"/>
                </a:solidFill>
              </a:rPr>
              <a:t>leading</a:t>
            </a:r>
            <a:r>
              <a:rPr lang="de-DE" sz="900" dirty="0">
                <a:solidFill>
                  <a:schemeClr val="tx2"/>
                </a:solidFill>
              </a:rPr>
              <a:t> </a:t>
            </a:r>
            <a:r>
              <a:rPr lang="de-DE" sz="900" dirty="0" err="1">
                <a:solidFill>
                  <a:schemeClr val="tx2"/>
                </a:solidFill>
              </a:rPr>
              <a:t>technology</a:t>
            </a:r>
            <a:r>
              <a:rPr lang="de-DE" sz="900" dirty="0">
                <a:solidFill>
                  <a:schemeClr val="tx2"/>
                </a:solidFill>
              </a:rPr>
              <a:t> </a:t>
            </a:r>
            <a:r>
              <a:rPr lang="de-DE" sz="900" dirty="0" err="1">
                <a:solidFill>
                  <a:schemeClr val="tx2"/>
                </a:solidFill>
              </a:rPr>
              <a:t>company</a:t>
            </a:r>
            <a:r>
              <a:rPr lang="de-DE" sz="900" dirty="0">
                <a:solidFill>
                  <a:schemeClr val="tx2"/>
                </a:solidFill>
              </a:rPr>
              <a:t>, </a:t>
            </a:r>
            <a:r>
              <a:rPr lang="de-DE" sz="900" dirty="0" err="1">
                <a:solidFill>
                  <a:schemeClr val="tx2"/>
                </a:solidFill>
              </a:rPr>
              <a:t>which</a:t>
            </a:r>
            <a:r>
              <a:rPr lang="de-DE" sz="900" dirty="0">
                <a:solidFill>
                  <a:schemeClr val="tx2"/>
                </a:solidFill>
              </a:rPr>
              <a:t> </a:t>
            </a:r>
            <a:r>
              <a:rPr lang="de-DE" sz="900" dirty="0" err="1">
                <a:solidFill>
                  <a:schemeClr val="tx2"/>
                </a:solidFill>
              </a:rPr>
              <a:t>is</a:t>
            </a:r>
            <a:r>
              <a:rPr lang="de-DE" sz="900" dirty="0">
                <a:solidFill>
                  <a:schemeClr val="tx2"/>
                </a:solidFill>
              </a:rPr>
              <a:t> </a:t>
            </a:r>
            <a:r>
              <a:rPr lang="de-DE" sz="900" dirty="0" err="1">
                <a:solidFill>
                  <a:schemeClr val="tx2"/>
                </a:solidFill>
              </a:rPr>
              <a:t>specialized</a:t>
            </a:r>
            <a:r>
              <a:rPr lang="de-DE" sz="900" dirty="0">
                <a:solidFill>
                  <a:schemeClr val="tx2"/>
                </a:solidFill>
              </a:rPr>
              <a:t> in Database Software, Cloud Computing and Enterprise Software</a:t>
            </a:r>
            <a:endParaRPr lang="en-GB" sz="900" dirty="0">
              <a:solidFill>
                <a:schemeClr val="tx2"/>
              </a:solidFill>
            </a:endParaRPr>
          </a:p>
        </p:txBody>
      </p:sp>
      <p:sp>
        <p:nvSpPr>
          <p:cNvPr id="37" name="TextBox 36">
            <a:extLst>
              <a:ext uri="{FF2B5EF4-FFF2-40B4-BE49-F238E27FC236}">
                <a16:creationId xmlns:a16="http://schemas.microsoft.com/office/drawing/2014/main" id="{3C0DB11B-C56B-4EAD-8DEF-427C2CD28B55}"/>
              </a:ext>
            </a:extLst>
          </p:cNvPr>
          <p:cNvSpPr txBox="1"/>
          <p:nvPr/>
        </p:nvSpPr>
        <p:spPr>
          <a:xfrm flipH="1">
            <a:off x="1671993" y="2855636"/>
            <a:ext cx="3054698" cy="612000"/>
          </a:xfrm>
          <a:prstGeom prst="rect">
            <a:avLst/>
          </a:prstGeom>
          <a:noFill/>
        </p:spPr>
        <p:txBody>
          <a:bodyPr wrap="square" lIns="54610" tIns="54610" rIns="54610" bIns="54610" rtlCol="0">
            <a:noAutofit/>
          </a:bodyPr>
          <a:lstStyle/>
          <a:p>
            <a:pPr>
              <a:spcAft>
                <a:spcPts val="600"/>
              </a:spcAft>
            </a:pPr>
            <a:r>
              <a:rPr lang="de-DE" sz="900" dirty="0">
                <a:solidFill>
                  <a:schemeClr val="tx2"/>
                </a:solidFill>
              </a:rPr>
              <a:t>Cerner, </a:t>
            </a:r>
            <a:r>
              <a:rPr lang="de-DE" sz="900" dirty="0" err="1">
                <a:solidFill>
                  <a:schemeClr val="tx2"/>
                </a:solidFill>
              </a:rPr>
              <a:t>founded</a:t>
            </a:r>
            <a:r>
              <a:rPr lang="de-DE" sz="900" dirty="0">
                <a:solidFill>
                  <a:schemeClr val="tx2"/>
                </a:solidFill>
              </a:rPr>
              <a:t> 1979 in Kansas City, Missouri, </a:t>
            </a:r>
            <a:r>
              <a:rPr lang="de-DE" sz="900" dirty="0" err="1">
                <a:solidFill>
                  <a:schemeClr val="tx2"/>
                </a:solidFill>
              </a:rPr>
              <a:t>is</a:t>
            </a:r>
            <a:r>
              <a:rPr lang="de-DE" sz="900" dirty="0">
                <a:solidFill>
                  <a:schemeClr val="tx2"/>
                </a:solidFill>
              </a:rPr>
              <a:t> a </a:t>
            </a:r>
            <a:r>
              <a:rPr lang="de-DE" sz="900" dirty="0" err="1">
                <a:solidFill>
                  <a:schemeClr val="tx2"/>
                </a:solidFill>
              </a:rPr>
              <a:t>leading</a:t>
            </a:r>
            <a:r>
              <a:rPr lang="de-DE" sz="900" dirty="0">
                <a:solidFill>
                  <a:schemeClr val="tx2"/>
                </a:solidFill>
              </a:rPr>
              <a:t> </a:t>
            </a:r>
            <a:r>
              <a:rPr lang="de-DE" sz="900" dirty="0" err="1">
                <a:solidFill>
                  <a:schemeClr val="tx2"/>
                </a:solidFill>
              </a:rPr>
              <a:t>provider</a:t>
            </a:r>
            <a:r>
              <a:rPr lang="de-DE" sz="900" dirty="0">
                <a:solidFill>
                  <a:schemeClr val="tx2"/>
                </a:solidFill>
              </a:rPr>
              <a:t> </a:t>
            </a:r>
            <a:r>
              <a:rPr lang="de-DE" sz="900" dirty="0" err="1">
                <a:solidFill>
                  <a:schemeClr val="tx2"/>
                </a:solidFill>
              </a:rPr>
              <a:t>for</a:t>
            </a:r>
            <a:r>
              <a:rPr lang="de-DE" sz="900" dirty="0">
                <a:solidFill>
                  <a:schemeClr val="tx2"/>
                </a:solidFill>
              </a:rPr>
              <a:t> </a:t>
            </a:r>
            <a:r>
              <a:rPr lang="de-DE" sz="900" dirty="0" err="1">
                <a:solidFill>
                  <a:schemeClr val="tx2"/>
                </a:solidFill>
              </a:rPr>
              <a:t>Healthcare</a:t>
            </a:r>
            <a:r>
              <a:rPr lang="de-DE" sz="900" dirty="0">
                <a:solidFill>
                  <a:schemeClr val="tx2"/>
                </a:solidFill>
              </a:rPr>
              <a:t> IT-solutions, </a:t>
            </a:r>
            <a:r>
              <a:rPr lang="de-DE" sz="900" dirty="0" err="1">
                <a:solidFill>
                  <a:schemeClr val="tx2"/>
                </a:solidFill>
              </a:rPr>
              <a:t>including</a:t>
            </a:r>
            <a:r>
              <a:rPr lang="de-DE" sz="900" dirty="0">
                <a:solidFill>
                  <a:schemeClr val="tx2"/>
                </a:solidFill>
              </a:rPr>
              <a:t> electronic </a:t>
            </a:r>
            <a:r>
              <a:rPr lang="de-DE" sz="900" dirty="0" err="1">
                <a:solidFill>
                  <a:schemeClr val="tx2"/>
                </a:solidFill>
              </a:rPr>
              <a:t>health</a:t>
            </a:r>
            <a:r>
              <a:rPr lang="de-DE" sz="900" dirty="0">
                <a:solidFill>
                  <a:schemeClr val="tx2"/>
                </a:solidFill>
              </a:rPr>
              <a:t> </a:t>
            </a:r>
            <a:r>
              <a:rPr lang="de-DE" sz="900" dirty="0" err="1">
                <a:solidFill>
                  <a:schemeClr val="tx2"/>
                </a:solidFill>
              </a:rPr>
              <a:t>records</a:t>
            </a:r>
            <a:r>
              <a:rPr lang="de-DE" sz="900" dirty="0">
                <a:solidFill>
                  <a:schemeClr val="tx2"/>
                </a:solidFill>
              </a:rPr>
              <a:t> (EHR), </a:t>
            </a:r>
            <a:r>
              <a:rPr lang="de-DE" sz="900" dirty="0" err="1">
                <a:solidFill>
                  <a:schemeClr val="tx2"/>
                </a:solidFill>
              </a:rPr>
              <a:t>health</a:t>
            </a:r>
            <a:r>
              <a:rPr lang="de-DE" sz="900" dirty="0">
                <a:solidFill>
                  <a:schemeClr val="tx2"/>
                </a:solidFill>
              </a:rPr>
              <a:t> </a:t>
            </a:r>
            <a:r>
              <a:rPr lang="de-DE" sz="900" dirty="0" err="1">
                <a:solidFill>
                  <a:schemeClr val="tx2"/>
                </a:solidFill>
              </a:rPr>
              <a:t>information</a:t>
            </a:r>
            <a:r>
              <a:rPr lang="de-DE" sz="900" dirty="0">
                <a:solidFill>
                  <a:schemeClr val="tx2"/>
                </a:solidFill>
              </a:rPr>
              <a:t> </a:t>
            </a:r>
            <a:r>
              <a:rPr lang="de-DE" sz="900" dirty="0" err="1">
                <a:solidFill>
                  <a:schemeClr val="tx2"/>
                </a:solidFill>
              </a:rPr>
              <a:t>exchanges</a:t>
            </a:r>
            <a:r>
              <a:rPr lang="de-DE" sz="900" dirty="0">
                <a:solidFill>
                  <a:schemeClr val="tx2"/>
                </a:solidFill>
              </a:rPr>
              <a:t> and </a:t>
            </a:r>
            <a:r>
              <a:rPr lang="de-DE" sz="900" dirty="0" err="1">
                <a:solidFill>
                  <a:schemeClr val="tx2"/>
                </a:solidFill>
              </a:rPr>
              <a:t>data</a:t>
            </a:r>
            <a:r>
              <a:rPr lang="de-DE" sz="900" dirty="0">
                <a:solidFill>
                  <a:schemeClr val="tx2"/>
                </a:solidFill>
              </a:rPr>
              <a:t> </a:t>
            </a:r>
            <a:r>
              <a:rPr lang="de-DE" sz="900" dirty="0" err="1">
                <a:solidFill>
                  <a:schemeClr val="tx2"/>
                </a:solidFill>
              </a:rPr>
              <a:t>analytics</a:t>
            </a:r>
            <a:r>
              <a:rPr lang="de-DE" sz="900" dirty="0">
                <a:solidFill>
                  <a:schemeClr val="tx2"/>
                </a:solidFill>
              </a:rPr>
              <a:t> </a:t>
            </a:r>
            <a:r>
              <a:rPr lang="de-DE" sz="900" dirty="0" err="1">
                <a:solidFill>
                  <a:schemeClr val="tx2"/>
                </a:solidFill>
              </a:rPr>
              <a:t>to</a:t>
            </a:r>
            <a:r>
              <a:rPr lang="de-DE" sz="900" dirty="0">
                <a:solidFill>
                  <a:schemeClr val="tx2"/>
                </a:solidFill>
              </a:rPr>
              <a:t> </a:t>
            </a:r>
            <a:r>
              <a:rPr lang="de-DE" sz="900" dirty="0" err="1">
                <a:solidFill>
                  <a:schemeClr val="tx2"/>
                </a:solidFill>
              </a:rPr>
              <a:t>healthcare</a:t>
            </a:r>
            <a:r>
              <a:rPr lang="de-DE" sz="900" dirty="0">
                <a:solidFill>
                  <a:schemeClr val="tx2"/>
                </a:solidFill>
              </a:rPr>
              <a:t> </a:t>
            </a:r>
            <a:r>
              <a:rPr lang="de-DE" sz="900" dirty="0" err="1">
                <a:solidFill>
                  <a:schemeClr val="tx2"/>
                </a:solidFill>
              </a:rPr>
              <a:t>providers</a:t>
            </a:r>
            <a:endParaRPr lang="en-GB" sz="900" dirty="0">
              <a:solidFill>
                <a:schemeClr val="tx2"/>
              </a:solidFill>
            </a:endParaRPr>
          </a:p>
        </p:txBody>
      </p:sp>
    </p:spTree>
    <p:extLst>
      <p:ext uri="{BB962C8B-B14F-4D97-AF65-F5344CB8AC3E}">
        <p14:creationId xmlns:p14="http://schemas.microsoft.com/office/powerpoint/2010/main" val="2919460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el 17">
            <a:extLst>
              <a:ext uri="{FF2B5EF4-FFF2-40B4-BE49-F238E27FC236}">
                <a16:creationId xmlns:a16="http://schemas.microsoft.com/office/drawing/2014/main" id="{2C97BD67-E58C-462E-A018-B393E8A7EA06}"/>
              </a:ext>
            </a:extLst>
          </p:cNvPr>
          <p:cNvSpPr>
            <a:spLocks noGrp="1"/>
          </p:cNvSpPr>
          <p:nvPr>
            <p:ph type="title"/>
          </p:nvPr>
        </p:nvSpPr>
        <p:spPr>
          <a:xfrm>
            <a:off x="488950" y="447040"/>
            <a:ext cx="8928100" cy="720000"/>
          </a:xfrm>
        </p:spPr>
        <p:txBody>
          <a:bodyPr/>
          <a:lstStyle/>
          <a:p>
            <a:r>
              <a:rPr lang="de-DE" dirty="0"/>
              <a:t>Kontakt</a:t>
            </a:r>
          </a:p>
        </p:txBody>
      </p:sp>
      <p:sp>
        <p:nvSpPr>
          <p:cNvPr id="9" name="Textplatzhalter 8">
            <a:extLst>
              <a:ext uri="{FF2B5EF4-FFF2-40B4-BE49-F238E27FC236}">
                <a16:creationId xmlns:a16="http://schemas.microsoft.com/office/drawing/2014/main" id="{AD35479D-53E4-4374-86B9-6D75FA464442}"/>
              </a:ext>
            </a:extLst>
          </p:cNvPr>
          <p:cNvSpPr>
            <a:spLocks noGrp="1"/>
          </p:cNvSpPr>
          <p:nvPr>
            <p:ph type="body" sz="quarter" idx="29"/>
          </p:nvPr>
        </p:nvSpPr>
        <p:spPr>
          <a:xfrm>
            <a:off x="488950" y="1420492"/>
            <a:ext cx="3600000" cy="2008509"/>
          </a:xfrm>
        </p:spPr>
        <p:txBody>
          <a:bodyPr/>
          <a:lstStyle/>
          <a:p>
            <a:pPr lvl="1"/>
            <a:r>
              <a:rPr lang="de-DE" dirty="0">
                <a:latin typeface="Segoe UI" panose="020B0502040204020203" pitchFamily="34" charset="0"/>
                <a:cs typeface="Segoe UI" panose="020B0502040204020203" pitchFamily="34" charset="0"/>
              </a:rPr>
              <a:t>KPMG AG </a:t>
            </a:r>
          </a:p>
          <a:p>
            <a:pPr lvl="1"/>
            <a:r>
              <a:rPr lang="de-DE" dirty="0">
                <a:latin typeface="Segoe UI" panose="020B0502040204020203" pitchFamily="34" charset="0"/>
                <a:cs typeface="Segoe UI" panose="020B0502040204020203" pitchFamily="34" charset="0"/>
              </a:rPr>
              <a:t>Wirtschaftsprüfungsgesellschaft</a:t>
            </a:r>
          </a:p>
          <a:p>
            <a:pPr lvl="1"/>
            <a:r>
              <a:rPr lang="de-DE" dirty="0">
                <a:latin typeface="Segoe UI" panose="020B0502040204020203" pitchFamily="34" charset="0"/>
                <a:cs typeface="Segoe UI" panose="020B0502040204020203" pitchFamily="34" charset="0"/>
              </a:rPr>
              <a:t>Klingelhöferstraße 18</a:t>
            </a:r>
          </a:p>
          <a:p>
            <a:pPr lvl="1"/>
            <a:r>
              <a:rPr lang="de-DE" dirty="0">
                <a:latin typeface="Segoe UI" panose="020B0502040204020203" pitchFamily="34" charset="0"/>
                <a:cs typeface="Segoe UI" panose="020B0502040204020203" pitchFamily="34" charset="0"/>
              </a:rPr>
              <a:t>10785 Berlin</a:t>
            </a:r>
          </a:p>
          <a:p>
            <a:endParaRPr lang="de-DE" dirty="0">
              <a:latin typeface="Segoe UI" panose="020B0502040204020203" pitchFamily="34" charset="0"/>
              <a:cs typeface="Segoe UI" panose="020B0502040204020203" pitchFamily="34" charset="0"/>
            </a:endParaRPr>
          </a:p>
          <a:p>
            <a:r>
              <a:rPr lang="de-DE" dirty="0">
                <a:latin typeface="Segoe UI" panose="020B0502040204020203" pitchFamily="34" charset="0"/>
                <a:cs typeface="Segoe UI" panose="020B0502040204020203" pitchFamily="34" charset="0"/>
              </a:rPr>
              <a:t>David Zabel</a:t>
            </a:r>
          </a:p>
          <a:p>
            <a:pPr lvl="1"/>
            <a:r>
              <a:rPr lang="de-DE" dirty="0">
                <a:latin typeface="Segoe UI" panose="020B0502040204020203" pitchFamily="34" charset="0"/>
                <a:cs typeface="Segoe UI" panose="020B0502040204020203" pitchFamily="34" charset="0"/>
              </a:rPr>
              <a:t>Assistant Manager, M&amp;A</a:t>
            </a:r>
          </a:p>
          <a:p>
            <a:pPr lvl="1"/>
            <a:r>
              <a:rPr lang="de-DE" dirty="0">
                <a:latin typeface="Segoe UI" panose="020B0502040204020203" pitchFamily="34" charset="0"/>
                <a:cs typeface="Segoe UI" panose="020B0502040204020203" pitchFamily="34" charset="0"/>
              </a:rPr>
              <a:t>T +49 30 2068 2879</a:t>
            </a:r>
          </a:p>
          <a:p>
            <a:pPr lvl="1"/>
            <a:r>
              <a:rPr lang="de-DE" dirty="0">
                <a:latin typeface="Segoe UI" panose="020B0502040204020203" pitchFamily="34" charset="0"/>
                <a:cs typeface="Segoe UI" panose="020B0502040204020203" pitchFamily="34" charset="0"/>
              </a:rPr>
              <a:t>davidzabel@kpmg.com</a:t>
            </a:r>
          </a:p>
        </p:txBody>
      </p:sp>
      <p:sp>
        <p:nvSpPr>
          <p:cNvPr id="8" name="Textplatzhalter 7">
            <a:extLst>
              <a:ext uri="{FF2B5EF4-FFF2-40B4-BE49-F238E27FC236}">
                <a16:creationId xmlns:a16="http://schemas.microsoft.com/office/drawing/2014/main" id="{C200EE28-881A-4FB2-8AEB-A1184BD478DE}"/>
              </a:ext>
            </a:extLst>
          </p:cNvPr>
          <p:cNvSpPr>
            <a:spLocks noGrp="1"/>
          </p:cNvSpPr>
          <p:nvPr>
            <p:ph type="body" sz="quarter" idx="28"/>
          </p:nvPr>
        </p:nvSpPr>
        <p:spPr>
          <a:xfrm>
            <a:off x="4271557" y="1420491"/>
            <a:ext cx="3600000" cy="2008509"/>
          </a:xfrm>
        </p:spPr>
        <p:txBody>
          <a:bodyPr/>
          <a:lstStyle/>
          <a:p>
            <a:endParaRPr lang="de-DE" dirty="0">
              <a:latin typeface="Segoe UI" panose="020B0502040204020203" pitchFamily="34" charset="0"/>
              <a:cs typeface="Segoe UI" panose="020B0502040204020203" pitchFamily="34" charset="0"/>
            </a:endParaRPr>
          </a:p>
          <a:p>
            <a:endParaRPr lang="de-DE" dirty="0">
              <a:latin typeface="Segoe UI" panose="020B0502040204020203" pitchFamily="34" charset="0"/>
              <a:cs typeface="Segoe UI" panose="020B0502040204020203" pitchFamily="34" charset="0"/>
            </a:endParaRPr>
          </a:p>
          <a:p>
            <a:endParaRPr lang="de-DE" dirty="0">
              <a:latin typeface="Segoe UI" panose="020B0502040204020203" pitchFamily="34" charset="0"/>
              <a:cs typeface="Segoe UI" panose="020B0502040204020203" pitchFamily="34" charset="0"/>
            </a:endParaRPr>
          </a:p>
          <a:p>
            <a:endParaRPr lang="de-DE" dirty="0">
              <a:latin typeface="Segoe UI" panose="020B0502040204020203" pitchFamily="34" charset="0"/>
              <a:cs typeface="Segoe UI" panose="020B0502040204020203" pitchFamily="34" charset="0"/>
            </a:endParaRPr>
          </a:p>
          <a:p>
            <a:endParaRPr lang="de-DE" dirty="0">
              <a:latin typeface="Segoe UI" panose="020B0502040204020203" pitchFamily="34" charset="0"/>
              <a:cs typeface="Segoe UI" panose="020B0502040204020203" pitchFamily="34" charset="0"/>
            </a:endParaRPr>
          </a:p>
          <a:p>
            <a:r>
              <a:rPr lang="de-DE" dirty="0">
                <a:latin typeface="Segoe UI" panose="020B0502040204020203" pitchFamily="34" charset="0"/>
                <a:cs typeface="Segoe UI" panose="020B0502040204020203" pitchFamily="34" charset="0"/>
              </a:rPr>
              <a:t>Linus Johannes Rauschnabel</a:t>
            </a:r>
          </a:p>
          <a:p>
            <a:pPr lvl="1"/>
            <a:r>
              <a:rPr lang="de-DE" dirty="0">
                <a:latin typeface="Segoe UI" panose="020B0502040204020203" pitchFamily="34" charset="0"/>
                <a:cs typeface="Segoe UI" panose="020B0502040204020203" pitchFamily="34" charset="0"/>
              </a:rPr>
              <a:t>Assistant Manager, M&amp;A</a:t>
            </a:r>
          </a:p>
          <a:p>
            <a:pPr lvl="1"/>
            <a:r>
              <a:rPr lang="de-DE" dirty="0">
                <a:latin typeface="Segoe UI" panose="020B0502040204020203" pitchFamily="34" charset="0"/>
                <a:cs typeface="Segoe UI" panose="020B0502040204020203" pitchFamily="34" charset="0"/>
              </a:rPr>
              <a:t>T +49 30 2068 1718</a:t>
            </a:r>
          </a:p>
          <a:p>
            <a:pPr lvl="1"/>
            <a:r>
              <a:rPr lang="de-DE" dirty="0">
                <a:latin typeface="Segoe UI" panose="020B0502040204020203" pitchFamily="34" charset="0"/>
                <a:cs typeface="Segoe UI" panose="020B0502040204020203" pitchFamily="34" charset="0"/>
              </a:rPr>
              <a:t>lrauschnabel@kpmg.com</a:t>
            </a:r>
          </a:p>
        </p:txBody>
      </p:sp>
      <p:sp>
        <p:nvSpPr>
          <p:cNvPr id="33" name="Textplatzhalter 32">
            <a:extLst>
              <a:ext uri="{FF2B5EF4-FFF2-40B4-BE49-F238E27FC236}">
                <a16:creationId xmlns:a16="http://schemas.microsoft.com/office/drawing/2014/main" id="{D29B4574-0231-4EEE-9E47-B6A07F6C3559}"/>
              </a:ext>
            </a:extLst>
          </p:cNvPr>
          <p:cNvSpPr>
            <a:spLocks noGrp="1"/>
          </p:cNvSpPr>
          <p:nvPr>
            <p:ph type="body" sz="quarter" idx="30"/>
          </p:nvPr>
        </p:nvSpPr>
        <p:spPr>
          <a:xfrm>
            <a:off x="488950" y="4957761"/>
            <a:ext cx="2520000" cy="180000"/>
          </a:xfrm>
        </p:spPr>
        <p:txBody>
          <a:bodyPr/>
          <a:lstStyle/>
          <a:p>
            <a:r>
              <a:rPr lang="de-DE" dirty="0">
                <a:latin typeface="Segoe UI" panose="020B0502040204020203" pitchFamily="34" charset="0"/>
                <a:cs typeface="Segoe UI" panose="020B0502040204020203" pitchFamily="34" charset="0"/>
              </a:rPr>
              <a:t>kpmg.de/socialmedia</a:t>
            </a:r>
          </a:p>
        </p:txBody>
      </p:sp>
      <p:sp>
        <p:nvSpPr>
          <p:cNvPr id="32" name="Textplatzhalter 31">
            <a:extLst>
              <a:ext uri="{FF2B5EF4-FFF2-40B4-BE49-F238E27FC236}">
                <a16:creationId xmlns:a16="http://schemas.microsoft.com/office/drawing/2014/main" id="{418B852D-04C7-4DED-863E-4015ECC7E0D1}"/>
              </a:ext>
            </a:extLst>
          </p:cNvPr>
          <p:cNvSpPr>
            <a:spLocks noGrp="1"/>
          </p:cNvSpPr>
          <p:nvPr>
            <p:ph type="body" sz="quarter" idx="15"/>
          </p:nvPr>
        </p:nvSpPr>
        <p:spPr>
          <a:xfrm>
            <a:off x="488950" y="5229200"/>
            <a:ext cx="2520000" cy="180000"/>
          </a:xfrm>
        </p:spPr>
        <p:txBody>
          <a:bodyPr/>
          <a:lstStyle/>
          <a:p>
            <a:r>
              <a:rPr lang="de-DE" dirty="0">
                <a:latin typeface="Segoe UI" panose="020B0502040204020203" pitchFamily="34" charset="0"/>
                <a:cs typeface="Segoe UI" panose="020B0502040204020203" pitchFamily="34" charset="0"/>
              </a:rPr>
              <a:t>kpmg.de</a:t>
            </a:r>
          </a:p>
        </p:txBody>
      </p:sp>
    </p:spTree>
    <p:custDataLst>
      <p:tags r:id="rId1"/>
    </p:custDataLst>
    <p:extLst>
      <p:ext uri="{BB962C8B-B14F-4D97-AF65-F5344CB8AC3E}">
        <p14:creationId xmlns:p14="http://schemas.microsoft.com/office/powerpoint/2010/main" val="236508511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REATEDBY" val="Global PowerPoint Toolbar"/>
  <p:tag name="TOOLBARVERSION" val="6.0"/>
  <p:tag name="TYPE" val="Report"/>
  <p:tag name="KEYWORD" val="REPORT"/>
  <p:tag name="TEMPLATEVERSION" val="05/07/2022 16:26:13"/>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3.xml><?xml version="1.0" encoding="utf-8"?>
<p:tagLst xmlns:a="http://schemas.openxmlformats.org/drawingml/2006/main" xmlns:r="http://schemas.openxmlformats.org/officeDocument/2006/relationships" xmlns:p="http://schemas.openxmlformats.org/presentationml/2006/main">
  <p:tag name="MIO_USER_INPUT_REQUIRED" val="Copyright KPMG AG;Bitte wählen Deutsch/Englisch"/>
  <p:tag name="MIO_USER_INPUT_OPTIONS" val=" © 2022 KPMG AG Wirtschaftsprüfungsgesellschaft, eine Aktiengesellschaft nach deutschem Recht und ein Mitglied der globalen KPMG-Organisation unabhängiger Mitgliedsfirmen, die KPMG International Limited, einer Private English Company Limited by Guarantee, angeschlossen sind. Alle Rechte vorbehalten. Der Name KPMG und das Logo sind Marken, die die unabhängigen Mitgliedsfirmen der globalen KPMG-Organisation unter Lizenz verwenden.;© 2022 KPMG AG Wirtschaftsprüfungsgesellschaft, a corporation under German law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
  <p:tag name="ADV_TOP" val="501,7323"/>
  <p:tag name="ADV_LEFT" val="99,2126"/>
  <p:tag name="ADV_HEIGHT" val="14,54063"/>
  <p:tag name="ADV_WIDTH" val="425,1968"/>
  <p:tag name="ADV_COPYRIGHT" val="TRUE"/>
</p:tagLst>
</file>

<file path=ppt/tags/tag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5.xml><?xml version="1.0" encoding="utf-8"?>
<p:tagLst xmlns:a="http://schemas.openxmlformats.org/drawingml/2006/main" xmlns:r="http://schemas.openxmlformats.org/officeDocument/2006/relationships" xmlns:p="http://schemas.openxmlformats.org/presentationml/2006/main">
  <p:tag name="ADV_COPYRIGHT" val="TRUE"/>
</p:tagLst>
</file>

<file path=ppt/tags/tag6.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7.xml><?xml version="1.0" encoding="utf-8"?>
<p:tagLst xmlns:a="http://schemas.openxmlformats.org/drawingml/2006/main" xmlns:r="http://schemas.openxmlformats.org/officeDocument/2006/relationships" xmlns:p="http://schemas.openxmlformats.org/presentationml/2006/main">
  <p:tag name="ADV_COPYRIGHT" val="TRUE"/>
</p:tagLst>
</file>

<file path=ppt/tags/tag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9.xml><?xml version="1.0" encoding="utf-8"?>
<p:tagLst xmlns:a="http://schemas.openxmlformats.org/drawingml/2006/main" xmlns:r="http://schemas.openxmlformats.org/officeDocument/2006/relationships" xmlns:p="http://schemas.openxmlformats.org/presentationml/2006/main">
  <p:tag name="ADV_COPYRIGHT" val="TRUE"/>
</p:tagLst>
</file>

<file path=ppt/tags/tag10.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1.xml><?xml version="1.0" encoding="utf-8"?>
<p:tagLst xmlns:a="http://schemas.openxmlformats.org/drawingml/2006/main" xmlns:r="http://schemas.openxmlformats.org/officeDocument/2006/relationships" xmlns:p="http://schemas.openxmlformats.org/presentationml/2006/main">
  <p:tag name="ADV_COPYRIGHT" val="TRUE"/>
</p:tagLst>
</file>

<file path=ppt/tags/tag1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3.xml><?xml version="1.0" encoding="utf-8"?>
<p:tagLst xmlns:a="http://schemas.openxmlformats.org/drawingml/2006/main" xmlns:r="http://schemas.openxmlformats.org/officeDocument/2006/relationships" xmlns:p="http://schemas.openxmlformats.org/presentationml/2006/main">
  <p:tag name="ADV_COPYRIGHT" val="TRUE"/>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6.xml><?xml version="1.0" encoding="utf-8"?>
<p:tagLst xmlns:a="http://schemas.openxmlformats.org/drawingml/2006/main" xmlns:r="http://schemas.openxmlformats.org/officeDocument/2006/relationships" xmlns:p="http://schemas.openxmlformats.org/presentationml/2006/main">
  <p:tag name="ADV_COPYRIGHT" val="TRUE"/>
</p:tagLst>
</file>

<file path=ppt/tags/tag17.xml><?xml version="1.0" encoding="utf-8"?>
<p:tagLst xmlns:a="http://schemas.openxmlformats.org/drawingml/2006/main" xmlns:r="http://schemas.openxmlformats.org/officeDocument/2006/relationships" xmlns:p="http://schemas.openxmlformats.org/presentationml/2006/main">
  <p:tag name="MIO_USER_INPUT_REQUIRED" val="Haftungs-Disclaimer;Bitte wählen Sie einen Haftungs-Disclaimer aus:"/>
  <p:tag name="MIO_USER_INPUT_OPTIONS" val="Die enthaltenen Informationen sind allgemeiner Natur und nicht auf die spezielle Situation einer Einzelperson oder einer juristischen Person ausgerichtet. Obwohl wir uns bemühen, zuverlässige und aktuelle Informationen zu liefern, können wir nicht garantieren, dass diese Informationen so zutreffend sind wie zum Zeitpunkt ihres Eingangs oder dass sie auch in Zukunft so zutreffend sein werden. Niemand sollte aufgrund dieser Informationen handeln ohne geeigneten fachlichen Rat und ohne gründliche Analyse der betreffenden Situation.;The information contained herein is of a general nature and is not intended to address the circumstances of any particular individual or entity. Although we endeavour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
</p:tagLst>
</file>

<file path=ppt/tags/tag1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9.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KPMG Report (A4) Juli 2022">
  <a:themeElements>
    <a:clrScheme name="Custom 41">
      <a:dk1>
        <a:srgbClr val="000000"/>
      </a:dk1>
      <a:lt1>
        <a:sysClr val="window" lastClr="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KPMG New Brand 2022">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54000" tIns="54000" rIns="54000" bIns="54000" rtlCol="0" anchor="ctr"/>
      <a:lstStyle>
        <a:defPPr algn="ctr">
          <a:defRPr sz="9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900" dirty="0" err="1" smtClean="0">
            <a:solidFill>
              <a:schemeClr val="tx2"/>
            </a:solidFill>
          </a:defRPr>
        </a:defPPr>
      </a:lstStyle>
    </a:txDef>
  </a:objectDefaults>
  <a:extraClrSchemeLst/>
  <a:custClrLst>
    <a:custClr name="KPMG Blue">
      <a:srgbClr val="00338D"/>
    </a:custClr>
    <a:custClr name="Pacific Blue">
      <a:srgbClr val="00B8F5"/>
    </a:custClr>
    <a:custClr name="Cobalt Blue">
      <a:srgbClr val="1E49E2"/>
    </a:custClr>
    <a:custClr name="Blue">
      <a:srgbClr val="76D2FF"/>
    </a:custClr>
    <a:custClr name="Purple">
      <a:srgbClr val="7213EA"/>
    </a:custClr>
    <a:custClr name="Light Purple">
      <a:srgbClr val="B497FF"/>
    </a:custClr>
    <a:custClr name="Dark Green">
      <a:srgbClr val="098E7E"/>
    </a:custClr>
    <a:custClr name="Green">
      <a:srgbClr val="00C0AE"/>
    </a:custClr>
    <a:custClr name="Dark Pink">
      <a:srgbClr val="AB0D82"/>
    </a:custClr>
    <a:custClr name="Pink">
      <a:srgbClr val="FD349C"/>
    </a:custClr>
    <a:custClr name="Light Pink">
      <a:srgbClr val="FFA3DA"/>
    </a:custClr>
    <a:custClr name="Grey 2">
      <a:srgbClr val="666666"/>
    </a:custClr>
    <a:custClr name="Dark Purple">
      <a:srgbClr val="510DBC"/>
    </a:custClr>
    <a:custClr name="Light Green">
      <a:srgbClr val="63EBDA"/>
    </a:custClr>
    <a:custClr name="Gray 1">
      <a:srgbClr val="333333"/>
    </a:custClr>
    <a:custClr name="Gray 2">
      <a:srgbClr val="666666"/>
    </a:custClr>
    <a:custClr name="Gray 3">
      <a:srgbClr val="989898"/>
    </a:custClr>
    <a:custClr name="Gray 4">
      <a:srgbClr val="B2B2B2"/>
    </a:custClr>
    <a:custClr name="Gray 5">
      <a:srgbClr val="E5E5E5"/>
    </a:custClr>
    <a:custClr name="Traffic Light Red">
      <a:srgbClr val="ED2124"/>
    </a:custClr>
    <a:custClr name="Traffic Light Yellow">
      <a:srgbClr val="F1C44D"/>
    </a:custClr>
    <a:custClr name="Traffic Light Green">
      <a:srgbClr val="269924"/>
    </a:custClr>
  </a:custClrLst>
  <a:extLst>
    <a:ext uri="{05A4C25C-085E-4340-85A3-A5531E510DB2}">
      <thm15:themeFamily xmlns:thm15="http://schemas.microsoft.com/office/thememl/2012/main" name="03 Report.potx" id="{98A51BBF-66C4-4E21-8BCF-00DE15739ED0}" vid="{127B4A25-B627-468E-8E28-63635AB847BE}"/>
    </a:ext>
  </a:extLst>
</a:theme>
</file>

<file path=ppt/theme/theme2.xml><?xml version="1.0" encoding="utf-8"?>
<a:theme xmlns:a="http://schemas.openxmlformats.org/drawingml/2006/main" name="Office">
  <a:themeElements>
    <a:clrScheme name="KPMG-2022">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KPMG_Arial+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KPMG-2022">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KPMG_Arial+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deff24bb-2089-4400-8c8e-f71e680378b2}" enabled="0" method="" siteId="{deff24bb-2089-4400-8c8e-f71e680378b2}" removed="1"/>
</clbl:labelList>
</file>

<file path=docProps/app.xml><?xml version="1.0" encoding="utf-8"?>
<Properties xmlns="http://schemas.openxmlformats.org/officeDocument/2006/extended-properties" xmlns:vt="http://schemas.openxmlformats.org/officeDocument/2006/docPropsVTypes">
  <Template>KPMG Report Standard Template</Template>
  <TotalTime>0</TotalTime>
  <Words>1308</Words>
  <Application>Microsoft Office PowerPoint</Application>
  <PresentationFormat>A4-Papier (210 x 297 mm)</PresentationFormat>
  <Paragraphs>116</Paragraphs>
  <Slides>5</Slides>
  <Notes>1</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5</vt:i4>
      </vt:variant>
    </vt:vector>
  </HeadingPairs>
  <TitlesOfParts>
    <vt:vector size="9" baseType="lpstr">
      <vt:lpstr>Segoe UI</vt:lpstr>
      <vt:lpstr>KPMG Bold</vt:lpstr>
      <vt:lpstr>Arial</vt:lpstr>
      <vt:lpstr>KPMG Report (A4) Juli 2022</vt:lpstr>
      <vt:lpstr>  Interview case study  Deal Advisory – M&amp;A  Berlin</vt:lpstr>
      <vt:lpstr>Instructions</vt:lpstr>
      <vt:lpstr>PowerPoint-Präsentation</vt:lpstr>
      <vt:lpstr>Oracle &lt;&gt; Cerner Transaction</vt:lpstr>
      <vt:lpstr>Kontakt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Interview case study  Deal Advisory – M&amp;A  Berlin</dc:title>
  <dc:creator>Zabel, David Marian</dc:creator>
  <cp:lastModifiedBy>Capital Bra</cp:lastModifiedBy>
  <cp:revision>15</cp:revision>
  <dcterms:created xsi:type="dcterms:W3CDTF">2023-04-14T11:29:38Z</dcterms:created>
  <dcterms:modified xsi:type="dcterms:W3CDTF">2024-08-26T16:12:01Z</dcterms:modified>
  <cp:category>KPMG Confidential</cp:category>
</cp:coreProperties>
</file>
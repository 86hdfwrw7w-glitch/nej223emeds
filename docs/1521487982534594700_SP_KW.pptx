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147473185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4420"/>
    <a:srgbClr val="27B4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D46EA3-C86C-4096-B0D2-7545684D21AB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73BBE0-550B-4ED8-B132-3780FD9516D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1949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50205-E9A3-8D76-B600-48D065986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C821953-0379-FBB1-3DE4-005DB066B1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3E8ABAA-8124-4CF8-79CA-2442A45C2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16241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6C183E-8B10-9108-00B9-1A631534DF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D98BADD-8E92-EBDA-45AE-DB02D502C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9BB2E7-BCF8-3D5F-8615-D0F9A40EE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B83EF-3164-4C3B-B02E-6C55689B98B7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74D8E40-FBCA-BB48-809D-A82A70210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D322957-810F-5C91-C7A8-F53F20D3B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09567-86D8-4B5D-AFD3-94C4E1A17A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0667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585037-3B10-7EC3-89CF-60D912E49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7A3FC5-B373-6220-98C8-728222CE2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60B38F-9DC9-103A-879E-1E2C1B7AD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B83EF-3164-4C3B-B02E-6C55689B98B7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B187B9-8B2F-6C16-D6BF-497B2E5C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BE4136-046E-7982-D5D7-B3AD89789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09567-86D8-4B5D-AFD3-94C4E1A17A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9571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375587-D3BC-A79D-7950-362D8FE2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C397C1D-7521-71C9-F5ED-918BAAAF2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94E08BE-AE33-D696-E995-5D154A2E2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B83EF-3164-4C3B-B02E-6C55689B98B7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6690D04-CE91-AB85-ED94-D974D759B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6FCF776-ED44-3675-2B4F-361076150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09567-86D8-4B5D-AFD3-94C4E1A17A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5702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3B970E-3146-4298-E297-7288784B1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A65068-134C-F1D9-612E-A1C50ECADA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6C578AC-9404-EC38-851F-2B7694A4B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AA01A45-F8C9-1B36-5CB8-DA27BF66F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B83EF-3164-4C3B-B02E-6C55689B98B7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B51A12-17A3-ABEC-836E-06F211CEC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0F976C8-FBBC-8D13-06DB-72ED69F7D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09567-86D8-4B5D-AFD3-94C4E1A17A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88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5D6F95-AA55-29FF-60B7-FD55CD1B3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5CA276-A3D2-A17D-1727-9BA9171C3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9AB71D3-A5A6-3423-0D1C-4C7C234F2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0A9B3CD-F189-932A-2E10-4814701189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27E45AD-EF22-5D0D-DE69-6B2359F5A7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4FE95B2-5DBC-1D42-70F4-9C4BE0725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B83EF-3164-4C3B-B02E-6C55689B98B7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1CD55E-6983-D427-239F-1CF2BDE92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B617B10-EDF0-66E3-DAD9-0E7433247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09567-86D8-4B5D-AFD3-94C4E1A17A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7079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241C7E-1C83-DC5F-7CDF-4B40026C1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1254B99-9B15-FD7B-8409-DA9046984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B83EF-3164-4C3B-B02E-6C55689B98B7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3D890F4-E6BA-6553-02FE-2E2164911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A9BCFF7-713F-5275-5532-C60AB2A15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09567-86D8-4B5D-AFD3-94C4E1A17A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1517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CFCA240-3389-F996-5CFA-912F9530F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B83EF-3164-4C3B-B02E-6C55689B98B7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198942A-1D2D-B514-2160-092BB5DFD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CB57B3A-F13A-F945-84F0-423FBE14C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09567-86D8-4B5D-AFD3-94C4E1A17A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2305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85C4C1-8A5F-499A-887F-A9922C043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163804A-8F3C-58B0-198A-D626DEE9C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A7B149B-2AE6-152E-E261-A2FCF308D1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7541B53-E46B-25AC-488E-428DC74CA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B83EF-3164-4C3B-B02E-6C55689B98B7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93421C7-6BD6-6470-D12D-D2B03BBB3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FE08D0D-2AA0-137E-1576-93E4E6B4A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09567-86D8-4B5D-AFD3-94C4E1A17A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7536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3D0D21-2D5C-6B8C-A446-BE39CE007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530912A-338D-2C23-2096-CA11842B1C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1D23309-8818-A03A-FEEC-933C0D5377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1A15C52-DBED-959A-725E-559C9DEFB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B83EF-3164-4C3B-B02E-6C55689B98B7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2325DA5-3D79-87A2-2A4E-FA04E334E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87414E6-B796-F40F-8855-96ABCCFBD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09567-86D8-4B5D-AFD3-94C4E1A17A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4773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D1F8BF-4466-D32A-280F-F826206E5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D24ADE0-527E-873E-0748-00DBD1F349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5A0195-0790-FF42-A6C4-406BC58C3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B83EF-3164-4C3B-B02E-6C55689B98B7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D20137E-9BCF-D7E9-1795-368285663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AE3A8D3-BF06-4B1C-2F56-CC249791C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09567-86D8-4B5D-AFD3-94C4E1A17A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9120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5FFC164-37E7-D9F7-B47E-A60BD4A850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6ABA3E7-24E3-36E8-4858-04ED63DD9D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5AD431-FF46-3180-CB37-EBE3378FA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B83EF-3164-4C3B-B02E-6C55689B98B7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5E1798-DE35-C4CB-E8BF-0CD243D00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A9C031-3AAF-1BC8-5F1A-28279AEB5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09567-86D8-4B5D-AFD3-94C4E1A17A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48120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CDCB5D9-856C-C064-9F10-4E3E7711B316}"/>
              </a:ext>
            </a:extLst>
          </p:cNvPr>
          <p:cNvGraphicFramePr>
            <a:graphicFrameLocks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280138"/>
              </p:ext>
            </p:extLst>
          </p:nvPr>
        </p:nvGraphicFramePr>
        <p:xfrm>
          <a:off x="2118" y="2118"/>
          <a:ext cx="1636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7772400" imgH="10058400" progId="TCLayout.ActiveDocument.1">
                  <p:embed/>
                </p:oleObj>
              </mc:Choice>
              <mc:Fallback>
                <p:oleObj name="think-cell Folie" r:id="rId3" imgW="7772400" imgH="1005840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CDCB5D9-856C-C064-9F10-4E3E7711B316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1636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436EFE27-049C-4309-8C99-6C96CE7AB9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781" y="432000"/>
            <a:ext cx="11329200" cy="432000"/>
          </a:xfrm>
          <a:prstGeom prst="rect">
            <a:avLst/>
          </a:prstGeom>
        </p:spPr>
        <p:txBody>
          <a:bodyPr vert="horz" rIns="0" anchor="ctr"/>
          <a:lstStyle>
            <a:lvl1pPr>
              <a:defRPr sz="2667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noProof="0" dirty="0"/>
              <a:t>Titel </a:t>
            </a:r>
            <a:r>
              <a:rPr lang="en-US" noProof="0" dirty="0" err="1"/>
              <a:t>hinzufügen</a:t>
            </a:r>
            <a:endParaRPr lang="en-US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4C0D502-F74C-B4F4-FE85-D64615EBF0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7628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pos="5579">
          <p15:clr>
            <a:srgbClr val="FBAE40"/>
          </p15:clr>
        </p15:guide>
        <p15:guide id="3" orient="horz" pos="1847">
          <p15:clr>
            <a:srgbClr val="FBAE40"/>
          </p15:clr>
        </p15:guide>
        <p15:guide id="4" pos="2971">
          <p15:clr>
            <a:srgbClr val="FBAE40"/>
          </p15:clr>
        </p15:guide>
        <p15:guide id="5" pos="278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9FC6F9C-28A0-8012-7656-249DCCD4B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0E2311F-322B-0E9E-8312-2659D1E53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D2FC2F1-52BA-3B1F-6F7D-C098891438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AB83EF-3164-4C3B-B02E-6C55689B98B7}" type="datetimeFigureOut">
              <a:rPr lang="de-DE" smtClean="0"/>
              <a:t>30.06.2026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4246EB6-05BB-2EB7-09C2-1BDD9B40F3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77070D7-A7B6-DDBE-A263-E7CF2ED1F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609567-86D8-4B5D-AFD3-94C4E1A17A6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3102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3.jp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jp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C745E-B24B-B699-FBE3-10E7DC16F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A4084F10-11B5-F7F1-02D9-9CC38A3291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4414" y="2447105"/>
            <a:ext cx="1465898" cy="57854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069F485-4B9E-03D4-63EB-F487244598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317" y="2275750"/>
            <a:ext cx="1465898" cy="578546"/>
          </a:xfrm>
          <a:prstGeom prst="rect">
            <a:avLst/>
          </a:prstGeom>
        </p:spPr>
      </p:pic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312146C-3522-3C2E-E2BD-A2FD87307FD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2118" y="2118"/>
          <a:ext cx="1636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5" imgW="7772400" imgH="10058400" progId="TCLayout.ActiveDocument.1">
                  <p:embed/>
                </p:oleObj>
              </mc:Choice>
              <mc:Fallback>
                <p:oleObj name="think-cell Folie" r:id="rId5" imgW="7772400" imgH="10058400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312146C-3522-3C2E-E2BD-A2FD87307FDA}"/>
                          </a:ext>
                        </a:extLst>
                      </p:cNvPr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1636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" name="Co0">
            <a:extLst>
              <a:ext uri="{FF2B5EF4-FFF2-40B4-BE49-F238E27FC236}">
                <a16:creationId xmlns:a16="http://schemas.microsoft.com/office/drawing/2014/main" id="{C9026D4B-6966-56E3-E23A-B11784EE4B44}"/>
              </a:ext>
            </a:extLst>
          </p:cNvPr>
          <p:cNvSpPr txBox="1">
            <a:spLocks noGrp="1"/>
          </p:cNvSpPr>
          <p:nvPr/>
        </p:nvSpPr>
        <p:spPr>
          <a:xfrm>
            <a:off x="609600" y="2765438"/>
            <a:ext cx="2201333" cy="27093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de-DE" sz="1333" b="1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Universität Innsbruck</a:t>
            </a:r>
          </a:p>
        </p:txBody>
      </p:sp>
      <p:sp>
        <p:nvSpPr>
          <p:cNvPr id="102" name="Role0">
            <a:extLst>
              <a:ext uri="{FF2B5EF4-FFF2-40B4-BE49-F238E27FC236}">
                <a16:creationId xmlns:a16="http://schemas.microsoft.com/office/drawing/2014/main" id="{A6DCA28D-8513-A005-953D-010F0CD25F86}"/>
              </a:ext>
            </a:extLst>
          </p:cNvPr>
          <p:cNvSpPr txBox="1">
            <a:spLocks noGrp="1"/>
          </p:cNvSpPr>
          <p:nvPr/>
        </p:nvSpPr>
        <p:spPr>
          <a:xfrm>
            <a:off x="499533" y="2945197"/>
            <a:ext cx="2421467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de-DE" sz="1333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Beginn Studium</a:t>
            </a:r>
          </a:p>
          <a:p>
            <a:pPr algn="ctr"/>
            <a:r>
              <a:rPr lang="de-DE" sz="1333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Internationale Wirtschaftswissenschaften</a:t>
            </a:r>
            <a:endParaRPr lang="de-DE" sz="1333" baseline="30000" dirty="0">
              <a:solidFill>
                <a:srgbClr val="0A0A0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1C58BF0D-AD42-9D8B-83F0-8EC421E1F967}"/>
              </a:ext>
            </a:extLst>
          </p:cNvPr>
          <p:cNvCxnSpPr>
            <a:cxnSpLocks/>
            <a:stCxn id="45" idx="1"/>
            <a:endCxn id="36" idx="3"/>
          </p:cNvCxnSpPr>
          <p:nvPr/>
        </p:nvCxnSpPr>
        <p:spPr>
          <a:xfrm flipV="1">
            <a:off x="1219491" y="3858195"/>
            <a:ext cx="9732844" cy="11317"/>
          </a:xfrm>
          <a:prstGeom prst="straightConnector1">
            <a:avLst/>
          </a:prstGeom>
          <a:ln w="47625">
            <a:solidFill>
              <a:srgbClr val="27B4EA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bgerundetes Rechteck 44">
            <a:extLst>
              <a:ext uri="{FF2B5EF4-FFF2-40B4-BE49-F238E27FC236}">
                <a16:creationId xmlns:a16="http://schemas.microsoft.com/office/drawing/2014/main" id="{5DE91EF0-CE1C-820E-D94D-4F074714037A}"/>
              </a:ext>
            </a:extLst>
          </p:cNvPr>
          <p:cNvSpPr/>
          <p:nvPr/>
        </p:nvSpPr>
        <p:spPr>
          <a:xfrm>
            <a:off x="1219491" y="3660952"/>
            <a:ext cx="981552" cy="417120"/>
          </a:xfrm>
          <a:prstGeom prst="roundRect">
            <a:avLst/>
          </a:prstGeom>
          <a:solidFill>
            <a:srgbClr val="27B4EA"/>
          </a:solidFill>
          <a:ln w="0">
            <a:solidFill>
              <a:srgbClr val="27B4EA"/>
            </a:solidFill>
          </a:ln>
        </p:spPr>
        <p:txBody>
          <a:bodyPr rtlCol="0" anchor="ctr">
            <a:normAutofit/>
          </a:bodyPr>
          <a:lstStyle/>
          <a:p>
            <a:pPr algn="ctr"/>
            <a:r>
              <a:rPr lang="de-DE" sz="1333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2021</a:t>
            </a:r>
          </a:p>
        </p:txBody>
      </p:sp>
      <p:sp>
        <p:nvSpPr>
          <p:cNvPr id="48" name="Abgerundetes Rechteck 47">
            <a:extLst>
              <a:ext uri="{FF2B5EF4-FFF2-40B4-BE49-F238E27FC236}">
                <a16:creationId xmlns:a16="http://schemas.microsoft.com/office/drawing/2014/main" id="{715B14CC-F6AA-28FC-C42E-FF30F6803995}"/>
              </a:ext>
            </a:extLst>
          </p:cNvPr>
          <p:cNvSpPr/>
          <p:nvPr/>
        </p:nvSpPr>
        <p:spPr>
          <a:xfrm>
            <a:off x="2678040" y="3663784"/>
            <a:ext cx="981552" cy="417120"/>
          </a:xfrm>
          <a:prstGeom prst="roundRect">
            <a:avLst/>
          </a:prstGeom>
          <a:solidFill>
            <a:srgbClr val="27B4EA"/>
          </a:solidFill>
          <a:ln w="0">
            <a:solidFill>
              <a:srgbClr val="27B4EA"/>
            </a:solidFill>
          </a:ln>
        </p:spPr>
        <p:txBody>
          <a:bodyPr rtlCol="0" anchor="ctr">
            <a:normAutofit/>
          </a:bodyPr>
          <a:lstStyle/>
          <a:p>
            <a:pPr algn="ctr"/>
            <a:r>
              <a:rPr lang="de-DE" sz="1333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2022</a:t>
            </a:r>
          </a:p>
        </p:txBody>
      </p:sp>
      <p:sp>
        <p:nvSpPr>
          <p:cNvPr id="49" name="Abgerundetes Rechteck 48">
            <a:extLst>
              <a:ext uri="{FF2B5EF4-FFF2-40B4-BE49-F238E27FC236}">
                <a16:creationId xmlns:a16="http://schemas.microsoft.com/office/drawing/2014/main" id="{C2746004-3B84-B0A9-92C9-BF54EAEA8ABF}"/>
              </a:ext>
            </a:extLst>
          </p:cNvPr>
          <p:cNvSpPr/>
          <p:nvPr/>
        </p:nvSpPr>
        <p:spPr>
          <a:xfrm>
            <a:off x="4136589" y="3632106"/>
            <a:ext cx="981552" cy="417120"/>
          </a:xfrm>
          <a:prstGeom prst="roundRect">
            <a:avLst/>
          </a:prstGeom>
          <a:solidFill>
            <a:srgbClr val="27B4EA"/>
          </a:solidFill>
          <a:ln w="0">
            <a:solidFill>
              <a:srgbClr val="27B4EA"/>
            </a:solidFill>
          </a:ln>
        </p:spPr>
        <p:txBody>
          <a:bodyPr rtlCol="0" anchor="ctr">
            <a:normAutofit/>
          </a:bodyPr>
          <a:lstStyle/>
          <a:p>
            <a:pPr algn="ctr"/>
            <a:r>
              <a:rPr lang="de-DE" sz="1333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2023</a:t>
            </a:r>
          </a:p>
        </p:txBody>
      </p:sp>
      <p:sp>
        <p:nvSpPr>
          <p:cNvPr id="50" name="Abgerundetes Rechteck 49">
            <a:extLst>
              <a:ext uri="{FF2B5EF4-FFF2-40B4-BE49-F238E27FC236}">
                <a16:creationId xmlns:a16="http://schemas.microsoft.com/office/drawing/2014/main" id="{BED51765-565D-E611-F2C4-F9B5E5339601}"/>
              </a:ext>
            </a:extLst>
          </p:cNvPr>
          <p:cNvSpPr/>
          <p:nvPr/>
        </p:nvSpPr>
        <p:spPr>
          <a:xfrm>
            <a:off x="5595138" y="3638284"/>
            <a:ext cx="981552" cy="417120"/>
          </a:xfrm>
          <a:prstGeom prst="roundRect">
            <a:avLst/>
          </a:prstGeom>
          <a:solidFill>
            <a:srgbClr val="27B4EA"/>
          </a:solidFill>
          <a:ln w="0">
            <a:solidFill>
              <a:srgbClr val="27B4EA"/>
            </a:solidFill>
          </a:ln>
        </p:spPr>
        <p:txBody>
          <a:bodyPr rtlCol="0" anchor="ctr">
            <a:normAutofit/>
          </a:bodyPr>
          <a:lstStyle/>
          <a:p>
            <a:pPr algn="ctr"/>
            <a:r>
              <a:rPr lang="de-DE" sz="1333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2023</a:t>
            </a:r>
          </a:p>
        </p:txBody>
      </p:sp>
      <p:sp>
        <p:nvSpPr>
          <p:cNvPr id="55" name="Co2">
            <a:extLst>
              <a:ext uri="{FF2B5EF4-FFF2-40B4-BE49-F238E27FC236}">
                <a16:creationId xmlns:a16="http://schemas.microsoft.com/office/drawing/2014/main" id="{DBE3E449-1256-40FD-938B-7DC34A514E8C}"/>
              </a:ext>
            </a:extLst>
          </p:cNvPr>
          <p:cNvSpPr txBox="1">
            <a:spLocks noGrp="1"/>
          </p:cNvSpPr>
          <p:nvPr/>
        </p:nvSpPr>
        <p:spPr>
          <a:xfrm>
            <a:off x="2039683" y="4744557"/>
            <a:ext cx="2201333" cy="2852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de-DE" sz="1333" b="1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Formula Student</a:t>
            </a:r>
          </a:p>
        </p:txBody>
      </p:sp>
      <p:sp>
        <p:nvSpPr>
          <p:cNvPr id="56" name="Role2">
            <a:extLst>
              <a:ext uri="{FF2B5EF4-FFF2-40B4-BE49-F238E27FC236}">
                <a16:creationId xmlns:a16="http://schemas.microsoft.com/office/drawing/2014/main" id="{CF713108-932F-80B0-3457-A806D691D26C}"/>
              </a:ext>
            </a:extLst>
          </p:cNvPr>
          <p:cNvSpPr txBox="1">
            <a:spLocks noGrp="1"/>
          </p:cNvSpPr>
          <p:nvPr/>
        </p:nvSpPr>
        <p:spPr>
          <a:xfrm>
            <a:off x="2039683" y="5003603"/>
            <a:ext cx="2201333" cy="460800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pPr algn="ctr"/>
            <a:r>
              <a:rPr lang="de-DE" sz="1333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Mitglied des Finance Departments</a:t>
            </a:r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C28E81D8-801F-F976-35BA-72D6E0198BEA}"/>
              </a:ext>
            </a:extLst>
          </p:cNvPr>
          <p:cNvCxnSpPr>
            <a:cxnSpLocks/>
          </p:cNvCxnSpPr>
          <p:nvPr/>
        </p:nvCxnSpPr>
        <p:spPr>
          <a:xfrm>
            <a:off x="10585313" y="3842364"/>
            <a:ext cx="861623" cy="0"/>
          </a:xfrm>
          <a:prstGeom prst="straightConnector1">
            <a:avLst/>
          </a:prstGeom>
          <a:ln w="47625">
            <a:solidFill>
              <a:srgbClr val="27B4E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2">
            <a:extLst>
              <a:ext uri="{FF2B5EF4-FFF2-40B4-BE49-F238E27FC236}">
                <a16:creationId xmlns:a16="http://schemas.microsoft.com/office/drawing/2014/main" id="{21CDBED8-C2C1-D347-7407-0DE59FF2E640}"/>
              </a:ext>
            </a:extLst>
          </p:cNvPr>
          <p:cNvSpPr txBox="1">
            <a:spLocks noGrp="1"/>
          </p:cNvSpPr>
          <p:nvPr/>
        </p:nvSpPr>
        <p:spPr>
          <a:xfrm>
            <a:off x="3526697" y="2936700"/>
            <a:ext cx="2201333" cy="2852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de-DE" sz="1333" b="1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Universität Innsbruck</a:t>
            </a:r>
          </a:p>
        </p:txBody>
      </p:sp>
      <p:sp>
        <p:nvSpPr>
          <p:cNvPr id="21" name="Co2">
            <a:extLst>
              <a:ext uri="{FF2B5EF4-FFF2-40B4-BE49-F238E27FC236}">
                <a16:creationId xmlns:a16="http://schemas.microsoft.com/office/drawing/2014/main" id="{F381C871-18AF-394A-B3B0-6079F37DF9A7}"/>
              </a:ext>
            </a:extLst>
          </p:cNvPr>
          <p:cNvSpPr txBox="1">
            <a:spLocks noGrp="1"/>
          </p:cNvSpPr>
          <p:nvPr/>
        </p:nvSpPr>
        <p:spPr>
          <a:xfrm>
            <a:off x="5026607" y="4697041"/>
            <a:ext cx="2201333" cy="2852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de-DE" sz="1333" b="1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Studienvertretung IWW</a:t>
            </a: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443A52D4-626F-56F8-54F2-DFA11C529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0" bIns="45720" rtlCol="0" anchor="ctr">
            <a:normAutofit fontScale="90000"/>
          </a:bodyPr>
          <a:lstStyle/>
          <a:p>
            <a:r>
              <a:rPr lang="de-DE" dirty="0">
                <a:solidFill>
                  <a:srgbClr val="E64420"/>
                </a:solidFill>
              </a:rPr>
              <a:t>Mein Weg bis heute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82A204CA-FDD0-FC8B-48B7-890EE1330B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6422" y="4161824"/>
            <a:ext cx="682343" cy="576076"/>
          </a:xfrm>
          <a:prstGeom prst="rect">
            <a:avLst/>
          </a:prstGeom>
        </p:spPr>
      </p:pic>
      <p:sp>
        <p:nvSpPr>
          <p:cNvPr id="16" name="Abgerundetes Rechteck 49">
            <a:extLst>
              <a:ext uri="{FF2B5EF4-FFF2-40B4-BE49-F238E27FC236}">
                <a16:creationId xmlns:a16="http://schemas.microsoft.com/office/drawing/2014/main" id="{ED6D9962-67C7-E8C1-7FF7-6EB830E0A90A}"/>
              </a:ext>
            </a:extLst>
          </p:cNvPr>
          <p:cNvSpPr/>
          <p:nvPr/>
        </p:nvSpPr>
        <p:spPr>
          <a:xfrm>
            <a:off x="7053687" y="3649747"/>
            <a:ext cx="981552" cy="417120"/>
          </a:xfrm>
          <a:prstGeom prst="roundRect">
            <a:avLst/>
          </a:prstGeom>
          <a:solidFill>
            <a:srgbClr val="27B4EA"/>
          </a:solidFill>
          <a:ln w="0">
            <a:solidFill>
              <a:srgbClr val="27B4EA"/>
            </a:solidFill>
          </a:ln>
        </p:spPr>
        <p:txBody>
          <a:bodyPr rtlCol="0" anchor="ctr">
            <a:normAutofit/>
          </a:bodyPr>
          <a:lstStyle/>
          <a:p>
            <a:pPr algn="ctr"/>
            <a:r>
              <a:rPr lang="de-DE" sz="1333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2024</a:t>
            </a:r>
          </a:p>
        </p:txBody>
      </p:sp>
      <p:sp>
        <p:nvSpPr>
          <p:cNvPr id="17" name="Co2">
            <a:extLst>
              <a:ext uri="{FF2B5EF4-FFF2-40B4-BE49-F238E27FC236}">
                <a16:creationId xmlns:a16="http://schemas.microsoft.com/office/drawing/2014/main" id="{5F38EECC-6372-284E-C49C-F08742A74424}"/>
              </a:ext>
            </a:extLst>
          </p:cNvPr>
          <p:cNvSpPr txBox="1">
            <a:spLocks noGrp="1"/>
          </p:cNvSpPr>
          <p:nvPr/>
        </p:nvSpPr>
        <p:spPr>
          <a:xfrm>
            <a:off x="6448574" y="3143603"/>
            <a:ext cx="2201333" cy="2852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de-DE" sz="1333" b="1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Auslandsjahr</a:t>
            </a:r>
          </a:p>
        </p:txBody>
      </p:sp>
      <p:sp>
        <p:nvSpPr>
          <p:cNvPr id="24" name="Role2">
            <a:extLst>
              <a:ext uri="{FF2B5EF4-FFF2-40B4-BE49-F238E27FC236}">
                <a16:creationId xmlns:a16="http://schemas.microsoft.com/office/drawing/2014/main" id="{D5D8350E-56DC-9801-E2A3-F6EA5394651B}"/>
              </a:ext>
            </a:extLst>
          </p:cNvPr>
          <p:cNvSpPr txBox="1">
            <a:spLocks noGrp="1"/>
          </p:cNvSpPr>
          <p:nvPr/>
        </p:nvSpPr>
        <p:spPr>
          <a:xfrm>
            <a:off x="6448574" y="3336379"/>
            <a:ext cx="2201333" cy="4608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/>
            <a:r>
              <a:rPr lang="de-DE" sz="1333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Trinity College Dublin</a:t>
            </a:r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92BA9510-FA1F-22BA-F335-195A070167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91" b="20529"/>
          <a:stretch>
            <a:fillRect/>
          </a:stretch>
        </p:blipFill>
        <p:spPr>
          <a:xfrm>
            <a:off x="5547999" y="4118979"/>
            <a:ext cx="1096001" cy="585046"/>
          </a:xfrm>
          <a:prstGeom prst="rect">
            <a:avLst/>
          </a:prstGeom>
        </p:spPr>
      </p:pic>
      <p:sp>
        <p:nvSpPr>
          <p:cNvPr id="28" name="Abgerundetes Rechteck 49">
            <a:extLst>
              <a:ext uri="{FF2B5EF4-FFF2-40B4-BE49-F238E27FC236}">
                <a16:creationId xmlns:a16="http://schemas.microsoft.com/office/drawing/2014/main" id="{515301B0-BB3A-6597-858B-6D044158BECB}"/>
              </a:ext>
            </a:extLst>
          </p:cNvPr>
          <p:cNvSpPr/>
          <p:nvPr/>
        </p:nvSpPr>
        <p:spPr>
          <a:xfrm>
            <a:off x="8512236" y="3644824"/>
            <a:ext cx="981552" cy="417120"/>
          </a:xfrm>
          <a:prstGeom prst="roundRect">
            <a:avLst/>
          </a:prstGeom>
          <a:solidFill>
            <a:srgbClr val="27B4EA"/>
          </a:solidFill>
          <a:ln w="0">
            <a:solidFill>
              <a:srgbClr val="27B4EA"/>
            </a:solidFill>
          </a:ln>
        </p:spPr>
        <p:txBody>
          <a:bodyPr rtlCol="0" anchor="ctr">
            <a:normAutofit/>
          </a:bodyPr>
          <a:lstStyle/>
          <a:p>
            <a:pPr algn="ctr"/>
            <a:r>
              <a:rPr lang="de-DE" sz="1333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2025</a:t>
            </a:r>
          </a:p>
        </p:txBody>
      </p:sp>
      <p:sp>
        <p:nvSpPr>
          <p:cNvPr id="29" name="Co2">
            <a:extLst>
              <a:ext uri="{FF2B5EF4-FFF2-40B4-BE49-F238E27FC236}">
                <a16:creationId xmlns:a16="http://schemas.microsoft.com/office/drawing/2014/main" id="{744C37A1-7433-27C2-87B0-BB7B540FC57D}"/>
              </a:ext>
            </a:extLst>
          </p:cNvPr>
          <p:cNvSpPr txBox="1">
            <a:spLocks noGrp="1"/>
          </p:cNvSpPr>
          <p:nvPr/>
        </p:nvSpPr>
        <p:spPr>
          <a:xfrm>
            <a:off x="7592907" y="4630658"/>
            <a:ext cx="2730669" cy="2852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de-DE" sz="1333" b="1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ANXO Management Consulting</a:t>
            </a:r>
          </a:p>
        </p:txBody>
      </p:sp>
      <p:sp>
        <p:nvSpPr>
          <p:cNvPr id="30" name="Role2">
            <a:extLst>
              <a:ext uri="{FF2B5EF4-FFF2-40B4-BE49-F238E27FC236}">
                <a16:creationId xmlns:a16="http://schemas.microsoft.com/office/drawing/2014/main" id="{84C06977-9E73-9D67-9BB6-B037DD315663}"/>
              </a:ext>
            </a:extLst>
          </p:cNvPr>
          <p:cNvSpPr txBox="1">
            <a:spLocks noGrp="1"/>
          </p:cNvSpPr>
          <p:nvPr/>
        </p:nvSpPr>
        <p:spPr>
          <a:xfrm>
            <a:off x="7926286" y="4851972"/>
            <a:ext cx="2201333" cy="460800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lstStyle/>
          <a:p>
            <a:pPr algn="ctr"/>
            <a:r>
              <a:rPr lang="de-DE" sz="1333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Praktikum Management Consulting</a:t>
            </a:r>
          </a:p>
        </p:txBody>
      </p:sp>
      <p:pic>
        <p:nvPicPr>
          <p:cNvPr id="33" name="Grafik 32">
            <a:extLst>
              <a:ext uri="{FF2B5EF4-FFF2-40B4-BE49-F238E27FC236}">
                <a16:creationId xmlns:a16="http://schemas.microsoft.com/office/drawing/2014/main" id="{33C6AD53-D88F-542F-1592-058AD0BF00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6896" y="2482786"/>
            <a:ext cx="916235" cy="634578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FEAFFD73-EFB1-DE98-7239-0499701C9F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486" b="33622"/>
          <a:stretch>
            <a:fillRect/>
          </a:stretch>
        </p:blipFill>
        <p:spPr>
          <a:xfrm>
            <a:off x="8217276" y="4079033"/>
            <a:ext cx="1592674" cy="537380"/>
          </a:xfrm>
          <a:prstGeom prst="rect">
            <a:avLst/>
          </a:prstGeom>
        </p:spPr>
      </p:pic>
      <p:sp>
        <p:nvSpPr>
          <p:cNvPr id="36" name="Abgerundetes Rechteck 49">
            <a:extLst>
              <a:ext uri="{FF2B5EF4-FFF2-40B4-BE49-F238E27FC236}">
                <a16:creationId xmlns:a16="http://schemas.microsoft.com/office/drawing/2014/main" id="{68AE08FF-B27C-79F9-434E-CD4FC818AB90}"/>
              </a:ext>
            </a:extLst>
          </p:cNvPr>
          <p:cNvSpPr/>
          <p:nvPr/>
        </p:nvSpPr>
        <p:spPr>
          <a:xfrm>
            <a:off x="9970783" y="3649635"/>
            <a:ext cx="981552" cy="417120"/>
          </a:xfrm>
          <a:prstGeom prst="roundRect">
            <a:avLst/>
          </a:prstGeom>
          <a:solidFill>
            <a:srgbClr val="27B4EA"/>
          </a:solidFill>
          <a:ln w="0">
            <a:solidFill>
              <a:srgbClr val="27B4EA"/>
            </a:solidFill>
          </a:ln>
        </p:spPr>
        <p:txBody>
          <a:bodyPr rtlCol="0" anchor="ctr">
            <a:normAutofit/>
          </a:bodyPr>
          <a:lstStyle/>
          <a:p>
            <a:pPr algn="ctr"/>
            <a:r>
              <a:rPr lang="de-DE" sz="1333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2026+</a:t>
            </a:r>
          </a:p>
        </p:txBody>
      </p:sp>
      <p:sp>
        <p:nvSpPr>
          <p:cNvPr id="37" name="Co2">
            <a:extLst>
              <a:ext uri="{FF2B5EF4-FFF2-40B4-BE49-F238E27FC236}">
                <a16:creationId xmlns:a16="http://schemas.microsoft.com/office/drawing/2014/main" id="{D9670D81-3EAE-3C39-FAC9-D06C83AD0141}"/>
              </a:ext>
            </a:extLst>
          </p:cNvPr>
          <p:cNvSpPr txBox="1">
            <a:spLocks noGrp="1"/>
          </p:cNvSpPr>
          <p:nvPr/>
        </p:nvSpPr>
        <p:spPr>
          <a:xfrm>
            <a:off x="9360892" y="3119305"/>
            <a:ext cx="2201333" cy="2852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de-DE" sz="1333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Gap Year </a:t>
            </a:r>
          </a:p>
          <a:p>
            <a:pPr algn="ctr"/>
            <a:r>
              <a:rPr lang="de-DE" sz="1333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Master ab 2027</a:t>
            </a:r>
          </a:p>
        </p:txBody>
      </p:sp>
      <p:sp>
        <p:nvSpPr>
          <p:cNvPr id="38" name="Role0">
            <a:extLst>
              <a:ext uri="{FF2B5EF4-FFF2-40B4-BE49-F238E27FC236}">
                <a16:creationId xmlns:a16="http://schemas.microsoft.com/office/drawing/2014/main" id="{1DDABBAF-2276-1C72-2B37-FA605337C5BB}"/>
              </a:ext>
            </a:extLst>
          </p:cNvPr>
          <p:cNvSpPr txBox="1">
            <a:spLocks noGrp="1"/>
          </p:cNvSpPr>
          <p:nvPr/>
        </p:nvSpPr>
        <p:spPr>
          <a:xfrm>
            <a:off x="3416631" y="3124963"/>
            <a:ext cx="2421467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de-DE" sz="1333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Beginn Studium</a:t>
            </a:r>
          </a:p>
          <a:p>
            <a:pPr algn="ctr"/>
            <a:r>
              <a:rPr lang="de-DE" sz="1333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Politikwissenschaft</a:t>
            </a:r>
            <a:endParaRPr lang="de-DE" sz="1333" baseline="30000" dirty="0">
              <a:solidFill>
                <a:srgbClr val="0A0A0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ole0">
            <a:extLst>
              <a:ext uri="{FF2B5EF4-FFF2-40B4-BE49-F238E27FC236}">
                <a16:creationId xmlns:a16="http://schemas.microsoft.com/office/drawing/2014/main" id="{9910332B-B42A-56B4-64CA-C50E591A821F}"/>
              </a:ext>
            </a:extLst>
          </p:cNvPr>
          <p:cNvSpPr txBox="1">
            <a:spLocks noGrp="1"/>
          </p:cNvSpPr>
          <p:nvPr/>
        </p:nvSpPr>
        <p:spPr>
          <a:xfrm>
            <a:off x="4925997" y="4886748"/>
            <a:ext cx="2421467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de-DE" sz="1333" dirty="0">
                <a:solidFill>
                  <a:srgbClr val="0A0A0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Vorsitzender</a:t>
            </a:r>
            <a:endParaRPr lang="de-DE" sz="1333" baseline="30000" dirty="0">
              <a:solidFill>
                <a:srgbClr val="0A0A0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16040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</Words>
  <Application>Microsoft Office PowerPoint</Application>
  <PresentationFormat>Breitbild</PresentationFormat>
  <Paragraphs>24</Paragraphs>
  <Slides>1</Slides>
  <Notes>1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think-cell Folie</vt:lpstr>
      <vt:lpstr>Mein Weg bis heute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Wuermeling, Kristian Georg</dc:creator>
  <cp:lastModifiedBy>Wuermeling, Kristian Georg</cp:lastModifiedBy>
  <cp:revision>4</cp:revision>
  <dcterms:created xsi:type="dcterms:W3CDTF">2026-06-30T06:31:35Z</dcterms:created>
  <dcterms:modified xsi:type="dcterms:W3CDTF">2026-06-30T07:49:43Z</dcterms:modified>
</cp:coreProperties>
</file>
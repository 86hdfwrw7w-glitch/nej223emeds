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11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4C4B78-463A-4640-81A0-630396197CB3}" type="doc">
      <dgm:prSet loTypeId="urn:microsoft.com/office/officeart/2005/8/layout/vList4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de-DE"/>
        </a:p>
      </dgm:t>
    </dgm:pt>
    <dgm:pt modelId="{0A3331AE-31A5-8441-8E91-BB11505CF23A}">
      <dgm:prSet phldrT="[Text]" phldr="0"/>
      <dgm:spPr/>
      <dgm:t>
        <a:bodyPr/>
        <a:lstStyle/>
        <a:p>
          <a:r>
            <a:rPr lang="de-DE" dirty="0"/>
            <a:t>Höhere Handelsschule</a:t>
          </a:r>
        </a:p>
      </dgm:t>
    </dgm:pt>
    <dgm:pt modelId="{43C08FC7-78D6-F04F-878E-641FE6D50161}" type="parTrans" cxnId="{C1DC1303-BAB2-F54F-972A-5559FEA0F3BC}">
      <dgm:prSet/>
      <dgm:spPr/>
      <dgm:t>
        <a:bodyPr/>
        <a:lstStyle/>
        <a:p>
          <a:endParaRPr lang="de-DE"/>
        </a:p>
      </dgm:t>
    </dgm:pt>
    <dgm:pt modelId="{7B6C634C-36C4-614A-94E7-840AE84DAF60}" type="sibTrans" cxnId="{C1DC1303-BAB2-F54F-972A-5559FEA0F3BC}">
      <dgm:prSet/>
      <dgm:spPr/>
      <dgm:t>
        <a:bodyPr/>
        <a:lstStyle/>
        <a:p>
          <a:endParaRPr lang="de-DE"/>
        </a:p>
      </dgm:t>
    </dgm:pt>
    <dgm:pt modelId="{8566D2F3-1E1D-8F4C-BE5A-6BDEAFC6567C}">
      <dgm:prSet phldrT="[Text]" phldr="0"/>
      <dgm:spPr/>
      <dgm:t>
        <a:bodyPr/>
        <a:lstStyle/>
        <a:p>
          <a:r>
            <a:rPr lang="de-DE" dirty="0"/>
            <a:t>Erste Berührungspunkte mit betriebswirtschaftlichen Prozessen und Zusammenhängen</a:t>
          </a:r>
        </a:p>
      </dgm:t>
    </dgm:pt>
    <dgm:pt modelId="{1034C957-3DBC-D446-BB9B-7925FE140A97}" type="parTrans" cxnId="{686F1912-66A0-3643-BCE6-353D72DFEA12}">
      <dgm:prSet/>
      <dgm:spPr/>
      <dgm:t>
        <a:bodyPr/>
        <a:lstStyle/>
        <a:p>
          <a:endParaRPr lang="de-DE"/>
        </a:p>
      </dgm:t>
    </dgm:pt>
    <dgm:pt modelId="{FBBE9689-8F8B-EF45-A844-4A5A3BFCF370}" type="sibTrans" cxnId="{686F1912-66A0-3643-BCE6-353D72DFEA12}">
      <dgm:prSet/>
      <dgm:spPr/>
      <dgm:t>
        <a:bodyPr/>
        <a:lstStyle/>
        <a:p>
          <a:endParaRPr lang="de-DE"/>
        </a:p>
      </dgm:t>
    </dgm:pt>
    <dgm:pt modelId="{7FF49643-6981-804E-B366-9F29ABA99011}">
      <dgm:prSet phldrT="[Text]" phldr="0"/>
      <dgm:spPr/>
      <dgm:t>
        <a:bodyPr/>
        <a:lstStyle/>
        <a:p>
          <a:r>
            <a:rPr lang="de-DE" dirty="0"/>
            <a:t>Ausbildung zum Steuerfachangstellten</a:t>
          </a:r>
        </a:p>
      </dgm:t>
    </dgm:pt>
    <dgm:pt modelId="{AD982EA8-6271-6F44-A854-2F5E4643B85E}" type="parTrans" cxnId="{AC581A1D-69BD-C241-90B5-B158924C85B1}">
      <dgm:prSet/>
      <dgm:spPr/>
      <dgm:t>
        <a:bodyPr/>
        <a:lstStyle/>
        <a:p>
          <a:endParaRPr lang="de-DE"/>
        </a:p>
      </dgm:t>
    </dgm:pt>
    <dgm:pt modelId="{4E23CA9C-23F9-114B-8825-CF920736A0D6}" type="sibTrans" cxnId="{AC581A1D-69BD-C241-90B5-B158924C85B1}">
      <dgm:prSet/>
      <dgm:spPr/>
      <dgm:t>
        <a:bodyPr/>
        <a:lstStyle/>
        <a:p>
          <a:endParaRPr lang="de-DE"/>
        </a:p>
      </dgm:t>
    </dgm:pt>
    <dgm:pt modelId="{048AFE5A-2F96-4D45-BCE6-C6CCFB250DF0}">
      <dgm:prSet phldrT="[Text]" phldr="0"/>
      <dgm:spPr/>
      <dgm:t>
        <a:bodyPr/>
        <a:lstStyle/>
        <a:p>
          <a:r>
            <a:rPr lang="de-DE" dirty="0"/>
            <a:t>Verantwortung übernommen (Mandantenbetreuung) und Aufgaben präzise und eigenständig gelöst </a:t>
          </a:r>
        </a:p>
      </dgm:t>
    </dgm:pt>
    <dgm:pt modelId="{31BA7304-E528-1644-8044-EA7877634DFF}" type="parTrans" cxnId="{5C7209E8-AA59-594D-9F01-99579D58C7F0}">
      <dgm:prSet/>
      <dgm:spPr/>
      <dgm:t>
        <a:bodyPr/>
        <a:lstStyle/>
        <a:p>
          <a:endParaRPr lang="de-DE"/>
        </a:p>
      </dgm:t>
    </dgm:pt>
    <dgm:pt modelId="{ADA5F1B8-5196-F541-BAD0-5A4A47F94E8B}" type="sibTrans" cxnId="{5C7209E8-AA59-594D-9F01-99579D58C7F0}">
      <dgm:prSet/>
      <dgm:spPr/>
      <dgm:t>
        <a:bodyPr/>
        <a:lstStyle/>
        <a:p>
          <a:endParaRPr lang="de-DE"/>
        </a:p>
      </dgm:t>
    </dgm:pt>
    <dgm:pt modelId="{E03F090F-0AC7-F246-B10C-81C43B476CEB}">
      <dgm:prSet phldrT="[Text]" phldr="0"/>
      <dgm:spPr/>
      <dgm:t>
        <a:bodyPr/>
        <a:lstStyle/>
        <a:p>
          <a:r>
            <a:rPr lang="de-DE" dirty="0"/>
            <a:t>Fachwissen durch verschiedene Fächer (Rechnungswesen und allgemeine Wirtschaftslehre) aufgebaut </a:t>
          </a:r>
        </a:p>
      </dgm:t>
    </dgm:pt>
    <dgm:pt modelId="{E4B76B1A-8B1A-4C47-AD0C-6B4927687D51}" type="parTrans" cxnId="{818E84CC-097A-4B41-AE21-9B5FB7C2EBB5}">
      <dgm:prSet/>
      <dgm:spPr/>
      <dgm:t>
        <a:bodyPr/>
        <a:lstStyle/>
        <a:p>
          <a:endParaRPr lang="de-DE"/>
        </a:p>
      </dgm:t>
    </dgm:pt>
    <dgm:pt modelId="{E60E55C5-4653-7646-A98F-2E29B58AFED3}" type="sibTrans" cxnId="{818E84CC-097A-4B41-AE21-9B5FB7C2EBB5}">
      <dgm:prSet/>
      <dgm:spPr/>
      <dgm:t>
        <a:bodyPr/>
        <a:lstStyle/>
        <a:p>
          <a:endParaRPr lang="de-DE"/>
        </a:p>
      </dgm:t>
    </dgm:pt>
    <dgm:pt modelId="{C5385A1F-1EE8-4D46-90C0-8F659F3629F4}">
      <dgm:prSet phldrT="[Text]" phldr="0"/>
      <dgm:spPr/>
      <dgm:t>
        <a:bodyPr/>
        <a:lstStyle/>
        <a:p>
          <a:r>
            <a:rPr lang="de-DE" dirty="0"/>
            <a:t>Praktikum in der Wirtschaftsprüfung </a:t>
          </a:r>
        </a:p>
      </dgm:t>
    </dgm:pt>
    <dgm:pt modelId="{F289DEF2-E0C9-E743-8E52-A344E393E412}" type="parTrans" cxnId="{4AEB4C1C-D0C8-9C43-A1B4-DF381B66E869}">
      <dgm:prSet/>
      <dgm:spPr/>
      <dgm:t>
        <a:bodyPr/>
        <a:lstStyle/>
        <a:p>
          <a:endParaRPr lang="de-DE"/>
        </a:p>
      </dgm:t>
    </dgm:pt>
    <dgm:pt modelId="{7BAF1D0D-5430-8645-9975-018056AB0BB4}" type="sibTrans" cxnId="{4AEB4C1C-D0C8-9C43-A1B4-DF381B66E869}">
      <dgm:prSet/>
      <dgm:spPr/>
      <dgm:t>
        <a:bodyPr/>
        <a:lstStyle/>
        <a:p>
          <a:endParaRPr lang="de-DE"/>
        </a:p>
      </dgm:t>
    </dgm:pt>
    <dgm:pt modelId="{F0BB12B9-FADD-F147-807D-4273C0391B27}">
      <dgm:prSet phldrT="[Text]" phldr="0"/>
      <dgm:spPr/>
      <dgm:t>
        <a:bodyPr/>
        <a:lstStyle/>
        <a:p>
          <a:r>
            <a:rPr lang="de-DE" dirty="0"/>
            <a:t>Verschiedene Unternehmen kennengelernt und mit den Geschäftsmodellen auseinander gesetzt</a:t>
          </a:r>
        </a:p>
      </dgm:t>
    </dgm:pt>
    <dgm:pt modelId="{525CDC29-F8C4-414F-940A-5C9EDBD9D445}" type="parTrans" cxnId="{8141F039-9352-294C-B7C4-2FF544FDB91A}">
      <dgm:prSet/>
      <dgm:spPr/>
      <dgm:t>
        <a:bodyPr/>
        <a:lstStyle/>
        <a:p>
          <a:endParaRPr lang="de-DE"/>
        </a:p>
      </dgm:t>
    </dgm:pt>
    <dgm:pt modelId="{668E38E9-26C4-1C40-8009-07FF556B8DE2}" type="sibTrans" cxnId="{8141F039-9352-294C-B7C4-2FF544FDB91A}">
      <dgm:prSet/>
      <dgm:spPr/>
      <dgm:t>
        <a:bodyPr/>
        <a:lstStyle/>
        <a:p>
          <a:endParaRPr lang="de-DE"/>
        </a:p>
      </dgm:t>
    </dgm:pt>
    <dgm:pt modelId="{61C6D244-6297-FF4E-BB44-05D2424D8209}">
      <dgm:prSet phldrT="[Text]" phldr="0"/>
      <dgm:spPr/>
      <dgm:t>
        <a:bodyPr/>
        <a:lstStyle/>
        <a:p>
          <a:r>
            <a:rPr lang="de-DE" dirty="0"/>
            <a:t>Ausbildungs- und Studieninhalte (Buchführung </a:t>
          </a:r>
          <a:r>
            <a:rPr lang="de-DE"/>
            <a:t>und Jahresabschluss) </a:t>
          </a:r>
          <a:r>
            <a:rPr lang="de-DE" dirty="0"/>
            <a:t>in der Praxis eingesetzt</a:t>
          </a:r>
        </a:p>
      </dgm:t>
    </dgm:pt>
    <dgm:pt modelId="{A7C0FB3C-DB68-F04A-8456-09E1AF0FD290}" type="parTrans" cxnId="{01B11CFD-0091-3148-956D-49420B487E52}">
      <dgm:prSet/>
      <dgm:spPr/>
      <dgm:t>
        <a:bodyPr/>
        <a:lstStyle/>
        <a:p>
          <a:endParaRPr lang="de-DE"/>
        </a:p>
      </dgm:t>
    </dgm:pt>
    <dgm:pt modelId="{DD82E904-AB0A-E145-AF86-88233C237A79}" type="sibTrans" cxnId="{01B11CFD-0091-3148-956D-49420B487E52}">
      <dgm:prSet/>
      <dgm:spPr/>
      <dgm:t>
        <a:bodyPr/>
        <a:lstStyle/>
        <a:p>
          <a:endParaRPr lang="de-DE"/>
        </a:p>
      </dgm:t>
    </dgm:pt>
    <dgm:pt modelId="{CD74DBCD-6F2C-334E-8224-A9826F2692F3}">
      <dgm:prSet phldrT="[Text]" phldr="0"/>
      <dgm:spPr/>
      <dgm:t>
        <a:bodyPr/>
        <a:lstStyle/>
        <a:p>
          <a:r>
            <a:rPr lang="de-DE" dirty="0"/>
            <a:t>Lieblingsfächer: BWL mit Rechnungswesen und VWL</a:t>
          </a:r>
        </a:p>
      </dgm:t>
    </dgm:pt>
    <dgm:pt modelId="{2C865EFB-0962-4242-B2DA-2236F8D667B0}" type="parTrans" cxnId="{267F848A-0F62-224E-A1A4-1BD1ADDA1E81}">
      <dgm:prSet/>
      <dgm:spPr/>
      <dgm:t>
        <a:bodyPr/>
        <a:lstStyle/>
        <a:p>
          <a:endParaRPr lang="de-DE"/>
        </a:p>
      </dgm:t>
    </dgm:pt>
    <dgm:pt modelId="{31CD1DCE-E4FB-7B46-8642-2D4402229B4A}" type="sibTrans" cxnId="{267F848A-0F62-224E-A1A4-1BD1ADDA1E81}">
      <dgm:prSet/>
      <dgm:spPr/>
      <dgm:t>
        <a:bodyPr/>
        <a:lstStyle/>
        <a:p>
          <a:endParaRPr lang="de-DE"/>
        </a:p>
      </dgm:t>
    </dgm:pt>
    <dgm:pt modelId="{725103A2-7B42-FA4F-AFF3-1DC355A3952C}">
      <dgm:prSet phldrT="[Text]" phldr="0"/>
      <dgm:spPr/>
      <dgm:t>
        <a:bodyPr/>
        <a:lstStyle/>
        <a:p>
          <a:r>
            <a:rPr lang="de-DE" dirty="0"/>
            <a:t>BWL-Studium</a:t>
          </a:r>
        </a:p>
      </dgm:t>
    </dgm:pt>
    <dgm:pt modelId="{1DE88FCA-6C14-E44B-A2AA-3E2C8D2B86CB}" type="parTrans" cxnId="{520B842F-18EF-D44F-A894-0801B9CB1CC8}">
      <dgm:prSet/>
      <dgm:spPr/>
      <dgm:t>
        <a:bodyPr/>
        <a:lstStyle/>
        <a:p>
          <a:endParaRPr lang="de-DE"/>
        </a:p>
      </dgm:t>
    </dgm:pt>
    <dgm:pt modelId="{CD0B363F-6092-E341-9BD6-BCA8DE179D61}" type="sibTrans" cxnId="{520B842F-18EF-D44F-A894-0801B9CB1CC8}">
      <dgm:prSet/>
      <dgm:spPr/>
      <dgm:t>
        <a:bodyPr/>
        <a:lstStyle/>
        <a:p>
          <a:endParaRPr lang="de-DE"/>
        </a:p>
      </dgm:t>
    </dgm:pt>
    <dgm:pt modelId="{65129A2F-7E84-B844-BF42-B4CF48DB8A65}">
      <dgm:prSet phldrT="[Text]" phldr="0"/>
      <dgm:spPr/>
      <dgm:t>
        <a:bodyPr/>
        <a:lstStyle/>
        <a:p>
          <a:r>
            <a:rPr lang="de-DE"/>
            <a:t>Fachwissen erweitern und Interesse für wirtschaftliche Prozesse und Zusammenhänge vertiefen</a:t>
          </a:r>
          <a:endParaRPr lang="de-DE" dirty="0"/>
        </a:p>
      </dgm:t>
    </dgm:pt>
    <dgm:pt modelId="{C82B0F9F-C53D-E54F-966B-A1B09281AABC}" type="parTrans" cxnId="{6EEAAE5F-6294-FC43-B608-6E40F6111222}">
      <dgm:prSet/>
      <dgm:spPr/>
      <dgm:t>
        <a:bodyPr/>
        <a:lstStyle/>
        <a:p>
          <a:endParaRPr lang="de-DE"/>
        </a:p>
      </dgm:t>
    </dgm:pt>
    <dgm:pt modelId="{065F0DE4-872C-6C4D-9F71-6546B5040C87}" type="sibTrans" cxnId="{6EEAAE5F-6294-FC43-B608-6E40F6111222}">
      <dgm:prSet/>
      <dgm:spPr/>
      <dgm:t>
        <a:bodyPr/>
        <a:lstStyle/>
        <a:p>
          <a:endParaRPr lang="de-DE"/>
        </a:p>
      </dgm:t>
    </dgm:pt>
    <dgm:pt modelId="{FE985A33-0193-3A45-B970-21B47535782C}">
      <dgm:prSet phldrT="[Text]" phldr="0"/>
      <dgm:spPr/>
      <dgm:t>
        <a:bodyPr/>
        <a:lstStyle/>
        <a:p>
          <a:r>
            <a:rPr lang="de-DE" dirty="0"/>
            <a:t>Praktikum bei der UNITY AG </a:t>
          </a:r>
        </a:p>
      </dgm:t>
    </dgm:pt>
    <dgm:pt modelId="{05506F36-5D5D-DA41-992D-44315E3DCCA6}" type="parTrans" cxnId="{A1CDE0D8-AC1D-5C4A-8809-99CBC88692A4}">
      <dgm:prSet/>
      <dgm:spPr/>
      <dgm:t>
        <a:bodyPr/>
        <a:lstStyle/>
        <a:p>
          <a:endParaRPr lang="de-DE"/>
        </a:p>
      </dgm:t>
    </dgm:pt>
    <dgm:pt modelId="{30B6F601-B43F-344B-8D40-ABE2BB17D825}" type="sibTrans" cxnId="{A1CDE0D8-AC1D-5C4A-8809-99CBC88692A4}">
      <dgm:prSet/>
      <dgm:spPr/>
      <dgm:t>
        <a:bodyPr/>
        <a:lstStyle/>
        <a:p>
          <a:endParaRPr lang="de-DE"/>
        </a:p>
      </dgm:t>
    </dgm:pt>
    <dgm:pt modelId="{EE6868CB-CFA7-9C4F-9F0E-5527793D89CD}">
      <dgm:prSet phldrT="[Text]" phldr="0"/>
      <dgm:spPr/>
      <dgm:t>
        <a:bodyPr/>
        <a:lstStyle/>
        <a:p>
          <a:r>
            <a:rPr lang="de-DE" dirty="0"/>
            <a:t>Spannende und abwechslungsreiche Aufgaben (jeder Tag bringt neue Herausforderungen)</a:t>
          </a:r>
        </a:p>
      </dgm:t>
    </dgm:pt>
    <dgm:pt modelId="{9F4E8405-ADDA-3740-AD6A-EDC72679D719}" type="parTrans" cxnId="{9076166B-D273-6848-A022-8C88DEF3890C}">
      <dgm:prSet/>
      <dgm:spPr/>
      <dgm:t>
        <a:bodyPr/>
        <a:lstStyle/>
        <a:p>
          <a:endParaRPr lang="de-DE"/>
        </a:p>
      </dgm:t>
    </dgm:pt>
    <dgm:pt modelId="{047F846F-B85A-9541-9E1D-2FB23B3AB8D5}" type="sibTrans" cxnId="{9076166B-D273-6848-A022-8C88DEF3890C}">
      <dgm:prSet/>
      <dgm:spPr/>
      <dgm:t>
        <a:bodyPr/>
        <a:lstStyle/>
        <a:p>
          <a:endParaRPr lang="de-DE"/>
        </a:p>
      </dgm:t>
    </dgm:pt>
    <dgm:pt modelId="{1D6D36C4-4100-D74C-A306-3639FFD6B266}">
      <dgm:prSet phldrT="[Text]" phldr="0"/>
      <dgm:spPr/>
      <dgm:t>
        <a:bodyPr/>
        <a:lstStyle/>
        <a:p>
          <a:r>
            <a:rPr lang="de-DE" dirty="0"/>
            <a:t>An der Entwicklung der Unternehmen maßgeblich beteiligen und am nachhaltigen Erfolg mitwirken</a:t>
          </a:r>
        </a:p>
      </dgm:t>
    </dgm:pt>
    <dgm:pt modelId="{CEA858F2-2FA3-7D44-A4CB-A6CA8C7061A2}" type="parTrans" cxnId="{E5C064A7-949B-B949-8847-DE72AD6834B7}">
      <dgm:prSet/>
      <dgm:spPr/>
      <dgm:t>
        <a:bodyPr/>
        <a:lstStyle/>
        <a:p>
          <a:endParaRPr lang="de-DE"/>
        </a:p>
      </dgm:t>
    </dgm:pt>
    <dgm:pt modelId="{35E278E6-E9C3-154C-8BF6-9436CCC2E1AA}" type="sibTrans" cxnId="{E5C064A7-949B-B949-8847-DE72AD6834B7}">
      <dgm:prSet/>
      <dgm:spPr/>
      <dgm:t>
        <a:bodyPr/>
        <a:lstStyle/>
        <a:p>
          <a:endParaRPr lang="de-DE"/>
        </a:p>
      </dgm:t>
    </dgm:pt>
    <dgm:pt modelId="{628CB87C-6C68-9040-841B-72E69D0A28C4}">
      <dgm:prSet phldrT="[Text]" phldr="0"/>
      <dgm:spPr/>
      <dgm:t>
        <a:bodyPr/>
        <a:lstStyle/>
        <a:p>
          <a:r>
            <a:rPr lang="de-DE" dirty="0"/>
            <a:t>Weitere Praxiserfahrungen durch Praktika sammeln (Unterstützung bei der Berufswahl)</a:t>
          </a:r>
        </a:p>
      </dgm:t>
    </dgm:pt>
    <dgm:pt modelId="{95C01CD3-75A5-4744-A6E8-3888868E46F6}" type="parTrans" cxnId="{F1370098-95C1-A34B-9A0B-0AA137F0B70B}">
      <dgm:prSet/>
      <dgm:spPr/>
      <dgm:t>
        <a:bodyPr/>
        <a:lstStyle/>
        <a:p>
          <a:endParaRPr lang="de-DE"/>
        </a:p>
      </dgm:t>
    </dgm:pt>
    <dgm:pt modelId="{CB2CBF2A-2FB4-3646-A18B-8C2D6DA1AC0B}" type="sibTrans" cxnId="{F1370098-95C1-A34B-9A0B-0AA137F0B70B}">
      <dgm:prSet/>
      <dgm:spPr/>
      <dgm:t>
        <a:bodyPr/>
        <a:lstStyle/>
        <a:p>
          <a:endParaRPr lang="de-DE"/>
        </a:p>
      </dgm:t>
    </dgm:pt>
    <dgm:pt modelId="{EFBA09E7-58B5-754D-922D-21FF348E4CFC}" type="pres">
      <dgm:prSet presAssocID="{6F4C4B78-463A-4640-81A0-630396197CB3}" presName="linear" presStyleCnt="0">
        <dgm:presLayoutVars>
          <dgm:dir/>
          <dgm:resizeHandles val="exact"/>
        </dgm:presLayoutVars>
      </dgm:prSet>
      <dgm:spPr/>
    </dgm:pt>
    <dgm:pt modelId="{845069A5-4A00-DB4E-A029-A114B75F1257}" type="pres">
      <dgm:prSet presAssocID="{0A3331AE-31A5-8441-8E91-BB11505CF23A}" presName="comp" presStyleCnt="0"/>
      <dgm:spPr/>
    </dgm:pt>
    <dgm:pt modelId="{111D618F-E13D-7242-9638-2F88428AD604}" type="pres">
      <dgm:prSet presAssocID="{0A3331AE-31A5-8441-8E91-BB11505CF23A}" presName="box" presStyleLbl="node1" presStyleIdx="0" presStyleCnt="5"/>
      <dgm:spPr/>
    </dgm:pt>
    <dgm:pt modelId="{5ED103C9-9E9A-EA4E-8B95-78E7F75DB02C}" type="pres">
      <dgm:prSet presAssocID="{0A3331AE-31A5-8441-8E91-BB11505CF23A}" presName="img" presStyleLbl="fgImgPlace1" presStyleIdx="0" presStyleCnt="5"/>
      <dgm:spPr>
        <a:blipFill>
          <a:blip xmlns:r="http://schemas.openxmlformats.org/officeDocument/2006/relationships" r:embed="rId1"/>
          <a:srcRect/>
          <a:stretch>
            <a:fillRect l="-9000" r="-9000"/>
          </a:stretch>
        </a:blipFill>
      </dgm:spPr>
    </dgm:pt>
    <dgm:pt modelId="{19E526F1-9B1F-CB4B-9ACA-BBE8A181DB8B}" type="pres">
      <dgm:prSet presAssocID="{0A3331AE-31A5-8441-8E91-BB11505CF23A}" presName="text" presStyleLbl="node1" presStyleIdx="0" presStyleCnt="5">
        <dgm:presLayoutVars>
          <dgm:bulletEnabled val="1"/>
        </dgm:presLayoutVars>
      </dgm:prSet>
      <dgm:spPr/>
    </dgm:pt>
    <dgm:pt modelId="{63962491-6863-544B-BD01-86C16FC479BD}" type="pres">
      <dgm:prSet presAssocID="{7B6C634C-36C4-614A-94E7-840AE84DAF60}" presName="spacer" presStyleCnt="0"/>
      <dgm:spPr/>
    </dgm:pt>
    <dgm:pt modelId="{DBBA5339-29DC-9C42-885D-58C6249E9CF4}" type="pres">
      <dgm:prSet presAssocID="{7FF49643-6981-804E-B366-9F29ABA99011}" presName="comp" presStyleCnt="0"/>
      <dgm:spPr/>
    </dgm:pt>
    <dgm:pt modelId="{CFE190B0-5807-EF45-A3A5-9CC317E9DB9F}" type="pres">
      <dgm:prSet presAssocID="{7FF49643-6981-804E-B366-9F29ABA99011}" presName="box" presStyleLbl="node1" presStyleIdx="1" presStyleCnt="5"/>
      <dgm:spPr/>
    </dgm:pt>
    <dgm:pt modelId="{4F77C613-DFD8-0F4D-88DF-14955F62D96B}" type="pres">
      <dgm:prSet presAssocID="{7FF49643-6981-804E-B366-9F29ABA99011}" presName="img" presStyleLbl="fgImgPlace1" presStyleIdx="1" presStyleCnt="5"/>
      <dgm:spPr>
        <a:blipFill>
          <a:blip xmlns:r="http://schemas.openxmlformats.org/officeDocument/2006/relationships" r:embed="rId2"/>
          <a:srcRect/>
          <a:stretch>
            <a:fillRect l="-6000" r="-6000"/>
          </a:stretch>
        </a:blipFill>
      </dgm:spPr>
    </dgm:pt>
    <dgm:pt modelId="{A6DAB389-4BB1-334D-A2B0-AB0CE2454CB7}" type="pres">
      <dgm:prSet presAssocID="{7FF49643-6981-804E-B366-9F29ABA99011}" presName="text" presStyleLbl="node1" presStyleIdx="1" presStyleCnt="5">
        <dgm:presLayoutVars>
          <dgm:bulletEnabled val="1"/>
        </dgm:presLayoutVars>
      </dgm:prSet>
      <dgm:spPr/>
    </dgm:pt>
    <dgm:pt modelId="{E2E162F3-507C-8943-A363-9A4942AAE950}" type="pres">
      <dgm:prSet presAssocID="{4E23CA9C-23F9-114B-8825-CF920736A0D6}" presName="spacer" presStyleCnt="0"/>
      <dgm:spPr/>
    </dgm:pt>
    <dgm:pt modelId="{0D76144F-1546-CC42-8298-54888B9D52BE}" type="pres">
      <dgm:prSet presAssocID="{725103A2-7B42-FA4F-AFF3-1DC355A3952C}" presName="comp" presStyleCnt="0"/>
      <dgm:spPr/>
    </dgm:pt>
    <dgm:pt modelId="{62518ACF-88B6-4D40-BBB8-11710E499E0E}" type="pres">
      <dgm:prSet presAssocID="{725103A2-7B42-FA4F-AFF3-1DC355A3952C}" presName="box" presStyleLbl="node1" presStyleIdx="2" presStyleCnt="5"/>
      <dgm:spPr/>
    </dgm:pt>
    <dgm:pt modelId="{4D71338B-3D16-F64F-97E8-4015B2CC3959}" type="pres">
      <dgm:prSet presAssocID="{725103A2-7B42-FA4F-AFF3-1DC355A3952C}" presName="img" presStyleLbl="fgImgPlace1" presStyleIdx="2" presStyleCnt="5"/>
      <dgm:spPr>
        <a:blipFill>
          <a:blip xmlns:r="http://schemas.openxmlformats.org/officeDocument/2006/relationships" r:embed="rId3"/>
          <a:srcRect/>
          <a:stretch>
            <a:fillRect l="-6000" r="-6000"/>
          </a:stretch>
        </a:blipFill>
      </dgm:spPr>
    </dgm:pt>
    <dgm:pt modelId="{8BF923C0-08CF-104D-A8B1-A94AB1D954B8}" type="pres">
      <dgm:prSet presAssocID="{725103A2-7B42-FA4F-AFF3-1DC355A3952C}" presName="text" presStyleLbl="node1" presStyleIdx="2" presStyleCnt="5">
        <dgm:presLayoutVars>
          <dgm:bulletEnabled val="1"/>
        </dgm:presLayoutVars>
      </dgm:prSet>
      <dgm:spPr/>
    </dgm:pt>
    <dgm:pt modelId="{F992235E-4E25-F048-AFD8-E36B5197E980}" type="pres">
      <dgm:prSet presAssocID="{CD0B363F-6092-E341-9BD6-BCA8DE179D61}" presName="spacer" presStyleCnt="0"/>
      <dgm:spPr/>
    </dgm:pt>
    <dgm:pt modelId="{CD92DCBF-4BC6-DC40-AE21-9142DF7D1580}" type="pres">
      <dgm:prSet presAssocID="{C5385A1F-1EE8-4D46-90C0-8F659F3629F4}" presName="comp" presStyleCnt="0"/>
      <dgm:spPr/>
    </dgm:pt>
    <dgm:pt modelId="{2820252B-F065-F045-9889-9DA70DE1FE14}" type="pres">
      <dgm:prSet presAssocID="{C5385A1F-1EE8-4D46-90C0-8F659F3629F4}" presName="box" presStyleLbl="node1" presStyleIdx="3" presStyleCnt="5"/>
      <dgm:spPr/>
    </dgm:pt>
    <dgm:pt modelId="{F9D6DDE5-33DD-5B46-A5AB-3818FC9236F6}" type="pres">
      <dgm:prSet presAssocID="{C5385A1F-1EE8-4D46-90C0-8F659F3629F4}" presName="img" presStyleLbl="fgImgPlace1" presStyleIdx="3" presStyleCnt="5"/>
      <dgm:spPr>
        <a:blipFill>
          <a:blip xmlns:r="http://schemas.openxmlformats.org/officeDocument/2006/relationships" r:embed="rId4"/>
          <a:srcRect/>
          <a:stretch>
            <a:fillRect t="-28000" b="-28000"/>
          </a:stretch>
        </a:blipFill>
      </dgm:spPr>
    </dgm:pt>
    <dgm:pt modelId="{A5BF0984-BA40-1449-9A96-B0C13445BA25}" type="pres">
      <dgm:prSet presAssocID="{C5385A1F-1EE8-4D46-90C0-8F659F3629F4}" presName="text" presStyleLbl="node1" presStyleIdx="3" presStyleCnt="5">
        <dgm:presLayoutVars>
          <dgm:bulletEnabled val="1"/>
        </dgm:presLayoutVars>
      </dgm:prSet>
      <dgm:spPr/>
    </dgm:pt>
    <dgm:pt modelId="{E570D312-43BB-6B40-A038-4D29BD0A590B}" type="pres">
      <dgm:prSet presAssocID="{7BAF1D0D-5430-8645-9975-018056AB0BB4}" presName="spacer" presStyleCnt="0"/>
      <dgm:spPr/>
    </dgm:pt>
    <dgm:pt modelId="{D84DD158-D260-9243-AD64-B2A2D813EC40}" type="pres">
      <dgm:prSet presAssocID="{FE985A33-0193-3A45-B970-21B47535782C}" presName="comp" presStyleCnt="0"/>
      <dgm:spPr/>
    </dgm:pt>
    <dgm:pt modelId="{6DF81C4E-E7ED-9C4D-BD0D-2CF132C34D23}" type="pres">
      <dgm:prSet presAssocID="{FE985A33-0193-3A45-B970-21B47535782C}" presName="box" presStyleLbl="node1" presStyleIdx="4" presStyleCnt="5"/>
      <dgm:spPr/>
    </dgm:pt>
    <dgm:pt modelId="{DAB34A06-8D68-784A-8931-DD0796FD8EBE}" type="pres">
      <dgm:prSet presAssocID="{FE985A33-0193-3A45-B970-21B47535782C}" presName="img" presStyleLbl="fgImgPlace1" presStyleIdx="4" presStyleCnt="5"/>
      <dgm:spPr>
        <a:blipFill>
          <a:blip xmlns:r="http://schemas.openxmlformats.org/officeDocument/2006/relationships" r:embed="rId5"/>
          <a:srcRect/>
          <a:stretch>
            <a:fillRect t="-4000" b="-4000"/>
          </a:stretch>
        </a:blipFill>
      </dgm:spPr>
    </dgm:pt>
    <dgm:pt modelId="{25FF0EB6-750A-364C-A0A9-F9DF7BECC10E}" type="pres">
      <dgm:prSet presAssocID="{FE985A33-0193-3A45-B970-21B47535782C}" presName="text" presStyleLbl="node1" presStyleIdx="4" presStyleCnt="5">
        <dgm:presLayoutVars>
          <dgm:bulletEnabled val="1"/>
        </dgm:presLayoutVars>
      </dgm:prSet>
      <dgm:spPr/>
    </dgm:pt>
  </dgm:ptLst>
  <dgm:cxnLst>
    <dgm:cxn modelId="{C1DC1303-BAB2-F54F-972A-5559FEA0F3BC}" srcId="{6F4C4B78-463A-4640-81A0-630396197CB3}" destId="{0A3331AE-31A5-8441-8E91-BB11505CF23A}" srcOrd="0" destOrd="0" parTransId="{43C08FC7-78D6-F04F-878E-641FE6D50161}" sibTransId="{7B6C634C-36C4-614A-94E7-840AE84DAF60}"/>
    <dgm:cxn modelId="{FA3C1907-08F9-DF42-8A4A-2BEEBC11B700}" type="presOf" srcId="{1D6D36C4-4100-D74C-A306-3639FFD6B266}" destId="{6DF81C4E-E7ED-9C4D-BD0D-2CF132C34D23}" srcOrd="0" destOrd="2" presId="urn:microsoft.com/office/officeart/2005/8/layout/vList4"/>
    <dgm:cxn modelId="{D55FAB0E-7AB0-2945-BCAD-1503B7AFD5E4}" type="presOf" srcId="{8566D2F3-1E1D-8F4C-BE5A-6BDEAFC6567C}" destId="{111D618F-E13D-7242-9638-2F88428AD604}" srcOrd="0" destOrd="1" presId="urn:microsoft.com/office/officeart/2005/8/layout/vList4"/>
    <dgm:cxn modelId="{686F1912-66A0-3643-BCE6-353D72DFEA12}" srcId="{0A3331AE-31A5-8441-8E91-BB11505CF23A}" destId="{8566D2F3-1E1D-8F4C-BE5A-6BDEAFC6567C}" srcOrd="0" destOrd="0" parTransId="{1034C957-3DBC-D446-BB9B-7925FE140A97}" sibTransId="{FBBE9689-8F8B-EF45-A844-4A5A3BFCF370}"/>
    <dgm:cxn modelId="{07ECFE12-EB8A-F949-A280-20FF9796466E}" type="presOf" srcId="{7FF49643-6981-804E-B366-9F29ABA99011}" destId="{A6DAB389-4BB1-334D-A2B0-AB0CE2454CB7}" srcOrd="1" destOrd="0" presId="urn:microsoft.com/office/officeart/2005/8/layout/vList4"/>
    <dgm:cxn modelId="{EEF37C14-383C-2142-9BFF-E2B282872644}" type="presOf" srcId="{8566D2F3-1E1D-8F4C-BE5A-6BDEAFC6567C}" destId="{19E526F1-9B1F-CB4B-9ACA-BBE8A181DB8B}" srcOrd="1" destOrd="1" presId="urn:microsoft.com/office/officeart/2005/8/layout/vList4"/>
    <dgm:cxn modelId="{182CF314-A1DA-BC41-8B07-3FA0408E2632}" type="presOf" srcId="{725103A2-7B42-FA4F-AFF3-1DC355A3952C}" destId="{8BF923C0-08CF-104D-A8B1-A94AB1D954B8}" srcOrd="1" destOrd="0" presId="urn:microsoft.com/office/officeart/2005/8/layout/vList4"/>
    <dgm:cxn modelId="{3D513817-62E4-E04A-A028-EEA924639462}" type="presOf" srcId="{61C6D244-6297-FF4E-BB44-05D2424D8209}" destId="{2820252B-F065-F045-9889-9DA70DE1FE14}" srcOrd="0" destOrd="2" presId="urn:microsoft.com/office/officeart/2005/8/layout/vList4"/>
    <dgm:cxn modelId="{4AEB4C1C-D0C8-9C43-A1B4-DF381B66E869}" srcId="{6F4C4B78-463A-4640-81A0-630396197CB3}" destId="{C5385A1F-1EE8-4D46-90C0-8F659F3629F4}" srcOrd="3" destOrd="0" parTransId="{F289DEF2-E0C9-E743-8E52-A344E393E412}" sibTransId="{7BAF1D0D-5430-8645-9975-018056AB0BB4}"/>
    <dgm:cxn modelId="{AC581A1D-69BD-C241-90B5-B158924C85B1}" srcId="{6F4C4B78-463A-4640-81A0-630396197CB3}" destId="{7FF49643-6981-804E-B366-9F29ABA99011}" srcOrd="1" destOrd="0" parTransId="{AD982EA8-6271-6F44-A854-2F5E4643B85E}" sibTransId="{4E23CA9C-23F9-114B-8825-CF920736A0D6}"/>
    <dgm:cxn modelId="{6C920128-7A03-B14E-82EF-167CFBD3EC0E}" type="presOf" srcId="{EE6868CB-CFA7-9C4F-9F0E-5527793D89CD}" destId="{25FF0EB6-750A-364C-A0A9-F9DF7BECC10E}" srcOrd="1" destOrd="1" presId="urn:microsoft.com/office/officeart/2005/8/layout/vList4"/>
    <dgm:cxn modelId="{3E30EF2E-88FE-3A4F-949E-F3E05AA07594}" type="presOf" srcId="{65129A2F-7E84-B844-BF42-B4CF48DB8A65}" destId="{8BF923C0-08CF-104D-A8B1-A94AB1D954B8}" srcOrd="1" destOrd="1" presId="urn:microsoft.com/office/officeart/2005/8/layout/vList4"/>
    <dgm:cxn modelId="{520B842F-18EF-D44F-A894-0801B9CB1CC8}" srcId="{6F4C4B78-463A-4640-81A0-630396197CB3}" destId="{725103A2-7B42-FA4F-AFF3-1DC355A3952C}" srcOrd="2" destOrd="0" parTransId="{1DE88FCA-6C14-E44B-A2AA-3E2C8D2B86CB}" sibTransId="{CD0B363F-6092-E341-9BD6-BCA8DE179D61}"/>
    <dgm:cxn modelId="{62463934-67B4-F945-A3AC-9C68BDE5CA8A}" type="presOf" srcId="{628CB87C-6C68-9040-841B-72E69D0A28C4}" destId="{62518ACF-88B6-4D40-BBB8-11710E499E0E}" srcOrd="0" destOrd="2" presId="urn:microsoft.com/office/officeart/2005/8/layout/vList4"/>
    <dgm:cxn modelId="{8141F039-9352-294C-B7C4-2FF544FDB91A}" srcId="{C5385A1F-1EE8-4D46-90C0-8F659F3629F4}" destId="{F0BB12B9-FADD-F147-807D-4273C0391B27}" srcOrd="0" destOrd="0" parTransId="{525CDC29-F8C4-414F-940A-5C9EDBD9D445}" sibTransId="{668E38E9-26C4-1C40-8009-07FF556B8DE2}"/>
    <dgm:cxn modelId="{A752F53E-3B82-D54A-8FBC-3FC40888F631}" type="presOf" srcId="{725103A2-7B42-FA4F-AFF3-1DC355A3952C}" destId="{62518ACF-88B6-4D40-BBB8-11710E499E0E}" srcOrd="0" destOrd="0" presId="urn:microsoft.com/office/officeart/2005/8/layout/vList4"/>
    <dgm:cxn modelId="{F6EB3440-EDF3-D049-8BA1-EA0F96C1C240}" type="presOf" srcId="{61C6D244-6297-FF4E-BB44-05D2424D8209}" destId="{A5BF0984-BA40-1449-9A96-B0C13445BA25}" srcOrd="1" destOrd="2" presId="urn:microsoft.com/office/officeart/2005/8/layout/vList4"/>
    <dgm:cxn modelId="{110A244E-CB1D-AE4D-A4BE-A1D1433FD7E5}" type="presOf" srcId="{F0BB12B9-FADD-F147-807D-4273C0391B27}" destId="{A5BF0984-BA40-1449-9A96-B0C13445BA25}" srcOrd="1" destOrd="1" presId="urn:microsoft.com/office/officeart/2005/8/layout/vList4"/>
    <dgm:cxn modelId="{FD394A55-4D3F-E942-9114-AB68E162C2C6}" type="presOf" srcId="{0A3331AE-31A5-8441-8E91-BB11505CF23A}" destId="{111D618F-E13D-7242-9638-2F88428AD604}" srcOrd="0" destOrd="0" presId="urn:microsoft.com/office/officeart/2005/8/layout/vList4"/>
    <dgm:cxn modelId="{FC3DAC5F-69F9-254E-91F1-E39356536C64}" type="presOf" srcId="{1D6D36C4-4100-D74C-A306-3639FFD6B266}" destId="{25FF0EB6-750A-364C-A0A9-F9DF7BECC10E}" srcOrd="1" destOrd="2" presId="urn:microsoft.com/office/officeart/2005/8/layout/vList4"/>
    <dgm:cxn modelId="{6EEAAE5F-6294-FC43-B608-6E40F6111222}" srcId="{725103A2-7B42-FA4F-AFF3-1DC355A3952C}" destId="{65129A2F-7E84-B844-BF42-B4CF48DB8A65}" srcOrd="0" destOrd="0" parTransId="{C82B0F9F-C53D-E54F-966B-A1B09281AABC}" sibTransId="{065F0DE4-872C-6C4D-9F71-6546B5040C87}"/>
    <dgm:cxn modelId="{C22B0766-51AB-AC48-91C6-B92BBABDEE06}" type="presOf" srcId="{F0BB12B9-FADD-F147-807D-4273C0391B27}" destId="{2820252B-F065-F045-9889-9DA70DE1FE14}" srcOrd="0" destOrd="1" presId="urn:microsoft.com/office/officeart/2005/8/layout/vList4"/>
    <dgm:cxn modelId="{A7275C69-59F6-3347-B8EB-D3B897F83439}" type="presOf" srcId="{7FF49643-6981-804E-B366-9F29ABA99011}" destId="{CFE190B0-5807-EF45-A3A5-9CC317E9DB9F}" srcOrd="0" destOrd="0" presId="urn:microsoft.com/office/officeart/2005/8/layout/vList4"/>
    <dgm:cxn modelId="{9076166B-D273-6848-A022-8C88DEF3890C}" srcId="{FE985A33-0193-3A45-B970-21B47535782C}" destId="{EE6868CB-CFA7-9C4F-9F0E-5527793D89CD}" srcOrd="0" destOrd="0" parTransId="{9F4E8405-ADDA-3740-AD6A-EDC72679D719}" sibTransId="{047F846F-B85A-9541-9E1D-2FB23B3AB8D5}"/>
    <dgm:cxn modelId="{A67B7784-C620-8E48-A1C3-B4676B4FABFB}" type="presOf" srcId="{E03F090F-0AC7-F246-B10C-81C43B476CEB}" destId="{CFE190B0-5807-EF45-A3A5-9CC317E9DB9F}" srcOrd="0" destOrd="2" presId="urn:microsoft.com/office/officeart/2005/8/layout/vList4"/>
    <dgm:cxn modelId="{267F848A-0F62-224E-A1A4-1BD1ADDA1E81}" srcId="{0A3331AE-31A5-8441-8E91-BB11505CF23A}" destId="{CD74DBCD-6F2C-334E-8224-A9826F2692F3}" srcOrd="1" destOrd="0" parTransId="{2C865EFB-0962-4242-B2DA-2236F8D667B0}" sibTransId="{31CD1DCE-E4FB-7B46-8642-2D4402229B4A}"/>
    <dgm:cxn modelId="{5FB9D393-F87D-AD48-B768-DD1E5A5E531B}" type="presOf" srcId="{048AFE5A-2F96-4D45-BCE6-C6CCFB250DF0}" destId="{A6DAB389-4BB1-334D-A2B0-AB0CE2454CB7}" srcOrd="1" destOrd="1" presId="urn:microsoft.com/office/officeart/2005/8/layout/vList4"/>
    <dgm:cxn modelId="{B364E894-645D-774F-AD93-2F05D1271652}" type="presOf" srcId="{CD74DBCD-6F2C-334E-8224-A9826F2692F3}" destId="{19E526F1-9B1F-CB4B-9ACA-BBE8A181DB8B}" srcOrd="1" destOrd="2" presId="urn:microsoft.com/office/officeart/2005/8/layout/vList4"/>
    <dgm:cxn modelId="{F1370098-95C1-A34B-9A0B-0AA137F0B70B}" srcId="{725103A2-7B42-FA4F-AFF3-1DC355A3952C}" destId="{628CB87C-6C68-9040-841B-72E69D0A28C4}" srcOrd="1" destOrd="0" parTransId="{95C01CD3-75A5-4744-A6E8-3888868E46F6}" sibTransId="{CB2CBF2A-2FB4-3646-A18B-8C2D6DA1AC0B}"/>
    <dgm:cxn modelId="{AD23A799-9F81-E445-9600-9CB53829D962}" type="presOf" srcId="{048AFE5A-2F96-4D45-BCE6-C6CCFB250DF0}" destId="{CFE190B0-5807-EF45-A3A5-9CC317E9DB9F}" srcOrd="0" destOrd="1" presId="urn:microsoft.com/office/officeart/2005/8/layout/vList4"/>
    <dgm:cxn modelId="{92228FA3-C1B1-AE47-8531-8BC11EE041C1}" type="presOf" srcId="{FE985A33-0193-3A45-B970-21B47535782C}" destId="{25FF0EB6-750A-364C-A0A9-F9DF7BECC10E}" srcOrd="1" destOrd="0" presId="urn:microsoft.com/office/officeart/2005/8/layout/vList4"/>
    <dgm:cxn modelId="{3CD2CCA3-91A0-DF46-8BC8-B02202EBACD6}" type="presOf" srcId="{6F4C4B78-463A-4640-81A0-630396197CB3}" destId="{EFBA09E7-58B5-754D-922D-21FF348E4CFC}" srcOrd="0" destOrd="0" presId="urn:microsoft.com/office/officeart/2005/8/layout/vList4"/>
    <dgm:cxn modelId="{555C26A5-2234-634B-9ED7-F2CAFE5B29DC}" type="presOf" srcId="{CD74DBCD-6F2C-334E-8224-A9826F2692F3}" destId="{111D618F-E13D-7242-9638-2F88428AD604}" srcOrd="0" destOrd="2" presId="urn:microsoft.com/office/officeart/2005/8/layout/vList4"/>
    <dgm:cxn modelId="{E5C064A7-949B-B949-8847-DE72AD6834B7}" srcId="{FE985A33-0193-3A45-B970-21B47535782C}" destId="{1D6D36C4-4100-D74C-A306-3639FFD6B266}" srcOrd="1" destOrd="0" parTransId="{CEA858F2-2FA3-7D44-A4CB-A6CA8C7061A2}" sibTransId="{35E278E6-E9C3-154C-8BF6-9436CCC2E1AA}"/>
    <dgm:cxn modelId="{846826AC-C231-1C45-8FD3-174C27AD703F}" type="presOf" srcId="{0A3331AE-31A5-8441-8E91-BB11505CF23A}" destId="{19E526F1-9B1F-CB4B-9ACA-BBE8A181DB8B}" srcOrd="1" destOrd="0" presId="urn:microsoft.com/office/officeart/2005/8/layout/vList4"/>
    <dgm:cxn modelId="{3B8D56B2-D18F-D842-B44D-7CD4DE497E75}" type="presOf" srcId="{C5385A1F-1EE8-4D46-90C0-8F659F3629F4}" destId="{A5BF0984-BA40-1449-9A96-B0C13445BA25}" srcOrd="1" destOrd="0" presId="urn:microsoft.com/office/officeart/2005/8/layout/vList4"/>
    <dgm:cxn modelId="{89C9E8B4-4C59-BC47-A815-82B56644D0F4}" type="presOf" srcId="{65129A2F-7E84-B844-BF42-B4CF48DB8A65}" destId="{62518ACF-88B6-4D40-BBB8-11710E499E0E}" srcOrd="0" destOrd="1" presId="urn:microsoft.com/office/officeart/2005/8/layout/vList4"/>
    <dgm:cxn modelId="{818E84CC-097A-4B41-AE21-9B5FB7C2EBB5}" srcId="{7FF49643-6981-804E-B366-9F29ABA99011}" destId="{E03F090F-0AC7-F246-B10C-81C43B476CEB}" srcOrd="1" destOrd="0" parTransId="{E4B76B1A-8B1A-4C47-AD0C-6B4927687D51}" sibTransId="{E60E55C5-4653-7646-A98F-2E29B58AFED3}"/>
    <dgm:cxn modelId="{1C98ABD7-AC22-7748-82EB-729E0E54F807}" type="presOf" srcId="{E03F090F-0AC7-F246-B10C-81C43B476CEB}" destId="{A6DAB389-4BB1-334D-A2B0-AB0CE2454CB7}" srcOrd="1" destOrd="2" presId="urn:microsoft.com/office/officeart/2005/8/layout/vList4"/>
    <dgm:cxn modelId="{A1CDE0D8-AC1D-5C4A-8809-99CBC88692A4}" srcId="{6F4C4B78-463A-4640-81A0-630396197CB3}" destId="{FE985A33-0193-3A45-B970-21B47535782C}" srcOrd="4" destOrd="0" parTransId="{05506F36-5D5D-DA41-992D-44315E3DCCA6}" sibTransId="{30B6F601-B43F-344B-8D40-ABE2BB17D825}"/>
    <dgm:cxn modelId="{5153F9DF-1C3B-8544-B35F-C452EE78B041}" type="presOf" srcId="{FE985A33-0193-3A45-B970-21B47535782C}" destId="{6DF81C4E-E7ED-9C4D-BD0D-2CF132C34D23}" srcOrd="0" destOrd="0" presId="urn:microsoft.com/office/officeart/2005/8/layout/vList4"/>
    <dgm:cxn modelId="{A41C1FE1-862C-9848-A56C-DD0C92236D09}" type="presOf" srcId="{628CB87C-6C68-9040-841B-72E69D0A28C4}" destId="{8BF923C0-08CF-104D-A8B1-A94AB1D954B8}" srcOrd="1" destOrd="2" presId="urn:microsoft.com/office/officeart/2005/8/layout/vList4"/>
    <dgm:cxn modelId="{5C7209E8-AA59-594D-9F01-99579D58C7F0}" srcId="{7FF49643-6981-804E-B366-9F29ABA99011}" destId="{048AFE5A-2F96-4D45-BCE6-C6CCFB250DF0}" srcOrd="0" destOrd="0" parTransId="{31BA7304-E528-1644-8044-EA7877634DFF}" sibTransId="{ADA5F1B8-5196-F541-BAD0-5A4A47F94E8B}"/>
    <dgm:cxn modelId="{6E07B2EC-9D22-C24E-A7CD-3A7E1B40C773}" type="presOf" srcId="{EE6868CB-CFA7-9C4F-9F0E-5527793D89CD}" destId="{6DF81C4E-E7ED-9C4D-BD0D-2CF132C34D23}" srcOrd="0" destOrd="1" presId="urn:microsoft.com/office/officeart/2005/8/layout/vList4"/>
    <dgm:cxn modelId="{01B11CFD-0091-3148-956D-49420B487E52}" srcId="{C5385A1F-1EE8-4D46-90C0-8F659F3629F4}" destId="{61C6D244-6297-FF4E-BB44-05D2424D8209}" srcOrd="1" destOrd="0" parTransId="{A7C0FB3C-DB68-F04A-8456-09E1AF0FD290}" sibTransId="{DD82E904-AB0A-E145-AF86-88233C237A79}"/>
    <dgm:cxn modelId="{15BB16FF-0E76-E544-AA42-DD34D0AA4E82}" type="presOf" srcId="{C5385A1F-1EE8-4D46-90C0-8F659F3629F4}" destId="{2820252B-F065-F045-9889-9DA70DE1FE14}" srcOrd="0" destOrd="0" presId="urn:microsoft.com/office/officeart/2005/8/layout/vList4"/>
    <dgm:cxn modelId="{702DFA76-A583-F648-B44D-6A55C9973198}" type="presParOf" srcId="{EFBA09E7-58B5-754D-922D-21FF348E4CFC}" destId="{845069A5-4A00-DB4E-A029-A114B75F1257}" srcOrd="0" destOrd="0" presId="urn:microsoft.com/office/officeart/2005/8/layout/vList4"/>
    <dgm:cxn modelId="{9C70D135-D4D4-5D4D-97F8-91758E450865}" type="presParOf" srcId="{845069A5-4A00-DB4E-A029-A114B75F1257}" destId="{111D618F-E13D-7242-9638-2F88428AD604}" srcOrd="0" destOrd="0" presId="urn:microsoft.com/office/officeart/2005/8/layout/vList4"/>
    <dgm:cxn modelId="{BF10F1AB-C157-E64F-915C-502338E27FCE}" type="presParOf" srcId="{845069A5-4A00-DB4E-A029-A114B75F1257}" destId="{5ED103C9-9E9A-EA4E-8B95-78E7F75DB02C}" srcOrd="1" destOrd="0" presId="urn:microsoft.com/office/officeart/2005/8/layout/vList4"/>
    <dgm:cxn modelId="{94EBAECD-422B-9046-80A0-D64352B03A51}" type="presParOf" srcId="{845069A5-4A00-DB4E-A029-A114B75F1257}" destId="{19E526F1-9B1F-CB4B-9ACA-BBE8A181DB8B}" srcOrd="2" destOrd="0" presId="urn:microsoft.com/office/officeart/2005/8/layout/vList4"/>
    <dgm:cxn modelId="{2EB9AF61-CB89-4A41-88DE-0AC600011532}" type="presParOf" srcId="{EFBA09E7-58B5-754D-922D-21FF348E4CFC}" destId="{63962491-6863-544B-BD01-86C16FC479BD}" srcOrd="1" destOrd="0" presId="urn:microsoft.com/office/officeart/2005/8/layout/vList4"/>
    <dgm:cxn modelId="{AE559DC6-759B-254B-A9F5-C260ECC24DD0}" type="presParOf" srcId="{EFBA09E7-58B5-754D-922D-21FF348E4CFC}" destId="{DBBA5339-29DC-9C42-885D-58C6249E9CF4}" srcOrd="2" destOrd="0" presId="urn:microsoft.com/office/officeart/2005/8/layout/vList4"/>
    <dgm:cxn modelId="{E39FA3CE-7498-D847-A2D2-CF3775EBC77C}" type="presParOf" srcId="{DBBA5339-29DC-9C42-885D-58C6249E9CF4}" destId="{CFE190B0-5807-EF45-A3A5-9CC317E9DB9F}" srcOrd="0" destOrd="0" presId="urn:microsoft.com/office/officeart/2005/8/layout/vList4"/>
    <dgm:cxn modelId="{EC1DFCCB-60C7-E64E-9961-596EB03D2BF6}" type="presParOf" srcId="{DBBA5339-29DC-9C42-885D-58C6249E9CF4}" destId="{4F77C613-DFD8-0F4D-88DF-14955F62D96B}" srcOrd="1" destOrd="0" presId="urn:microsoft.com/office/officeart/2005/8/layout/vList4"/>
    <dgm:cxn modelId="{04CB8CEC-D180-694D-962F-4701645B98BA}" type="presParOf" srcId="{DBBA5339-29DC-9C42-885D-58C6249E9CF4}" destId="{A6DAB389-4BB1-334D-A2B0-AB0CE2454CB7}" srcOrd="2" destOrd="0" presId="urn:microsoft.com/office/officeart/2005/8/layout/vList4"/>
    <dgm:cxn modelId="{88539609-82D9-474B-B0D6-C373EF4CBC29}" type="presParOf" srcId="{EFBA09E7-58B5-754D-922D-21FF348E4CFC}" destId="{E2E162F3-507C-8943-A363-9A4942AAE950}" srcOrd="3" destOrd="0" presId="urn:microsoft.com/office/officeart/2005/8/layout/vList4"/>
    <dgm:cxn modelId="{F8737852-B09D-9A48-9679-C8DE3115F2A3}" type="presParOf" srcId="{EFBA09E7-58B5-754D-922D-21FF348E4CFC}" destId="{0D76144F-1546-CC42-8298-54888B9D52BE}" srcOrd="4" destOrd="0" presId="urn:microsoft.com/office/officeart/2005/8/layout/vList4"/>
    <dgm:cxn modelId="{C0DC772A-8A4B-FE4E-8F28-E32CAF0F6324}" type="presParOf" srcId="{0D76144F-1546-CC42-8298-54888B9D52BE}" destId="{62518ACF-88B6-4D40-BBB8-11710E499E0E}" srcOrd="0" destOrd="0" presId="urn:microsoft.com/office/officeart/2005/8/layout/vList4"/>
    <dgm:cxn modelId="{3986EB9B-B9E8-D14E-AA48-CC263974516D}" type="presParOf" srcId="{0D76144F-1546-CC42-8298-54888B9D52BE}" destId="{4D71338B-3D16-F64F-97E8-4015B2CC3959}" srcOrd="1" destOrd="0" presId="urn:microsoft.com/office/officeart/2005/8/layout/vList4"/>
    <dgm:cxn modelId="{27825593-205B-9145-A87A-3A8B43025CDB}" type="presParOf" srcId="{0D76144F-1546-CC42-8298-54888B9D52BE}" destId="{8BF923C0-08CF-104D-A8B1-A94AB1D954B8}" srcOrd="2" destOrd="0" presId="urn:microsoft.com/office/officeart/2005/8/layout/vList4"/>
    <dgm:cxn modelId="{5A65D846-1DC6-D44A-8312-CC2648BA4D5D}" type="presParOf" srcId="{EFBA09E7-58B5-754D-922D-21FF348E4CFC}" destId="{F992235E-4E25-F048-AFD8-E36B5197E980}" srcOrd="5" destOrd="0" presId="urn:microsoft.com/office/officeart/2005/8/layout/vList4"/>
    <dgm:cxn modelId="{74AA6CD7-1AA3-394B-BC48-38332ACE2437}" type="presParOf" srcId="{EFBA09E7-58B5-754D-922D-21FF348E4CFC}" destId="{CD92DCBF-4BC6-DC40-AE21-9142DF7D1580}" srcOrd="6" destOrd="0" presId="urn:microsoft.com/office/officeart/2005/8/layout/vList4"/>
    <dgm:cxn modelId="{65AF659C-2FE1-9141-8ADD-548FC5AE44F2}" type="presParOf" srcId="{CD92DCBF-4BC6-DC40-AE21-9142DF7D1580}" destId="{2820252B-F065-F045-9889-9DA70DE1FE14}" srcOrd="0" destOrd="0" presId="urn:microsoft.com/office/officeart/2005/8/layout/vList4"/>
    <dgm:cxn modelId="{256A5DD4-B4CF-4C4D-8092-A3C03B6A1D2E}" type="presParOf" srcId="{CD92DCBF-4BC6-DC40-AE21-9142DF7D1580}" destId="{F9D6DDE5-33DD-5B46-A5AB-3818FC9236F6}" srcOrd="1" destOrd="0" presId="urn:microsoft.com/office/officeart/2005/8/layout/vList4"/>
    <dgm:cxn modelId="{893FEE4F-F406-1649-911E-8FEB5CCF9F5E}" type="presParOf" srcId="{CD92DCBF-4BC6-DC40-AE21-9142DF7D1580}" destId="{A5BF0984-BA40-1449-9A96-B0C13445BA25}" srcOrd="2" destOrd="0" presId="urn:microsoft.com/office/officeart/2005/8/layout/vList4"/>
    <dgm:cxn modelId="{5952C4DE-E68B-B640-9643-0DBAA6E1A9D8}" type="presParOf" srcId="{EFBA09E7-58B5-754D-922D-21FF348E4CFC}" destId="{E570D312-43BB-6B40-A038-4D29BD0A590B}" srcOrd="7" destOrd="0" presId="urn:microsoft.com/office/officeart/2005/8/layout/vList4"/>
    <dgm:cxn modelId="{65D0E5C2-2425-324F-AD31-2E4A9387CE36}" type="presParOf" srcId="{EFBA09E7-58B5-754D-922D-21FF348E4CFC}" destId="{D84DD158-D260-9243-AD64-B2A2D813EC40}" srcOrd="8" destOrd="0" presId="urn:microsoft.com/office/officeart/2005/8/layout/vList4"/>
    <dgm:cxn modelId="{A408351D-4FD5-FF41-859C-D0BE7D188B14}" type="presParOf" srcId="{D84DD158-D260-9243-AD64-B2A2D813EC40}" destId="{6DF81C4E-E7ED-9C4D-BD0D-2CF132C34D23}" srcOrd="0" destOrd="0" presId="urn:microsoft.com/office/officeart/2005/8/layout/vList4"/>
    <dgm:cxn modelId="{096D5D5C-16AC-E043-BF8F-883D162B74DB}" type="presParOf" srcId="{D84DD158-D260-9243-AD64-B2A2D813EC40}" destId="{DAB34A06-8D68-784A-8931-DD0796FD8EBE}" srcOrd="1" destOrd="0" presId="urn:microsoft.com/office/officeart/2005/8/layout/vList4"/>
    <dgm:cxn modelId="{31A41C9D-3CC0-BA48-B1CA-D848CA229D88}" type="presParOf" srcId="{D84DD158-D260-9243-AD64-B2A2D813EC40}" destId="{25FF0EB6-750A-364C-A0A9-F9DF7BECC10E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1D618F-E13D-7242-9638-2F88428AD604}">
      <dsp:nvSpPr>
        <dsp:cNvPr id="0" name=""/>
        <dsp:cNvSpPr/>
      </dsp:nvSpPr>
      <dsp:spPr>
        <a:xfrm>
          <a:off x="0" y="0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Höhere Handelsschule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Erste Berührungspunkte mit betriebswirtschaftlichen Prozessen und Zusammenhängen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Lieblingsfächer: BWL mit Rechnungswesen und VWL</a:t>
          </a:r>
        </a:p>
      </dsp:txBody>
      <dsp:txXfrm>
        <a:off x="2199097" y="0"/>
        <a:ext cx="8313057" cy="966666"/>
      </dsp:txXfrm>
    </dsp:sp>
    <dsp:sp modelId="{5ED103C9-9E9A-EA4E-8B95-78E7F75DB02C}">
      <dsp:nvSpPr>
        <dsp:cNvPr id="0" name=""/>
        <dsp:cNvSpPr/>
      </dsp:nvSpPr>
      <dsp:spPr>
        <a:xfrm>
          <a:off x="96666" y="96666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l="-9000" r="-9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190B0-5807-EF45-A3A5-9CC317E9DB9F}">
      <dsp:nvSpPr>
        <dsp:cNvPr id="0" name=""/>
        <dsp:cNvSpPr/>
      </dsp:nvSpPr>
      <dsp:spPr>
        <a:xfrm>
          <a:off x="0" y="1063333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Ausbildung zum Steuerfachangstellten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Verantwortung übernommen (Mandantenbetreuung) und Aufgaben präzise und eigenständig gelöst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Fachwissen durch verschiedene Fächer (Rechnungswesen und allgemeine Wirtschaftslehre) aufgebaut </a:t>
          </a:r>
        </a:p>
      </dsp:txBody>
      <dsp:txXfrm>
        <a:off x="2199097" y="1063333"/>
        <a:ext cx="8313057" cy="966666"/>
      </dsp:txXfrm>
    </dsp:sp>
    <dsp:sp modelId="{4F77C613-DFD8-0F4D-88DF-14955F62D96B}">
      <dsp:nvSpPr>
        <dsp:cNvPr id="0" name=""/>
        <dsp:cNvSpPr/>
      </dsp:nvSpPr>
      <dsp:spPr>
        <a:xfrm>
          <a:off x="96666" y="1160000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6000" r="-6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518ACF-88B6-4D40-BBB8-11710E499E0E}">
      <dsp:nvSpPr>
        <dsp:cNvPr id="0" name=""/>
        <dsp:cNvSpPr/>
      </dsp:nvSpPr>
      <dsp:spPr>
        <a:xfrm>
          <a:off x="0" y="2126666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BWL-Studium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/>
            <a:t>Fachwissen erweitern und Interesse für wirtschaftliche Prozesse und Zusammenhänge vertiefen</a:t>
          </a:r>
          <a:endParaRPr lang="de-DE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Weitere Praxiserfahrungen durch Praktika sammeln (Unterstützung bei der Berufswahl)</a:t>
          </a:r>
        </a:p>
      </dsp:txBody>
      <dsp:txXfrm>
        <a:off x="2199097" y="2126666"/>
        <a:ext cx="8313057" cy="966666"/>
      </dsp:txXfrm>
    </dsp:sp>
    <dsp:sp modelId="{4D71338B-3D16-F64F-97E8-4015B2CC3959}">
      <dsp:nvSpPr>
        <dsp:cNvPr id="0" name=""/>
        <dsp:cNvSpPr/>
      </dsp:nvSpPr>
      <dsp:spPr>
        <a:xfrm>
          <a:off x="96666" y="2223333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l="-6000" r="-6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20252B-F065-F045-9889-9DA70DE1FE14}">
      <dsp:nvSpPr>
        <dsp:cNvPr id="0" name=""/>
        <dsp:cNvSpPr/>
      </dsp:nvSpPr>
      <dsp:spPr>
        <a:xfrm>
          <a:off x="0" y="3190000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Praktikum in der Wirtschaftsprüfung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Verschiedene Unternehmen kennengelernt und mit den Geschäftsmodellen auseinander gesetzt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Ausbildungs- und Studieninhalte (Buchführung </a:t>
          </a:r>
          <a:r>
            <a:rPr lang="de-DE" sz="1400" kern="1200"/>
            <a:t>und Jahresabschluss) </a:t>
          </a:r>
          <a:r>
            <a:rPr lang="de-DE" sz="1400" kern="1200" dirty="0"/>
            <a:t>in der Praxis eingesetzt</a:t>
          </a:r>
        </a:p>
      </dsp:txBody>
      <dsp:txXfrm>
        <a:off x="2199097" y="3190000"/>
        <a:ext cx="8313057" cy="966666"/>
      </dsp:txXfrm>
    </dsp:sp>
    <dsp:sp modelId="{F9D6DDE5-33DD-5B46-A5AB-3818FC9236F6}">
      <dsp:nvSpPr>
        <dsp:cNvPr id="0" name=""/>
        <dsp:cNvSpPr/>
      </dsp:nvSpPr>
      <dsp:spPr>
        <a:xfrm>
          <a:off x="96666" y="3286666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/>
          <a:srcRect/>
          <a:stretch>
            <a:fillRect t="-28000" b="-28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F81C4E-E7ED-9C4D-BD0D-2CF132C34D23}">
      <dsp:nvSpPr>
        <dsp:cNvPr id="0" name=""/>
        <dsp:cNvSpPr/>
      </dsp:nvSpPr>
      <dsp:spPr>
        <a:xfrm>
          <a:off x="0" y="4253333"/>
          <a:ext cx="10512155" cy="96666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Praktikum bei der UNITY AG 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Spannende und abwechslungsreiche Aufgaben (jeder Tag bringt neue Herausforderungen)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An der Entwicklung der Unternehmen maßgeblich beteiligen und am nachhaltigen Erfolg mitwirken</a:t>
          </a:r>
        </a:p>
      </dsp:txBody>
      <dsp:txXfrm>
        <a:off x="2199097" y="4253333"/>
        <a:ext cx="8313057" cy="966666"/>
      </dsp:txXfrm>
    </dsp:sp>
    <dsp:sp modelId="{DAB34A06-8D68-784A-8931-DD0796FD8EBE}">
      <dsp:nvSpPr>
        <dsp:cNvPr id="0" name=""/>
        <dsp:cNvSpPr/>
      </dsp:nvSpPr>
      <dsp:spPr>
        <a:xfrm>
          <a:off x="96666" y="4350000"/>
          <a:ext cx="2102431" cy="773333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5"/>
          <a:srcRect/>
          <a:stretch>
            <a:fillRect t="-4000" b="-4000"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77DD1-7EDB-C887-53DE-614207689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7431B3-1F1D-0DEA-29F2-1CEF0B6C3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6427ED-76B7-62D4-752C-F47EF657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2A6550-CCDB-4323-B912-412A84EC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E5147B-19C7-D5E7-A346-375F4572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3721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451FFA-0977-C547-6BC9-75A10BDC7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0D5106-B054-B09D-04F2-CB9E388C9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FD277B-57B2-4317-A1AC-A127F5EE6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B18A0-4153-7A8D-6E57-064779E3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4E07B3F-6667-B2C3-7FC5-501170F5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698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974EF0-6D22-05B0-FFC1-E2184B659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7BDAC9-5C4A-F90D-CAD5-C35C59D49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297489-7E4A-9B5F-CB6C-425E2F6D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792A7B-C515-D7AA-CAA3-B02B56448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71743A-5D2A-9E69-55B7-629B85199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91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9178C1-D3FD-337B-B6C6-0510ED94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D21062-6D56-71D2-1572-E977C032C7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895A44-09B3-641D-0349-CAF53033D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402680C-D245-743B-675A-45E336D19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64A71F5-9D79-9EA9-EB12-F11205C0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39BE275-CDF7-9628-3246-5AF0CD17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956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98C88B-9D20-A5E2-EF95-A09BC45D9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7881331-0ADB-3F00-976B-97763088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96B174-FABB-A3F4-3F49-CD55C2C79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853A8BC-8C50-CB70-57AA-176117C366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E2862B0-C629-8419-81C5-F6BF30CF3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7B7C6F6-2339-F3C1-1248-0ED7A1CB7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EA0566F-0C65-A3DC-54D4-20FEA71E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5032FD8-D77A-3F35-1240-1635163DD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172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8E8679-6443-D33D-A0C8-41EB44F8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F850813-DA5B-2E05-FE64-BAF15965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E4D8F91-C506-C08E-D878-13A2A1487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3EE0780-B42B-BE81-D21B-AA390EFB3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765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CAD32E-9EC6-1EBA-72FB-DBC695EEC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8FC698-F191-C5C1-A6C7-29D9C8F29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F12774-E4CA-AEA0-2BE8-DB1D1B55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27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072F0A-4FD5-D388-11FC-C280A0294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F7991A3-0D79-A6A0-D2AA-432723997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8F7F00-491A-2CD6-BC35-D3D4474EB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4E387B-1BC5-7FA8-A58D-F3FCF58E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54ED5F3-9E98-C033-4224-000567BFB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3361448-9A31-43A4-0E9F-1EFF7A7E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856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12C7D-91F0-9E27-B1BE-6FA09DB0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04CAFA3A-9572-419A-F44D-4641C28046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150D3C-859B-3819-B0F0-96FCBF9B7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73A44FC-5B3C-D17D-E260-F172E1105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B41E90-6C9B-B88C-5205-7723D12C7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C9DB1CC-25DD-7287-EEDA-A7608A42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077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FDFB91-67A0-2675-7F7C-8851FF0CA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95B4D0C-C802-8666-C2AB-237219093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0EA7465-3BA7-429A-2CE2-284CC2D2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636151-300A-F083-91C4-0BC7CF844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30D1F6-EA2C-4CDD-A732-4F2292723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1923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3ED8226-8673-7B85-DF23-C97F7F452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54ABCE8-8C0E-1593-4860-8347C9EE2C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1E6E4F-3EE4-F378-77F6-021A2AC7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170BA-A202-FD07-A48F-D9BD28D17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07F958-298A-0584-00EE-8B538885A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636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6D58AED-2CE0-5FC5-8132-4F38DB33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5622FC7-94C8-7EDB-3B33-986EB1DB3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9A67D8-7365-E5BF-1200-D8D62E4673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55185F-664C-CA49-9550-88115E6A8779}" type="datetimeFigureOut">
              <a:rPr lang="de-DE" smtClean="0"/>
              <a:t>06.11.25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DD1627-23B7-8C3F-4B39-13FF17D02E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9A26FF9-FDC0-2BC8-A8CE-E5CDE7337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C46081-C9C7-8C4C-A200-15D09DB259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43561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BABBF040-9B57-3B89-9E01-B8646501B9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6799504"/>
              </p:ext>
            </p:extLst>
          </p:nvPr>
        </p:nvGraphicFramePr>
        <p:xfrm>
          <a:off x="1099407" y="1126429"/>
          <a:ext cx="10512155" cy="52235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445E7D50-C85F-E569-C903-43C6977D95AC}"/>
              </a:ext>
            </a:extLst>
          </p:cNvPr>
          <p:cNvCxnSpPr>
            <a:cxnSpLocks/>
          </p:cNvCxnSpPr>
          <p:nvPr/>
        </p:nvCxnSpPr>
        <p:spPr>
          <a:xfrm>
            <a:off x="580435" y="1455126"/>
            <a:ext cx="0" cy="4706260"/>
          </a:xfrm>
          <a:prstGeom prst="straightConnector1">
            <a:avLst/>
          </a:prstGeom>
          <a:ln w="187325">
            <a:solidFill>
              <a:srgbClr val="0C263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>
            <a:off x="-213762" y="6583286"/>
            <a:ext cx="12624554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itel 1">
            <a:extLst>
              <a:ext uri="{FF2B5EF4-FFF2-40B4-BE49-F238E27FC236}">
                <a16:creationId xmlns:a16="http://schemas.microsoft.com/office/drawing/2014/main" id="{F5733049-1F80-049C-5569-067A93567B30}"/>
              </a:ext>
            </a:extLst>
          </p:cNvPr>
          <p:cNvSpPr txBox="1">
            <a:spLocks/>
          </p:cNvSpPr>
          <p:nvPr/>
        </p:nvSpPr>
        <p:spPr>
          <a:xfrm>
            <a:off x="-1" y="-7545"/>
            <a:ext cx="12191987" cy="83277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900" b="1" dirty="0">
                <a:solidFill>
                  <a:schemeClr val="tx2"/>
                </a:solidFill>
              </a:rPr>
              <a:t>Erfahrungen, die mich geprägt haben – und warum sie mich zu UNITY führen</a:t>
            </a:r>
          </a:p>
        </p:txBody>
      </p:sp>
    </p:spTree>
    <p:extLst>
      <p:ext uri="{BB962C8B-B14F-4D97-AF65-F5344CB8AC3E}">
        <p14:creationId xmlns:p14="http://schemas.microsoft.com/office/powerpoint/2010/main" val="3286290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>
            <a:off x="-213762" y="6583286"/>
            <a:ext cx="12624554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6">
            <a:extLst>
              <a:ext uri="{FF2B5EF4-FFF2-40B4-BE49-F238E27FC236}">
                <a16:creationId xmlns:a16="http://schemas.microsoft.com/office/drawing/2014/main" id="{C58F8957-3E1B-D38F-FA14-31D939BD665A}"/>
              </a:ext>
            </a:extLst>
          </p:cNvPr>
          <p:cNvSpPr/>
          <p:nvPr/>
        </p:nvSpPr>
        <p:spPr>
          <a:xfrm>
            <a:off x="109421" y="4362622"/>
            <a:ext cx="2829158" cy="1667865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dirty="0"/>
              <a:t>Nicht nur beraten, sondern zusammen umsetzen (innovieren bis realisieren)</a:t>
            </a:r>
            <a:endParaRPr lang="de-DE" sz="1800" kern="1200" dirty="0"/>
          </a:p>
        </p:txBody>
      </p:sp>
      <p:sp>
        <p:nvSpPr>
          <p:cNvPr id="8" name="Freeform: Shape 6">
            <a:extLst>
              <a:ext uri="{FF2B5EF4-FFF2-40B4-BE49-F238E27FC236}">
                <a16:creationId xmlns:a16="http://schemas.microsoft.com/office/drawing/2014/main" id="{65E922E3-8B2B-4595-3281-5CBAF2412851}"/>
              </a:ext>
            </a:extLst>
          </p:cNvPr>
          <p:cNvSpPr/>
          <p:nvPr/>
        </p:nvSpPr>
        <p:spPr>
          <a:xfrm>
            <a:off x="9253421" y="4362622"/>
            <a:ext cx="2829158" cy="1667865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dirty="0"/>
              <a:t>Inspirierendes Umfeld (Teamzusammenhalt, Gestaltungsfreiheit und Kernwerte)</a:t>
            </a:r>
          </a:p>
        </p:txBody>
      </p:sp>
      <p:sp>
        <p:nvSpPr>
          <p:cNvPr id="11" name="Freeform: Shape 6">
            <a:extLst>
              <a:ext uri="{FF2B5EF4-FFF2-40B4-BE49-F238E27FC236}">
                <a16:creationId xmlns:a16="http://schemas.microsoft.com/office/drawing/2014/main" id="{2B3D7EA5-45EC-9FBD-D457-45FA935B8279}"/>
              </a:ext>
            </a:extLst>
          </p:cNvPr>
          <p:cNvSpPr/>
          <p:nvPr/>
        </p:nvSpPr>
        <p:spPr>
          <a:xfrm>
            <a:off x="945583" y="1170742"/>
            <a:ext cx="2829158" cy="1667865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dirty="0"/>
              <a:t>Mehrspurige Karrieremöglichkeiten (</a:t>
            </a:r>
            <a:r>
              <a:rPr lang="de-DE" dirty="0" err="1"/>
              <a:t>UNITYacademy</a:t>
            </a:r>
            <a:r>
              <a:rPr lang="de-DE" dirty="0"/>
              <a:t> und Weiterbildungen)</a:t>
            </a:r>
          </a:p>
        </p:txBody>
      </p:sp>
      <p:sp>
        <p:nvSpPr>
          <p:cNvPr id="14" name="Freeform: Shape 6">
            <a:extLst>
              <a:ext uri="{FF2B5EF4-FFF2-40B4-BE49-F238E27FC236}">
                <a16:creationId xmlns:a16="http://schemas.microsoft.com/office/drawing/2014/main" id="{6D076B09-D58F-B875-9236-5D7FBFA6BFB5}"/>
              </a:ext>
            </a:extLst>
          </p:cNvPr>
          <p:cNvSpPr/>
          <p:nvPr/>
        </p:nvSpPr>
        <p:spPr>
          <a:xfrm>
            <a:off x="8417260" y="1170743"/>
            <a:ext cx="2829158" cy="1667865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dirty="0"/>
              <a:t>Zukunftsgerichtete Konzepte und kundenspezifische Problemlösungen       (Keine 08/15 Lösungen)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6BD7511-C523-9F43-DD42-FB0E16AE23A0}"/>
              </a:ext>
            </a:extLst>
          </p:cNvPr>
          <p:cNvSpPr/>
          <p:nvPr/>
        </p:nvSpPr>
        <p:spPr>
          <a:xfrm>
            <a:off x="4946649" y="3113925"/>
            <a:ext cx="2298701" cy="2174376"/>
          </a:xfrm>
          <a:prstGeom prst="ellipse">
            <a:avLst/>
          </a:prstGeom>
          <a:solidFill>
            <a:srgbClr val="0C253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dirty="0"/>
              <a:t>UNITY AG</a:t>
            </a:r>
          </a:p>
        </p:txBody>
      </p:sp>
      <p:cxnSp>
        <p:nvCxnSpPr>
          <p:cNvPr id="4" name="Gerade Verbindung mit Pfeil 3">
            <a:extLst>
              <a:ext uri="{FF2B5EF4-FFF2-40B4-BE49-F238E27FC236}">
                <a16:creationId xmlns:a16="http://schemas.microsoft.com/office/drawing/2014/main" id="{0D0330E0-EDA5-D314-29A4-0A6107DBF61B}"/>
              </a:ext>
            </a:extLst>
          </p:cNvPr>
          <p:cNvCxnSpPr>
            <a:cxnSpLocks/>
          </p:cNvCxnSpPr>
          <p:nvPr/>
        </p:nvCxnSpPr>
        <p:spPr>
          <a:xfrm>
            <a:off x="3774741" y="2849277"/>
            <a:ext cx="1171908" cy="749808"/>
          </a:xfrm>
          <a:prstGeom prst="straightConnector1">
            <a:avLst/>
          </a:prstGeom>
          <a:ln w="152400">
            <a:solidFill>
              <a:srgbClr val="0C25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29367E48-5631-4174-75CD-A914DA6D74D3}"/>
              </a:ext>
            </a:extLst>
          </p:cNvPr>
          <p:cNvCxnSpPr>
            <a:cxnSpLocks/>
          </p:cNvCxnSpPr>
          <p:nvPr/>
        </p:nvCxnSpPr>
        <p:spPr>
          <a:xfrm flipV="1">
            <a:off x="3108960" y="4640104"/>
            <a:ext cx="1679225" cy="548640"/>
          </a:xfrm>
          <a:prstGeom prst="straightConnector1">
            <a:avLst/>
          </a:prstGeom>
          <a:ln w="152400">
            <a:solidFill>
              <a:srgbClr val="0C25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B454EC0E-569E-543A-38D1-40F934A9FF9D}"/>
              </a:ext>
            </a:extLst>
          </p:cNvPr>
          <p:cNvCxnSpPr>
            <a:cxnSpLocks/>
          </p:cNvCxnSpPr>
          <p:nvPr/>
        </p:nvCxnSpPr>
        <p:spPr>
          <a:xfrm flipH="1" flipV="1">
            <a:off x="7403814" y="4640104"/>
            <a:ext cx="1682496" cy="548640"/>
          </a:xfrm>
          <a:prstGeom prst="straightConnector1">
            <a:avLst/>
          </a:prstGeom>
          <a:ln w="152400">
            <a:solidFill>
              <a:srgbClr val="0C25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60A90913-0A9E-B9FA-99C6-F4A92C557C62}"/>
              </a:ext>
            </a:extLst>
          </p:cNvPr>
          <p:cNvCxnSpPr>
            <a:cxnSpLocks/>
          </p:cNvCxnSpPr>
          <p:nvPr/>
        </p:nvCxnSpPr>
        <p:spPr>
          <a:xfrm flipH="1">
            <a:off x="7245350" y="2853818"/>
            <a:ext cx="1170432" cy="749808"/>
          </a:xfrm>
          <a:prstGeom prst="straightConnector1">
            <a:avLst/>
          </a:prstGeom>
          <a:ln w="152400">
            <a:solidFill>
              <a:srgbClr val="0C253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itel 1">
            <a:extLst>
              <a:ext uri="{FF2B5EF4-FFF2-40B4-BE49-F238E27FC236}">
                <a16:creationId xmlns:a16="http://schemas.microsoft.com/office/drawing/2014/main" id="{08971E1D-AED4-C3CD-3424-E1F04D2CE7B9}"/>
              </a:ext>
            </a:extLst>
          </p:cNvPr>
          <p:cNvSpPr txBox="1">
            <a:spLocks/>
          </p:cNvSpPr>
          <p:nvPr/>
        </p:nvSpPr>
        <p:spPr>
          <a:xfrm>
            <a:off x="0" y="-23685"/>
            <a:ext cx="12192000" cy="858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900" b="1" dirty="0">
                <a:solidFill>
                  <a:schemeClr val="tx2"/>
                </a:solidFill>
              </a:rPr>
              <a:t>Gemeinsam Zukunft gestalten – meine Motivation </a:t>
            </a:r>
            <a:r>
              <a:rPr lang="de-DE" sz="2900" b="1">
                <a:solidFill>
                  <a:schemeClr val="tx2"/>
                </a:solidFill>
              </a:rPr>
              <a:t>und Erwartungen</a:t>
            </a:r>
            <a:endParaRPr lang="de-DE" sz="29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86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9">
            <a:extLst>
              <a:ext uri="{FF2B5EF4-FFF2-40B4-BE49-F238E27FC236}">
                <a16:creationId xmlns:a16="http://schemas.microsoft.com/office/drawing/2014/main" id="{37402E50-5B3D-D336-41D7-DC3FA5A7A8A4}"/>
              </a:ext>
            </a:extLst>
          </p:cNvPr>
          <p:cNvSpPr txBox="1"/>
          <p:nvPr/>
        </p:nvSpPr>
        <p:spPr>
          <a:xfrm>
            <a:off x="5184115" y="2468075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de-DE" dirty="0"/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8164A676-6E85-F837-499D-D2BB8896B83B}"/>
              </a:ext>
            </a:extLst>
          </p:cNvPr>
          <p:cNvCxnSpPr>
            <a:cxnSpLocks/>
          </p:cNvCxnSpPr>
          <p:nvPr/>
        </p:nvCxnSpPr>
        <p:spPr>
          <a:xfrm>
            <a:off x="-213762" y="6583286"/>
            <a:ext cx="12624554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feld 16">
            <a:extLst>
              <a:ext uri="{FF2B5EF4-FFF2-40B4-BE49-F238E27FC236}">
                <a16:creationId xmlns:a16="http://schemas.microsoft.com/office/drawing/2014/main" id="{273E4643-FB79-69FE-FAF3-D4780E2A4B63}"/>
              </a:ext>
            </a:extLst>
          </p:cNvPr>
          <p:cNvSpPr txBox="1"/>
          <p:nvPr/>
        </p:nvSpPr>
        <p:spPr>
          <a:xfrm>
            <a:off x="9" y="6601752"/>
            <a:ext cx="121919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100" dirty="0"/>
              <a:t>Justin Sperling | 07.11.2025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1B753B95-731C-6C84-759F-0119A1C5EE4D}"/>
              </a:ext>
            </a:extLst>
          </p:cNvPr>
          <p:cNvCxnSpPr>
            <a:cxnSpLocks/>
          </p:cNvCxnSpPr>
          <p:nvPr/>
        </p:nvCxnSpPr>
        <p:spPr>
          <a:xfrm>
            <a:off x="-364653" y="827513"/>
            <a:ext cx="12644673" cy="0"/>
          </a:xfrm>
          <a:prstGeom prst="straightConnector1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: Shape 2">
            <a:extLst>
              <a:ext uri="{FF2B5EF4-FFF2-40B4-BE49-F238E27FC236}">
                <a16:creationId xmlns:a16="http://schemas.microsoft.com/office/drawing/2014/main" id="{BD21B8E1-B93C-E6B1-1C7A-23C572ACEC9B}"/>
              </a:ext>
            </a:extLst>
          </p:cNvPr>
          <p:cNvSpPr/>
          <p:nvPr/>
        </p:nvSpPr>
        <p:spPr>
          <a:xfrm>
            <a:off x="859751" y="1202459"/>
            <a:ext cx="4109276" cy="2208253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de-DE" dirty="0">
                <a:solidFill>
                  <a:schemeClr val="bg1"/>
                </a:solidFill>
              </a:rPr>
              <a:t>In meinem letzten Praktikum habe ich mich schnell in neue Aufgaben eingearbeitet, so dass ich sie auch selbständig bearbeiten konnte                    </a:t>
            </a:r>
          </a:p>
        </p:txBody>
      </p:sp>
      <p:sp>
        <p:nvSpPr>
          <p:cNvPr id="26" name="Freeform: Shape 4">
            <a:extLst>
              <a:ext uri="{FF2B5EF4-FFF2-40B4-BE49-F238E27FC236}">
                <a16:creationId xmlns:a16="http://schemas.microsoft.com/office/drawing/2014/main" id="{D27628F9-5732-9AC2-913A-353C9BC76CEF}"/>
              </a:ext>
            </a:extLst>
          </p:cNvPr>
          <p:cNvSpPr/>
          <p:nvPr/>
        </p:nvSpPr>
        <p:spPr>
          <a:xfrm>
            <a:off x="7222973" y="1202459"/>
            <a:ext cx="4109276" cy="2208253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dirty="0"/>
              <a:t>Meine analytische Arbeitsweise zeigte sich z.B. bei der strukturierten Prüfung diverser Prüfungsgebiete</a:t>
            </a:r>
            <a:endParaRPr lang="de-DE" sz="1800" kern="1200" dirty="0"/>
          </a:p>
        </p:txBody>
      </p:sp>
      <p:sp>
        <p:nvSpPr>
          <p:cNvPr id="28" name="Freeform: Shape 5">
            <a:extLst>
              <a:ext uri="{FF2B5EF4-FFF2-40B4-BE49-F238E27FC236}">
                <a16:creationId xmlns:a16="http://schemas.microsoft.com/office/drawing/2014/main" id="{04D9F520-CF81-E451-8BC8-DF0199E6DBBC}"/>
              </a:ext>
            </a:extLst>
          </p:cNvPr>
          <p:cNvSpPr/>
          <p:nvPr/>
        </p:nvSpPr>
        <p:spPr>
          <a:xfrm>
            <a:off x="7222973" y="3891729"/>
            <a:ext cx="4109276" cy="2208253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800" kern="1200" dirty="0"/>
              <a:t>Durch meine Teamfähigkeit kann ich mich schnell in neue Teams einfügen und gut mit anderen zusammenarbeiten</a:t>
            </a:r>
          </a:p>
        </p:txBody>
      </p:sp>
      <p:sp>
        <p:nvSpPr>
          <p:cNvPr id="30" name="Freeform: Shape 6">
            <a:extLst>
              <a:ext uri="{FF2B5EF4-FFF2-40B4-BE49-F238E27FC236}">
                <a16:creationId xmlns:a16="http://schemas.microsoft.com/office/drawing/2014/main" id="{F49DB107-0F10-7D61-E21D-BDF133554892}"/>
              </a:ext>
            </a:extLst>
          </p:cNvPr>
          <p:cNvSpPr/>
          <p:nvPr/>
        </p:nvSpPr>
        <p:spPr>
          <a:xfrm>
            <a:off x="859751" y="3891729"/>
            <a:ext cx="4109276" cy="2208253"/>
          </a:xfrm>
          <a:custGeom>
            <a:avLst/>
            <a:gdLst>
              <a:gd name="connsiteX0" fmla="*/ 0 w 2084832"/>
              <a:gd name="connsiteY0" fmla="*/ 166787 h 1667865"/>
              <a:gd name="connsiteX1" fmla="*/ 166787 w 2084832"/>
              <a:gd name="connsiteY1" fmla="*/ 0 h 1667865"/>
              <a:gd name="connsiteX2" fmla="*/ 1918046 w 2084832"/>
              <a:gd name="connsiteY2" fmla="*/ 0 h 1667865"/>
              <a:gd name="connsiteX3" fmla="*/ 2084833 w 2084832"/>
              <a:gd name="connsiteY3" fmla="*/ 166787 h 1667865"/>
              <a:gd name="connsiteX4" fmla="*/ 2084832 w 2084832"/>
              <a:gd name="connsiteY4" fmla="*/ 1501079 h 1667865"/>
              <a:gd name="connsiteX5" fmla="*/ 1918045 w 2084832"/>
              <a:gd name="connsiteY5" fmla="*/ 1667866 h 1667865"/>
              <a:gd name="connsiteX6" fmla="*/ 166787 w 2084832"/>
              <a:gd name="connsiteY6" fmla="*/ 1667865 h 1667865"/>
              <a:gd name="connsiteX7" fmla="*/ 0 w 2084832"/>
              <a:gd name="connsiteY7" fmla="*/ 1501078 h 1667865"/>
              <a:gd name="connsiteX8" fmla="*/ 0 w 2084832"/>
              <a:gd name="connsiteY8" fmla="*/ 166787 h 166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4832" h="1667865">
                <a:moveTo>
                  <a:pt x="0" y="166787"/>
                </a:moveTo>
                <a:cubicBezTo>
                  <a:pt x="0" y="74673"/>
                  <a:pt x="74673" y="0"/>
                  <a:pt x="166787" y="0"/>
                </a:cubicBezTo>
                <a:lnTo>
                  <a:pt x="1918046" y="0"/>
                </a:lnTo>
                <a:cubicBezTo>
                  <a:pt x="2010160" y="0"/>
                  <a:pt x="2084833" y="74673"/>
                  <a:pt x="2084833" y="166787"/>
                </a:cubicBezTo>
                <a:cubicBezTo>
                  <a:pt x="2084833" y="611551"/>
                  <a:pt x="2084832" y="1056315"/>
                  <a:pt x="2084832" y="1501079"/>
                </a:cubicBezTo>
                <a:cubicBezTo>
                  <a:pt x="2084832" y="1593193"/>
                  <a:pt x="2010159" y="1667866"/>
                  <a:pt x="1918045" y="1667866"/>
                </a:cubicBezTo>
                <a:lnTo>
                  <a:pt x="166787" y="1667865"/>
                </a:lnTo>
                <a:cubicBezTo>
                  <a:pt x="74673" y="1667865"/>
                  <a:pt x="0" y="1593192"/>
                  <a:pt x="0" y="1501078"/>
                </a:cubicBezTo>
                <a:lnTo>
                  <a:pt x="0" y="166787"/>
                </a:lnTo>
                <a:close/>
              </a:path>
            </a:pathLst>
          </a:custGeom>
        </p:spPr>
        <p:style>
          <a:lnRef idx="2">
            <a:schemeClr val="lt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3140" tIns="83140" rIns="83140" bIns="83140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de-DE" sz="1800" kern="1200" dirty="0"/>
              <a:t>In Situationen mit größtem Arbeitsaufkommen erwies ich mich dauerhaft als belastbar und erzielte herausragende Arbeitsergebnisse 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DF69A4E-1419-ACDA-DD0D-786138491E52}"/>
              </a:ext>
            </a:extLst>
          </p:cNvPr>
          <p:cNvSpPr/>
          <p:nvPr/>
        </p:nvSpPr>
        <p:spPr>
          <a:xfrm>
            <a:off x="651353" y="1002082"/>
            <a:ext cx="726510" cy="6836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1C34C5E-D0E4-952B-4D91-BC58A721B3E6}"/>
              </a:ext>
            </a:extLst>
          </p:cNvPr>
          <p:cNvSpPr/>
          <p:nvPr/>
        </p:nvSpPr>
        <p:spPr>
          <a:xfrm>
            <a:off x="7027101" y="1002082"/>
            <a:ext cx="726510" cy="6836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E18D772-B41D-2806-DC2F-B23DBD13470B}"/>
              </a:ext>
            </a:extLst>
          </p:cNvPr>
          <p:cNvSpPr/>
          <p:nvPr/>
        </p:nvSpPr>
        <p:spPr>
          <a:xfrm>
            <a:off x="7027101" y="3611089"/>
            <a:ext cx="726510" cy="6836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2DF0823-700C-3170-AD21-5792DDBE491C}"/>
              </a:ext>
            </a:extLst>
          </p:cNvPr>
          <p:cNvSpPr/>
          <p:nvPr/>
        </p:nvSpPr>
        <p:spPr>
          <a:xfrm>
            <a:off x="651353" y="3611089"/>
            <a:ext cx="726510" cy="683606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0" name="TextBox 19">
            <a:extLst>
              <a:ext uri="{FF2B5EF4-FFF2-40B4-BE49-F238E27FC236}">
                <a16:creationId xmlns:a16="http://schemas.microsoft.com/office/drawing/2014/main" id="{B590409F-375E-CC86-86C5-31313B654C8F}"/>
              </a:ext>
            </a:extLst>
          </p:cNvPr>
          <p:cNvSpPr txBox="1"/>
          <p:nvPr/>
        </p:nvSpPr>
        <p:spPr>
          <a:xfrm>
            <a:off x="1430054" y="1210041"/>
            <a:ext cx="2968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lernbereit</a:t>
            </a:r>
          </a:p>
        </p:txBody>
      </p:sp>
      <p:sp>
        <p:nvSpPr>
          <p:cNvPr id="4" name="TextBox 19">
            <a:extLst>
              <a:ext uri="{FF2B5EF4-FFF2-40B4-BE49-F238E27FC236}">
                <a16:creationId xmlns:a16="http://schemas.microsoft.com/office/drawing/2014/main" id="{89B0E1DB-D55F-DBD3-1E0A-9120F59EE5D4}"/>
              </a:ext>
            </a:extLst>
          </p:cNvPr>
          <p:cNvSpPr txBox="1"/>
          <p:nvPr/>
        </p:nvSpPr>
        <p:spPr>
          <a:xfrm>
            <a:off x="7793277" y="1210041"/>
            <a:ext cx="2968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analytisch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5810F7A4-0D5D-3CFF-7504-765074D6B6F3}"/>
              </a:ext>
            </a:extLst>
          </p:cNvPr>
          <p:cNvSpPr txBox="1"/>
          <p:nvPr/>
        </p:nvSpPr>
        <p:spPr>
          <a:xfrm>
            <a:off x="1428502" y="3902118"/>
            <a:ext cx="2968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belastbar</a:t>
            </a: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A77D1A7-99B3-556C-D17B-6D0CB56BA605}"/>
              </a:ext>
            </a:extLst>
          </p:cNvPr>
          <p:cNvSpPr txBox="1"/>
          <p:nvPr/>
        </p:nvSpPr>
        <p:spPr>
          <a:xfrm>
            <a:off x="7793276" y="3891729"/>
            <a:ext cx="2968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>
                <a:solidFill>
                  <a:schemeClr val="bg1"/>
                </a:solidFill>
              </a:rPr>
              <a:t>teamfähig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2BA4D691-AC35-8722-D49E-2048EBB328C7}"/>
              </a:ext>
            </a:extLst>
          </p:cNvPr>
          <p:cNvSpPr txBox="1">
            <a:spLocks/>
          </p:cNvSpPr>
          <p:nvPr/>
        </p:nvSpPr>
        <p:spPr>
          <a:xfrm>
            <a:off x="0" y="-23685"/>
            <a:ext cx="12192000" cy="8581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900" b="1" dirty="0">
                <a:solidFill>
                  <a:schemeClr val="tx2"/>
                </a:solidFill>
              </a:rPr>
              <a:t>Stärken, die wirken – wie ich Mehrwert bei UNITY schaffe</a:t>
            </a:r>
          </a:p>
        </p:txBody>
      </p:sp>
    </p:spTree>
    <p:extLst>
      <p:ext uri="{BB962C8B-B14F-4D97-AF65-F5344CB8AC3E}">
        <p14:creationId xmlns:p14="http://schemas.microsoft.com/office/powerpoint/2010/main" val="324256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</Words>
  <Application>Microsoft Office PowerPoint</Application>
  <PresentationFormat>Breitbild</PresentationFormat>
  <Paragraphs>41</Paragraphs>
  <Slides>3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4" baseType="lpstr"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Mein Werdegang </dc:title>
  <dc:creator>Justin Sperling</dc:creator>
  <cp:lastModifiedBy>Justin Sperling</cp:lastModifiedBy>
  <cp:revision>14</cp:revision>
  <dcterms:created xsi:type="dcterms:W3CDTF">2025-11-03T20:51:29Z</dcterms:created>
  <dcterms:modified xsi:type="dcterms:W3CDTF">2025-11-05T23:17:30Z</dcterms:modified>
</cp:coreProperties>
</file>
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92"/>
  </p:normalViewPr>
  <p:slideViewPr>
    <p:cSldViewPr snapToGrid="0" snapToObjects="1" showGuides="1">
      <p:cViewPr varScale="1">
        <p:scale>
          <a:sx n="106" d="100"/>
          <a:sy n="106" d="100"/>
        </p:scale>
        <p:origin x="792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98F6EF-500D-BE41-9CA4-F95ACF39A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7887475-D3D9-9E45-8D4B-5B019CEDE2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0474A8B-684B-7244-81DC-E8720F6D7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DE5A91-86BA-1647-95C9-2F057B5B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BAF414-32E2-8A42-B0C2-8DAFB216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84906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27F4E0-132C-904E-9C84-32AFFE109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F5CE364-5394-2449-A0A9-266152AFB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2D7F43F-AEE3-7046-85C1-AA6B1D14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42B9A9-4877-E94F-AA97-5AF88921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9052B4-7715-FB48-80D5-050880CE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85514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072DDD-6546-3D48-ABD6-4A59A0951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584C14-5706-5B4A-8342-193449A79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E11D00-DD12-6B49-A7A3-CB984AC67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D00349-2989-5A40-AAA4-F0403123B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02EAB7-5870-EF4A-8932-0D67A2094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56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710870-7D86-EA43-BF45-D186FC0CE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92F61ED-2B87-A64C-A6C2-7D422DB8A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7F0325-5A27-554D-8EEF-8D3CA60316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20BDC9A-1BFE-044B-9FBD-EEB7CA0D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6F084CA-C5E8-EF41-A7F2-9CF28B55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DDFD6E-BCCB-E34C-8E2B-8D5808B1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833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85F626-C66C-A343-9D7C-56A8CDBCC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19BD90-3FE5-994D-BF8F-A11582554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58B3F61-071A-9147-9BE9-614092DAA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CBEDBD1-9E09-C34C-8D53-AE2EBCA134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30DBB54-3B33-1E4A-A72C-288190A0A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B95B73C-77C0-6B43-AA71-E8CD774A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F2152F6-BBA3-854C-B9BC-A6AA097A1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216A902-BD2D-674A-B421-477B738B1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792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84037-E21B-D140-9C00-9E48F92C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E0EED50-CE75-9B48-A1A1-9B769E9D9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2444A2E-8818-284D-A7BF-92BA05692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EB32C6E-6265-F643-88A8-E3C087217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544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D24B729-0F30-9A48-B68A-893F5CBD7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F87BBA7-EFCB-FD4D-ABCB-7691FF9B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C05BAC8-4A09-D945-BBF5-8E3077EC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9306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26E528-F629-8844-89F4-826147D67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3EDC2A2-2C3A-3047-8DBE-16468DB73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E11664F-1827-6443-A60F-F60655585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72BBF26-8F61-CF4D-84B0-5C7D6CF9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D767B4-9F52-134B-99C3-72ABF2A3B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57A6595-E47F-F745-808E-A35530BD0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07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899118-066E-3040-80E8-99E4CA99B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A8333D2-76EE-B848-BBCC-532E6E297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AD657F6-C5F4-854C-A8D9-85BB674B5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0AC8994-522F-374B-A2A8-A7ADB6C6A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BE5F762-0481-714C-9FC9-6D73B0E5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F660E6B-6AD6-AD40-BD75-A90B03B3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004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FFEC90-7CA4-FB42-8CC2-389E39A3E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84F4AC-220C-7146-A071-6D82072755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0B39BD-B6ED-CC47-9CDC-D5BEC812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A3A9CC-541E-E840-967B-85258B336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B733A1F-123F-1D47-8385-1B6B852D9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70169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471861DA-47B0-B54E-B8CE-EF571AE583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C3E3C80-AB4B-2D4F-9261-66206C77B0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5BB8BE4-B6A9-5544-83F9-D43122FFB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88A3E72-649D-8649-B2B6-359C3C64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7BAD7C-8911-C84C-AAD0-4CFDBDF3A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9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421B755-D98C-EB46-8A9C-E09BA74E0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45EF53D-B6B1-574C-A294-2E6995368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D90984-7C65-DE4A-A5CA-A0E782E380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E1C60-7948-AF47-A935-8C892E925D18}" type="datetimeFigureOut">
              <a:rPr lang="de-DE" smtClean="0"/>
              <a:t>09.04.24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8E37532-8096-7942-B8E7-DEC7B30969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3761326-9D26-884C-A987-631FBD2A9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24EF8-2B27-024C-9859-2E5354B03F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513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D2994F4-6535-4031-80FF-18A9574E72D7}"/>
              </a:ext>
            </a:extLst>
          </p:cNvPr>
          <p:cNvSpPr/>
          <p:nvPr/>
        </p:nvSpPr>
        <p:spPr>
          <a:xfrm>
            <a:off x="1025595" y="1359559"/>
            <a:ext cx="3140000" cy="1756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sp>
        <p:nvSpPr>
          <p:cNvPr id="20" name="Rechteck 4">
            <a:extLst>
              <a:ext uri="{FF2B5EF4-FFF2-40B4-BE49-F238E27FC236}">
                <a16:creationId xmlns:a16="http://schemas.microsoft.com/office/drawing/2014/main" id="{A97D0136-2ABD-5CFA-E2CB-D34D6BF9C42E}"/>
              </a:ext>
            </a:extLst>
          </p:cNvPr>
          <p:cNvSpPr/>
          <p:nvPr/>
        </p:nvSpPr>
        <p:spPr>
          <a:xfrm>
            <a:off x="701595" y="1039606"/>
            <a:ext cx="648000" cy="648000"/>
          </a:xfrm>
          <a:prstGeom prst="ellipse">
            <a:avLst/>
          </a:prstGeom>
          <a:solidFill>
            <a:schemeClr val="bg1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cxnSp>
        <p:nvCxnSpPr>
          <p:cNvPr id="27" name="Straight Connector 18">
            <a:extLst>
              <a:ext uri="{FF2B5EF4-FFF2-40B4-BE49-F238E27FC236}">
                <a16:creationId xmlns:a16="http://schemas.microsoft.com/office/drawing/2014/main" id="{4439000E-5911-476A-A730-C774E4CE518B}"/>
              </a:ext>
            </a:extLst>
          </p:cNvPr>
          <p:cNvCxnSpPr/>
          <p:nvPr/>
        </p:nvCxnSpPr>
        <p:spPr>
          <a:xfrm>
            <a:off x="0" y="942400"/>
            <a:ext cx="12192000" cy="0"/>
          </a:xfrm>
          <a:prstGeom prst="line">
            <a:avLst/>
          </a:prstGeom>
          <a:ln w="22225">
            <a:solidFill>
              <a:srgbClr val="00414B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Title 1">
            <a:extLst>
              <a:ext uri="{FF2B5EF4-FFF2-40B4-BE49-F238E27FC236}">
                <a16:creationId xmlns:a16="http://schemas.microsoft.com/office/drawing/2014/main" id="{E1933DB5-C541-4BF0-92E5-9634DE8376EB}"/>
              </a:ext>
            </a:extLst>
          </p:cNvPr>
          <p:cNvSpPr txBox="1">
            <a:spLocks/>
          </p:cNvSpPr>
          <p:nvPr/>
        </p:nvSpPr>
        <p:spPr>
          <a:xfrm>
            <a:off x="442913" y="289325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00" dirty="0"/>
              <a:t>0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013ED5EC-1555-447F-AF77-455C05BC6595}"/>
              </a:ext>
            </a:extLst>
          </p:cNvPr>
          <p:cNvSpPr txBox="1">
            <a:spLocks/>
          </p:cNvSpPr>
          <p:nvPr/>
        </p:nvSpPr>
        <p:spPr>
          <a:xfrm>
            <a:off x="595313" y="203189"/>
            <a:ext cx="11306174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3000" b="0" kern="1200" spc="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dirty="0">
                <a:latin typeface="Arial Nova" panose="020B0504020202020204" pitchFamily="34" charset="0"/>
              </a:rPr>
              <a:t>Eine interdisziplinäre Lehre sowie Vorerfahrungen im Bereich der Beratung ermöglichen mir optimale Vorrausetzungen für die CBC</a:t>
            </a:r>
            <a:endParaRPr lang="de-DE" sz="2700" dirty="0">
              <a:latin typeface="Arial Nova" panose="020B0504020202020204" pitchFamily="34" charset="0"/>
            </a:endParaRPr>
          </a:p>
        </p:txBody>
      </p:sp>
      <p:sp>
        <p:nvSpPr>
          <p:cNvPr id="94" name="Rechteck 93">
            <a:extLst>
              <a:ext uri="{FF2B5EF4-FFF2-40B4-BE49-F238E27FC236}">
                <a16:creationId xmlns:a16="http://schemas.microsoft.com/office/drawing/2014/main" id="{DFCDDD7A-F94D-490D-BB6E-A49A7D09D7D1}"/>
              </a:ext>
            </a:extLst>
          </p:cNvPr>
          <p:cNvSpPr/>
          <p:nvPr/>
        </p:nvSpPr>
        <p:spPr>
          <a:xfrm>
            <a:off x="9120830" y="2370399"/>
            <a:ext cx="2955098" cy="2117201"/>
          </a:xfrm>
          <a:prstGeom prst="rect">
            <a:avLst/>
          </a:prstGeom>
          <a:solidFill>
            <a:srgbClr val="00414B"/>
          </a:solidFill>
          <a:ln w="25400">
            <a:solidFill>
              <a:srgbClr val="FFE9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sz="1600" b="1" dirty="0">
                <a:solidFill>
                  <a:schemeClr val="bg1"/>
                </a:solidFill>
                <a:latin typeface="Arial Nova" panose="020B0504020202020204" pitchFamily="34" charset="0"/>
              </a:rPr>
              <a:t>Bei der CBC habe ich die Möglichkeit ganz neue Einblicke in den Bereich des In-house Consulting zu erhalten und diese besondere Institution in Zeiten des Wandels zu begleiten.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AD6E10D4-E9B7-4DBD-B7F7-6A51DDE28612}"/>
              </a:ext>
            </a:extLst>
          </p:cNvPr>
          <p:cNvSpPr/>
          <p:nvPr/>
        </p:nvSpPr>
        <p:spPr>
          <a:xfrm rot="16200000">
            <a:off x="4718616" y="-571015"/>
            <a:ext cx="648000" cy="8034043"/>
          </a:xfrm>
          <a:prstGeom prst="downArrow">
            <a:avLst>
              <a:gd name="adj1" fmla="val 42288"/>
              <a:gd name="adj2" fmla="val 50000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phic 5" descr="Bücher mit einfarbiger Füllung">
            <a:extLst>
              <a:ext uri="{FF2B5EF4-FFF2-40B4-BE49-F238E27FC236}">
                <a16:creationId xmlns:a16="http://schemas.microsoft.com/office/drawing/2014/main" id="{0151CF8B-AC84-4EFB-90B3-29CA1AE436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01595" y="1039606"/>
            <a:ext cx="648000" cy="648000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3846EE9-6355-244B-9E7A-36C8ACD25A3C}"/>
              </a:ext>
            </a:extLst>
          </p:cNvPr>
          <p:cNvSpPr txBox="1"/>
          <p:nvPr/>
        </p:nvSpPr>
        <p:spPr>
          <a:xfrm>
            <a:off x="8756073" y="67333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89BE1D-0150-3143-8A3E-48B124CCD9AF}"/>
              </a:ext>
            </a:extLst>
          </p:cNvPr>
          <p:cNvSpPr txBox="1"/>
          <p:nvPr/>
        </p:nvSpPr>
        <p:spPr>
          <a:xfrm>
            <a:off x="5805055" y="669174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58079CAC-C791-5E49-939B-3E3C21BF9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Selbstpräsentation Max Schwalbe 10.04.2024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787960-5E22-3621-2F34-27C743C5D84D}"/>
              </a:ext>
            </a:extLst>
          </p:cNvPr>
          <p:cNvCxnSpPr/>
          <p:nvPr/>
        </p:nvCxnSpPr>
        <p:spPr>
          <a:xfrm>
            <a:off x="1025595" y="1824427"/>
            <a:ext cx="31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F93F95D-B18A-BB4F-AD72-9B60489E41A5}"/>
              </a:ext>
            </a:extLst>
          </p:cNvPr>
          <p:cNvSpPr txBox="1"/>
          <p:nvPr/>
        </p:nvSpPr>
        <p:spPr>
          <a:xfrm>
            <a:off x="1385048" y="1334964"/>
            <a:ext cx="2780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  <a:t>Studium der Wirtschaftswissenschaften</a:t>
            </a:r>
            <a:endParaRPr lang="de-DE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F3B185-3838-FEEE-7BAF-FB4D85202635}"/>
              </a:ext>
            </a:extLst>
          </p:cNvPr>
          <p:cNvSpPr txBox="1"/>
          <p:nvPr/>
        </p:nvSpPr>
        <p:spPr>
          <a:xfrm>
            <a:off x="1057196" y="1863489"/>
            <a:ext cx="310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  <a:t>Ganzheitliche sowie interdisziplinärer</a:t>
            </a:r>
          </a:p>
          <a:p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  <a:t>Lehre durch Module wie Mathematik, Statistik, Rechnungswesen und Finanzwirtschaft 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7ADCF469-4C30-4642-A45F-8DD4CC16B573}"/>
              </a:ext>
            </a:extLst>
          </p:cNvPr>
          <p:cNvSpPr/>
          <p:nvPr/>
        </p:nvSpPr>
        <p:spPr>
          <a:xfrm>
            <a:off x="5366616" y="1359559"/>
            <a:ext cx="3140000" cy="1756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sp>
        <p:nvSpPr>
          <p:cNvPr id="33" name="Rechteck 4">
            <a:extLst>
              <a:ext uri="{FF2B5EF4-FFF2-40B4-BE49-F238E27FC236}">
                <a16:creationId xmlns:a16="http://schemas.microsoft.com/office/drawing/2014/main" id="{8C54312F-808B-8D44-B3CD-FF262ED31BAE}"/>
              </a:ext>
            </a:extLst>
          </p:cNvPr>
          <p:cNvSpPr/>
          <p:nvPr/>
        </p:nvSpPr>
        <p:spPr>
          <a:xfrm>
            <a:off x="5042616" y="1039606"/>
            <a:ext cx="648000" cy="648000"/>
          </a:xfrm>
          <a:prstGeom prst="ellipse">
            <a:avLst/>
          </a:prstGeom>
          <a:solidFill>
            <a:schemeClr val="bg1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pic>
        <p:nvPicPr>
          <p:cNvPr id="36" name="Graphic 5" descr="Präsentation mit Organigramm mit einfarbiger Füllung">
            <a:extLst>
              <a:ext uri="{FF2B5EF4-FFF2-40B4-BE49-F238E27FC236}">
                <a16:creationId xmlns:a16="http://schemas.microsoft.com/office/drawing/2014/main" id="{4707CCFD-B8B8-3B4D-BB81-E4FFB5CCC7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42616" y="1039606"/>
            <a:ext cx="648000" cy="648000"/>
          </a:xfrm>
          <a:prstGeom prst="rect">
            <a:avLst/>
          </a:prstGeom>
        </p:spPr>
      </p:pic>
      <p:cxnSp>
        <p:nvCxnSpPr>
          <p:cNvPr id="37" name="Straight Connector 10">
            <a:extLst>
              <a:ext uri="{FF2B5EF4-FFF2-40B4-BE49-F238E27FC236}">
                <a16:creationId xmlns:a16="http://schemas.microsoft.com/office/drawing/2014/main" id="{60414918-5C2E-534B-AD1F-C79B9BC4A290}"/>
              </a:ext>
            </a:extLst>
          </p:cNvPr>
          <p:cNvCxnSpPr/>
          <p:nvPr/>
        </p:nvCxnSpPr>
        <p:spPr>
          <a:xfrm>
            <a:off x="5366616" y="1824427"/>
            <a:ext cx="31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14">
            <a:extLst>
              <a:ext uri="{FF2B5EF4-FFF2-40B4-BE49-F238E27FC236}">
                <a16:creationId xmlns:a16="http://schemas.microsoft.com/office/drawing/2014/main" id="{FAB46598-3A1A-CD47-83ED-B5E1DBB0519A}"/>
              </a:ext>
            </a:extLst>
          </p:cNvPr>
          <p:cNvSpPr txBox="1"/>
          <p:nvPr/>
        </p:nvSpPr>
        <p:spPr>
          <a:xfrm>
            <a:off x="5726069" y="1334964"/>
            <a:ext cx="2780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Praktikum bei Ernst&amp; Young im Audit</a:t>
            </a:r>
            <a:endParaRPr lang="de-DE" sz="1400" dirty="0"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D387AF01-8563-174D-BEBA-45DF3AF7B191}"/>
              </a:ext>
            </a:extLst>
          </p:cNvPr>
          <p:cNvSpPr txBox="1"/>
          <p:nvPr/>
        </p:nvSpPr>
        <p:spPr>
          <a:xfrm>
            <a:off x="5398217" y="1863489"/>
            <a:ext cx="31084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latin typeface="Arial Nova" panose="020F0502020204030204" pitchFamily="34" charset="0"/>
              </a:rPr>
              <a:t>Ab meinem ersten Arbeitstag konnte ich Verantwortung übernehmen und war maßgeblich an der Prüfung sowie an Inventurbeobachtungen beteiligt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707C460-0E9C-8942-97D0-730E8B7EC5FD}"/>
              </a:ext>
            </a:extLst>
          </p:cNvPr>
          <p:cNvSpPr/>
          <p:nvPr/>
        </p:nvSpPr>
        <p:spPr>
          <a:xfrm>
            <a:off x="1353447" y="4023789"/>
            <a:ext cx="3140000" cy="1756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sp>
        <p:nvSpPr>
          <p:cNvPr id="41" name="Rechteck 4">
            <a:extLst>
              <a:ext uri="{FF2B5EF4-FFF2-40B4-BE49-F238E27FC236}">
                <a16:creationId xmlns:a16="http://schemas.microsoft.com/office/drawing/2014/main" id="{5639F0A4-F1D8-0F4A-9FD0-FD518DAA83D0}"/>
              </a:ext>
            </a:extLst>
          </p:cNvPr>
          <p:cNvSpPr/>
          <p:nvPr/>
        </p:nvSpPr>
        <p:spPr>
          <a:xfrm>
            <a:off x="1029447" y="3703836"/>
            <a:ext cx="648000" cy="648000"/>
          </a:xfrm>
          <a:prstGeom prst="ellipse">
            <a:avLst/>
          </a:prstGeom>
          <a:solidFill>
            <a:schemeClr val="bg1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pic>
        <p:nvPicPr>
          <p:cNvPr id="42" name="Graphic 5" descr="Gruppenbrainstorming mit einfarbiger Füllung">
            <a:extLst>
              <a:ext uri="{FF2B5EF4-FFF2-40B4-BE49-F238E27FC236}">
                <a16:creationId xmlns:a16="http://schemas.microsoft.com/office/drawing/2014/main" id="{7BEA86C7-E8ED-2F44-BAB3-56F82BF93F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29447" y="3703836"/>
            <a:ext cx="648000" cy="648000"/>
          </a:xfrm>
          <a:prstGeom prst="rect">
            <a:avLst/>
          </a:prstGeom>
        </p:spPr>
      </p:pic>
      <p:cxnSp>
        <p:nvCxnSpPr>
          <p:cNvPr id="43" name="Straight Connector 10">
            <a:extLst>
              <a:ext uri="{FF2B5EF4-FFF2-40B4-BE49-F238E27FC236}">
                <a16:creationId xmlns:a16="http://schemas.microsoft.com/office/drawing/2014/main" id="{2669CAD4-EA4D-1747-8872-3DCF0CB016DE}"/>
              </a:ext>
            </a:extLst>
          </p:cNvPr>
          <p:cNvCxnSpPr/>
          <p:nvPr/>
        </p:nvCxnSpPr>
        <p:spPr>
          <a:xfrm>
            <a:off x="1353447" y="4488657"/>
            <a:ext cx="31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14">
            <a:extLst>
              <a:ext uri="{FF2B5EF4-FFF2-40B4-BE49-F238E27FC236}">
                <a16:creationId xmlns:a16="http://schemas.microsoft.com/office/drawing/2014/main" id="{E1227165-AE14-AD44-98F8-30DD929B5826}"/>
              </a:ext>
            </a:extLst>
          </p:cNvPr>
          <p:cNvSpPr txBox="1"/>
          <p:nvPr/>
        </p:nvSpPr>
        <p:spPr>
          <a:xfrm>
            <a:off x="1712900" y="3999194"/>
            <a:ext cx="27805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Engagement bei</a:t>
            </a:r>
          </a:p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einer studentischen UB</a:t>
            </a:r>
            <a:endParaRPr lang="de-DE" sz="1400" dirty="0"/>
          </a:p>
        </p:txBody>
      </p:sp>
      <p:sp>
        <p:nvSpPr>
          <p:cNvPr id="45" name="TextBox 18">
            <a:extLst>
              <a:ext uri="{FF2B5EF4-FFF2-40B4-BE49-F238E27FC236}">
                <a16:creationId xmlns:a16="http://schemas.microsoft.com/office/drawing/2014/main" id="{92609F77-B3DF-3B4F-ABCC-180F9B0100A6}"/>
              </a:ext>
            </a:extLst>
          </p:cNvPr>
          <p:cNvSpPr txBox="1"/>
          <p:nvPr/>
        </p:nvSpPr>
        <p:spPr>
          <a:xfrm>
            <a:off x="1385048" y="4527719"/>
            <a:ext cx="310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Ausbau meiner Interessen </a:t>
            </a:r>
            <a:r>
              <a:rPr lang="de-DE" sz="1400" dirty="0">
                <a:latin typeface="Arial Nova" panose="020F0502020204030204" pitchFamily="34" charset="0"/>
              </a:rPr>
              <a:t>für die </a:t>
            </a: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Wirtschaft und die Beratung durch die Mitarbeit bei verschiedenen Projekten </a:t>
            </a: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C2F4E2A-2A06-ED4D-BF18-245397B16E23}"/>
              </a:ext>
            </a:extLst>
          </p:cNvPr>
          <p:cNvSpPr/>
          <p:nvPr/>
        </p:nvSpPr>
        <p:spPr>
          <a:xfrm>
            <a:off x="5690616" y="4023789"/>
            <a:ext cx="3140000" cy="175685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sp>
        <p:nvSpPr>
          <p:cNvPr id="47" name="Rechteck 4">
            <a:extLst>
              <a:ext uri="{FF2B5EF4-FFF2-40B4-BE49-F238E27FC236}">
                <a16:creationId xmlns:a16="http://schemas.microsoft.com/office/drawing/2014/main" id="{8E6B6D46-1C00-AF4A-B974-EE428D35530B}"/>
              </a:ext>
            </a:extLst>
          </p:cNvPr>
          <p:cNvSpPr/>
          <p:nvPr/>
        </p:nvSpPr>
        <p:spPr>
          <a:xfrm>
            <a:off x="5366616" y="3703836"/>
            <a:ext cx="648000" cy="648000"/>
          </a:xfrm>
          <a:prstGeom prst="ellipse">
            <a:avLst/>
          </a:prstGeom>
          <a:solidFill>
            <a:schemeClr val="bg1"/>
          </a:solidFill>
          <a:ln>
            <a:solidFill>
              <a:srgbClr val="D9D9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b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  <a:cs typeface="Arial Nova" panose="020F0502020204030204" pitchFamily="34" charset="0"/>
              </a:rPr>
            </a:b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  <p:pic>
        <p:nvPicPr>
          <p:cNvPr id="48" name="Graphic 5" descr="Playbook mit einfarbiger Füllung">
            <a:extLst>
              <a:ext uri="{FF2B5EF4-FFF2-40B4-BE49-F238E27FC236}">
                <a16:creationId xmlns:a16="http://schemas.microsoft.com/office/drawing/2014/main" id="{88D1759C-92A3-BD40-883B-1A7EC8CFF38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366616" y="3703836"/>
            <a:ext cx="648000" cy="648000"/>
          </a:xfrm>
          <a:prstGeom prst="rect">
            <a:avLst/>
          </a:prstGeom>
        </p:spPr>
      </p:pic>
      <p:cxnSp>
        <p:nvCxnSpPr>
          <p:cNvPr id="49" name="Straight Connector 10">
            <a:extLst>
              <a:ext uri="{FF2B5EF4-FFF2-40B4-BE49-F238E27FC236}">
                <a16:creationId xmlns:a16="http://schemas.microsoft.com/office/drawing/2014/main" id="{90EC51D5-B4A4-CA48-BABD-1726C172D45E}"/>
              </a:ext>
            </a:extLst>
          </p:cNvPr>
          <p:cNvCxnSpPr/>
          <p:nvPr/>
        </p:nvCxnSpPr>
        <p:spPr>
          <a:xfrm>
            <a:off x="5690616" y="4488657"/>
            <a:ext cx="31400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14">
            <a:extLst>
              <a:ext uri="{FF2B5EF4-FFF2-40B4-BE49-F238E27FC236}">
                <a16:creationId xmlns:a16="http://schemas.microsoft.com/office/drawing/2014/main" id="{7D302C17-C888-9241-BF1E-027FDBD5895F}"/>
              </a:ext>
            </a:extLst>
          </p:cNvPr>
          <p:cNvSpPr txBox="1"/>
          <p:nvPr/>
        </p:nvSpPr>
        <p:spPr>
          <a:xfrm>
            <a:off x="6050069" y="3999194"/>
            <a:ext cx="27805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b="1" dirty="0">
                <a:solidFill>
                  <a:schemeClr val="tx1"/>
                </a:solidFill>
                <a:latin typeface="Arial Nova" panose="020F0502020204030204" pitchFamily="34" charset="0"/>
              </a:rPr>
              <a:t>Praktikum bei HPP im Consulting</a:t>
            </a:r>
            <a:endParaRPr lang="de-DE" sz="1400" dirty="0"/>
          </a:p>
        </p:txBody>
      </p:sp>
      <p:sp>
        <p:nvSpPr>
          <p:cNvPr id="51" name="TextBox 18">
            <a:extLst>
              <a:ext uri="{FF2B5EF4-FFF2-40B4-BE49-F238E27FC236}">
                <a16:creationId xmlns:a16="http://schemas.microsoft.com/office/drawing/2014/main" id="{0CC50706-42FF-D84B-8447-E6313CD33A86}"/>
              </a:ext>
            </a:extLst>
          </p:cNvPr>
          <p:cNvSpPr txBox="1"/>
          <p:nvPr/>
        </p:nvSpPr>
        <p:spPr>
          <a:xfrm>
            <a:off x="5722217" y="4527719"/>
            <a:ext cx="31392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Mitarbeit bei der Definition von Vertriebsprozessen eines Telekommunikationsdienstleisters im Bereich </a:t>
            </a:r>
            <a:r>
              <a:rPr lang="de-DE" sz="1400" dirty="0" err="1">
                <a:solidFill>
                  <a:schemeClr val="tx1"/>
                </a:solidFill>
                <a:latin typeface="Arial Nova" panose="020F0502020204030204" pitchFamily="34" charset="0"/>
              </a:rPr>
              <a:t>Direct</a:t>
            </a: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 </a:t>
            </a:r>
            <a:r>
              <a:rPr lang="de-DE" sz="1400" dirty="0" err="1">
                <a:solidFill>
                  <a:schemeClr val="tx1"/>
                </a:solidFill>
                <a:latin typeface="Arial Nova" panose="020F0502020204030204" pitchFamily="34" charset="0"/>
              </a:rPr>
              <a:t>Sales</a:t>
            </a:r>
            <a:r>
              <a:rPr lang="de-DE" sz="1400" dirty="0">
                <a:solidFill>
                  <a:schemeClr val="tx1"/>
                </a:solidFill>
                <a:latin typeface="Arial Nova" panose="020F0502020204030204" pitchFamily="34" charset="0"/>
              </a:rPr>
              <a:t> &amp; Erstellung eines vertrieblichen Einsatzplans</a:t>
            </a:r>
            <a:endParaRPr lang="de-DE" sz="1400" dirty="0">
              <a:solidFill>
                <a:schemeClr val="tx1"/>
              </a:solidFill>
              <a:latin typeface="Arial Nova" panose="020F0502020204030204" pitchFamily="34" charset="0"/>
              <a:cs typeface="Arial Nov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855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</Words>
  <Application>Microsoft Macintosh PowerPoint</Application>
  <PresentationFormat>Breitbild</PresentationFormat>
  <Paragraphs>22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Arial Nova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Max Schwalbe</dc:creator>
  <cp:lastModifiedBy>Max Schwalbe</cp:lastModifiedBy>
  <cp:revision>1</cp:revision>
  <dcterms:created xsi:type="dcterms:W3CDTF">2024-04-09T10:40:40Z</dcterms:created>
  <dcterms:modified xsi:type="dcterms:W3CDTF">2024-04-09T10:41:19Z</dcterms:modified>
</cp:coreProperties>
</file>
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"/>
  </p:notesMasterIdLst>
  <p:handoutMasterIdLst>
    <p:handoutMasterId r:id="rId5"/>
  </p:handoutMasterIdLst>
  <p:sldIdLst>
    <p:sldId id="266" r:id="rId2"/>
    <p:sldId id="267" r:id="rId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FC79"/>
    <a:srgbClr val="E77600"/>
    <a:srgbClr val="FFFD78"/>
    <a:srgbClr val="8500ED"/>
    <a:srgbClr val="FF2600"/>
    <a:srgbClr val="FF9700"/>
    <a:srgbClr val="00FA00"/>
    <a:srgbClr val="FF8AD8"/>
    <a:srgbClr val="00FDFF"/>
    <a:srgbClr val="FFA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90"/>
    <p:restoredTop sz="94706"/>
  </p:normalViewPr>
  <p:slideViewPr>
    <p:cSldViewPr>
      <p:cViewPr>
        <p:scale>
          <a:sx n="121" d="100"/>
          <a:sy n="121" d="100"/>
        </p:scale>
        <p:origin x="928" y="-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396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31D9F8-0A41-BA21-11B8-A5EE33FFDA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2ADA7-1D1D-1947-A573-AE15F92674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A647F-7E8F-5745-9DF9-915CE2908A3B}" type="datetimeFigureOut">
              <a:rPr lang="en-DE" smtClean="0"/>
              <a:t>25.01.23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A495FB-F169-CE0C-8E5E-B77B2178FE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61698-3A5C-435C-8A5B-9587BE9BDD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A3738-E83C-534C-AB4A-D097FEA1AF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93287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D3235-D9BB-AF48-838D-2C3BFFFB1073}" type="datetimeFigureOut">
              <a:rPr lang="en-DE" smtClean="0"/>
              <a:t>25.01.23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2547C3-A844-184D-B31A-CEFF27BDAA4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3641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547C3-A844-184D-B31A-CEFF27BDAA41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2259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547C3-A844-184D-B31A-CEFF27BDAA41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28845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>
            <a:grpSpLocks/>
          </p:cNvGrpSpPr>
          <p:nvPr userDrawn="1"/>
        </p:nvGrpSpPr>
        <p:grpSpPr bwMode="auto">
          <a:xfrm>
            <a:off x="0" y="5424788"/>
            <a:ext cx="9144000" cy="1433213"/>
            <a:chOff x="0" y="3189"/>
            <a:chExt cx="6736" cy="1572"/>
          </a:xfrm>
          <a:solidFill>
            <a:schemeClr val="accent6"/>
          </a:solidFill>
        </p:grpSpPr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0" y="3189"/>
              <a:ext cx="6736" cy="15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361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20" name="Group 15"/>
            <p:cNvGrpSpPr>
              <a:grpSpLocks/>
            </p:cNvGrpSpPr>
            <p:nvPr/>
          </p:nvGrpSpPr>
          <p:grpSpPr bwMode="auto">
            <a:xfrm>
              <a:off x="0" y="3189"/>
              <a:ext cx="6736" cy="68"/>
              <a:chOff x="0" y="3189"/>
              <a:chExt cx="6736" cy="68"/>
            </a:xfrm>
            <a:grpFill/>
          </p:grpSpPr>
          <p:sp>
            <p:nvSpPr>
              <p:cNvPr id="21" name="Rectangle 16"/>
              <p:cNvSpPr>
                <a:spLocks noChangeArrowheads="1"/>
              </p:cNvSpPr>
              <p:nvPr/>
            </p:nvSpPr>
            <p:spPr bwMode="auto">
              <a:xfrm>
                <a:off x="0" y="3189"/>
                <a:ext cx="6733" cy="23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de-DE" sz="136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22" name="Rectangle 17"/>
              <p:cNvSpPr>
                <a:spLocks noChangeArrowheads="1"/>
              </p:cNvSpPr>
              <p:nvPr/>
            </p:nvSpPr>
            <p:spPr bwMode="auto">
              <a:xfrm>
                <a:off x="1826" y="3189"/>
                <a:ext cx="4910" cy="6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de-DE" sz="136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</p:grpSp>
      <p:pic>
        <p:nvPicPr>
          <p:cNvPr id="11" name="Picture 10" descr="AIRBUS_WHITE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0372" y="6165304"/>
            <a:ext cx="1080120" cy="36004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478762" y="5768386"/>
            <a:ext cx="4523508" cy="756958"/>
          </a:xfrm>
        </p:spPr>
        <p:txBody>
          <a:bodyPr anchor="b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auto">
          <a:xfrm>
            <a:off x="2478762" y="5652002"/>
            <a:ext cx="1239300" cy="116385"/>
          </a:xfrm>
          <a:custGeom>
            <a:avLst/>
            <a:gdLst>
              <a:gd name="T0" fmla="*/ 263 w 5735"/>
              <a:gd name="T1" fmla="*/ 202 h 404"/>
              <a:gd name="T2" fmla="*/ 0 w 5735"/>
              <a:gd name="T3" fmla="*/ 395 h 404"/>
              <a:gd name="T4" fmla="*/ 160 w 5735"/>
              <a:gd name="T5" fmla="*/ 10 h 404"/>
              <a:gd name="T6" fmla="*/ 399 w 5735"/>
              <a:gd name="T7" fmla="*/ 395 h 404"/>
              <a:gd name="T8" fmla="*/ 466 w 5735"/>
              <a:gd name="T9" fmla="*/ 224 h 404"/>
              <a:gd name="T10" fmla="*/ 466 w 5735"/>
              <a:gd name="T11" fmla="*/ 68 h 404"/>
              <a:gd name="T12" fmla="*/ 399 w 5735"/>
              <a:gd name="T13" fmla="*/ 395 h 404"/>
              <a:gd name="T14" fmla="*/ 813 w 5735"/>
              <a:gd name="T15" fmla="*/ 224 h 404"/>
              <a:gd name="T16" fmla="*/ 813 w 5735"/>
              <a:gd name="T17" fmla="*/ 68 h 404"/>
              <a:gd name="T18" fmla="*/ 746 w 5735"/>
              <a:gd name="T19" fmla="*/ 395 h 404"/>
              <a:gd name="T20" fmla="*/ 1348 w 5735"/>
              <a:gd name="T21" fmla="*/ 336 h 404"/>
              <a:gd name="T22" fmla="*/ 1329 w 5735"/>
              <a:gd name="T23" fmla="*/ 169 h 404"/>
              <a:gd name="T24" fmla="*/ 1344 w 5735"/>
              <a:gd name="T25" fmla="*/ 10 h 404"/>
              <a:gd name="T26" fmla="*/ 1413 w 5735"/>
              <a:gd name="T27" fmla="*/ 395 h 404"/>
              <a:gd name="T28" fmla="*/ 1654 w 5735"/>
              <a:gd name="T29" fmla="*/ 395 h 404"/>
              <a:gd name="T30" fmla="*/ 1661 w 5735"/>
              <a:gd name="T31" fmla="*/ 293 h 404"/>
              <a:gd name="T32" fmla="*/ 1413 w 5735"/>
              <a:gd name="T33" fmla="*/ 395 h 404"/>
              <a:gd name="T34" fmla="*/ 1793 w 5735"/>
              <a:gd name="T35" fmla="*/ 202 h 404"/>
              <a:gd name="T36" fmla="*/ 1977 w 5735"/>
              <a:gd name="T37" fmla="*/ 349 h 404"/>
              <a:gd name="T38" fmla="*/ 2141 w 5735"/>
              <a:gd name="T39" fmla="*/ 132 h 404"/>
              <a:gd name="T40" fmla="*/ 2491 w 5735"/>
              <a:gd name="T41" fmla="*/ 336 h 404"/>
              <a:gd name="T42" fmla="*/ 2471 w 5735"/>
              <a:gd name="T43" fmla="*/ 169 h 404"/>
              <a:gd name="T44" fmla="*/ 2487 w 5735"/>
              <a:gd name="T45" fmla="*/ 10 h 404"/>
              <a:gd name="T46" fmla="*/ 2837 w 5735"/>
              <a:gd name="T47" fmla="*/ 76 h 404"/>
              <a:gd name="T48" fmla="*/ 2837 w 5735"/>
              <a:gd name="T49" fmla="*/ 76 h 404"/>
              <a:gd name="T50" fmla="*/ 2761 w 5735"/>
              <a:gd name="T51" fmla="*/ 293 h 404"/>
              <a:gd name="T52" fmla="*/ 2874 w 5735"/>
              <a:gd name="T53" fmla="*/ 10 h 404"/>
              <a:gd name="T54" fmla="*/ 3068 w 5735"/>
              <a:gd name="T55" fmla="*/ 395 h 404"/>
              <a:gd name="T56" fmla="*/ 3309 w 5735"/>
              <a:gd name="T57" fmla="*/ 395 h 404"/>
              <a:gd name="T58" fmla="*/ 3316 w 5735"/>
              <a:gd name="T59" fmla="*/ 293 h 404"/>
              <a:gd name="T60" fmla="*/ 3068 w 5735"/>
              <a:gd name="T61" fmla="*/ 395 h 404"/>
              <a:gd name="T62" fmla="*/ 3729 w 5735"/>
              <a:gd name="T63" fmla="*/ 202 h 404"/>
              <a:gd name="T64" fmla="*/ 3467 w 5735"/>
              <a:gd name="T65" fmla="*/ 395 h 404"/>
              <a:gd name="T66" fmla="*/ 3627 w 5735"/>
              <a:gd name="T67" fmla="*/ 10 h 404"/>
              <a:gd name="T68" fmla="*/ 3984 w 5735"/>
              <a:gd name="T69" fmla="*/ 266 h 404"/>
              <a:gd name="T70" fmla="*/ 4111 w 5735"/>
              <a:gd name="T71" fmla="*/ 155 h 404"/>
              <a:gd name="T72" fmla="*/ 4287 w 5735"/>
              <a:gd name="T73" fmla="*/ 123 h 404"/>
              <a:gd name="T74" fmla="*/ 4198 w 5735"/>
              <a:gd name="T75" fmla="*/ 243 h 404"/>
              <a:gd name="T76" fmla="*/ 3984 w 5735"/>
              <a:gd name="T77" fmla="*/ 266 h 404"/>
              <a:gd name="T78" fmla="*/ 4598 w 5735"/>
              <a:gd name="T79" fmla="*/ 128 h 404"/>
              <a:gd name="T80" fmla="*/ 4365 w 5735"/>
              <a:gd name="T81" fmla="*/ 395 h 404"/>
              <a:gd name="T82" fmla="*/ 4535 w 5735"/>
              <a:gd name="T83" fmla="*/ 247 h 404"/>
              <a:gd name="T84" fmla="*/ 4365 w 5735"/>
              <a:gd name="T85" fmla="*/ 395 h 404"/>
              <a:gd name="T86" fmla="*/ 4900 w 5735"/>
              <a:gd name="T87" fmla="*/ 241 h 404"/>
              <a:gd name="T88" fmla="*/ 4658 w 5735"/>
              <a:gd name="T89" fmla="*/ 395 h 404"/>
              <a:gd name="T90" fmla="*/ 4954 w 5735"/>
              <a:gd name="T91" fmla="*/ 395 h 404"/>
              <a:gd name="T92" fmla="*/ 4658 w 5735"/>
              <a:gd name="T93" fmla="*/ 395 h 404"/>
              <a:gd name="T94" fmla="*/ 5037 w 5735"/>
              <a:gd name="T95" fmla="*/ 202 h 404"/>
              <a:gd name="T96" fmla="*/ 5221 w 5735"/>
              <a:gd name="T97" fmla="*/ 349 h 404"/>
              <a:gd name="T98" fmla="*/ 5385 w 5735"/>
              <a:gd name="T99" fmla="*/ 132 h 404"/>
              <a:gd name="T100" fmla="*/ 5735 w 5735"/>
              <a:gd name="T101" fmla="*/ 336 h 404"/>
              <a:gd name="T102" fmla="*/ 5716 w 5735"/>
              <a:gd name="T103" fmla="*/ 169 h 404"/>
              <a:gd name="T104" fmla="*/ 5731 w 5735"/>
              <a:gd name="T105" fmla="*/ 1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735" h="404">
                <a:moveTo>
                  <a:pt x="68" y="64"/>
                </a:moveTo>
                <a:lnTo>
                  <a:pt x="68" y="64"/>
                </a:lnTo>
                <a:lnTo>
                  <a:pt x="134" y="64"/>
                </a:lnTo>
                <a:cubicBezTo>
                  <a:pt x="240" y="64"/>
                  <a:pt x="263" y="125"/>
                  <a:pt x="263" y="202"/>
                </a:cubicBezTo>
                <a:cubicBezTo>
                  <a:pt x="263" y="279"/>
                  <a:pt x="240" y="340"/>
                  <a:pt x="134" y="340"/>
                </a:cubicBezTo>
                <a:lnTo>
                  <a:pt x="68" y="340"/>
                </a:lnTo>
                <a:lnTo>
                  <a:pt x="68" y="64"/>
                </a:lnTo>
                <a:close/>
                <a:moveTo>
                  <a:pt x="0" y="395"/>
                </a:moveTo>
                <a:lnTo>
                  <a:pt x="0" y="395"/>
                </a:lnTo>
                <a:lnTo>
                  <a:pt x="160" y="395"/>
                </a:lnTo>
                <a:cubicBezTo>
                  <a:pt x="279" y="395"/>
                  <a:pt x="330" y="308"/>
                  <a:pt x="330" y="202"/>
                </a:cubicBezTo>
                <a:cubicBezTo>
                  <a:pt x="330" y="96"/>
                  <a:pt x="279" y="10"/>
                  <a:pt x="160" y="10"/>
                </a:cubicBezTo>
                <a:lnTo>
                  <a:pt x="0" y="10"/>
                </a:lnTo>
                <a:lnTo>
                  <a:pt x="0" y="395"/>
                </a:lnTo>
                <a:close/>
                <a:moveTo>
                  <a:pt x="399" y="395"/>
                </a:moveTo>
                <a:lnTo>
                  <a:pt x="399" y="395"/>
                </a:lnTo>
                <a:lnTo>
                  <a:pt x="680" y="395"/>
                </a:lnTo>
                <a:lnTo>
                  <a:pt x="680" y="336"/>
                </a:lnTo>
                <a:lnTo>
                  <a:pt x="466" y="336"/>
                </a:lnTo>
                <a:lnTo>
                  <a:pt x="466" y="224"/>
                </a:lnTo>
                <a:lnTo>
                  <a:pt x="660" y="224"/>
                </a:lnTo>
                <a:lnTo>
                  <a:pt x="660" y="169"/>
                </a:lnTo>
                <a:lnTo>
                  <a:pt x="466" y="169"/>
                </a:lnTo>
                <a:lnTo>
                  <a:pt x="466" y="68"/>
                </a:lnTo>
                <a:lnTo>
                  <a:pt x="676" y="68"/>
                </a:lnTo>
                <a:lnTo>
                  <a:pt x="676" y="10"/>
                </a:lnTo>
                <a:lnTo>
                  <a:pt x="399" y="10"/>
                </a:lnTo>
                <a:lnTo>
                  <a:pt x="399" y="395"/>
                </a:lnTo>
                <a:close/>
                <a:moveTo>
                  <a:pt x="746" y="395"/>
                </a:moveTo>
                <a:lnTo>
                  <a:pt x="746" y="395"/>
                </a:lnTo>
                <a:lnTo>
                  <a:pt x="813" y="395"/>
                </a:lnTo>
                <a:lnTo>
                  <a:pt x="813" y="224"/>
                </a:lnTo>
                <a:lnTo>
                  <a:pt x="988" y="224"/>
                </a:lnTo>
                <a:lnTo>
                  <a:pt x="988" y="169"/>
                </a:lnTo>
                <a:lnTo>
                  <a:pt x="813" y="169"/>
                </a:lnTo>
                <a:lnTo>
                  <a:pt x="813" y="68"/>
                </a:lnTo>
                <a:lnTo>
                  <a:pt x="1012" y="68"/>
                </a:lnTo>
                <a:lnTo>
                  <a:pt x="1012" y="10"/>
                </a:lnTo>
                <a:lnTo>
                  <a:pt x="746" y="10"/>
                </a:lnTo>
                <a:lnTo>
                  <a:pt x="746" y="395"/>
                </a:lnTo>
                <a:close/>
                <a:moveTo>
                  <a:pt x="1067" y="395"/>
                </a:moveTo>
                <a:lnTo>
                  <a:pt x="1067" y="395"/>
                </a:lnTo>
                <a:lnTo>
                  <a:pt x="1348" y="395"/>
                </a:lnTo>
                <a:lnTo>
                  <a:pt x="1348" y="336"/>
                </a:lnTo>
                <a:lnTo>
                  <a:pt x="1135" y="336"/>
                </a:lnTo>
                <a:lnTo>
                  <a:pt x="1135" y="224"/>
                </a:lnTo>
                <a:lnTo>
                  <a:pt x="1329" y="224"/>
                </a:lnTo>
                <a:lnTo>
                  <a:pt x="1329" y="169"/>
                </a:lnTo>
                <a:lnTo>
                  <a:pt x="1135" y="169"/>
                </a:lnTo>
                <a:lnTo>
                  <a:pt x="1135" y="68"/>
                </a:lnTo>
                <a:lnTo>
                  <a:pt x="1344" y="68"/>
                </a:lnTo>
                <a:lnTo>
                  <a:pt x="1344" y="10"/>
                </a:lnTo>
                <a:lnTo>
                  <a:pt x="1067" y="10"/>
                </a:lnTo>
                <a:lnTo>
                  <a:pt x="1067" y="395"/>
                </a:lnTo>
                <a:close/>
                <a:moveTo>
                  <a:pt x="1413" y="395"/>
                </a:moveTo>
                <a:lnTo>
                  <a:pt x="1413" y="395"/>
                </a:lnTo>
                <a:lnTo>
                  <a:pt x="1477" y="395"/>
                </a:lnTo>
                <a:lnTo>
                  <a:pt x="1477" y="111"/>
                </a:lnTo>
                <a:lnTo>
                  <a:pt x="1479" y="111"/>
                </a:lnTo>
                <a:lnTo>
                  <a:pt x="1654" y="395"/>
                </a:lnTo>
                <a:lnTo>
                  <a:pt x="1725" y="395"/>
                </a:lnTo>
                <a:lnTo>
                  <a:pt x="1725" y="10"/>
                </a:lnTo>
                <a:lnTo>
                  <a:pt x="1661" y="10"/>
                </a:lnTo>
                <a:lnTo>
                  <a:pt x="1661" y="293"/>
                </a:lnTo>
                <a:lnTo>
                  <a:pt x="1660" y="293"/>
                </a:lnTo>
                <a:lnTo>
                  <a:pt x="1484" y="10"/>
                </a:lnTo>
                <a:lnTo>
                  <a:pt x="1413" y="10"/>
                </a:lnTo>
                <a:lnTo>
                  <a:pt x="1413" y="395"/>
                </a:lnTo>
                <a:close/>
                <a:moveTo>
                  <a:pt x="2141" y="132"/>
                </a:moveTo>
                <a:lnTo>
                  <a:pt x="2141" y="132"/>
                </a:lnTo>
                <a:cubicBezTo>
                  <a:pt x="2133" y="49"/>
                  <a:pt x="2064" y="1"/>
                  <a:pt x="1977" y="0"/>
                </a:cubicBezTo>
                <a:cubicBezTo>
                  <a:pt x="1862" y="0"/>
                  <a:pt x="1793" y="92"/>
                  <a:pt x="1793" y="202"/>
                </a:cubicBezTo>
                <a:cubicBezTo>
                  <a:pt x="1793" y="312"/>
                  <a:pt x="1862" y="404"/>
                  <a:pt x="1977" y="404"/>
                </a:cubicBezTo>
                <a:cubicBezTo>
                  <a:pt x="2071" y="404"/>
                  <a:pt x="2136" y="340"/>
                  <a:pt x="2141" y="248"/>
                </a:cubicBezTo>
                <a:lnTo>
                  <a:pt x="2075" y="248"/>
                </a:lnTo>
                <a:cubicBezTo>
                  <a:pt x="2070" y="304"/>
                  <a:pt x="2037" y="349"/>
                  <a:pt x="1977" y="349"/>
                </a:cubicBezTo>
                <a:cubicBezTo>
                  <a:pt x="1895" y="349"/>
                  <a:pt x="1860" y="276"/>
                  <a:pt x="1860" y="202"/>
                </a:cubicBezTo>
                <a:cubicBezTo>
                  <a:pt x="1860" y="128"/>
                  <a:pt x="1895" y="55"/>
                  <a:pt x="1977" y="55"/>
                </a:cubicBezTo>
                <a:cubicBezTo>
                  <a:pt x="2033" y="55"/>
                  <a:pt x="2062" y="88"/>
                  <a:pt x="2073" y="132"/>
                </a:cubicBezTo>
                <a:lnTo>
                  <a:pt x="2141" y="132"/>
                </a:lnTo>
                <a:close/>
                <a:moveTo>
                  <a:pt x="2210" y="395"/>
                </a:moveTo>
                <a:lnTo>
                  <a:pt x="2210" y="395"/>
                </a:lnTo>
                <a:lnTo>
                  <a:pt x="2491" y="395"/>
                </a:lnTo>
                <a:lnTo>
                  <a:pt x="2491" y="336"/>
                </a:lnTo>
                <a:lnTo>
                  <a:pt x="2277" y="336"/>
                </a:lnTo>
                <a:lnTo>
                  <a:pt x="2277" y="224"/>
                </a:lnTo>
                <a:lnTo>
                  <a:pt x="2471" y="224"/>
                </a:lnTo>
                <a:lnTo>
                  <a:pt x="2471" y="169"/>
                </a:lnTo>
                <a:lnTo>
                  <a:pt x="2277" y="169"/>
                </a:lnTo>
                <a:lnTo>
                  <a:pt x="2277" y="68"/>
                </a:lnTo>
                <a:lnTo>
                  <a:pt x="2487" y="68"/>
                </a:lnTo>
                <a:lnTo>
                  <a:pt x="2487" y="10"/>
                </a:lnTo>
                <a:lnTo>
                  <a:pt x="2210" y="10"/>
                </a:lnTo>
                <a:lnTo>
                  <a:pt x="2210" y="395"/>
                </a:lnTo>
                <a:close/>
                <a:moveTo>
                  <a:pt x="2837" y="76"/>
                </a:moveTo>
                <a:lnTo>
                  <a:pt x="2837" y="76"/>
                </a:lnTo>
                <a:lnTo>
                  <a:pt x="2839" y="76"/>
                </a:lnTo>
                <a:lnTo>
                  <a:pt x="2897" y="241"/>
                </a:lnTo>
                <a:lnTo>
                  <a:pt x="2779" y="241"/>
                </a:lnTo>
                <a:lnTo>
                  <a:pt x="2837" y="76"/>
                </a:lnTo>
                <a:close/>
                <a:moveTo>
                  <a:pt x="2655" y="395"/>
                </a:moveTo>
                <a:lnTo>
                  <a:pt x="2655" y="395"/>
                </a:lnTo>
                <a:lnTo>
                  <a:pt x="2724" y="395"/>
                </a:lnTo>
                <a:lnTo>
                  <a:pt x="2761" y="293"/>
                </a:lnTo>
                <a:lnTo>
                  <a:pt x="2914" y="293"/>
                </a:lnTo>
                <a:lnTo>
                  <a:pt x="2950" y="395"/>
                </a:lnTo>
                <a:lnTo>
                  <a:pt x="3023" y="395"/>
                </a:lnTo>
                <a:lnTo>
                  <a:pt x="2874" y="10"/>
                </a:lnTo>
                <a:lnTo>
                  <a:pt x="2803" y="10"/>
                </a:lnTo>
                <a:lnTo>
                  <a:pt x="2655" y="395"/>
                </a:lnTo>
                <a:close/>
                <a:moveTo>
                  <a:pt x="3068" y="395"/>
                </a:moveTo>
                <a:lnTo>
                  <a:pt x="3068" y="395"/>
                </a:lnTo>
                <a:lnTo>
                  <a:pt x="3132" y="395"/>
                </a:lnTo>
                <a:lnTo>
                  <a:pt x="3132" y="111"/>
                </a:lnTo>
                <a:lnTo>
                  <a:pt x="3133" y="111"/>
                </a:lnTo>
                <a:lnTo>
                  <a:pt x="3309" y="395"/>
                </a:lnTo>
                <a:lnTo>
                  <a:pt x="3380" y="395"/>
                </a:lnTo>
                <a:lnTo>
                  <a:pt x="3380" y="10"/>
                </a:lnTo>
                <a:lnTo>
                  <a:pt x="3316" y="10"/>
                </a:lnTo>
                <a:lnTo>
                  <a:pt x="3316" y="293"/>
                </a:lnTo>
                <a:lnTo>
                  <a:pt x="3315" y="293"/>
                </a:lnTo>
                <a:lnTo>
                  <a:pt x="3139" y="10"/>
                </a:lnTo>
                <a:lnTo>
                  <a:pt x="3068" y="10"/>
                </a:lnTo>
                <a:lnTo>
                  <a:pt x="3068" y="395"/>
                </a:lnTo>
                <a:close/>
                <a:moveTo>
                  <a:pt x="3535" y="64"/>
                </a:moveTo>
                <a:lnTo>
                  <a:pt x="3535" y="64"/>
                </a:lnTo>
                <a:lnTo>
                  <a:pt x="3601" y="64"/>
                </a:lnTo>
                <a:cubicBezTo>
                  <a:pt x="3707" y="64"/>
                  <a:pt x="3729" y="125"/>
                  <a:pt x="3729" y="202"/>
                </a:cubicBezTo>
                <a:cubicBezTo>
                  <a:pt x="3729" y="279"/>
                  <a:pt x="3707" y="340"/>
                  <a:pt x="3601" y="340"/>
                </a:cubicBezTo>
                <a:lnTo>
                  <a:pt x="3535" y="340"/>
                </a:lnTo>
                <a:lnTo>
                  <a:pt x="3535" y="64"/>
                </a:lnTo>
                <a:close/>
                <a:moveTo>
                  <a:pt x="3467" y="395"/>
                </a:moveTo>
                <a:lnTo>
                  <a:pt x="3467" y="395"/>
                </a:lnTo>
                <a:lnTo>
                  <a:pt x="3627" y="395"/>
                </a:lnTo>
                <a:cubicBezTo>
                  <a:pt x="3746" y="395"/>
                  <a:pt x="3797" y="308"/>
                  <a:pt x="3797" y="202"/>
                </a:cubicBezTo>
                <a:cubicBezTo>
                  <a:pt x="3797" y="96"/>
                  <a:pt x="3746" y="10"/>
                  <a:pt x="3627" y="10"/>
                </a:cubicBezTo>
                <a:lnTo>
                  <a:pt x="3467" y="10"/>
                </a:lnTo>
                <a:lnTo>
                  <a:pt x="3467" y="395"/>
                </a:lnTo>
                <a:close/>
                <a:moveTo>
                  <a:pt x="3984" y="266"/>
                </a:moveTo>
                <a:lnTo>
                  <a:pt x="3984" y="266"/>
                </a:lnTo>
                <a:cubicBezTo>
                  <a:pt x="3985" y="362"/>
                  <a:pt x="4056" y="404"/>
                  <a:pt x="4144" y="404"/>
                </a:cubicBezTo>
                <a:cubicBezTo>
                  <a:pt x="4221" y="404"/>
                  <a:pt x="4297" y="369"/>
                  <a:pt x="4297" y="283"/>
                </a:cubicBezTo>
                <a:cubicBezTo>
                  <a:pt x="4297" y="243"/>
                  <a:pt x="4273" y="200"/>
                  <a:pt x="4222" y="185"/>
                </a:cubicBezTo>
                <a:cubicBezTo>
                  <a:pt x="4202" y="179"/>
                  <a:pt x="4117" y="157"/>
                  <a:pt x="4111" y="155"/>
                </a:cubicBezTo>
                <a:cubicBezTo>
                  <a:pt x="4084" y="148"/>
                  <a:pt x="4065" y="132"/>
                  <a:pt x="4065" y="105"/>
                </a:cubicBezTo>
                <a:cubicBezTo>
                  <a:pt x="4065" y="67"/>
                  <a:pt x="4105" y="55"/>
                  <a:pt x="4136" y="55"/>
                </a:cubicBezTo>
                <a:cubicBezTo>
                  <a:pt x="4183" y="55"/>
                  <a:pt x="4216" y="74"/>
                  <a:pt x="4219" y="123"/>
                </a:cubicBezTo>
                <a:lnTo>
                  <a:pt x="4287" y="123"/>
                </a:lnTo>
                <a:cubicBezTo>
                  <a:pt x="4287" y="43"/>
                  <a:pt x="4219" y="0"/>
                  <a:pt x="4139" y="0"/>
                </a:cubicBezTo>
                <a:cubicBezTo>
                  <a:pt x="4069" y="0"/>
                  <a:pt x="3998" y="36"/>
                  <a:pt x="3998" y="114"/>
                </a:cubicBezTo>
                <a:cubicBezTo>
                  <a:pt x="3998" y="154"/>
                  <a:pt x="4017" y="193"/>
                  <a:pt x="4083" y="211"/>
                </a:cubicBezTo>
                <a:cubicBezTo>
                  <a:pt x="4136" y="226"/>
                  <a:pt x="4171" y="233"/>
                  <a:pt x="4198" y="243"/>
                </a:cubicBezTo>
                <a:cubicBezTo>
                  <a:pt x="4214" y="249"/>
                  <a:pt x="4230" y="261"/>
                  <a:pt x="4230" y="291"/>
                </a:cubicBezTo>
                <a:cubicBezTo>
                  <a:pt x="4230" y="320"/>
                  <a:pt x="4208" y="349"/>
                  <a:pt x="4149" y="349"/>
                </a:cubicBezTo>
                <a:cubicBezTo>
                  <a:pt x="4095" y="349"/>
                  <a:pt x="4051" y="326"/>
                  <a:pt x="4051" y="266"/>
                </a:cubicBezTo>
                <a:lnTo>
                  <a:pt x="3984" y="266"/>
                </a:lnTo>
                <a:close/>
                <a:moveTo>
                  <a:pt x="4432" y="64"/>
                </a:moveTo>
                <a:lnTo>
                  <a:pt x="4432" y="64"/>
                </a:lnTo>
                <a:lnTo>
                  <a:pt x="4532" y="64"/>
                </a:lnTo>
                <a:cubicBezTo>
                  <a:pt x="4567" y="64"/>
                  <a:pt x="4598" y="77"/>
                  <a:pt x="4598" y="128"/>
                </a:cubicBezTo>
                <a:cubicBezTo>
                  <a:pt x="4598" y="177"/>
                  <a:pt x="4561" y="192"/>
                  <a:pt x="4531" y="192"/>
                </a:cubicBezTo>
                <a:lnTo>
                  <a:pt x="4432" y="192"/>
                </a:lnTo>
                <a:lnTo>
                  <a:pt x="4432" y="64"/>
                </a:lnTo>
                <a:close/>
                <a:moveTo>
                  <a:pt x="4365" y="395"/>
                </a:moveTo>
                <a:lnTo>
                  <a:pt x="4365" y="395"/>
                </a:lnTo>
                <a:lnTo>
                  <a:pt x="4432" y="395"/>
                </a:lnTo>
                <a:lnTo>
                  <a:pt x="4432" y="247"/>
                </a:lnTo>
                <a:lnTo>
                  <a:pt x="4535" y="247"/>
                </a:lnTo>
                <a:cubicBezTo>
                  <a:pt x="4645" y="248"/>
                  <a:pt x="4666" y="177"/>
                  <a:pt x="4666" y="129"/>
                </a:cubicBezTo>
                <a:cubicBezTo>
                  <a:pt x="4666" y="81"/>
                  <a:pt x="4645" y="10"/>
                  <a:pt x="4535" y="10"/>
                </a:cubicBezTo>
                <a:lnTo>
                  <a:pt x="4365" y="10"/>
                </a:lnTo>
                <a:lnTo>
                  <a:pt x="4365" y="395"/>
                </a:lnTo>
                <a:close/>
                <a:moveTo>
                  <a:pt x="4841" y="76"/>
                </a:moveTo>
                <a:lnTo>
                  <a:pt x="4841" y="76"/>
                </a:lnTo>
                <a:lnTo>
                  <a:pt x="4842" y="76"/>
                </a:lnTo>
                <a:lnTo>
                  <a:pt x="4900" y="241"/>
                </a:lnTo>
                <a:lnTo>
                  <a:pt x="4782" y="241"/>
                </a:lnTo>
                <a:lnTo>
                  <a:pt x="4841" y="76"/>
                </a:lnTo>
                <a:close/>
                <a:moveTo>
                  <a:pt x="4658" y="395"/>
                </a:moveTo>
                <a:lnTo>
                  <a:pt x="4658" y="395"/>
                </a:lnTo>
                <a:lnTo>
                  <a:pt x="4728" y="395"/>
                </a:lnTo>
                <a:lnTo>
                  <a:pt x="4764" y="293"/>
                </a:lnTo>
                <a:lnTo>
                  <a:pt x="4918" y="293"/>
                </a:lnTo>
                <a:lnTo>
                  <a:pt x="4954" y="395"/>
                </a:lnTo>
                <a:lnTo>
                  <a:pt x="5026" y="395"/>
                </a:lnTo>
                <a:lnTo>
                  <a:pt x="4878" y="10"/>
                </a:lnTo>
                <a:lnTo>
                  <a:pt x="4806" y="10"/>
                </a:lnTo>
                <a:lnTo>
                  <a:pt x="4658" y="395"/>
                </a:lnTo>
                <a:close/>
                <a:moveTo>
                  <a:pt x="5385" y="132"/>
                </a:moveTo>
                <a:lnTo>
                  <a:pt x="5385" y="132"/>
                </a:lnTo>
                <a:cubicBezTo>
                  <a:pt x="5377" y="49"/>
                  <a:pt x="5308" y="1"/>
                  <a:pt x="5221" y="0"/>
                </a:cubicBezTo>
                <a:cubicBezTo>
                  <a:pt x="5106" y="0"/>
                  <a:pt x="5037" y="92"/>
                  <a:pt x="5037" y="202"/>
                </a:cubicBezTo>
                <a:cubicBezTo>
                  <a:pt x="5037" y="312"/>
                  <a:pt x="5106" y="404"/>
                  <a:pt x="5221" y="404"/>
                </a:cubicBezTo>
                <a:cubicBezTo>
                  <a:pt x="5315" y="404"/>
                  <a:pt x="5380" y="340"/>
                  <a:pt x="5385" y="248"/>
                </a:cubicBezTo>
                <a:lnTo>
                  <a:pt x="5320" y="248"/>
                </a:lnTo>
                <a:cubicBezTo>
                  <a:pt x="5314" y="304"/>
                  <a:pt x="5281" y="349"/>
                  <a:pt x="5221" y="349"/>
                </a:cubicBezTo>
                <a:cubicBezTo>
                  <a:pt x="5139" y="349"/>
                  <a:pt x="5104" y="276"/>
                  <a:pt x="5104" y="202"/>
                </a:cubicBezTo>
                <a:cubicBezTo>
                  <a:pt x="5104" y="128"/>
                  <a:pt x="5139" y="55"/>
                  <a:pt x="5221" y="55"/>
                </a:cubicBezTo>
                <a:cubicBezTo>
                  <a:pt x="5278" y="55"/>
                  <a:pt x="5306" y="88"/>
                  <a:pt x="5317" y="132"/>
                </a:cubicBezTo>
                <a:lnTo>
                  <a:pt x="5385" y="132"/>
                </a:lnTo>
                <a:close/>
                <a:moveTo>
                  <a:pt x="5454" y="395"/>
                </a:moveTo>
                <a:lnTo>
                  <a:pt x="5454" y="395"/>
                </a:lnTo>
                <a:lnTo>
                  <a:pt x="5735" y="395"/>
                </a:lnTo>
                <a:lnTo>
                  <a:pt x="5735" y="336"/>
                </a:lnTo>
                <a:lnTo>
                  <a:pt x="5521" y="336"/>
                </a:lnTo>
                <a:lnTo>
                  <a:pt x="5521" y="224"/>
                </a:lnTo>
                <a:lnTo>
                  <a:pt x="5716" y="224"/>
                </a:lnTo>
                <a:lnTo>
                  <a:pt x="5716" y="169"/>
                </a:lnTo>
                <a:lnTo>
                  <a:pt x="5521" y="169"/>
                </a:lnTo>
                <a:lnTo>
                  <a:pt x="5521" y="68"/>
                </a:lnTo>
                <a:lnTo>
                  <a:pt x="5731" y="68"/>
                </a:lnTo>
                <a:lnTo>
                  <a:pt x="5731" y="10"/>
                </a:lnTo>
                <a:lnTo>
                  <a:pt x="5454" y="10"/>
                </a:lnTo>
                <a:lnTo>
                  <a:pt x="5454" y="395"/>
                </a:lnTo>
                <a:close/>
              </a:path>
            </a:pathLst>
          </a:custGeom>
          <a:solidFill>
            <a:srgbClr val="FEFEF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en-GB" sz="1361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2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78762" y="1628800"/>
            <a:ext cx="4523508" cy="2892800"/>
          </a:xfrm>
        </p:spPr>
        <p:txBody>
          <a:bodyPr anchor="b"/>
          <a:lstStyle>
            <a:lvl1pPr>
              <a:lnSpc>
                <a:spcPct val="10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altLang="de-DE" noProof="0"/>
              <a:t>Haga clic para modificar el estilo de título del patrón</a:t>
            </a:r>
            <a:endParaRPr lang="de-DE" altLang="de-DE" noProof="0" dirty="0"/>
          </a:p>
        </p:txBody>
      </p:sp>
      <p:sp>
        <p:nvSpPr>
          <p:cNvPr id="13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78762" y="4561677"/>
            <a:ext cx="4523508" cy="863111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altLang="de-DE" noProof="0"/>
              <a:t>Haga clic para modificar el estilo de subtítulo del patrón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63354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>
            <a:grpSpLocks/>
          </p:cNvGrpSpPr>
          <p:nvPr userDrawn="1"/>
        </p:nvGrpSpPr>
        <p:grpSpPr bwMode="auto">
          <a:xfrm>
            <a:off x="0" y="5424788"/>
            <a:ext cx="9144000" cy="1433213"/>
            <a:chOff x="0" y="3189"/>
            <a:chExt cx="6736" cy="1572"/>
          </a:xfrm>
          <a:solidFill>
            <a:schemeClr val="accent6"/>
          </a:solidFill>
        </p:grpSpPr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0" y="3189"/>
              <a:ext cx="6736" cy="15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361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20" name="Group 15"/>
            <p:cNvGrpSpPr>
              <a:grpSpLocks/>
            </p:cNvGrpSpPr>
            <p:nvPr/>
          </p:nvGrpSpPr>
          <p:grpSpPr bwMode="auto">
            <a:xfrm>
              <a:off x="0" y="3189"/>
              <a:ext cx="6736" cy="68"/>
              <a:chOff x="0" y="3189"/>
              <a:chExt cx="6736" cy="68"/>
            </a:xfrm>
            <a:grpFill/>
          </p:grpSpPr>
          <p:sp>
            <p:nvSpPr>
              <p:cNvPr id="21" name="Rectangle 16"/>
              <p:cNvSpPr>
                <a:spLocks noChangeArrowheads="1"/>
              </p:cNvSpPr>
              <p:nvPr/>
            </p:nvSpPr>
            <p:spPr bwMode="auto">
              <a:xfrm>
                <a:off x="0" y="3189"/>
                <a:ext cx="6733" cy="23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de-DE" sz="136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22" name="Rectangle 17"/>
              <p:cNvSpPr>
                <a:spLocks noChangeArrowheads="1"/>
              </p:cNvSpPr>
              <p:nvPr/>
            </p:nvSpPr>
            <p:spPr bwMode="auto">
              <a:xfrm>
                <a:off x="1826" y="3189"/>
                <a:ext cx="4910" cy="6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de-DE" sz="136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</p:grpSp>
      <p:pic>
        <p:nvPicPr>
          <p:cNvPr id="11" name="Picture 10" descr="AIRBUS_WHITE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0372" y="6165304"/>
            <a:ext cx="1080120" cy="36004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478762" y="5768386"/>
            <a:ext cx="4523508" cy="756958"/>
          </a:xfrm>
        </p:spPr>
        <p:txBody>
          <a:bodyPr anchor="b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auto">
          <a:xfrm>
            <a:off x="2478762" y="5652002"/>
            <a:ext cx="1239300" cy="116385"/>
          </a:xfrm>
          <a:custGeom>
            <a:avLst/>
            <a:gdLst>
              <a:gd name="T0" fmla="*/ 263 w 5735"/>
              <a:gd name="T1" fmla="*/ 202 h 404"/>
              <a:gd name="T2" fmla="*/ 0 w 5735"/>
              <a:gd name="T3" fmla="*/ 395 h 404"/>
              <a:gd name="T4" fmla="*/ 160 w 5735"/>
              <a:gd name="T5" fmla="*/ 10 h 404"/>
              <a:gd name="T6" fmla="*/ 399 w 5735"/>
              <a:gd name="T7" fmla="*/ 395 h 404"/>
              <a:gd name="T8" fmla="*/ 466 w 5735"/>
              <a:gd name="T9" fmla="*/ 224 h 404"/>
              <a:gd name="T10" fmla="*/ 466 w 5735"/>
              <a:gd name="T11" fmla="*/ 68 h 404"/>
              <a:gd name="T12" fmla="*/ 399 w 5735"/>
              <a:gd name="T13" fmla="*/ 395 h 404"/>
              <a:gd name="T14" fmla="*/ 813 w 5735"/>
              <a:gd name="T15" fmla="*/ 224 h 404"/>
              <a:gd name="T16" fmla="*/ 813 w 5735"/>
              <a:gd name="T17" fmla="*/ 68 h 404"/>
              <a:gd name="T18" fmla="*/ 746 w 5735"/>
              <a:gd name="T19" fmla="*/ 395 h 404"/>
              <a:gd name="T20" fmla="*/ 1348 w 5735"/>
              <a:gd name="T21" fmla="*/ 336 h 404"/>
              <a:gd name="T22" fmla="*/ 1329 w 5735"/>
              <a:gd name="T23" fmla="*/ 169 h 404"/>
              <a:gd name="T24" fmla="*/ 1344 w 5735"/>
              <a:gd name="T25" fmla="*/ 10 h 404"/>
              <a:gd name="T26" fmla="*/ 1413 w 5735"/>
              <a:gd name="T27" fmla="*/ 395 h 404"/>
              <a:gd name="T28" fmla="*/ 1654 w 5735"/>
              <a:gd name="T29" fmla="*/ 395 h 404"/>
              <a:gd name="T30" fmla="*/ 1661 w 5735"/>
              <a:gd name="T31" fmla="*/ 293 h 404"/>
              <a:gd name="T32" fmla="*/ 1413 w 5735"/>
              <a:gd name="T33" fmla="*/ 395 h 404"/>
              <a:gd name="T34" fmla="*/ 1793 w 5735"/>
              <a:gd name="T35" fmla="*/ 202 h 404"/>
              <a:gd name="T36" fmla="*/ 1977 w 5735"/>
              <a:gd name="T37" fmla="*/ 349 h 404"/>
              <a:gd name="T38" fmla="*/ 2141 w 5735"/>
              <a:gd name="T39" fmla="*/ 132 h 404"/>
              <a:gd name="T40" fmla="*/ 2491 w 5735"/>
              <a:gd name="T41" fmla="*/ 336 h 404"/>
              <a:gd name="T42" fmla="*/ 2471 w 5735"/>
              <a:gd name="T43" fmla="*/ 169 h 404"/>
              <a:gd name="T44" fmla="*/ 2487 w 5735"/>
              <a:gd name="T45" fmla="*/ 10 h 404"/>
              <a:gd name="T46" fmla="*/ 2837 w 5735"/>
              <a:gd name="T47" fmla="*/ 76 h 404"/>
              <a:gd name="T48" fmla="*/ 2837 w 5735"/>
              <a:gd name="T49" fmla="*/ 76 h 404"/>
              <a:gd name="T50" fmla="*/ 2761 w 5735"/>
              <a:gd name="T51" fmla="*/ 293 h 404"/>
              <a:gd name="T52" fmla="*/ 2874 w 5735"/>
              <a:gd name="T53" fmla="*/ 10 h 404"/>
              <a:gd name="T54" fmla="*/ 3068 w 5735"/>
              <a:gd name="T55" fmla="*/ 395 h 404"/>
              <a:gd name="T56" fmla="*/ 3309 w 5735"/>
              <a:gd name="T57" fmla="*/ 395 h 404"/>
              <a:gd name="T58" fmla="*/ 3316 w 5735"/>
              <a:gd name="T59" fmla="*/ 293 h 404"/>
              <a:gd name="T60" fmla="*/ 3068 w 5735"/>
              <a:gd name="T61" fmla="*/ 395 h 404"/>
              <a:gd name="T62" fmla="*/ 3729 w 5735"/>
              <a:gd name="T63" fmla="*/ 202 h 404"/>
              <a:gd name="T64" fmla="*/ 3467 w 5735"/>
              <a:gd name="T65" fmla="*/ 395 h 404"/>
              <a:gd name="T66" fmla="*/ 3627 w 5735"/>
              <a:gd name="T67" fmla="*/ 10 h 404"/>
              <a:gd name="T68" fmla="*/ 3984 w 5735"/>
              <a:gd name="T69" fmla="*/ 266 h 404"/>
              <a:gd name="T70" fmla="*/ 4111 w 5735"/>
              <a:gd name="T71" fmla="*/ 155 h 404"/>
              <a:gd name="T72" fmla="*/ 4287 w 5735"/>
              <a:gd name="T73" fmla="*/ 123 h 404"/>
              <a:gd name="T74" fmla="*/ 4198 w 5735"/>
              <a:gd name="T75" fmla="*/ 243 h 404"/>
              <a:gd name="T76" fmla="*/ 3984 w 5735"/>
              <a:gd name="T77" fmla="*/ 266 h 404"/>
              <a:gd name="T78" fmla="*/ 4598 w 5735"/>
              <a:gd name="T79" fmla="*/ 128 h 404"/>
              <a:gd name="T80" fmla="*/ 4365 w 5735"/>
              <a:gd name="T81" fmla="*/ 395 h 404"/>
              <a:gd name="T82" fmla="*/ 4535 w 5735"/>
              <a:gd name="T83" fmla="*/ 247 h 404"/>
              <a:gd name="T84" fmla="*/ 4365 w 5735"/>
              <a:gd name="T85" fmla="*/ 395 h 404"/>
              <a:gd name="T86" fmla="*/ 4900 w 5735"/>
              <a:gd name="T87" fmla="*/ 241 h 404"/>
              <a:gd name="T88" fmla="*/ 4658 w 5735"/>
              <a:gd name="T89" fmla="*/ 395 h 404"/>
              <a:gd name="T90" fmla="*/ 4954 w 5735"/>
              <a:gd name="T91" fmla="*/ 395 h 404"/>
              <a:gd name="T92" fmla="*/ 4658 w 5735"/>
              <a:gd name="T93" fmla="*/ 395 h 404"/>
              <a:gd name="T94" fmla="*/ 5037 w 5735"/>
              <a:gd name="T95" fmla="*/ 202 h 404"/>
              <a:gd name="T96" fmla="*/ 5221 w 5735"/>
              <a:gd name="T97" fmla="*/ 349 h 404"/>
              <a:gd name="T98" fmla="*/ 5385 w 5735"/>
              <a:gd name="T99" fmla="*/ 132 h 404"/>
              <a:gd name="T100" fmla="*/ 5735 w 5735"/>
              <a:gd name="T101" fmla="*/ 336 h 404"/>
              <a:gd name="T102" fmla="*/ 5716 w 5735"/>
              <a:gd name="T103" fmla="*/ 169 h 404"/>
              <a:gd name="T104" fmla="*/ 5731 w 5735"/>
              <a:gd name="T105" fmla="*/ 1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735" h="404">
                <a:moveTo>
                  <a:pt x="68" y="64"/>
                </a:moveTo>
                <a:lnTo>
                  <a:pt x="68" y="64"/>
                </a:lnTo>
                <a:lnTo>
                  <a:pt x="134" y="64"/>
                </a:lnTo>
                <a:cubicBezTo>
                  <a:pt x="240" y="64"/>
                  <a:pt x="263" y="125"/>
                  <a:pt x="263" y="202"/>
                </a:cubicBezTo>
                <a:cubicBezTo>
                  <a:pt x="263" y="279"/>
                  <a:pt x="240" y="340"/>
                  <a:pt x="134" y="340"/>
                </a:cubicBezTo>
                <a:lnTo>
                  <a:pt x="68" y="340"/>
                </a:lnTo>
                <a:lnTo>
                  <a:pt x="68" y="64"/>
                </a:lnTo>
                <a:close/>
                <a:moveTo>
                  <a:pt x="0" y="395"/>
                </a:moveTo>
                <a:lnTo>
                  <a:pt x="0" y="395"/>
                </a:lnTo>
                <a:lnTo>
                  <a:pt x="160" y="395"/>
                </a:lnTo>
                <a:cubicBezTo>
                  <a:pt x="279" y="395"/>
                  <a:pt x="330" y="308"/>
                  <a:pt x="330" y="202"/>
                </a:cubicBezTo>
                <a:cubicBezTo>
                  <a:pt x="330" y="96"/>
                  <a:pt x="279" y="10"/>
                  <a:pt x="160" y="10"/>
                </a:cubicBezTo>
                <a:lnTo>
                  <a:pt x="0" y="10"/>
                </a:lnTo>
                <a:lnTo>
                  <a:pt x="0" y="395"/>
                </a:lnTo>
                <a:close/>
                <a:moveTo>
                  <a:pt x="399" y="395"/>
                </a:moveTo>
                <a:lnTo>
                  <a:pt x="399" y="395"/>
                </a:lnTo>
                <a:lnTo>
                  <a:pt x="680" y="395"/>
                </a:lnTo>
                <a:lnTo>
                  <a:pt x="680" y="336"/>
                </a:lnTo>
                <a:lnTo>
                  <a:pt x="466" y="336"/>
                </a:lnTo>
                <a:lnTo>
                  <a:pt x="466" y="224"/>
                </a:lnTo>
                <a:lnTo>
                  <a:pt x="660" y="224"/>
                </a:lnTo>
                <a:lnTo>
                  <a:pt x="660" y="169"/>
                </a:lnTo>
                <a:lnTo>
                  <a:pt x="466" y="169"/>
                </a:lnTo>
                <a:lnTo>
                  <a:pt x="466" y="68"/>
                </a:lnTo>
                <a:lnTo>
                  <a:pt x="676" y="68"/>
                </a:lnTo>
                <a:lnTo>
                  <a:pt x="676" y="10"/>
                </a:lnTo>
                <a:lnTo>
                  <a:pt x="399" y="10"/>
                </a:lnTo>
                <a:lnTo>
                  <a:pt x="399" y="395"/>
                </a:lnTo>
                <a:close/>
                <a:moveTo>
                  <a:pt x="746" y="395"/>
                </a:moveTo>
                <a:lnTo>
                  <a:pt x="746" y="395"/>
                </a:lnTo>
                <a:lnTo>
                  <a:pt x="813" y="395"/>
                </a:lnTo>
                <a:lnTo>
                  <a:pt x="813" y="224"/>
                </a:lnTo>
                <a:lnTo>
                  <a:pt x="988" y="224"/>
                </a:lnTo>
                <a:lnTo>
                  <a:pt x="988" y="169"/>
                </a:lnTo>
                <a:lnTo>
                  <a:pt x="813" y="169"/>
                </a:lnTo>
                <a:lnTo>
                  <a:pt x="813" y="68"/>
                </a:lnTo>
                <a:lnTo>
                  <a:pt x="1012" y="68"/>
                </a:lnTo>
                <a:lnTo>
                  <a:pt x="1012" y="10"/>
                </a:lnTo>
                <a:lnTo>
                  <a:pt x="746" y="10"/>
                </a:lnTo>
                <a:lnTo>
                  <a:pt x="746" y="395"/>
                </a:lnTo>
                <a:close/>
                <a:moveTo>
                  <a:pt x="1067" y="395"/>
                </a:moveTo>
                <a:lnTo>
                  <a:pt x="1067" y="395"/>
                </a:lnTo>
                <a:lnTo>
                  <a:pt x="1348" y="395"/>
                </a:lnTo>
                <a:lnTo>
                  <a:pt x="1348" y="336"/>
                </a:lnTo>
                <a:lnTo>
                  <a:pt x="1135" y="336"/>
                </a:lnTo>
                <a:lnTo>
                  <a:pt x="1135" y="224"/>
                </a:lnTo>
                <a:lnTo>
                  <a:pt x="1329" y="224"/>
                </a:lnTo>
                <a:lnTo>
                  <a:pt x="1329" y="169"/>
                </a:lnTo>
                <a:lnTo>
                  <a:pt x="1135" y="169"/>
                </a:lnTo>
                <a:lnTo>
                  <a:pt x="1135" y="68"/>
                </a:lnTo>
                <a:lnTo>
                  <a:pt x="1344" y="68"/>
                </a:lnTo>
                <a:lnTo>
                  <a:pt x="1344" y="10"/>
                </a:lnTo>
                <a:lnTo>
                  <a:pt x="1067" y="10"/>
                </a:lnTo>
                <a:lnTo>
                  <a:pt x="1067" y="395"/>
                </a:lnTo>
                <a:close/>
                <a:moveTo>
                  <a:pt x="1413" y="395"/>
                </a:moveTo>
                <a:lnTo>
                  <a:pt x="1413" y="395"/>
                </a:lnTo>
                <a:lnTo>
                  <a:pt x="1477" y="395"/>
                </a:lnTo>
                <a:lnTo>
                  <a:pt x="1477" y="111"/>
                </a:lnTo>
                <a:lnTo>
                  <a:pt x="1479" y="111"/>
                </a:lnTo>
                <a:lnTo>
                  <a:pt x="1654" y="395"/>
                </a:lnTo>
                <a:lnTo>
                  <a:pt x="1725" y="395"/>
                </a:lnTo>
                <a:lnTo>
                  <a:pt x="1725" y="10"/>
                </a:lnTo>
                <a:lnTo>
                  <a:pt x="1661" y="10"/>
                </a:lnTo>
                <a:lnTo>
                  <a:pt x="1661" y="293"/>
                </a:lnTo>
                <a:lnTo>
                  <a:pt x="1660" y="293"/>
                </a:lnTo>
                <a:lnTo>
                  <a:pt x="1484" y="10"/>
                </a:lnTo>
                <a:lnTo>
                  <a:pt x="1413" y="10"/>
                </a:lnTo>
                <a:lnTo>
                  <a:pt x="1413" y="395"/>
                </a:lnTo>
                <a:close/>
                <a:moveTo>
                  <a:pt x="2141" y="132"/>
                </a:moveTo>
                <a:lnTo>
                  <a:pt x="2141" y="132"/>
                </a:lnTo>
                <a:cubicBezTo>
                  <a:pt x="2133" y="49"/>
                  <a:pt x="2064" y="1"/>
                  <a:pt x="1977" y="0"/>
                </a:cubicBezTo>
                <a:cubicBezTo>
                  <a:pt x="1862" y="0"/>
                  <a:pt x="1793" y="92"/>
                  <a:pt x="1793" y="202"/>
                </a:cubicBezTo>
                <a:cubicBezTo>
                  <a:pt x="1793" y="312"/>
                  <a:pt x="1862" y="404"/>
                  <a:pt x="1977" y="404"/>
                </a:cubicBezTo>
                <a:cubicBezTo>
                  <a:pt x="2071" y="404"/>
                  <a:pt x="2136" y="340"/>
                  <a:pt x="2141" y="248"/>
                </a:cubicBezTo>
                <a:lnTo>
                  <a:pt x="2075" y="248"/>
                </a:lnTo>
                <a:cubicBezTo>
                  <a:pt x="2070" y="304"/>
                  <a:pt x="2037" y="349"/>
                  <a:pt x="1977" y="349"/>
                </a:cubicBezTo>
                <a:cubicBezTo>
                  <a:pt x="1895" y="349"/>
                  <a:pt x="1860" y="276"/>
                  <a:pt x="1860" y="202"/>
                </a:cubicBezTo>
                <a:cubicBezTo>
                  <a:pt x="1860" y="128"/>
                  <a:pt x="1895" y="55"/>
                  <a:pt x="1977" y="55"/>
                </a:cubicBezTo>
                <a:cubicBezTo>
                  <a:pt x="2033" y="55"/>
                  <a:pt x="2062" y="88"/>
                  <a:pt x="2073" y="132"/>
                </a:cubicBezTo>
                <a:lnTo>
                  <a:pt x="2141" y="132"/>
                </a:lnTo>
                <a:close/>
                <a:moveTo>
                  <a:pt x="2210" y="395"/>
                </a:moveTo>
                <a:lnTo>
                  <a:pt x="2210" y="395"/>
                </a:lnTo>
                <a:lnTo>
                  <a:pt x="2491" y="395"/>
                </a:lnTo>
                <a:lnTo>
                  <a:pt x="2491" y="336"/>
                </a:lnTo>
                <a:lnTo>
                  <a:pt x="2277" y="336"/>
                </a:lnTo>
                <a:lnTo>
                  <a:pt x="2277" y="224"/>
                </a:lnTo>
                <a:lnTo>
                  <a:pt x="2471" y="224"/>
                </a:lnTo>
                <a:lnTo>
                  <a:pt x="2471" y="169"/>
                </a:lnTo>
                <a:lnTo>
                  <a:pt x="2277" y="169"/>
                </a:lnTo>
                <a:lnTo>
                  <a:pt x="2277" y="68"/>
                </a:lnTo>
                <a:lnTo>
                  <a:pt x="2487" y="68"/>
                </a:lnTo>
                <a:lnTo>
                  <a:pt x="2487" y="10"/>
                </a:lnTo>
                <a:lnTo>
                  <a:pt x="2210" y="10"/>
                </a:lnTo>
                <a:lnTo>
                  <a:pt x="2210" y="395"/>
                </a:lnTo>
                <a:close/>
                <a:moveTo>
                  <a:pt x="2837" y="76"/>
                </a:moveTo>
                <a:lnTo>
                  <a:pt x="2837" y="76"/>
                </a:lnTo>
                <a:lnTo>
                  <a:pt x="2839" y="76"/>
                </a:lnTo>
                <a:lnTo>
                  <a:pt x="2897" y="241"/>
                </a:lnTo>
                <a:lnTo>
                  <a:pt x="2779" y="241"/>
                </a:lnTo>
                <a:lnTo>
                  <a:pt x="2837" y="76"/>
                </a:lnTo>
                <a:close/>
                <a:moveTo>
                  <a:pt x="2655" y="395"/>
                </a:moveTo>
                <a:lnTo>
                  <a:pt x="2655" y="395"/>
                </a:lnTo>
                <a:lnTo>
                  <a:pt x="2724" y="395"/>
                </a:lnTo>
                <a:lnTo>
                  <a:pt x="2761" y="293"/>
                </a:lnTo>
                <a:lnTo>
                  <a:pt x="2914" y="293"/>
                </a:lnTo>
                <a:lnTo>
                  <a:pt x="2950" y="395"/>
                </a:lnTo>
                <a:lnTo>
                  <a:pt x="3023" y="395"/>
                </a:lnTo>
                <a:lnTo>
                  <a:pt x="2874" y="10"/>
                </a:lnTo>
                <a:lnTo>
                  <a:pt x="2803" y="10"/>
                </a:lnTo>
                <a:lnTo>
                  <a:pt x="2655" y="395"/>
                </a:lnTo>
                <a:close/>
                <a:moveTo>
                  <a:pt x="3068" y="395"/>
                </a:moveTo>
                <a:lnTo>
                  <a:pt x="3068" y="395"/>
                </a:lnTo>
                <a:lnTo>
                  <a:pt x="3132" y="395"/>
                </a:lnTo>
                <a:lnTo>
                  <a:pt x="3132" y="111"/>
                </a:lnTo>
                <a:lnTo>
                  <a:pt x="3133" y="111"/>
                </a:lnTo>
                <a:lnTo>
                  <a:pt x="3309" y="395"/>
                </a:lnTo>
                <a:lnTo>
                  <a:pt x="3380" y="395"/>
                </a:lnTo>
                <a:lnTo>
                  <a:pt x="3380" y="10"/>
                </a:lnTo>
                <a:lnTo>
                  <a:pt x="3316" y="10"/>
                </a:lnTo>
                <a:lnTo>
                  <a:pt x="3316" y="293"/>
                </a:lnTo>
                <a:lnTo>
                  <a:pt x="3315" y="293"/>
                </a:lnTo>
                <a:lnTo>
                  <a:pt x="3139" y="10"/>
                </a:lnTo>
                <a:lnTo>
                  <a:pt x="3068" y="10"/>
                </a:lnTo>
                <a:lnTo>
                  <a:pt x="3068" y="395"/>
                </a:lnTo>
                <a:close/>
                <a:moveTo>
                  <a:pt x="3535" y="64"/>
                </a:moveTo>
                <a:lnTo>
                  <a:pt x="3535" y="64"/>
                </a:lnTo>
                <a:lnTo>
                  <a:pt x="3601" y="64"/>
                </a:lnTo>
                <a:cubicBezTo>
                  <a:pt x="3707" y="64"/>
                  <a:pt x="3729" y="125"/>
                  <a:pt x="3729" y="202"/>
                </a:cubicBezTo>
                <a:cubicBezTo>
                  <a:pt x="3729" y="279"/>
                  <a:pt x="3707" y="340"/>
                  <a:pt x="3601" y="340"/>
                </a:cubicBezTo>
                <a:lnTo>
                  <a:pt x="3535" y="340"/>
                </a:lnTo>
                <a:lnTo>
                  <a:pt x="3535" y="64"/>
                </a:lnTo>
                <a:close/>
                <a:moveTo>
                  <a:pt x="3467" y="395"/>
                </a:moveTo>
                <a:lnTo>
                  <a:pt x="3467" y="395"/>
                </a:lnTo>
                <a:lnTo>
                  <a:pt x="3627" y="395"/>
                </a:lnTo>
                <a:cubicBezTo>
                  <a:pt x="3746" y="395"/>
                  <a:pt x="3797" y="308"/>
                  <a:pt x="3797" y="202"/>
                </a:cubicBezTo>
                <a:cubicBezTo>
                  <a:pt x="3797" y="96"/>
                  <a:pt x="3746" y="10"/>
                  <a:pt x="3627" y="10"/>
                </a:cubicBezTo>
                <a:lnTo>
                  <a:pt x="3467" y="10"/>
                </a:lnTo>
                <a:lnTo>
                  <a:pt x="3467" y="395"/>
                </a:lnTo>
                <a:close/>
                <a:moveTo>
                  <a:pt x="3984" y="266"/>
                </a:moveTo>
                <a:lnTo>
                  <a:pt x="3984" y="266"/>
                </a:lnTo>
                <a:cubicBezTo>
                  <a:pt x="3985" y="362"/>
                  <a:pt x="4056" y="404"/>
                  <a:pt x="4144" y="404"/>
                </a:cubicBezTo>
                <a:cubicBezTo>
                  <a:pt x="4221" y="404"/>
                  <a:pt x="4297" y="369"/>
                  <a:pt x="4297" y="283"/>
                </a:cubicBezTo>
                <a:cubicBezTo>
                  <a:pt x="4297" y="243"/>
                  <a:pt x="4273" y="200"/>
                  <a:pt x="4222" y="185"/>
                </a:cubicBezTo>
                <a:cubicBezTo>
                  <a:pt x="4202" y="179"/>
                  <a:pt x="4117" y="157"/>
                  <a:pt x="4111" y="155"/>
                </a:cubicBezTo>
                <a:cubicBezTo>
                  <a:pt x="4084" y="148"/>
                  <a:pt x="4065" y="132"/>
                  <a:pt x="4065" y="105"/>
                </a:cubicBezTo>
                <a:cubicBezTo>
                  <a:pt x="4065" y="67"/>
                  <a:pt x="4105" y="55"/>
                  <a:pt x="4136" y="55"/>
                </a:cubicBezTo>
                <a:cubicBezTo>
                  <a:pt x="4183" y="55"/>
                  <a:pt x="4216" y="74"/>
                  <a:pt x="4219" y="123"/>
                </a:cubicBezTo>
                <a:lnTo>
                  <a:pt x="4287" y="123"/>
                </a:lnTo>
                <a:cubicBezTo>
                  <a:pt x="4287" y="43"/>
                  <a:pt x="4219" y="0"/>
                  <a:pt x="4139" y="0"/>
                </a:cubicBezTo>
                <a:cubicBezTo>
                  <a:pt x="4069" y="0"/>
                  <a:pt x="3998" y="36"/>
                  <a:pt x="3998" y="114"/>
                </a:cubicBezTo>
                <a:cubicBezTo>
                  <a:pt x="3998" y="154"/>
                  <a:pt x="4017" y="193"/>
                  <a:pt x="4083" y="211"/>
                </a:cubicBezTo>
                <a:cubicBezTo>
                  <a:pt x="4136" y="226"/>
                  <a:pt x="4171" y="233"/>
                  <a:pt x="4198" y="243"/>
                </a:cubicBezTo>
                <a:cubicBezTo>
                  <a:pt x="4214" y="249"/>
                  <a:pt x="4230" y="261"/>
                  <a:pt x="4230" y="291"/>
                </a:cubicBezTo>
                <a:cubicBezTo>
                  <a:pt x="4230" y="320"/>
                  <a:pt x="4208" y="349"/>
                  <a:pt x="4149" y="349"/>
                </a:cubicBezTo>
                <a:cubicBezTo>
                  <a:pt x="4095" y="349"/>
                  <a:pt x="4051" y="326"/>
                  <a:pt x="4051" y="266"/>
                </a:cubicBezTo>
                <a:lnTo>
                  <a:pt x="3984" y="266"/>
                </a:lnTo>
                <a:close/>
                <a:moveTo>
                  <a:pt x="4432" y="64"/>
                </a:moveTo>
                <a:lnTo>
                  <a:pt x="4432" y="64"/>
                </a:lnTo>
                <a:lnTo>
                  <a:pt x="4532" y="64"/>
                </a:lnTo>
                <a:cubicBezTo>
                  <a:pt x="4567" y="64"/>
                  <a:pt x="4598" y="77"/>
                  <a:pt x="4598" y="128"/>
                </a:cubicBezTo>
                <a:cubicBezTo>
                  <a:pt x="4598" y="177"/>
                  <a:pt x="4561" y="192"/>
                  <a:pt x="4531" y="192"/>
                </a:cubicBezTo>
                <a:lnTo>
                  <a:pt x="4432" y="192"/>
                </a:lnTo>
                <a:lnTo>
                  <a:pt x="4432" y="64"/>
                </a:lnTo>
                <a:close/>
                <a:moveTo>
                  <a:pt x="4365" y="395"/>
                </a:moveTo>
                <a:lnTo>
                  <a:pt x="4365" y="395"/>
                </a:lnTo>
                <a:lnTo>
                  <a:pt x="4432" y="395"/>
                </a:lnTo>
                <a:lnTo>
                  <a:pt x="4432" y="247"/>
                </a:lnTo>
                <a:lnTo>
                  <a:pt x="4535" y="247"/>
                </a:lnTo>
                <a:cubicBezTo>
                  <a:pt x="4645" y="248"/>
                  <a:pt x="4666" y="177"/>
                  <a:pt x="4666" y="129"/>
                </a:cubicBezTo>
                <a:cubicBezTo>
                  <a:pt x="4666" y="81"/>
                  <a:pt x="4645" y="10"/>
                  <a:pt x="4535" y="10"/>
                </a:cubicBezTo>
                <a:lnTo>
                  <a:pt x="4365" y="10"/>
                </a:lnTo>
                <a:lnTo>
                  <a:pt x="4365" y="395"/>
                </a:lnTo>
                <a:close/>
                <a:moveTo>
                  <a:pt x="4841" y="76"/>
                </a:moveTo>
                <a:lnTo>
                  <a:pt x="4841" y="76"/>
                </a:lnTo>
                <a:lnTo>
                  <a:pt x="4842" y="76"/>
                </a:lnTo>
                <a:lnTo>
                  <a:pt x="4900" y="241"/>
                </a:lnTo>
                <a:lnTo>
                  <a:pt x="4782" y="241"/>
                </a:lnTo>
                <a:lnTo>
                  <a:pt x="4841" y="76"/>
                </a:lnTo>
                <a:close/>
                <a:moveTo>
                  <a:pt x="4658" y="395"/>
                </a:moveTo>
                <a:lnTo>
                  <a:pt x="4658" y="395"/>
                </a:lnTo>
                <a:lnTo>
                  <a:pt x="4728" y="395"/>
                </a:lnTo>
                <a:lnTo>
                  <a:pt x="4764" y="293"/>
                </a:lnTo>
                <a:lnTo>
                  <a:pt x="4918" y="293"/>
                </a:lnTo>
                <a:lnTo>
                  <a:pt x="4954" y="395"/>
                </a:lnTo>
                <a:lnTo>
                  <a:pt x="5026" y="395"/>
                </a:lnTo>
                <a:lnTo>
                  <a:pt x="4878" y="10"/>
                </a:lnTo>
                <a:lnTo>
                  <a:pt x="4806" y="10"/>
                </a:lnTo>
                <a:lnTo>
                  <a:pt x="4658" y="395"/>
                </a:lnTo>
                <a:close/>
                <a:moveTo>
                  <a:pt x="5385" y="132"/>
                </a:moveTo>
                <a:lnTo>
                  <a:pt x="5385" y="132"/>
                </a:lnTo>
                <a:cubicBezTo>
                  <a:pt x="5377" y="49"/>
                  <a:pt x="5308" y="1"/>
                  <a:pt x="5221" y="0"/>
                </a:cubicBezTo>
                <a:cubicBezTo>
                  <a:pt x="5106" y="0"/>
                  <a:pt x="5037" y="92"/>
                  <a:pt x="5037" y="202"/>
                </a:cubicBezTo>
                <a:cubicBezTo>
                  <a:pt x="5037" y="312"/>
                  <a:pt x="5106" y="404"/>
                  <a:pt x="5221" y="404"/>
                </a:cubicBezTo>
                <a:cubicBezTo>
                  <a:pt x="5315" y="404"/>
                  <a:pt x="5380" y="340"/>
                  <a:pt x="5385" y="248"/>
                </a:cubicBezTo>
                <a:lnTo>
                  <a:pt x="5320" y="248"/>
                </a:lnTo>
                <a:cubicBezTo>
                  <a:pt x="5314" y="304"/>
                  <a:pt x="5281" y="349"/>
                  <a:pt x="5221" y="349"/>
                </a:cubicBezTo>
                <a:cubicBezTo>
                  <a:pt x="5139" y="349"/>
                  <a:pt x="5104" y="276"/>
                  <a:pt x="5104" y="202"/>
                </a:cubicBezTo>
                <a:cubicBezTo>
                  <a:pt x="5104" y="128"/>
                  <a:pt x="5139" y="55"/>
                  <a:pt x="5221" y="55"/>
                </a:cubicBezTo>
                <a:cubicBezTo>
                  <a:pt x="5278" y="55"/>
                  <a:pt x="5306" y="88"/>
                  <a:pt x="5317" y="132"/>
                </a:cubicBezTo>
                <a:lnTo>
                  <a:pt x="5385" y="132"/>
                </a:lnTo>
                <a:close/>
                <a:moveTo>
                  <a:pt x="5454" y="395"/>
                </a:moveTo>
                <a:lnTo>
                  <a:pt x="5454" y="395"/>
                </a:lnTo>
                <a:lnTo>
                  <a:pt x="5735" y="395"/>
                </a:lnTo>
                <a:lnTo>
                  <a:pt x="5735" y="336"/>
                </a:lnTo>
                <a:lnTo>
                  <a:pt x="5521" y="336"/>
                </a:lnTo>
                <a:lnTo>
                  <a:pt x="5521" y="224"/>
                </a:lnTo>
                <a:lnTo>
                  <a:pt x="5716" y="224"/>
                </a:lnTo>
                <a:lnTo>
                  <a:pt x="5716" y="169"/>
                </a:lnTo>
                <a:lnTo>
                  <a:pt x="5521" y="169"/>
                </a:lnTo>
                <a:lnTo>
                  <a:pt x="5521" y="68"/>
                </a:lnTo>
                <a:lnTo>
                  <a:pt x="5731" y="68"/>
                </a:lnTo>
                <a:lnTo>
                  <a:pt x="5731" y="10"/>
                </a:lnTo>
                <a:lnTo>
                  <a:pt x="5454" y="10"/>
                </a:lnTo>
                <a:lnTo>
                  <a:pt x="5454" y="395"/>
                </a:lnTo>
                <a:close/>
              </a:path>
            </a:pathLst>
          </a:custGeom>
          <a:solidFill>
            <a:srgbClr val="FEFEF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en-GB" sz="1361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2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78762" y="1628800"/>
            <a:ext cx="4523508" cy="2892800"/>
          </a:xfrm>
        </p:spPr>
        <p:txBody>
          <a:bodyPr anchor="b"/>
          <a:lstStyle>
            <a:lvl1pPr>
              <a:lnSpc>
                <a:spcPct val="10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altLang="de-DE" noProof="0"/>
              <a:t>Haga clic para modificar el estilo de título del patrón</a:t>
            </a:r>
            <a:endParaRPr lang="de-DE" altLang="de-DE" noProof="0" dirty="0"/>
          </a:p>
        </p:txBody>
      </p:sp>
      <p:sp>
        <p:nvSpPr>
          <p:cNvPr id="13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78762" y="4561677"/>
            <a:ext cx="4523508" cy="863111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altLang="de-DE" noProof="0"/>
              <a:t>Haga clic para modificar el estilo de subtítulo del patrón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83402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hange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>
            <a:grpSpLocks/>
          </p:cNvGrpSpPr>
          <p:nvPr userDrawn="1"/>
        </p:nvGrpSpPr>
        <p:grpSpPr bwMode="auto">
          <a:xfrm>
            <a:off x="0" y="5424788"/>
            <a:ext cx="9144000" cy="1433213"/>
            <a:chOff x="0" y="3189"/>
            <a:chExt cx="6736" cy="1572"/>
          </a:xfrm>
          <a:solidFill>
            <a:schemeClr val="accent6"/>
          </a:solidFill>
        </p:grpSpPr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0" y="3189"/>
              <a:ext cx="6736" cy="15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36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20" name="Group 15"/>
            <p:cNvGrpSpPr>
              <a:grpSpLocks/>
            </p:cNvGrpSpPr>
            <p:nvPr/>
          </p:nvGrpSpPr>
          <p:grpSpPr bwMode="auto">
            <a:xfrm>
              <a:off x="0" y="3189"/>
              <a:ext cx="6736" cy="68"/>
              <a:chOff x="0" y="3189"/>
              <a:chExt cx="6736" cy="68"/>
            </a:xfrm>
            <a:grpFill/>
          </p:grpSpPr>
          <p:sp>
            <p:nvSpPr>
              <p:cNvPr id="21" name="Rectangle 16"/>
              <p:cNvSpPr>
                <a:spLocks noChangeArrowheads="1"/>
              </p:cNvSpPr>
              <p:nvPr/>
            </p:nvSpPr>
            <p:spPr bwMode="auto">
              <a:xfrm>
                <a:off x="0" y="3189"/>
                <a:ext cx="6733" cy="23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de-DE" sz="136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22" name="Rectangle 17"/>
              <p:cNvSpPr>
                <a:spLocks noChangeArrowheads="1"/>
              </p:cNvSpPr>
              <p:nvPr/>
            </p:nvSpPr>
            <p:spPr bwMode="auto">
              <a:xfrm>
                <a:off x="1826" y="3189"/>
                <a:ext cx="4910" cy="6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de-DE" sz="136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</p:grpSp>
      <p:pic>
        <p:nvPicPr>
          <p:cNvPr id="11" name="Picture 10" descr="AIRBUS_WHITE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0372" y="6165304"/>
            <a:ext cx="1080120" cy="36004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478762" y="5768386"/>
            <a:ext cx="4523508" cy="756958"/>
          </a:xfrm>
        </p:spPr>
        <p:txBody>
          <a:bodyPr anchor="b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auto">
          <a:xfrm>
            <a:off x="2478762" y="5652002"/>
            <a:ext cx="1239300" cy="116385"/>
          </a:xfrm>
          <a:custGeom>
            <a:avLst/>
            <a:gdLst>
              <a:gd name="T0" fmla="*/ 263 w 5735"/>
              <a:gd name="T1" fmla="*/ 202 h 404"/>
              <a:gd name="T2" fmla="*/ 0 w 5735"/>
              <a:gd name="T3" fmla="*/ 395 h 404"/>
              <a:gd name="T4" fmla="*/ 160 w 5735"/>
              <a:gd name="T5" fmla="*/ 10 h 404"/>
              <a:gd name="T6" fmla="*/ 399 w 5735"/>
              <a:gd name="T7" fmla="*/ 395 h 404"/>
              <a:gd name="T8" fmla="*/ 466 w 5735"/>
              <a:gd name="T9" fmla="*/ 224 h 404"/>
              <a:gd name="T10" fmla="*/ 466 w 5735"/>
              <a:gd name="T11" fmla="*/ 68 h 404"/>
              <a:gd name="T12" fmla="*/ 399 w 5735"/>
              <a:gd name="T13" fmla="*/ 395 h 404"/>
              <a:gd name="T14" fmla="*/ 813 w 5735"/>
              <a:gd name="T15" fmla="*/ 224 h 404"/>
              <a:gd name="T16" fmla="*/ 813 w 5735"/>
              <a:gd name="T17" fmla="*/ 68 h 404"/>
              <a:gd name="T18" fmla="*/ 746 w 5735"/>
              <a:gd name="T19" fmla="*/ 395 h 404"/>
              <a:gd name="T20" fmla="*/ 1348 w 5735"/>
              <a:gd name="T21" fmla="*/ 336 h 404"/>
              <a:gd name="T22" fmla="*/ 1329 w 5735"/>
              <a:gd name="T23" fmla="*/ 169 h 404"/>
              <a:gd name="T24" fmla="*/ 1344 w 5735"/>
              <a:gd name="T25" fmla="*/ 10 h 404"/>
              <a:gd name="T26" fmla="*/ 1413 w 5735"/>
              <a:gd name="T27" fmla="*/ 395 h 404"/>
              <a:gd name="T28" fmla="*/ 1654 w 5735"/>
              <a:gd name="T29" fmla="*/ 395 h 404"/>
              <a:gd name="T30" fmla="*/ 1661 w 5735"/>
              <a:gd name="T31" fmla="*/ 293 h 404"/>
              <a:gd name="T32" fmla="*/ 1413 w 5735"/>
              <a:gd name="T33" fmla="*/ 395 h 404"/>
              <a:gd name="T34" fmla="*/ 1793 w 5735"/>
              <a:gd name="T35" fmla="*/ 202 h 404"/>
              <a:gd name="T36" fmla="*/ 1977 w 5735"/>
              <a:gd name="T37" fmla="*/ 349 h 404"/>
              <a:gd name="T38" fmla="*/ 2141 w 5735"/>
              <a:gd name="T39" fmla="*/ 132 h 404"/>
              <a:gd name="T40" fmla="*/ 2491 w 5735"/>
              <a:gd name="T41" fmla="*/ 336 h 404"/>
              <a:gd name="T42" fmla="*/ 2471 w 5735"/>
              <a:gd name="T43" fmla="*/ 169 h 404"/>
              <a:gd name="T44" fmla="*/ 2487 w 5735"/>
              <a:gd name="T45" fmla="*/ 10 h 404"/>
              <a:gd name="T46" fmla="*/ 2837 w 5735"/>
              <a:gd name="T47" fmla="*/ 76 h 404"/>
              <a:gd name="T48" fmla="*/ 2837 w 5735"/>
              <a:gd name="T49" fmla="*/ 76 h 404"/>
              <a:gd name="T50" fmla="*/ 2761 w 5735"/>
              <a:gd name="T51" fmla="*/ 293 h 404"/>
              <a:gd name="T52" fmla="*/ 2874 w 5735"/>
              <a:gd name="T53" fmla="*/ 10 h 404"/>
              <a:gd name="T54" fmla="*/ 3068 w 5735"/>
              <a:gd name="T55" fmla="*/ 395 h 404"/>
              <a:gd name="T56" fmla="*/ 3309 w 5735"/>
              <a:gd name="T57" fmla="*/ 395 h 404"/>
              <a:gd name="T58" fmla="*/ 3316 w 5735"/>
              <a:gd name="T59" fmla="*/ 293 h 404"/>
              <a:gd name="T60" fmla="*/ 3068 w 5735"/>
              <a:gd name="T61" fmla="*/ 395 h 404"/>
              <a:gd name="T62" fmla="*/ 3729 w 5735"/>
              <a:gd name="T63" fmla="*/ 202 h 404"/>
              <a:gd name="T64" fmla="*/ 3467 w 5735"/>
              <a:gd name="T65" fmla="*/ 395 h 404"/>
              <a:gd name="T66" fmla="*/ 3627 w 5735"/>
              <a:gd name="T67" fmla="*/ 10 h 404"/>
              <a:gd name="T68" fmla="*/ 3984 w 5735"/>
              <a:gd name="T69" fmla="*/ 266 h 404"/>
              <a:gd name="T70" fmla="*/ 4111 w 5735"/>
              <a:gd name="T71" fmla="*/ 155 h 404"/>
              <a:gd name="T72" fmla="*/ 4287 w 5735"/>
              <a:gd name="T73" fmla="*/ 123 h 404"/>
              <a:gd name="T74" fmla="*/ 4198 w 5735"/>
              <a:gd name="T75" fmla="*/ 243 h 404"/>
              <a:gd name="T76" fmla="*/ 3984 w 5735"/>
              <a:gd name="T77" fmla="*/ 266 h 404"/>
              <a:gd name="T78" fmla="*/ 4598 w 5735"/>
              <a:gd name="T79" fmla="*/ 128 h 404"/>
              <a:gd name="T80" fmla="*/ 4365 w 5735"/>
              <a:gd name="T81" fmla="*/ 395 h 404"/>
              <a:gd name="T82" fmla="*/ 4535 w 5735"/>
              <a:gd name="T83" fmla="*/ 247 h 404"/>
              <a:gd name="T84" fmla="*/ 4365 w 5735"/>
              <a:gd name="T85" fmla="*/ 395 h 404"/>
              <a:gd name="T86" fmla="*/ 4900 w 5735"/>
              <a:gd name="T87" fmla="*/ 241 h 404"/>
              <a:gd name="T88" fmla="*/ 4658 w 5735"/>
              <a:gd name="T89" fmla="*/ 395 h 404"/>
              <a:gd name="T90" fmla="*/ 4954 w 5735"/>
              <a:gd name="T91" fmla="*/ 395 h 404"/>
              <a:gd name="T92" fmla="*/ 4658 w 5735"/>
              <a:gd name="T93" fmla="*/ 395 h 404"/>
              <a:gd name="T94" fmla="*/ 5037 w 5735"/>
              <a:gd name="T95" fmla="*/ 202 h 404"/>
              <a:gd name="T96" fmla="*/ 5221 w 5735"/>
              <a:gd name="T97" fmla="*/ 349 h 404"/>
              <a:gd name="T98" fmla="*/ 5385 w 5735"/>
              <a:gd name="T99" fmla="*/ 132 h 404"/>
              <a:gd name="T100" fmla="*/ 5735 w 5735"/>
              <a:gd name="T101" fmla="*/ 336 h 404"/>
              <a:gd name="T102" fmla="*/ 5716 w 5735"/>
              <a:gd name="T103" fmla="*/ 169 h 404"/>
              <a:gd name="T104" fmla="*/ 5731 w 5735"/>
              <a:gd name="T105" fmla="*/ 1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735" h="404">
                <a:moveTo>
                  <a:pt x="68" y="64"/>
                </a:moveTo>
                <a:lnTo>
                  <a:pt x="68" y="64"/>
                </a:lnTo>
                <a:lnTo>
                  <a:pt x="134" y="64"/>
                </a:lnTo>
                <a:cubicBezTo>
                  <a:pt x="240" y="64"/>
                  <a:pt x="263" y="125"/>
                  <a:pt x="263" y="202"/>
                </a:cubicBezTo>
                <a:cubicBezTo>
                  <a:pt x="263" y="279"/>
                  <a:pt x="240" y="340"/>
                  <a:pt x="134" y="340"/>
                </a:cubicBezTo>
                <a:lnTo>
                  <a:pt x="68" y="340"/>
                </a:lnTo>
                <a:lnTo>
                  <a:pt x="68" y="64"/>
                </a:lnTo>
                <a:close/>
                <a:moveTo>
                  <a:pt x="0" y="395"/>
                </a:moveTo>
                <a:lnTo>
                  <a:pt x="0" y="395"/>
                </a:lnTo>
                <a:lnTo>
                  <a:pt x="160" y="395"/>
                </a:lnTo>
                <a:cubicBezTo>
                  <a:pt x="279" y="395"/>
                  <a:pt x="330" y="308"/>
                  <a:pt x="330" y="202"/>
                </a:cubicBezTo>
                <a:cubicBezTo>
                  <a:pt x="330" y="96"/>
                  <a:pt x="279" y="10"/>
                  <a:pt x="160" y="10"/>
                </a:cubicBezTo>
                <a:lnTo>
                  <a:pt x="0" y="10"/>
                </a:lnTo>
                <a:lnTo>
                  <a:pt x="0" y="395"/>
                </a:lnTo>
                <a:close/>
                <a:moveTo>
                  <a:pt x="399" y="395"/>
                </a:moveTo>
                <a:lnTo>
                  <a:pt x="399" y="395"/>
                </a:lnTo>
                <a:lnTo>
                  <a:pt x="680" y="395"/>
                </a:lnTo>
                <a:lnTo>
                  <a:pt x="680" y="336"/>
                </a:lnTo>
                <a:lnTo>
                  <a:pt x="466" y="336"/>
                </a:lnTo>
                <a:lnTo>
                  <a:pt x="466" y="224"/>
                </a:lnTo>
                <a:lnTo>
                  <a:pt x="660" y="224"/>
                </a:lnTo>
                <a:lnTo>
                  <a:pt x="660" y="169"/>
                </a:lnTo>
                <a:lnTo>
                  <a:pt x="466" y="169"/>
                </a:lnTo>
                <a:lnTo>
                  <a:pt x="466" y="68"/>
                </a:lnTo>
                <a:lnTo>
                  <a:pt x="676" y="68"/>
                </a:lnTo>
                <a:lnTo>
                  <a:pt x="676" y="10"/>
                </a:lnTo>
                <a:lnTo>
                  <a:pt x="399" y="10"/>
                </a:lnTo>
                <a:lnTo>
                  <a:pt x="399" y="395"/>
                </a:lnTo>
                <a:close/>
                <a:moveTo>
                  <a:pt x="746" y="395"/>
                </a:moveTo>
                <a:lnTo>
                  <a:pt x="746" y="395"/>
                </a:lnTo>
                <a:lnTo>
                  <a:pt x="813" y="395"/>
                </a:lnTo>
                <a:lnTo>
                  <a:pt x="813" y="224"/>
                </a:lnTo>
                <a:lnTo>
                  <a:pt x="988" y="224"/>
                </a:lnTo>
                <a:lnTo>
                  <a:pt x="988" y="169"/>
                </a:lnTo>
                <a:lnTo>
                  <a:pt x="813" y="169"/>
                </a:lnTo>
                <a:lnTo>
                  <a:pt x="813" y="68"/>
                </a:lnTo>
                <a:lnTo>
                  <a:pt x="1012" y="68"/>
                </a:lnTo>
                <a:lnTo>
                  <a:pt x="1012" y="10"/>
                </a:lnTo>
                <a:lnTo>
                  <a:pt x="746" y="10"/>
                </a:lnTo>
                <a:lnTo>
                  <a:pt x="746" y="395"/>
                </a:lnTo>
                <a:close/>
                <a:moveTo>
                  <a:pt x="1067" y="395"/>
                </a:moveTo>
                <a:lnTo>
                  <a:pt x="1067" y="395"/>
                </a:lnTo>
                <a:lnTo>
                  <a:pt x="1348" y="395"/>
                </a:lnTo>
                <a:lnTo>
                  <a:pt x="1348" y="336"/>
                </a:lnTo>
                <a:lnTo>
                  <a:pt x="1135" y="336"/>
                </a:lnTo>
                <a:lnTo>
                  <a:pt x="1135" y="224"/>
                </a:lnTo>
                <a:lnTo>
                  <a:pt x="1329" y="224"/>
                </a:lnTo>
                <a:lnTo>
                  <a:pt x="1329" y="169"/>
                </a:lnTo>
                <a:lnTo>
                  <a:pt x="1135" y="169"/>
                </a:lnTo>
                <a:lnTo>
                  <a:pt x="1135" y="68"/>
                </a:lnTo>
                <a:lnTo>
                  <a:pt x="1344" y="68"/>
                </a:lnTo>
                <a:lnTo>
                  <a:pt x="1344" y="10"/>
                </a:lnTo>
                <a:lnTo>
                  <a:pt x="1067" y="10"/>
                </a:lnTo>
                <a:lnTo>
                  <a:pt x="1067" y="395"/>
                </a:lnTo>
                <a:close/>
                <a:moveTo>
                  <a:pt x="1413" y="395"/>
                </a:moveTo>
                <a:lnTo>
                  <a:pt x="1413" y="395"/>
                </a:lnTo>
                <a:lnTo>
                  <a:pt x="1477" y="395"/>
                </a:lnTo>
                <a:lnTo>
                  <a:pt x="1477" y="111"/>
                </a:lnTo>
                <a:lnTo>
                  <a:pt x="1479" y="111"/>
                </a:lnTo>
                <a:lnTo>
                  <a:pt x="1654" y="395"/>
                </a:lnTo>
                <a:lnTo>
                  <a:pt x="1725" y="395"/>
                </a:lnTo>
                <a:lnTo>
                  <a:pt x="1725" y="10"/>
                </a:lnTo>
                <a:lnTo>
                  <a:pt x="1661" y="10"/>
                </a:lnTo>
                <a:lnTo>
                  <a:pt x="1661" y="293"/>
                </a:lnTo>
                <a:lnTo>
                  <a:pt x="1660" y="293"/>
                </a:lnTo>
                <a:lnTo>
                  <a:pt x="1484" y="10"/>
                </a:lnTo>
                <a:lnTo>
                  <a:pt x="1413" y="10"/>
                </a:lnTo>
                <a:lnTo>
                  <a:pt x="1413" y="395"/>
                </a:lnTo>
                <a:close/>
                <a:moveTo>
                  <a:pt x="2141" y="132"/>
                </a:moveTo>
                <a:lnTo>
                  <a:pt x="2141" y="132"/>
                </a:lnTo>
                <a:cubicBezTo>
                  <a:pt x="2133" y="49"/>
                  <a:pt x="2064" y="1"/>
                  <a:pt x="1977" y="0"/>
                </a:cubicBezTo>
                <a:cubicBezTo>
                  <a:pt x="1862" y="0"/>
                  <a:pt x="1793" y="92"/>
                  <a:pt x="1793" y="202"/>
                </a:cubicBezTo>
                <a:cubicBezTo>
                  <a:pt x="1793" y="312"/>
                  <a:pt x="1862" y="404"/>
                  <a:pt x="1977" y="404"/>
                </a:cubicBezTo>
                <a:cubicBezTo>
                  <a:pt x="2071" y="404"/>
                  <a:pt x="2136" y="340"/>
                  <a:pt x="2141" y="248"/>
                </a:cubicBezTo>
                <a:lnTo>
                  <a:pt x="2075" y="248"/>
                </a:lnTo>
                <a:cubicBezTo>
                  <a:pt x="2070" y="304"/>
                  <a:pt x="2037" y="349"/>
                  <a:pt x="1977" y="349"/>
                </a:cubicBezTo>
                <a:cubicBezTo>
                  <a:pt x="1895" y="349"/>
                  <a:pt x="1860" y="276"/>
                  <a:pt x="1860" y="202"/>
                </a:cubicBezTo>
                <a:cubicBezTo>
                  <a:pt x="1860" y="128"/>
                  <a:pt x="1895" y="55"/>
                  <a:pt x="1977" y="55"/>
                </a:cubicBezTo>
                <a:cubicBezTo>
                  <a:pt x="2033" y="55"/>
                  <a:pt x="2062" y="88"/>
                  <a:pt x="2073" y="132"/>
                </a:cubicBezTo>
                <a:lnTo>
                  <a:pt x="2141" y="132"/>
                </a:lnTo>
                <a:close/>
                <a:moveTo>
                  <a:pt x="2210" y="395"/>
                </a:moveTo>
                <a:lnTo>
                  <a:pt x="2210" y="395"/>
                </a:lnTo>
                <a:lnTo>
                  <a:pt x="2491" y="395"/>
                </a:lnTo>
                <a:lnTo>
                  <a:pt x="2491" y="336"/>
                </a:lnTo>
                <a:lnTo>
                  <a:pt x="2277" y="336"/>
                </a:lnTo>
                <a:lnTo>
                  <a:pt x="2277" y="224"/>
                </a:lnTo>
                <a:lnTo>
                  <a:pt x="2471" y="224"/>
                </a:lnTo>
                <a:lnTo>
                  <a:pt x="2471" y="169"/>
                </a:lnTo>
                <a:lnTo>
                  <a:pt x="2277" y="169"/>
                </a:lnTo>
                <a:lnTo>
                  <a:pt x="2277" y="68"/>
                </a:lnTo>
                <a:lnTo>
                  <a:pt x="2487" y="68"/>
                </a:lnTo>
                <a:lnTo>
                  <a:pt x="2487" y="10"/>
                </a:lnTo>
                <a:lnTo>
                  <a:pt x="2210" y="10"/>
                </a:lnTo>
                <a:lnTo>
                  <a:pt x="2210" y="395"/>
                </a:lnTo>
                <a:close/>
                <a:moveTo>
                  <a:pt x="2837" y="76"/>
                </a:moveTo>
                <a:lnTo>
                  <a:pt x="2837" y="76"/>
                </a:lnTo>
                <a:lnTo>
                  <a:pt x="2839" y="76"/>
                </a:lnTo>
                <a:lnTo>
                  <a:pt x="2897" y="241"/>
                </a:lnTo>
                <a:lnTo>
                  <a:pt x="2779" y="241"/>
                </a:lnTo>
                <a:lnTo>
                  <a:pt x="2837" y="76"/>
                </a:lnTo>
                <a:close/>
                <a:moveTo>
                  <a:pt x="2655" y="395"/>
                </a:moveTo>
                <a:lnTo>
                  <a:pt x="2655" y="395"/>
                </a:lnTo>
                <a:lnTo>
                  <a:pt x="2724" y="395"/>
                </a:lnTo>
                <a:lnTo>
                  <a:pt x="2761" y="293"/>
                </a:lnTo>
                <a:lnTo>
                  <a:pt x="2914" y="293"/>
                </a:lnTo>
                <a:lnTo>
                  <a:pt x="2950" y="395"/>
                </a:lnTo>
                <a:lnTo>
                  <a:pt x="3023" y="395"/>
                </a:lnTo>
                <a:lnTo>
                  <a:pt x="2874" y="10"/>
                </a:lnTo>
                <a:lnTo>
                  <a:pt x="2803" y="10"/>
                </a:lnTo>
                <a:lnTo>
                  <a:pt x="2655" y="395"/>
                </a:lnTo>
                <a:close/>
                <a:moveTo>
                  <a:pt x="3068" y="395"/>
                </a:moveTo>
                <a:lnTo>
                  <a:pt x="3068" y="395"/>
                </a:lnTo>
                <a:lnTo>
                  <a:pt x="3132" y="395"/>
                </a:lnTo>
                <a:lnTo>
                  <a:pt x="3132" y="111"/>
                </a:lnTo>
                <a:lnTo>
                  <a:pt x="3133" y="111"/>
                </a:lnTo>
                <a:lnTo>
                  <a:pt x="3309" y="395"/>
                </a:lnTo>
                <a:lnTo>
                  <a:pt x="3380" y="395"/>
                </a:lnTo>
                <a:lnTo>
                  <a:pt x="3380" y="10"/>
                </a:lnTo>
                <a:lnTo>
                  <a:pt x="3316" y="10"/>
                </a:lnTo>
                <a:lnTo>
                  <a:pt x="3316" y="293"/>
                </a:lnTo>
                <a:lnTo>
                  <a:pt x="3315" y="293"/>
                </a:lnTo>
                <a:lnTo>
                  <a:pt x="3139" y="10"/>
                </a:lnTo>
                <a:lnTo>
                  <a:pt x="3068" y="10"/>
                </a:lnTo>
                <a:lnTo>
                  <a:pt x="3068" y="395"/>
                </a:lnTo>
                <a:close/>
                <a:moveTo>
                  <a:pt x="3535" y="64"/>
                </a:moveTo>
                <a:lnTo>
                  <a:pt x="3535" y="64"/>
                </a:lnTo>
                <a:lnTo>
                  <a:pt x="3601" y="64"/>
                </a:lnTo>
                <a:cubicBezTo>
                  <a:pt x="3707" y="64"/>
                  <a:pt x="3729" y="125"/>
                  <a:pt x="3729" y="202"/>
                </a:cubicBezTo>
                <a:cubicBezTo>
                  <a:pt x="3729" y="279"/>
                  <a:pt x="3707" y="340"/>
                  <a:pt x="3601" y="340"/>
                </a:cubicBezTo>
                <a:lnTo>
                  <a:pt x="3535" y="340"/>
                </a:lnTo>
                <a:lnTo>
                  <a:pt x="3535" y="64"/>
                </a:lnTo>
                <a:close/>
                <a:moveTo>
                  <a:pt x="3467" y="395"/>
                </a:moveTo>
                <a:lnTo>
                  <a:pt x="3467" y="395"/>
                </a:lnTo>
                <a:lnTo>
                  <a:pt x="3627" y="395"/>
                </a:lnTo>
                <a:cubicBezTo>
                  <a:pt x="3746" y="395"/>
                  <a:pt x="3797" y="308"/>
                  <a:pt x="3797" y="202"/>
                </a:cubicBezTo>
                <a:cubicBezTo>
                  <a:pt x="3797" y="96"/>
                  <a:pt x="3746" y="10"/>
                  <a:pt x="3627" y="10"/>
                </a:cubicBezTo>
                <a:lnTo>
                  <a:pt x="3467" y="10"/>
                </a:lnTo>
                <a:lnTo>
                  <a:pt x="3467" y="395"/>
                </a:lnTo>
                <a:close/>
                <a:moveTo>
                  <a:pt x="3984" y="266"/>
                </a:moveTo>
                <a:lnTo>
                  <a:pt x="3984" y="266"/>
                </a:lnTo>
                <a:cubicBezTo>
                  <a:pt x="3985" y="362"/>
                  <a:pt x="4056" y="404"/>
                  <a:pt x="4144" y="404"/>
                </a:cubicBezTo>
                <a:cubicBezTo>
                  <a:pt x="4221" y="404"/>
                  <a:pt x="4297" y="369"/>
                  <a:pt x="4297" y="283"/>
                </a:cubicBezTo>
                <a:cubicBezTo>
                  <a:pt x="4297" y="243"/>
                  <a:pt x="4273" y="200"/>
                  <a:pt x="4222" y="185"/>
                </a:cubicBezTo>
                <a:cubicBezTo>
                  <a:pt x="4202" y="179"/>
                  <a:pt x="4117" y="157"/>
                  <a:pt x="4111" y="155"/>
                </a:cubicBezTo>
                <a:cubicBezTo>
                  <a:pt x="4084" y="148"/>
                  <a:pt x="4065" y="132"/>
                  <a:pt x="4065" y="105"/>
                </a:cubicBezTo>
                <a:cubicBezTo>
                  <a:pt x="4065" y="67"/>
                  <a:pt x="4105" y="55"/>
                  <a:pt x="4136" y="55"/>
                </a:cubicBezTo>
                <a:cubicBezTo>
                  <a:pt x="4183" y="55"/>
                  <a:pt x="4216" y="74"/>
                  <a:pt x="4219" y="123"/>
                </a:cubicBezTo>
                <a:lnTo>
                  <a:pt x="4287" y="123"/>
                </a:lnTo>
                <a:cubicBezTo>
                  <a:pt x="4287" y="43"/>
                  <a:pt x="4219" y="0"/>
                  <a:pt x="4139" y="0"/>
                </a:cubicBezTo>
                <a:cubicBezTo>
                  <a:pt x="4069" y="0"/>
                  <a:pt x="3998" y="36"/>
                  <a:pt x="3998" y="114"/>
                </a:cubicBezTo>
                <a:cubicBezTo>
                  <a:pt x="3998" y="154"/>
                  <a:pt x="4017" y="193"/>
                  <a:pt x="4083" y="211"/>
                </a:cubicBezTo>
                <a:cubicBezTo>
                  <a:pt x="4136" y="226"/>
                  <a:pt x="4171" y="233"/>
                  <a:pt x="4198" y="243"/>
                </a:cubicBezTo>
                <a:cubicBezTo>
                  <a:pt x="4214" y="249"/>
                  <a:pt x="4230" y="261"/>
                  <a:pt x="4230" y="291"/>
                </a:cubicBezTo>
                <a:cubicBezTo>
                  <a:pt x="4230" y="320"/>
                  <a:pt x="4208" y="349"/>
                  <a:pt x="4149" y="349"/>
                </a:cubicBezTo>
                <a:cubicBezTo>
                  <a:pt x="4095" y="349"/>
                  <a:pt x="4051" y="326"/>
                  <a:pt x="4051" y="266"/>
                </a:cubicBezTo>
                <a:lnTo>
                  <a:pt x="3984" y="266"/>
                </a:lnTo>
                <a:close/>
                <a:moveTo>
                  <a:pt x="4432" y="64"/>
                </a:moveTo>
                <a:lnTo>
                  <a:pt x="4432" y="64"/>
                </a:lnTo>
                <a:lnTo>
                  <a:pt x="4532" y="64"/>
                </a:lnTo>
                <a:cubicBezTo>
                  <a:pt x="4567" y="64"/>
                  <a:pt x="4598" y="77"/>
                  <a:pt x="4598" y="128"/>
                </a:cubicBezTo>
                <a:cubicBezTo>
                  <a:pt x="4598" y="177"/>
                  <a:pt x="4561" y="192"/>
                  <a:pt x="4531" y="192"/>
                </a:cubicBezTo>
                <a:lnTo>
                  <a:pt x="4432" y="192"/>
                </a:lnTo>
                <a:lnTo>
                  <a:pt x="4432" y="64"/>
                </a:lnTo>
                <a:close/>
                <a:moveTo>
                  <a:pt x="4365" y="395"/>
                </a:moveTo>
                <a:lnTo>
                  <a:pt x="4365" y="395"/>
                </a:lnTo>
                <a:lnTo>
                  <a:pt x="4432" y="395"/>
                </a:lnTo>
                <a:lnTo>
                  <a:pt x="4432" y="247"/>
                </a:lnTo>
                <a:lnTo>
                  <a:pt x="4535" y="247"/>
                </a:lnTo>
                <a:cubicBezTo>
                  <a:pt x="4645" y="248"/>
                  <a:pt x="4666" y="177"/>
                  <a:pt x="4666" y="129"/>
                </a:cubicBezTo>
                <a:cubicBezTo>
                  <a:pt x="4666" y="81"/>
                  <a:pt x="4645" y="10"/>
                  <a:pt x="4535" y="10"/>
                </a:cubicBezTo>
                <a:lnTo>
                  <a:pt x="4365" y="10"/>
                </a:lnTo>
                <a:lnTo>
                  <a:pt x="4365" y="395"/>
                </a:lnTo>
                <a:close/>
                <a:moveTo>
                  <a:pt x="4841" y="76"/>
                </a:moveTo>
                <a:lnTo>
                  <a:pt x="4841" y="76"/>
                </a:lnTo>
                <a:lnTo>
                  <a:pt x="4842" y="76"/>
                </a:lnTo>
                <a:lnTo>
                  <a:pt x="4900" y="241"/>
                </a:lnTo>
                <a:lnTo>
                  <a:pt x="4782" y="241"/>
                </a:lnTo>
                <a:lnTo>
                  <a:pt x="4841" y="76"/>
                </a:lnTo>
                <a:close/>
                <a:moveTo>
                  <a:pt x="4658" y="395"/>
                </a:moveTo>
                <a:lnTo>
                  <a:pt x="4658" y="395"/>
                </a:lnTo>
                <a:lnTo>
                  <a:pt x="4728" y="395"/>
                </a:lnTo>
                <a:lnTo>
                  <a:pt x="4764" y="293"/>
                </a:lnTo>
                <a:lnTo>
                  <a:pt x="4918" y="293"/>
                </a:lnTo>
                <a:lnTo>
                  <a:pt x="4954" y="395"/>
                </a:lnTo>
                <a:lnTo>
                  <a:pt x="5026" y="395"/>
                </a:lnTo>
                <a:lnTo>
                  <a:pt x="4878" y="10"/>
                </a:lnTo>
                <a:lnTo>
                  <a:pt x="4806" y="10"/>
                </a:lnTo>
                <a:lnTo>
                  <a:pt x="4658" y="395"/>
                </a:lnTo>
                <a:close/>
                <a:moveTo>
                  <a:pt x="5385" y="132"/>
                </a:moveTo>
                <a:lnTo>
                  <a:pt x="5385" y="132"/>
                </a:lnTo>
                <a:cubicBezTo>
                  <a:pt x="5377" y="49"/>
                  <a:pt x="5308" y="1"/>
                  <a:pt x="5221" y="0"/>
                </a:cubicBezTo>
                <a:cubicBezTo>
                  <a:pt x="5106" y="0"/>
                  <a:pt x="5037" y="92"/>
                  <a:pt x="5037" y="202"/>
                </a:cubicBezTo>
                <a:cubicBezTo>
                  <a:pt x="5037" y="312"/>
                  <a:pt x="5106" y="404"/>
                  <a:pt x="5221" y="404"/>
                </a:cubicBezTo>
                <a:cubicBezTo>
                  <a:pt x="5315" y="404"/>
                  <a:pt x="5380" y="340"/>
                  <a:pt x="5385" y="248"/>
                </a:cubicBezTo>
                <a:lnTo>
                  <a:pt x="5320" y="248"/>
                </a:lnTo>
                <a:cubicBezTo>
                  <a:pt x="5314" y="304"/>
                  <a:pt x="5281" y="349"/>
                  <a:pt x="5221" y="349"/>
                </a:cubicBezTo>
                <a:cubicBezTo>
                  <a:pt x="5139" y="349"/>
                  <a:pt x="5104" y="276"/>
                  <a:pt x="5104" y="202"/>
                </a:cubicBezTo>
                <a:cubicBezTo>
                  <a:pt x="5104" y="128"/>
                  <a:pt x="5139" y="55"/>
                  <a:pt x="5221" y="55"/>
                </a:cubicBezTo>
                <a:cubicBezTo>
                  <a:pt x="5278" y="55"/>
                  <a:pt x="5306" y="88"/>
                  <a:pt x="5317" y="132"/>
                </a:cubicBezTo>
                <a:lnTo>
                  <a:pt x="5385" y="132"/>
                </a:lnTo>
                <a:close/>
                <a:moveTo>
                  <a:pt x="5454" y="395"/>
                </a:moveTo>
                <a:lnTo>
                  <a:pt x="5454" y="395"/>
                </a:lnTo>
                <a:lnTo>
                  <a:pt x="5735" y="395"/>
                </a:lnTo>
                <a:lnTo>
                  <a:pt x="5735" y="336"/>
                </a:lnTo>
                <a:lnTo>
                  <a:pt x="5521" y="336"/>
                </a:lnTo>
                <a:lnTo>
                  <a:pt x="5521" y="224"/>
                </a:lnTo>
                <a:lnTo>
                  <a:pt x="5716" y="224"/>
                </a:lnTo>
                <a:lnTo>
                  <a:pt x="5716" y="169"/>
                </a:lnTo>
                <a:lnTo>
                  <a:pt x="5521" y="169"/>
                </a:lnTo>
                <a:lnTo>
                  <a:pt x="5521" y="68"/>
                </a:lnTo>
                <a:lnTo>
                  <a:pt x="5731" y="68"/>
                </a:lnTo>
                <a:lnTo>
                  <a:pt x="5731" y="10"/>
                </a:lnTo>
                <a:lnTo>
                  <a:pt x="5454" y="10"/>
                </a:lnTo>
                <a:lnTo>
                  <a:pt x="5454" y="395"/>
                </a:lnTo>
                <a:close/>
              </a:path>
            </a:pathLst>
          </a:custGeom>
          <a:solidFill>
            <a:srgbClr val="FEFEF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en-GB" sz="1361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78762" y="1628800"/>
            <a:ext cx="4523508" cy="2892800"/>
          </a:xfrm>
        </p:spPr>
        <p:txBody>
          <a:bodyPr anchor="b"/>
          <a:lstStyle>
            <a:lvl1pPr>
              <a:lnSpc>
                <a:spcPct val="10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altLang="de-DE" noProof="0"/>
              <a:t>Haga clic para modificar el estilo de título del patrón</a:t>
            </a:r>
            <a:endParaRPr lang="de-DE" altLang="de-DE" noProof="0" dirty="0"/>
          </a:p>
        </p:txBody>
      </p:sp>
      <p:sp>
        <p:nvSpPr>
          <p:cNvPr id="1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78762" y="4561677"/>
            <a:ext cx="4523508" cy="863111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altLang="de-DE" noProof="0"/>
              <a:t>Haga clic para modificar el estilo de subtítulo del patrón</a:t>
            </a:r>
            <a:endParaRPr lang="de-DE" altLang="de-DE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56BF37-0672-9AB4-C25A-F9B5B7F6A4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94336" y="-1151978"/>
            <a:ext cx="9328600" cy="655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85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8">
            <a:extLst>
              <a:ext uri="{FF2B5EF4-FFF2-40B4-BE49-F238E27FC236}">
                <a16:creationId xmlns:a16="http://schemas.microsoft.com/office/drawing/2014/main" id="{669B51FB-0ACA-2279-18CA-BDF9F2E3A70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4762" y="5452171"/>
            <a:ext cx="9144000" cy="1433213"/>
            <a:chOff x="274" y="1959"/>
            <a:chExt cx="6736" cy="1572"/>
          </a:xfrm>
          <a:solidFill>
            <a:schemeClr val="accent6"/>
          </a:solidFill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A4F275B5-480B-2115-1708-EFE6FAD18F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" y="1959"/>
              <a:ext cx="6736" cy="15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36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0" name="Rectangle 17">
              <a:extLst>
                <a:ext uri="{FF2B5EF4-FFF2-40B4-BE49-F238E27FC236}">
                  <a16:creationId xmlns:a16="http://schemas.microsoft.com/office/drawing/2014/main" id="{86BF98CF-F5B9-4640-9256-3B5857040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6" y="3189"/>
              <a:ext cx="4910" cy="68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361">
                <a:solidFill>
                  <a:srgbClr val="000000"/>
                </a:solidFill>
                <a:cs typeface="Arial" pitchFamily="34" charset="0"/>
              </a:endParaRPr>
            </a:p>
          </p:txBody>
        </p:sp>
      </p:grpSp>
      <p:pic>
        <p:nvPicPr>
          <p:cNvPr id="11" name="Picture 10" descr="AIRBUS_WHITE.png">
            <a:extLst>
              <a:ext uri="{FF2B5EF4-FFF2-40B4-BE49-F238E27FC236}">
                <a16:creationId xmlns:a16="http://schemas.microsoft.com/office/drawing/2014/main" id="{4A5578AA-E49C-626C-F277-0A766E630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0372" y="6165304"/>
            <a:ext cx="1080120" cy="360040"/>
          </a:xfrm>
          <a:prstGeom prst="rect">
            <a:avLst/>
          </a:prstGeom>
        </p:spPr>
      </p:pic>
      <p:sp>
        <p:nvSpPr>
          <p:cNvPr id="12" name="Freeform 5">
            <a:extLst>
              <a:ext uri="{FF2B5EF4-FFF2-40B4-BE49-F238E27FC236}">
                <a16:creationId xmlns:a16="http://schemas.microsoft.com/office/drawing/2014/main" id="{CABC2609-C4FE-A797-C66D-4685EA2C450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2478762" y="5652002"/>
            <a:ext cx="1239300" cy="116385"/>
          </a:xfrm>
          <a:custGeom>
            <a:avLst/>
            <a:gdLst>
              <a:gd name="T0" fmla="*/ 263 w 5735"/>
              <a:gd name="T1" fmla="*/ 202 h 404"/>
              <a:gd name="T2" fmla="*/ 0 w 5735"/>
              <a:gd name="T3" fmla="*/ 395 h 404"/>
              <a:gd name="T4" fmla="*/ 160 w 5735"/>
              <a:gd name="T5" fmla="*/ 10 h 404"/>
              <a:gd name="T6" fmla="*/ 399 w 5735"/>
              <a:gd name="T7" fmla="*/ 395 h 404"/>
              <a:gd name="T8" fmla="*/ 466 w 5735"/>
              <a:gd name="T9" fmla="*/ 224 h 404"/>
              <a:gd name="T10" fmla="*/ 466 w 5735"/>
              <a:gd name="T11" fmla="*/ 68 h 404"/>
              <a:gd name="T12" fmla="*/ 399 w 5735"/>
              <a:gd name="T13" fmla="*/ 395 h 404"/>
              <a:gd name="T14" fmla="*/ 813 w 5735"/>
              <a:gd name="T15" fmla="*/ 224 h 404"/>
              <a:gd name="T16" fmla="*/ 813 w 5735"/>
              <a:gd name="T17" fmla="*/ 68 h 404"/>
              <a:gd name="T18" fmla="*/ 746 w 5735"/>
              <a:gd name="T19" fmla="*/ 395 h 404"/>
              <a:gd name="T20" fmla="*/ 1348 w 5735"/>
              <a:gd name="T21" fmla="*/ 336 h 404"/>
              <a:gd name="T22" fmla="*/ 1329 w 5735"/>
              <a:gd name="T23" fmla="*/ 169 h 404"/>
              <a:gd name="T24" fmla="*/ 1344 w 5735"/>
              <a:gd name="T25" fmla="*/ 10 h 404"/>
              <a:gd name="T26" fmla="*/ 1413 w 5735"/>
              <a:gd name="T27" fmla="*/ 395 h 404"/>
              <a:gd name="T28" fmla="*/ 1654 w 5735"/>
              <a:gd name="T29" fmla="*/ 395 h 404"/>
              <a:gd name="T30" fmla="*/ 1661 w 5735"/>
              <a:gd name="T31" fmla="*/ 293 h 404"/>
              <a:gd name="T32" fmla="*/ 1413 w 5735"/>
              <a:gd name="T33" fmla="*/ 395 h 404"/>
              <a:gd name="T34" fmla="*/ 1793 w 5735"/>
              <a:gd name="T35" fmla="*/ 202 h 404"/>
              <a:gd name="T36" fmla="*/ 1977 w 5735"/>
              <a:gd name="T37" fmla="*/ 349 h 404"/>
              <a:gd name="T38" fmla="*/ 2141 w 5735"/>
              <a:gd name="T39" fmla="*/ 132 h 404"/>
              <a:gd name="T40" fmla="*/ 2491 w 5735"/>
              <a:gd name="T41" fmla="*/ 336 h 404"/>
              <a:gd name="T42" fmla="*/ 2471 w 5735"/>
              <a:gd name="T43" fmla="*/ 169 h 404"/>
              <a:gd name="T44" fmla="*/ 2487 w 5735"/>
              <a:gd name="T45" fmla="*/ 10 h 404"/>
              <a:gd name="T46" fmla="*/ 2837 w 5735"/>
              <a:gd name="T47" fmla="*/ 76 h 404"/>
              <a:gd name="T48" fmla="*/ 2837 w 5735"/>
              <a:gd name="T49" fmla="*/ 76 h 404"/>
              <a:gd name="T50" fmla="*/ 2761 w 5735"/>
              <a:gd name="T51" fmla="*/ 293 h 404"/>
              <a:gd name="T52" fmla="*/ 2874 w 5735"/>
              <a:gd name="T53" fmla="*/ 10 h 404"/>
              <a:gd name="T54" fmla="*/ 3068 w 5735"/>
              <a:gd name="T55" fmla="*/ 395 h 404"/>
              <a:gd name="T56" fmla="*/ 3309 w 5735"/>
              <a:gd name="T57" fmla="*/ 395 h 404"/>
              <a:gd name="T58" fmla="*/ 3316 w 5735"/>
              <a:gd name="T59" fmla="*/ 293 h 404"/>
              <a:gd name="T60" fmla="*/ 3068 w 5735"/>
              <a:gd name="T61" fmla="*/ 395 h 404"/>
              <a:gd name="T62" fmla="*/ 3729 w 5735"/>
              <a:gd name="T63" fmla="*/ 202 h 404"/>
              <a:gd name="T64" fmla="*/ 3467 w 5735"/>
              <a:gd name="T65" fmla="*/ 395 h 404"/>
              <a:gd name="T66" fmla="*/ 3627 w 5735"/>
              <a:gd name="T67" fmla="*/ 10 h 404"/>
              <a:gd name="T68" fmla="*/ 3984 w 5735"/>
              <a:gd name="T69" fmla="*/ 266 h 404"/>
              <a:gd name="T70" fmla="*/ 4111 w 5735"/>
              <a:gd name="T71" fmla="*/ 155 h 404"/>
              <a:gd name="T72" fmla="*/ 4287 w 5735"/>
              <a:gd name="T73" fmla="*/ 123 h 404"/>
              <a:gd name="T74" fmla="*/ 4198 w 5735"/>
              <a:gd name="T75" fmla="*/ 243 h 404"/>
              <a:gd name="T76" fmla="*/ 3984 w 5735"/>
              <a:gd name="T77" fmla="*/ 266 h 404"/>
              <a:gd name="T78" fmla="*/ 4598 w 5735"/>
              <a:gd name="T79" fmla="*/ 128 h 404"/>
              <a:gd name="T80" fmla="*/ 4365 w 5735"/>
              <a:gd name="T81" fmla="*/ 395 h 404"/>
              <a:gd name="T82" fmla="*/ 4535 w 5735"/>
              <a:gd name="T83" fmla="*/ 247 h 404"/>
              <a:gd name="T84" fmla="*/ 4365 w 5735"/>
              <a:gd name="T85" fmla="*/ 395 h 404"/>
              <a:gd name="T86" fmla="*/ 4900 w 5735"/>
              <a:gd name="T87" fmla="*/ 241 h 404"/>
              <a:gd name="T88" fmla="*/ 4658 w 5735"/>
              <a:gd name="T89" fmla="*/ 395 h 404"/>
              <a:gd name="T90" fmla="*/ 4954 w 5735"/>
              <a:gd name="T91" fmla="*/ 395 h 404"/>
              <a:gd name="T92" fmla="*/ 4658 w 5735"/>
              <a:gd name="T93" fmla="*/ 395 h 404"/>
              <a:gd name="T94" fmla="*/ 5037 w 5735"/>
              <a:gd name="T95" fmla="*/ 202 h 404"/>
              <a:gd name="T96" fmla="*/ 5221 w 5735"/>
              <a:gd name="T97" fmla="*/ 349 h 404"/>
              <a:gd name="T98" fmla="*/ 5385 w 5735"/>
              <a:gd name="T99" fmla="*/ 132 h 404"/>
              <a:gd name="T100" fmla="*/ 5735 w 5735"/>
              <a:gd name="T101" fmla="*/ 336 h 404"/>
              <a:gd name="T102" fmla="*/ 5716 w 5735"/>
              <a:gd name="T103" fmla="*/ 169 h 404"/>
              <a:gd name="T104" fmla="*/ 5731 w 5735"/>
              <a:gd name="T105" fmla="*/ 1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735" h="404">
                <a:moveTo>
                  <a:pt x="68" y="64"/>
                </a:moveTo>
                <a:lnTo>
                  <a:pt x="68" y="64"/>
                </a:lnTo>
                <a:lnTo>
                  <a:pt x="134" y="64"/>
                </a:lnTo>
                <a:cubicBezTo>
                  <a:pt x="240" y="64"/>
                  <a:pt x="263" y="125"/>
                  <a:pt x="263" y="202"/>
                </a:cubicBezTo>
                <a:cubicBezTo>
                  <a:pt x="263" y="279"/>
                  <a:pt x="240" y="340"/>
                  <a:pt x="134" y="340"/>
                </a:cubicBezTo>
                <a:lnTo>
                  <a:pt x="68" y="340"/>
                </a:lnTo>
                <a:lnTo>
                  <a:pt x="68" y="64"/>
                </a:lnTo>
                <a:close/>
                <a:moveTo>
                  <a:pt x="0" y="395"/>
                </a:moveTo>
                <a:lnTo>
                  <a:pt x="0" y="395"/>
                </a:lnTo>
                <a:lnTo>
                  <a:pt x="160" y="395"/>
                </a:lnTo>
                <a:cubicBezTo>
                  <a:pt x="279" y="395"/>
                  <a:pt x="330" y="308"/>
                  <a:pt x="330" y="202"/>
                </a:cubicBezTo>
                <a:cubicBezTo>
                  <a:pt x="330" y="96"/>
                  <a:pt x="279" y="10"/>
                  <a:pt x="160" y="10"/>
                </a:cubicBezTo>
                <a:lnTo>
                  <a:pt x="0" y="10"/>
                </a:lnTo>
                <a:lnTo>
                  <a:pt x="0" y="395"/>
                </a:lnTo>
                <a:close/>
                <a:moveTo>
                  <a:pt x="399" y="395"/>
                </a:moveTo>
                <a:lnTo>
                  <a:pt x="399" y="395"/>
                </a:lnTo>
                <a:lnTo>
                  <a:pt x="680" y="395"/>
                </a:lnTo>
                <a:lnTo>
                  <a:pt x="680" y="336"/>
                </a:lnTo>
                <a:lnTo>
                  <a:pt x="466" y="336"/>
                </a:lnTo>
                <a:lnTo>
                  <a:pt x="466" y="224"/>
                </a:lnTo>
                <a:lnTo>
                  <a:pt x="660" y="224"/>
                </a:lnTo>
                <a:lnTo>
                  <a:pt x="660" y="169"/>
                </a:lnTo>
                <a:lnTo>
                  <a:pt x="466" y="169"/>
                </a:lnTo>
                <a:lnTo>
                  <a:pt x="466" y="68"/>
                </a:lnTo>
                <a:lnTo>
                  <a:pt x="676" y="68"/>
                </a:lnTo>
                <a:lnTo>
                  <a:pt x="676" y="10"/>
                </a:lnTo>
                <a:lnTo>
                  <a:pt x="399" y="10"/>
                </a:lnTo>
                <a:lnTo>
                  <a:pt x="399" y="395"/>
                </a:lnTo>
                <a:close/>
                <a:moveTo>
                  <a:pt x="746" y="395"/>
                </a:moveTo>
                <a:lnTo>
                  <a:pt x="746" y="395"/>
                </a:lnTo>
                <a:lnTo>
                  <a:pt x="813" y="395"/>
                </a:lnTo>
                <a:lnTo>
                  <a:pt x="813" y="224"/>
                </a:lnTo>
                <a:lnTo>
                  <a:pt x="988" y="224"/>
                </a:lnTo>
                <a:lnTo>
                  <a:pt x="988" y="169"/>
                </a:lnTo>
                <a:lnTo>
                  <a:pt x="813" y="169"/>
                </a:lnTo>
                <a:lnTo>
                  <a:pt x="813" y="68"/>
                </a:lnTo>
                <a:lnTo>
                  <a:pt x="1012" y="68"/>
                </a:lnTo>
                <a:lnTo>
                  <a:pt x="1012" y="10"/>
                </a:lnTo>
                <a:lnTo>
                  <a:pt x="746" y="10"/>
                </a:lnTo>
                <a:lnTo>
                  <a:pt x="746" y="395"/>
                </a:lnTo>
                <a:close/>
                <a:moveTo>
                  <a:pt x="1067" y="395"/>
                </a:moveTo>
                <a:lnTo>
                  <a:pt x="1067" y="395"/>
                </a:lnTo>
                <a:lnTo>
                  <a:pt x="1348" y="395"/>
                </a:lnTo>
                <a:lnTo>
                  <a:pt x="1348" y="336"/>
                </a:lnTo>
                <a:lnTo>
                  <a:pt x="1135" y="336"/>
                </a:lnTo>
                <a:lnTo>
                  <a:pt x="1135" y="224"/>
                </a:lnTo>
                <a:lnTo>
                  <a:pt x="1329" y="224"/>
                </a:lnTo>
                <a:lnTo>
                  <a:pt x="1329" y="169"/>
                </a:lnTo>
                <a:lnTo>
                  <a:pt x="1135" y="169"/>
                </a:lnTo>
                <a:lnTo>
                  <a:pt x="1135" y="68"/>
                </a:lnTo>
                <a:lnTo>
                  <a:pt x="1344" y="68"/>
                </a:lnTo>
                <a:lnTo>
                  <a:pt x="1344" y="10"/>
                </a:lnTo>
                <a:lnTo>
                  <a:pt x="1067" y="10"/>
                </a:lnTo>
                <a:lnTo>
                  <a:pt x="1067" y="395"/>
                </a:lnTo>
                <a:close/>
                <a:moveTo>
                  <a:pt x="1413" y="395"/>
                </a:moveTo>
                <a:lnTo>
                  <a:pt x="1413" y="395"/>
                </a:lnTo>
                <a:lnTo>
                  <a:pt x="1477" y="395"/>
                </a:lnTo>
                <a:lnTo>
                  <a:pt x="1477" y="111"/>
                </a:lnTo>
                <a:lnTo>
                  <a:pt x="1479" y="111"/>
                </a:lnTo>
                <a:lnTo>
                  <a:pt x="1654" y="395"/>
                </a:lnTo>
                <a:lnTo>
                  <a:pt x="1725" y="395"/>
                </a:lnTo>
                <a:lnTo>
                  <a:pt x="1725" y="10"/>
                </a:lnTo>
                <a:lnTo>
                  <a:pt x="1661" y="10"/>
                </a:lnTo>
                <a:lnTo>
                  <a:pt x="1661" y="293"/>
                </a:lnTo>
                <a:lnTo>
                  <a:pt x="1660" y="293"/>
                </a:lnTo>
                <a:lnTo>
                  <a:pt x="1484" y="10"/>
                </a:lnTo>
                <a:lnTo>
                  <a:pt x="1413" y="10"/>
                </a:lnTo>
                <a:lnTo>
                  <a:pt x="1413" y="395"/>
                </a:lnTo>
                <a:close/>
                <a:moveTo>
                  <a:pt x="2141" y="132"/>
                </a:moveTo>
                <a:lnTo>
                  <a:pt x="2141" y="132"/>
                </a:lnTo>
                <a:cubicBezTo>
                  <a:pt x="2133" y="49"/>
                  <a:pt x="2064" y="1"/>
                  <a:pt x="1977" y="0"/>
                </a:cubicBezTo>
                <a:cubicBezTo>
                  <a:pt x="1862" y="0"/>
                  <a:pt x="1793" y="92"/>
                  <a:pt x="1793" y="202"/>
                </a:cubicBezTo>
                <a:cubicBezTo>
                  <a:pt x="1793" y="312"/>
                  <a:pt x="1862" y="404"/>
                  <a:pt x="1977" y="404"/>
                </a:cubicBezTo>
                <a:cubicBezTo>
                  <a:pt x="2071" y="404"/>
                  <a:pt x="2136" y="340"/>
                  <a:pt x="2141" y="248"/>
                </a:cubicBezTo>
                <a:lnTo>
                  <a:pt x="2075" y="248"/>
                </a:lnTo>
                <a:cubicBezTo>
                  <a:pt x="2070" y="304"/>
                  <a:pt x="2037" y="349"/>
                  <a:pt x="1977" y="349"/>
                </a:cubicBezTo>
                <a:cubicBezTo>
                  <a:pt x="1895" y="349"/>
                  <a:pt x="1860" y="276"/>
                  <a:pt x="1860" y="202"/>
                </a:cubicBezTo>
                <a:cubicBezTo>
                  <a:pt x="1860" y="128"/>
                  <a:pt x="1895" y="55"/>
                  <a:pt x="1977" y="55"/>
                </a:cubicBezTo>
                <a:cubicBezTo>
                  <a:pt x="2033" y="55"/>
                  <a:pt x="2062" y="88"/>
                  <a:pt x="2073" y="132"/>
                </a:cubicBezTo>
                <a:lnTo>
                  <a:pt x="2141" y="132"/>
                </a:lnTo>
                <a:close/>
                <a:moveTo>
                  <a:pt x="2210" y="395"/>
                </a:moveTo>
                <a:lnTo>
                  <a:pt x="2210" y="395"/>
                </a:lnTo>
                <a:lnTo>
                  <a:pt x="2491" y="395"/>
                </a:lnTo>
                <a:lnTo>
                  <a:pt x="2491" y="336"/>
                </a:lnTo>
                <a:lnTo>
                  <a:pt x="2277" y="336"/>
                </a:lnTo>
                <a:lnTo>
                  <a:pt x="2277" y="224"/>
                </a:lnTo>
                <a:lnTo>
                  <a:pt x="2471" y="224"/>
                </a:lnTo>
                <a:lnTo>
                  <a:pt x="2471" y="169"/>
                </a:lnTo>
                <a:lnTo>
                  <a:pt x="2277" y="169"/>
                </a:lnTo>
                <a:lnTo>
                  <a:pt x="2277" y="68"/>
                </a:lnTo>
                <a:lnTo>
                  <a:pt x="2487" y="68"/>
                </a:lnTo>
                <a:lnTo>
                  <a:pt x="2487" y="10"/>
                </a:lnTo>
                <a:lnTo>
                  <a:pt x="2210" y="10"/>
                </a:lnTo>
                <a:lnTo>
                  <a:pt x="2210" y="395"/>
                </a:lnTo>
                <a:close/>
                <a:moveTo>
                  <a:pt x="2837" y="76"/>
                </a:moveTo>
                <a:lnTo>
                  <a:pt x="2837" y="76"/>
                </a:lnTo>
                <a:lnTo>
                  <a:pt x="2839" y="76"/>
                </a:lnTo>
                <a:lnTo>
                  <a:pt x="2897" y="241"/>
                </a:lnTo>
                <a:lnTo>
                  <a:pt x="2779" y="241"/>
                </a:lnTo>
                <a:lnTo>
                  <a:pt x="2837" y="76"/>
                </a:lnTo>
                <a:close/>
                <a:moveTo>
                  <a:pt x="2655" y="395"/>
                </a:moveTo>
                <a:lnTo>
                  <a:pt x="2655" y="395"/>
                </a:lnTo>
                <a:lnTo>
                  <a:pt x="2724" y="395"/>
                </a:lnTo>
                <a:lnTo>
                  <a:pt x="2761" y="293"/>
                </a:lnTo>
                <a:lnTo>
                  <a:pt x="2914" y="293"/>
                </a:lnTo>
                <a:lnTo>
                  <a:pt x="2950" y="395"/>
                </a:lnTo>
                <a:lnTo>
                  <a:pt x="3023" y="395"/>
                </a:lnTo>
                <a:lnTo>
                  <a:pt x="2874" y="10"/>
                </a:lnTo>
                <a:lnTo>
                  <a:pt x="2803" y="10"/>
                </a:lnTo>
                <a:lnTo>
                  <a:pt x="2655" y="395"/>
                </a:lnTo>
                <a:close/>
                <a:moveTo>
                  <a:pt x="3068" y="395"/>
                </a:moveTo>
                <a:lnTo>
                  <a:pt x="3068" y="395"/>
                </a:lnTo>
                <a:lnTo>
                  <a:pt x="3132" y="395"/>
                </a:lnTo>
                <a:lnTo>
                  <a:pt x="3132" y="111"/>
                </a:lnTo>
                <a:lnTo>
                  <a:pt x="3133" y="111"/>
                </a:lnTo>
                <a:lnTo>
                  <a:pt x="3309" y="395"/>
                </a:lnTo>
                <a:lnTo>
                  <a:pt x="3380" y="395"/>
                </a:lnTo>
                <a:lnTo>
                  <a:pt x="3380" y="10"/>
                </a:lnTo>
                <a:lnTo>
                  <a:pt x="3316" y="10"/>
                </a:lnTo>
                <a:lnTo>
                  <a:pt x="3316" y="293"/>
                </a:lnTo>
                <a:lnTo>
                  <a:pt x="3315" y="293"/>
                </a:lnTo>
                <a:lnTo>
                  <a:pt x="3139" y="10"/>
                </a:lnTo>
                <a:lnTo>
                  <a:pt x="3068" y="10"/>
                </a:lnTo>
                <a:lnTo>
                  <a:pt x="3068" y="395"/>
                </a:lnTo>
                <a:close/>
                <a:moveTo>
                  <a:pt x="3535" y="64"/>
                </a:moveTo>
                <a:lnTo>
                  <a:pt x="3535" y="64"/>
                </a:lnTo>
                <a:lnTo>
                  <a:pt x="3601" y="64"/>
                </a:lnTo>
                <a:cubicBezTo>
                  <a:pt x="3707" y="64"/>
                  <a:pt x="3729" y="125"/>
                  <a:pt x="3729" y="202"/>
                </a:cubicBezTo>
                <a:cubicBezTo>
                  <a:pt x="3729" y="279"/>
                  <a:pt x="3707" y="340"/>
                  <a:pt x="3601" y="340"/>
                </a:cubicBezTo>
                <a:lnTo>
                  <a:pt x="3535" y="340"/>
                </a:lnTo>
                <a:lnTo>
                  <a:pt x="3535" y="64"/>
                </a:lnTo>
                <a:close/>
                <a:moveTo>
                  <a:pt x="3467" y="395"/>
                </a:moveTo>
                <a:lnTo>
                  <a:pt x="3467" y="395"/>
                </a:lnTo>
                <a:lnTo>
                  <a:pt x="3627" y="395"/>
                </a:lnTo>
                <a:cubicBezTo>
                  <a:pt x="3746" y="395"/>
                  <a:pt x="3797" y="308"/>
                  <a:pt x="3797" y="202"/>
                </a:cubicBezTo>
                <a:cubicBezTo>
                  <a:pt x="3797" y="96"/>
                  <a:pt x="3746" y="10"/>
                  <a:pt x="3627" y="10"/>
                </a:cubicBezTo>
                <a:lnTo>
                  <a:pt x="3467" y="10"/>
                </a:lnTo>
                <a:lnTo>
                  <a:pt x="3467" y="395"/>
                </a:lnTo>
                <a:close/>
                <a:moveTo>
                  <a:pt x="3984" y="266"/>
                </a:moveTo>
                <a:lnTo>
                  <a:pt x="3984" y="266"/>
                </a:lnTo>
                <a:cubicBezTo>
                  <a:pt x="3985" y="362"/>
                  <a:pt x="4056" y="404"/>
                  <a:pt x="4144" y="404"/>
                </a:cubicBezTo>
                <a:cubicBezTo>
                  <a:pt x="4221" y="404"/>
                  <a:pt x="4297" y="369"/>
                  <a:pt x="4297" y="283"/>
                </a:cubicBezTo>
                <a:cubicBezTo>
                  <a:pt x="4297" y="243"/>
                  <a:pt x="4273" y="200"/>
                  <a:pt x="4222" y="185"/>
                </a:cubicBezTo>
                <a:cubicBezTo>
                  <a:pt x="4202" y="179"/>
                  <a:pt x="4117" y="157"/>
                  <a:pt x="4111" y="155"/>
                </a:cubicBezTo>
                <a:cubicBezTo>
                  <a:pt x="4084" y="148"/>
                  <a:pt x="4065" y="132"/>
                  <a:pt x="4065" y="105"/>
                </a:cubicBezTo>
                <a:cubicBezTo>
                  <a:pt x="4065" y="67"/>
                  <a:pt x="4105" y="55"/>
                  <a:pt x="4136" y="55"/>
                </a:cubicBezTo>
                <a:cubicBezTo>
                  <a:pt x="4183" y="55"/>
                  <a:pt x="4216" y="74"/>
                  <a:pt x="4219" y="123"/>
                </a:cubicBezTo>
                <a:lnTo>
                  <a:pt x="4287" y="123"/>
                </a:lnTo>
                <a:cubicBezTo>
                  <a:pt x="4287" y="43"/>
                  <a:pt x="4219" y="0"/>
                  <a:pt x="4139" y="0"/>
                </a:cubicBezTo>
                <a:cubicBezTo>
                  <a:pt x="4069" y="0"/>
                  <a:pt x="3998" y="36"/>
                  <a:pt x="3998" y="114"/>
                </a:cubicBezTo>
                <a:cubicBezTo>
                  <a:pt x="3998" y="154"/>
                  <a:pt x="4017" y="193"/>
                  <a:pt x="4083" y="211"/>
                </a:cubicBezTo>
                <a:cubicBezTo>
                  <a:pt x="4136" y="226"/>
                  <a:pt x="4171" y="233"/>
                  <a:pt x="4198" y="243"/>
                </a:cubicBezTo>
                <a:cubicBezTo>
                  <a:pt x="4214" y="249"/>
                  <a:pt x="4230" y="261"/>
                  <a:pt x="4230" y="291"/>
                </a:cubicBezTo>
                <a:cubicBezTo>
                  <a:pt x="4230" y="320"/>
                  <a:pt x="4208" y="349"/>
                  <a:pt x="4149" y="349"/>
                </a:cubicBezTo>
                <a:cubicBezTo>
                  <a:pt x="4095" y="349"/>
                  <a:pt x="4051" y="326"/>
                  <a:pt x="4051" y="266"/>
                </a:cubicBezTo>
                <a:lnTo>
                  <a:pt x="3984" y="266"/>
                </a:lnTo>
                <a:close/>
                <a:moveTo>
                  <a:pt x="4432" y="64"/>
                </a:moveTo>
                <a:lnTo>
                  <a:pt x="4432" y="64"/>
                </a:lnTo>
                <a:lnTo>
                  <a:pt x="4532" y="64"/>
                </a:lnTo>
                <a:cubicBezTo>
                  <a:pt x="4567" y="64"/>
                  <a:pt x="4598" y="77"/>
                  <a:pt x="4598" y="128"/>
                </a:cubicBezTo>
                <a:cubicBezTo>
                  <a:pt x="4598" y="177"/>
                  <a:pt x="4561" y="192"/>
                  <a:pt x="4531" y="192"/>
                </a:cubicBezTo>
                <a:lnTo>
                  <a:pt x="4432" y="192"/>
                </a:lnTo>
                <a:lnTo>
                  <a:pt x="4432" y="64"/>
                </a:lnTo>
                <a:close/>
                <a:moveTo>
                  <a:pt x="4365" y="395"/>
                </a:moveTo>
                <a:lnTo>
                  <a:pt x="4365" y="395"/>
                </a:lnTo>
                <a:lnTo>
                  <a:pt x="4432" y="395"/>
                </a:lnTo>
                <a:lnTo>
                  <a:pt x="4432" y="247"/>
                </a:lnTo>
                <a:lnTo>
                  <a:pt x="4535" y="247"/>
                </a:lnTo>
                <a:cubicBezTo>
                  <a:pt x="4645" y="248"/>
                  <a:pt x="4666" y="177"/>
                  <a:pt x="4666" y="129"/>
                </a:cubicBezTo>
                <a:cubicBezTo>
                  <a:pt x="4666" y="81"/>
                  <a:pt x="4645" y="10"/>
                  <a:pt x="4535" y="10"/>
                </a:cubicBezTo>
                <a:lnTo>
                  <a:pt x="4365" y="10"/>
                </a:lnTo>
                <a:lnTo>
                  <a:pt x="4365" y="395"/>
                </a:lnTo>
                <a:close/>
                <a:moveTo>
                  <a:pt x="4841" y="76"/>
                </a:moveTo>
                <a:lnTo>
                  <a:pt x="4841" y="76"/>
                </a:lnTo>
                <a:lnTo>
                  <a:pt x="4842" y="76"/>
                </a:lnTo>
                <a:lnTo>
                  <a:pt x="4900" y="241"/>
                </a:lnTo>
                <a:lnTo>
                  <a:pt x="4782" y="241"/>
                </a:lnTo>
                <a:lnTo>
                  <a:pt x="4841" y="76"/>
                </a:lnTo>
                <a:close/>
                <a:moveTo>
                  <a:pt x="4658" y="395"/>
                </a:moveTo>
                <a:lnTo>
                  <a:pt x="4658" y="395"/>
                </a:lnTo>
                <a:lnTo>
                  <a:pt x="4728" y="395"/>
                </a:lnTo>
                <a:lnTo>
                  <a:pt x="4764" y="293"/>
                </a:lnTo>
                <a:lnTo>
                  <a:pt x="4918" y="293"/>
                </a:lnTo>
                <a:lnTo>
                  <a:pt x="4954" y="395"/>
                </a:lnTo>
                <a:lnTo>
                  <a:pt x="5026" y="395"/>
                </a:lnTo>
                <a:lnTo>
                  <a:pt x="4878" y="10"/>
                </a:lnTo>
                <a:lnTo>
                  <a:pt x="4806" y="10"/>
                </a:lnTo>
                <a:lnTo>
                  <a:pt x="4658" y="395"/>
                </a:lnTo>
                <a:close/>
                <a:moveTo>
                  <a:pt x="5385" y="132"/>
                </a:moveTo>
                <a:lnTo>
                  <a:pt x="5385" y="132"/>
                </a:lnTo>
                <a:cubicBezTo>
                  <a:pt x="5377" y="49"/>
                  <a:pt x="5308" y="1"/>
                  <a:pt x="5221" y="0"/>
                </a:cubicBezTo>
                <a:cubicBezTo>
                  <a:pt x="5106" y="0"/>
                  <a:pt x="5037" y="92"/>
                  <a:pt x="5037" y="202"/>
                </a:cubicBezTo>
                <a:cubicBezTo>
                  <a:pt x="5037" y="312"/>
                  <a:pt x="5106" y="404"/>
                  <a:pt x="5221" y="404"/>
                </a:cubicBezTo>
                <a:cubicBezTo>
                  <a:pt x="5315" y="404"/>
                  <a:pt x="5380" y="340"/>
                  <a:pt x="5385" y="248"/>
                </a:cubicBezTo>
                <a:lnTo>
                  <a:pt x="5320" y="248"/>
                </a:lnTo>
                <a:cubicBezTo>
                  <a:pt x="5314" y="304"/>
                  <a:pt x="5281" y="349"/>
                  <a:pt x="5221" y="349"/>
                </a:cubicBezTo>
                <a:cubicBezTo>
                  <a:pt x="5139" y="349"/>
                  <a:pt x="5104" y="276"/>
                  <a:pt x="5104" y="202"/>
                </a:cubicBezTo>
                <a:cubicBezTo>
                  <a:pt x="5104" y="128"/>
                  <a:pt x="5139" y="55"/>
                  <a:pt x="5221" y="55"/>
                </a:cubicBezTo>
                <a:cubicBezTo>
                  <a:pt x="5278" y="55"/>
                  <a:pt x="5306" y="88"/>
                  <a:pt x="5317" y="132"/>
                </a:cubicBezTo>
                <a:lnTo>
                  <a:pt x="5385" y="132"/>
                </a:lnTo>
                <a:close/>
                <a:moveTo>
                  <a:pt x="5454" y="395"/>
                </a:moveTo>
                <a:lnTo>
                  <a:pt x="5454" y="395"/>
                </a:lnTo>
                <a:lnTo>
                  <a:pt x="5735" y="395"/>
                </a:lnTo>
                <a:lnTo>
                  <a:pt x="5735" y="336"/>
                </a:lnTo>
                <a:lnTo>
                  <a:pt x="5521" y="336"/>
                </a:lnTo>
                <a:lnTo>
                  <a:pt x="5521" y="224"/>
                </a:lnTo>
                <a:lnTo>
                  <a:pt x="5716" y="224"/>
                </a:lnTo>
                <a:lnTo>
                  <a:pt x="5716" y="169"/>
                </a:lnTo>
                <a:lnTo>
                  <a:pt x="5521" y="169"/>
                </a:lnTo>
                <a:lnTo>
                  <a:pt x="5521" y="68"/>
                </a:lnTo>
                <a:lnTo>
                  <a:pt x="5731" y="68"/>
                </a:lnTo>
                <a:lnTo>
                  <a:pt x="5731" y="10"/>
                </a:lnTo>
                <a:lnTo>
                  <a:pt x="5454" y="10"/>
                </a:lnTo>
                <a:lnTo>
                  <a:pt x="5454" y="395"/>
                </a:lnTo>
                <a:close/>
              </a:path>
            </a:pathLst>
          </a:custGeom>
          <a:solidFill>
            <a:srgbClr val="FEFEF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en-GB" sz="1361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973E455-56E0-4D1B-A813-A94B8E7E20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78762" y="5768386"/>
            <a:ext cx="4523508" cy="756958"/>
          </a:xfrm>
        </p:spPr>
        <p:txBody>
          <a:bodyPr anchor="b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5F25E86-9A6B-B170-B2EE-14B24C82B0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39238" cy="5424488"/>
          </a:xfrm>
        </p:spPr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04744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8">
            <a:extLst>
              <a:ext uri="{FF2B5EF4-FFF2-40B4-BE49-F238E27FC236}">
                <a16:creationId xmlns:a16="http://schemas.microsoft.com/office/drawing/2014/main" id="{669B51FB-0ACA-2279-18CA-BDF9F2E3A70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5448697"/>
            <a:ext cx="9144000" cy="1433213"/>
            <a:chOff x="0" y="3189"/>
            <a:chExt cx="6736" cy="1572"/>
          </a:xfrm>
          <a:solidFill>
            <a:schemeClr val="accent6"/>
          </a:solidFill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A4F275B5-480B-2115-1708-EFE6FAD18F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189"/>
              <a:ext cx="6736" cy="15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36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8" name="Group 15">
              <a:extLst>
                <a:ext uri="{FF2B5EF4-FFF2-40B4-BE49-F238E27FC236}">
                  <a16:creationId xmlns:a16="http://schemas.microsoft.com/office/drawing/2014/main" id="{DD91C06A-7F00-204C-FF9D-EC487B8526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189"/>
              <a:ext cx="6736" cy="68"/>
              <a:chOff x="0" y="3189"/>
              <a:chExt cx="6736" cy="68"/>
            </a:xfrm>
            <a:grpFill/>
          </p:grpSpPr>
          <p:sp>
            <p:nvSpPr>
              <p:cNvPr id="9" name="Rectangle 16">
                <a:extLst>
                  <a:ext uri="{FF2B5EF4-FFF2-40B4-BE49-F238E27FC236}">
                    <a16:creationId xmlns:a16="http://schemas.microsoft.com/office/drawing/2014/main" id="{15782DC0-06D2-B950-7B1D-59A22200EE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189"/>
                <a:ext cx="6733" cy="23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de-DE" sz="136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10" name="Rectangle 17">
                <a:extLst>
                  <a:ext uri="{FF2B5EF4-FFF2-40B4-BE49-F238E27FC236}">
                    <a16:creationId xmlns:a16="http://schemas.microsoft.com/office/drawing/2014/main" id="{86BF98CF-F5B9-4640-9256-3B5857040A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6" y="3189"/>
                <a:ext cx="4910" cy="6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de-DE" sz="136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</p:grpSp>
      <p:pic>
        <p:nvPicPr>
          <p:cNvPr id="11" name="Picture 10" descr="AIRBUS_WHITE.png">
            <a:extLst>
              <a:ext uri="{FF2B5EF4-FFF2-40B4-BE49-F238E27FC236}">
                <a16:creationId xmlns:a16="http://schemas.microsoft.com/office/drawing/2014/main" id="{4A5578AA-E49C-626C-F277-0A766E6308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0372" y="6165304"/>
            <a:ext cx="1080120" cy="360040"/>
          </a:xfrm>
          <a:prstGeom prst="rect">
            <a:avLst/>
          </a:prstGeom>
        </p:spPr>
      </p:pic>
      <p:sp>
        <p:nvSpPr>
          <p:cNvPr id="12" name="Freeform 5">
            <a:extLst>
              <a:ext uri="{FF2B5EF4-FFF2-40B4-BE49-F238E27FC236}">
                <a16:creationId xmlns:a16="http://schemas.microsoft.com/office/drawing/2014/main" id="{CABC2609-C4FE-A797-C66D-4685EA2C450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2478762" y="5652002"/>
            <a:ext cx="1239300" cy="116385"/>
          </a:xfrm>
          <a:custGeom>
            <a:avLst/>
            <a:gdLst>
              <a:gd name="T0" fmla="*/ 263 w 5735"/>
              <a:gd name="T1" fmla="*/ 202 h 404"/>
              <a:gd name="T2" fmla="*/ 0 w 5735"/>
              <a:gd name="T3" fmla="*/ 395 h 404"/>
              <a:gd name="T4" fmla="*/ 160 w 5735"/>
              <a:gd name="T5" fmla="*/ 10 h 404"/>
              <a:gd name="T6" fmla="*/ 399 w 5735"/>
              <a:gd name="T7" fmla="*/ 395 h 404"/>
              <a:gd name="T8" fmla="*/ 466 w 5735"/>
              <a:gd name="T9" fmla="*/ 224 h 404"/>
              <a:gd name="T10" fmla="*/ 466 w 5735"/>
              <a:gd name="T11" fmla="*/ 68 h 404"/>
              <a:gd name="T12" fmla="*/ 399 w 5735"/>
              <a:gd name="T13" fmla="*/ 395 h 404"/>
              <a:gd name="T14" fmla="*/ 813 w 5735"/>
              <a:gd name="T15" fmla="*/ 224 h 404"/>
              <a:gd name="T16" fmla="*/ 813 w 5735"/>
              <a:gd name="T17" fmla="*/ 68 h 404"/>
              <a:gd name="T18" fmla="*/ 746 w 5735"/>
              <a:gd name="T19" fmla="*/ 395 h 404"/>
              <a:gd name="T20" fmla="*/ 1348 w 5735"/>
              <a:gd name="T21" fmla="*/ 336 h 404"/>
              <a:gd name="T22" fmla="*/ 1329 w 5735"/>
              <a:gd name="T23" fmla="*/ 169 h 404"/>
              <a:gd name="T24" fmla="*/ 1344 w 5735"/>
              <a:gd name="T25" fmla="*/ 10 h 404"/>
              <a:gd name="T26" fmla="*/ 1413 w 5735"/>
              <a:gd name="T27" fmla="*/ 395 h 404"/>
              <a:gd name="T28" fmla="*/ 1654 w 5735"/>
              <a:gd name="T29" fmla="*/ 395 h 404"/>
              <a:gd name="T30" fmla="*/ 1661 w 5735"/>
              <a:gd name="T31" fmla="*/ 293 h 404"/>
              <a:gd name="T32" fmla="*/ 1413 w 5735"/>
              <a:gd name="T33" fmla="*/ 395 h 404"/>
              <a:gd name="T34" fmla="*/ 1793 w 5735"/>
              <a:gd name="T35" fmla="*/ 202 h 404"/>
              <a:gd name="T36" fmla="*/ 1977 w 5735"/>
              <a:gd name="T37" fmla="*/ 349 h 404"/>
              <a:gd name="T38" fmla="*/ 2141 w 5735"/>
              <a:gd name="T39" fmla="*/ 132 h 404"/>
              <a:gd name="T40" fmla="*/ 2491 w 5735"/>
              <a:gd name="T41" fmla="*/ 336 h 404"/>
              <a:gd name="T42" fmla="*/ 2471 w 5735"/>
              <a:gd name="T43" fmla="*/ 169 h 404"/>
              <a:gd name="T44" fmla="*/ 2487 w 5735"/>
              <a:gd name="T45" fmla="*/ 10 h 404"/>
              <a:gd name="T46" fmla="*/ 2837 w 5735"/>
              <a:gd name="T47" fmla="*/ 76 h 404"/>
              <a:gd name="T48" fmla="*/ 2837 w 5735"/>
              <a:gd name="T49" fmla="*/ 76 h 404"/>
              <a:gd name="T50" fmla="*/ 2761 w 5735"/>
              <a:gd name="T51" fmla="*/ 293 h 404"/>
              <a:gd name="T52" fmla="*/ 2874 w 5735"/>
              <a:gd name="T53" fmla="*/ 10 h 404"/>
              <a:gd name="T54" fmla="*/ 3068 w 5735"/>
              <a:gd name="T55" fmla="*/ 395 h 404"/>
              <a:gd name="T56" fmla="*/ 3309 w 5735"/>
              <a:gd name="T57" fmla="*/ 395 h 404"/>
              <a:gd name="T58" fmla="*/ 3316 w 5735"/>
              <a:gd name="T59" fmla="*/ 293 h 404"/>
              <a:gd name="T60" fmla="*/ 3068 w 5735"/>
              <a:gd name="T61" fmla="*/ 395 h 404"/>
              <a:gd name="T62" fmla="*/ 3729 w 5735"/>
              <a:gd name="T63" fmla="*/ 202 h 404"/>
              <a:gd name="T64" fmla="*/ 3467 w 5735"/>
              <a:gd name="T65" fmla="*/ 395 h 404"/>
              <a:gd name="T66" fmla="*/ 3627 w 5735"/>
              <a:gd name="T67" fmla="*/ 10 h 404"/>
              <a:gd name="T68" fmla="*/ 3984 w 5735"/>
              <a:gd name="T69" fmla="*/ 266 h 404"/>
              <a:gd name="T70" fmla="*/ 4111 w 5735"/>
              <a:gd name="T71" fmla="*/ 155 h 404"/>
              <a:gd name="T72" fmla="*/ 4287 w 5735"/>
              <a:gd name="T73" fmla="*/ 123 h 404"/>
              <a:gd name="T74" fmla="*/ 4198 w 5735"/>
              <a:gd name="T75" fmla="*/ 243 h 404"/>
              <a:gd name="T76" fmla="*/ 3984 w 5735"/>
              <a:gd name="T77" fmla="*/ 266 h 404"/>
              <a:gd name="T78" fmla="*/ 4598 w 5735"/>
              <a:gd name="T79" fmla="*/ 128 h 404"/>
              <a:gd name="T80" fmla="*/ 4365 w 5735"/>
              <a:gd name="T81" fmla="*/ 395 h 404"/>
              <a:gd name="T82" fmla="*/ 4535 w 5735"/>
              <a:gd name="T83" fmla="*/ 247 h 404"/>
              <a:gd name="T84" fmla="*/ 4365 w 5735"/>
              <a:gd name="T85" fmla="*/ 395 h 404"/>
              <a:gd name="T86" fmla="*/ 4900 w 5735"/>
              <a:gd name="T87" fmla="*/ 241 h 404"/>
              <a:gd name="T88" fmla="*/ 4658 w 5735"/>
              <a:gd name="T89" fmla="*/ 395 h 404"/>
              <a:gd name="T90" fmla="*/ 4954 w 5735"/>
              <a:gd name="T91" fmla="*/ 395 h 404"/>
              <a:gd name="T92" fmla="*/ 4658 w 5735"/>
              <a:gd name="T93" fmla="*/ 395 h 404"/>
              <a:gd name="T94" fmla="*/ 5037 w 5735"/>
              <a:gd name="T95" fmla="*/ 202 h 404"/>
              <a:gd name="T96" fmla="*/ 5221 w 5735"/>
              <a:gd name="T97" fmla="*/ 349 h 404"/>
              <a:gd name="T98" fmla="*/ 5385 w 5735"/>
              <a:gd name="T99" fmla="*/ 132 h 404"/>
              <a:gd name="T100" fmla="*/ 5735 w 5735"/>
              <a:gd name="T101" fmla="*/ 336 h 404"/>
              <a:gd name="T102" fmla="*/ 5716 w 5735"/>
              <a:gd name="T103" fmla="*/ 169 h 404"/>
              <a:gd name="T104" fmla="*/ 5731 w 5735"/>
              <a:gd name="T105" fmla="*/ 1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735" h="404">
                <a:moveTo>
                  <a:pt x="68" y="64"/>
                </a:moveTo>
                <a:lnTo>
                  <a:pt x="68" y="64"/>
                </a:lnTo>
                <a:lnTo>
                  <a:pt x="134" y="64"/>
                </a:lnTo>
                <a:cubicBezTo>
                  <a:pt x="240" y="64"/>
                  <a:pt x="263" y="125"/>
                  <a:pt x="263" y="202"/>
                </a:cubicBezTo>
                <a:cubicBezTo>
                  <a:pt x="263" y="279"/>
                  <a:pt x="240" y="340"/>
                  <a:pt x="134" y="340"/>
                </a:cubicBezTo>
                <a:lnTo>
                  <a:pt x="68" y="340"/>
                </a:lnTo>
                <a:lnTo>
                  <a:pt x="68" y="64"/>
                </a:lnTo>
                <a:close/>
                <a:moveTo>
                  <a:pt x="0" y="395"/>
                </a:moveTo>
                <a:lnTo>
                  <a:pt x="0" y="395"/>
                </a:lnTo>
                <a:lnTo>
                  <a:pt x="160" y="395"/>
                </a:lnTo>
                <a:cubicBezTo>
                  <a:pt x="279" y="395"/>
                  <a:pt x="330" y="308"/>
                  <a:pt x="330" y="202"/>
                </a:cubicBezTo>
                <a:cubicBezTo>
                  <a:pt x="330" y="96"/>
                  <a:pt x="279" y="10"/>
                  <a:pt x="160" y="10"/>
                </a:cubicBezTo>
                <a:lnTo>
                  <a:pt x="0" y="10"/>
                </a:lnTo>
                <a:lnTo>
                  <a:pt x="0" y="395"/>
                </a:lnTo>
                <a:close/>
                <a:moveTo>
                  <a:pt x="399" y="395"/>
                </a:moveTo>
                <a:lnTo>
                  <a:pt x="399" y="395"/>
                </a:lnTo>
                <a:lnTo>
                  <a:pt x="680" y="395"/>
                </a:lnTo>
                <a:lnTo>
                  <a:pt x="680" y="336"/>
                </a:lnTo>
                <a:lnTo>
                  <a:pt x="466" y="336"/>
                </a:lnTo>
                <a:lnTo>
                  <a:pt x="466" y="224"/>
                </a:lnTo>
                <a:lnTo>
                  <a:pt x="660" y="224"/>
                </a:lnTo>
                <a:lnTo>
                  <a:pt x="660" y="169"/>
                </a:lnTo>
                <a:lnTo>
                  <a:pt x="466" y="169"/>
                </a:lnTo>
                <a:lnTo>
                  <a:pt x="466" y="68"/>
                </a:lnTo>
                <a:lnTo>
                  <a:pt x="676" y="68"/>
                </a:lnTo>
                <a:lnTo>
                  <a:pt x="676" y="10"/>
                </a:lnTo>
                <a:lnTo>
                  <a:pt x="399" y="10"/>
                </a:lnTo>
                <a:lnTo>
                  <a:pt x="399" y="395"/>
                </a:lnTo>
                <a:close/>
                <a:moveTo>
                  <a:pt x="746" y="395"/>
                </a:moveTo>
                <a:lnTo>
                  <a:pt x="746" y="395"/>
                </a:lnTo>
                <a:lnTo>
                  <a:pt x="813" y="395"/>
                </a:lnTo>
                <a:lnTo>
                  <a:pt x="813" y="224"/>
                </a:lnTo>
                <a:lnTo>
                  <a:pt x="988" y="224"/>
                </a:lnTo>
                <a:lnTo>
                  <a:pt x="988" y="169"/>
                </a:lnTo>
                <a:lnTo>
                  <a:pt x="813" y="169"/>
                </a:lnTo>
                <a:lnTo>
                  <a:pt x="813" y="68"/>
                </a:lnTo>
                <a:lnTo>
                  <a:pt x="1012" y="68"/>
                </a:lnTo>
                <a:lnTo>
                  <a:pt x="1012" y="10"/>
                </a:lnTo>
                <a:lnTo>
                  <a:pt x="746" y="10"/>
                </a:lnTo>
                <a:lnTo>
                  <a:pt x="746" y="395"/>
                </a:lnTo>
                <a:close/>
                <a:moveTo>
                  <a:pt x="1067" y="395"/>
                </a:moveTo>
                <a:lnTo>
                  <a:pt x="1067" y="395"/>
                </a:lnTo>
                <a:lnTo>
                  <a:pt x="1348" y="395"/>
                </a:lnTo>
                <a:lnTo>
                  <a:pt x="1348" y="336"/>
                </a:lnTo>
                <a:lnTo>
                  <a:pt x="1135" y="336"/>
                </a:lnTo>
                <a:lnTo>
                  <a:pt x="1135" y="224"/>
                </a:lnTo>
                <a:lnTo>
                  <a:pt x="1329" y="224"/>
                </a:lnTo>
                <a:lnTo>
                  <a:pt x="1329" y="169"/>
                </a:lnTo>
                <a:lnTo>
                  <a:pt x="1135" y="169"/>
                </a:lnTo>
                <a:lnTo>
                  <a:pt x="1135" y="68"/>
                </a:lnTo>
                <a:lnTo>
                  <a:pt x="1344" y="68"/>
                </a:lnTo>
                <a:lnTo>
                  <a:pt x="1344" y="10"/>
                </a:lnTo>
                <a:lnTo>
                  <a:pt x="1067" y="10"/>
                </a:lnTo>
                <a:lnTo>
                  <a:pt x="1067" y="395"/>
                </a:lnTo>
                <a:close/>
                <a:moveTo>
                  <a:pt x="1413" y="395"/>
                </a:moveTo>
                <a:lnTo>
                  <a:pt x="1413" y="395"/>
                </a:lnTo>
                <a:lnTo>
                  <a:pt x="1477" y="395"/>
                </a:lnTo>
                <a:lnTo>
                  <a:pt x="1477" y="111"/>
                </a:lnTo>
                <a:lnTo>
                  <a:pt x="1479" y="111"/>
                </a:lnTo>
                <a:lnTo>
                  <a:pt x="1654" y="395"/>
                </a:lnTo>
                <a:lnTo>
                  <a:pt x="1725" y="395"/>
                </a:lnTo>
                <a:lnTo>
                  <a:pt x="1725" y="10"/>
                </a:lnTo>
                <a:lnTo>
                  <a:pt x="1661" y="10"/>
                </a:lnTo>
                <a:lnTo>
                  <a:pt x="1661" y="293"/>
                </a:lnTo>
                <a:lnTo>
                  <a:pt x="1660" y="293"/>
                </a:lnTo>
                <a:lnTo>
                  <a:pt x="1484" y="10"/>
                </a:lnTo>
                <a:lnTo>
                  <a:pt x="1413" y="10"/>
                </a:lnTo>
                <a:lnTo>
                  <a:pt x="1413" y="395"/>
                </a:lnTo>
                <a:close/>
                <a:moveTo>
                  <a:pt x="2141" y="132"/>
                </a:moveTo>
                <a:lnTo>
                  <a:pt x="2141" y="132"/>
                </a:lnTo>
                <a:cubicBezTo>
                  <a:pt x="2133" y="49"/>
                  <a:pt x="2064" y="1"/>
                  <a:pt x="1977" y="0"/>
                </a:cubicBezTo>
                <a:cubicBezTo>
                  <a:pt x="1862" y="0"/>
                  <a:pt x="1793" y="92"/>
                  <a:pt x="1793" y="202"/>
                </a:cubicBezTo>
                <a:cubicBezTo>
                  <a:pt x="1793" y="312"/>
                  <a:pt x="1862" y="404"/>
                  <a:pt x="1977" y="404"/>
                </a:cubicBezTo>
                <a:cubicBezTo>
                  <a:pt x="2071" y="404"/>
                  <a:pt x="2136" y="340"/>
                  <a:pt x="2141" y="248"/>
                </a:cubicBezTo>
                <a:lnTo>
                  <a:pt x="2075" y="248"/>
                </a:lnTo>
                <a:cubicBezTo>
                  <a:pt x="2070" y="304"/>
                  <a:pt x="2037" y="349"/>
                  <a:pt x="1977" y="349"/>
                </a:cubicBezTo>
                <a:cubicBezTo>
                  <a:pt x="1895" y="349"/>
                  <a:pt x="1860" y="276"/>
                  <a:pt x="1860" y="202"/>
                </a:cubicBezTo>
                <a:cubicBezTo>
                  <a:pt x="1860" y="128"/>
                  <a:pt x="1895" y="55"/>
                  <a:pt x="1977" y="55"/>
                </a:cubicBezTo>
                <a:cubicBezTo>
                  <a:pt x="2033" y="55"/>
                  <a:pt x="2062" y="88"/>
                  <a:pt x="2073" y="132"/>
                </a:cubicBezTo>
                <a:lnTo>
                  <a:pt x="2141" y="132"/>
                </a:lnTo>
                <a:close/>
                <a:moveTo>
                  <a:pt x="2210" y="395"/>
                </a:moveTo>
                <a:lnTo>
                  <a:pt x="2210" y="395"/>
                </a:lnTo>
                <a:lnTo>
                  <a:pt x="2491" y="395"/>
                </a:lnTo>
                <a:lnTo>
                  <a:pt x="2491" y="336"/>
                </a:lnTo>
                <a:lnTo>
                  <a:pt x="2277" y="336"/>
                </a:lnTo>
                <a:lnTo>
                  <a:pt x="2277" y="224"/>
                </a:lnTo>
                <a:lnTo>
                  <a:pt x="2471" y="224"/>
                </a:lnTo>
                <a:lnTo>
                  <a:pt x="2471" y="169"/>
                </a:lnTo>
                <a:lnTo>
                  <a:pt x="2277" y="169"/>
                </a:lnTo>
                <a:lnTo>
                  <a:pt x="2277" y="68"/>
                </a:lnTo>
                <a:lnTo>
                  <a:pt x="2487" y="68"/>
                </a:lnTo>
                <a:lnTo>
                  <a:pt x="2487" y="10"/>
                </a:lnTo>
                <a:lnTo>
                  <a:pt x="2210" y="10"/>
                </a:lnTo>
                <a:lnTo>
                  <a:pt x="2210" y="395"/>
                </a:lnTo>
                <a:close/>
                <a:moveTo>
                  <a:pt x="2837" y="76"/>
                </a:moveTo>
                <a:lnTo>
                  <a:pt x="2837" y="76"/>
                </a:lnTo>
                <a:lnTo>
                  <a:pt x="2839" y="76"/>
                </a:lnTo>
                <a:lnTo>
                  <a:pt x="2897" y="241"/>
                </a:lnTo>
                <a:lnTo>
                  <a:pt x="2779" y="241"/>
                </a:lnTo>
                <a:lnTo>
                  <a:pt x="2837" y="76"/>
                </a:lnTo>
                <a:close/>
                <a:moveTo>
                  <a:pt x="2655" y="395"/>
                </a:moveTo>
                <a:lnTo>
                  <a:pt x="2655" y="395"/>
                </a:lnTo>
                <a:lnTo>
                  <a:pt x="2724" y="395"/>
                </a:lnTo>
                <a:lnTo>
                  <a:pt x="2761" y="293"/>
                </a:lnTo>
                <a:lnTo>
                  <a:pt x="2914" y="293"/>
                </a:lnTo>
                <a:lnTo>
                  <a:pt x="2950" y="395"/>
                </a:lnTo>
                <a:lnTo>
                  <a:pt x="3023" y="395"/>
                </a:lnTo>
                <a:lnTo>
                  <a:pt x="2874" y="10"/>
                </a:lnTo>
                <a:lnTo>
                  <a:pt x="2803" y="10"/>
                </a:lnTo>
                <a:lnTo>
                  <a:pt x="2655" y="395"/>
                </a:lnTo>
                <a:close/>
                <a:moveTo>
                  <a:pt x="3068" y="395"/>
                </a:moveTo>
                <a:lnTo>
                  <a:pt x="3068" y="395"/>
                </a:lnTo>
                <a:lnTo>
                  <a:pt x="3132" y="395"/>
                </a:lnTo>
                <a:lnTo>
                  <a:pt x="3132" y="111"/>
                </a:lnTo>
                <a:lnTo>
                  <a:pt x="3133" y="111"/>
                </a:lnTo>
                <a:lnTo>
                  <a:pt x="3309" y="395"/>
                </a:lnTo>
                <a:lnTo>
                  <a:pt x="3380" y="395"/>
                </a:lnTo>
                <a:lnTo>
                  <a:pt x="3380" y="10"/>
                </a:lnTo>
                <a:lnTo>
                  <a:pt x="3316" y="10"/>
                </a:lnTo>
                <a:lnTo>
                  <a:pt x="3316" y="293"/>
                </a:lnTo>
                <a:lnTo>
                  <a:pt x="3315" y="293"/>
                </a:lnTo>
                <a:lnTo>
                  <a:pt x="3139" y="10"/>
                </a:lnTo>
                <a:lnTo>
                  <a:pt x="3068" y="10"/>
                </a:lnTo>
                <a:lnTo>
                  <a:pt x="3068" y="395"/>
                </a:lnTo>
                <a:close/>
                <a:moveTo>
                  <a:pt x="3535" y="64"/>
                </a:moveTo>
                <a:lnTo>
                  <a:pt x="3535" y="64"/>
                </a:lnTo>
                <a:lnTo>
                  <a:pt x="3601" y="64"/>
                </a:lnTo>
                <a:cubicBezTo>
                  <a:pt x="3707" y="64"/>
                  <a:pt x="3729" y="125"/>
                  <a:pt x="3729" y="202"/>
                </a:cubicBezTo>
                <a:cubicBezTo>
                  <a:pt x="3729" y="279"/>
                  <a:pt x="3707" y="340"/>
                  <a:pt x="3601" y="340"/>
                </a:cubicBezTo>
                <a:lnTo>
                  <a:pt x="3535" y="340"/>
                </a:lnTo>
                <a:lnTo>
                  <a:pt x="3535" y="64"/>
                </a:lnTo>
                <a:close/>
                <a:moveTo>
                  <a:pt x="3467" y="395"/>
                </a:moveTo>
                <a:lnTo>
                  <a:pt x="3467" y="395"/>
                </a:lnTo>
                <a:lnTo>
                  <a:pt x="3627" y="395"/>
                </a:lnTo>
                <a:cubicBezTo>
                  <a:pt x="3746" y="395"/>
                  <a:pt x="3797" y="308"/>
                  <a:pt x="3797" y="202"/>
                </a:cubicBezTo>
                <a:cubicBezTo>
                  <a:pt x="3797" y="96"/>
                  <a:pt x="3746" y="10"/>
                  <a:pt x="3627" y="10"/>
                </a:cubicBezTo>
                <a:lnTo>
                  <a:pt x="3467" y="10"/>
                </a:lnTo>
                <a:lnTo>
                  <a:pt x="3467" y="395"/>
                </a:lnTo>
                <a:close/>
                <a:moveTo>
                  <a:pt x="3984" y="266"/>
                </a:moveTo>
                <a:lnTo>
                  <a:pt x="3984" y="266"/>
                </a:lnTo>
                <a:cubicBezTo>
                  <a:pt x="3985" y="362"/>
                  <a:pt x="4056" y="404"/>
                  <a:pt x="4144" y="404"/>
                </a:cubicBezTo>
                <a:cubicBezTo>
                  <a:pt x="4221" y="404"/>
                  <a:pt x="4297" y="369"/>
                  <a:pt x="4297" y="283"/>
                </a:cubicBezTo>
                <a:cubicBezTo>
                  <a:pt x="4297" y="243"/>
                  <a:pt x="4273" y="200"/>
                  <a:pt x="4222" y="185"/>
                </a:cubicBezTo>
                <a:cubicBezTo>
                  <a:pt x="4202" y="179"/>
                  <a:pt x="4117" y="157"/>
                  <a:pt x="4111" y="155"/>
                </a:cubicBezTo>
                <a:cubicBezTo>
                  <a:pt x="4084" y="148"/>
                  <a:pt x="4065" y="132"/>
                  <a:pt x="4065" y="105"/>
                </a:cubicBezTo>
                <a:cubicBezTo>
                  <a:pt x="4065" y="67"/>
                  <a:pt x="4105" y="55"/>
                  <a:pt x="4136" y="55"/>
                </a:cubicBezTo>
                <a:cubicBezTo>
                  <a:pt x="4183" y="55"/>
                  <a:pt x="4216" y="74"/>
                  <a:pt x="4219" y="123"/>
                </a:cubicBezTo>
                <a:lnTo>
                  <a:pt x="4287" y="123"/>
                </a:lnTo>
                <a:cubicBezTo>
                  <a:pt x="4287" y="43"/>
                  <a:pt x="4219" y="0"/>
                  <a:pt x="4139" y="0"/>
                </a:cubicBezTo>
                <a:cubicBezTo>
                  <a:pt x="4069" y="0"/>
                  <a:pt x="3998" y="36"/>
                  <a:pt x="3998" y="114"/>
                </a:cubicBezTo>
                <a:cubicBezTo>
                  <a:pt x="3998" y="154"/>
                  <a:pt x="4017" y="193"/>
                  <a:pt x="4083" y="211"/>
                </a:cubicBezTo>
                <a:cubicBezTo>
                  <a:pt x="4136" y="226"/>
                  <a:pt x="4171" y="233"/>
                  <a:pt x="4198" y="243"/>
                </a:cubicBezTo>
                <a:cubicBezTo>
                  <a:pt x="4214" y="249"/>
                  <a:pt x="4230" y="261"/>
                  <a:pt x="4230" y="291"/>
                </a:cubicBezTo>
                <a:cubicBezTo>
                  <a:pt x="4230" y="320"/>
                  <a:pt x="4208" y="349"/>
                  <a:pt x="4149" y="349"/>
                </a:cubicBezTo>
                <a:cubicBezTo>
                  <a:pt x="4095" y="349"/>
                  <a:pt x="4051" y="326"/>
                  <a:pt x="4051" y="266"/>
                </a:cubicBezTo>
                <a:lnTo>
                  <a:pt x="3984" y="266"/>
                </a:lnTo>
                <a:close/>
                <a:moveTo>
                  <a:pt x="4432" y="64"/>
                </a:moveTo>
                <a:lnTo>
                  <a:pt x="4432" y="64"/>
                </a:lnTo>
                <a:lnTo>
                  <a:pt x="4532" y="64"/>
                </a:lnTo>
                <a:cubicBezTo>
                  <a:pt x="4567" y="64"/>
                  <a:pt x="4598" y="77"/>
                  <a:pt x="4598" y="128"/>
                </a:cubicBezTo>
                <a:cubicBezTo>
                  <a:pt x="4598" y="177"/>
                  <a:pt x="4561" y="192"/>
                  <a:pt x="4531" y="192"/>
                </a:cubicBezTo>
                <a:lnTo>
                  <a:pt x="4432" y="192"/>
                </a:lnTo>
                <a:lnTo>
                  <a:pt x="4432" y="64"/>
                </a:lnTo>
                <a:close/>
                <a:moveTo>
                  <a:pt x="4365" y="395"/>
                </a:moveTo>
                <a:lnTo>
                  <a:pt x="4365" y="395"/>
                </a:lnTo>
                <a:lnTo>
                  <a:pt x="4432" y="395"/>
                </a:lnTo>
                <a:lnTo>
                  <a:pt x="4432" y="247"/>
                </a:lnTo>
                <a:lnTo>
                  <a:pt x="4535" y="247"/>
                </a:lnTo>
                <a:cubicBezTo>
                  <a:pt x="4645" y="248"/>
                  <a:pt x="4666" y="177"/>
                  <a:pt x="4666" y="129"/>
                </a:cubicBezTo>
                <a:cubicBezTo>
                  <a:pt x="4666" y="81"/>
                  <a:pt x="4645" y="10"/>
                  <a:pt x="4535" y="10"/>
                </a:cubicBezTo>
                <a:lnTo>
                  <a:pt x="4365" y="10"/>
                </a:lnTo>
                <a:lnTo>
                  <a:pt x="4365" y="395"/>
                </a:lnTo>
                <a:close/>
                <a:moveTo>
                  <a:pt x="4841" y="76"/>
                </a:moveTo>
                <a:lnTo>
                  <a:pt x="4841" y="76"/>
                </a:lnTo>
                <a:lnTo>
                  <a:pt x="4842" y="76"/>
                </a:lnTo>
                <a:lnTo>
                  <a:pt x="4900" y="241"/>
                </a:lnTo>
                <a:lnTo>
                  <a:pt x="4782" y="241"/>
                </a:lnTo>
                <a:lnTo>
                  <a:pt x="4841" y="76"/>
                </a:lnTo>
                <a:close/>
                <a:moveTo>
                  <a:pt x="4658" y="395"/>
                </a:moveTo>
                <a:lnTo>
                  <a:pt x="4658" y="395"/>
                </a:lnTo>
                <a:lnTo>
                  <a:pt x="4728" y="395"/>
                </a:lnTo>
                <a:lnTo>
                  <a:pt x="4764" y="293"/>
                </a:lnTo>
                <a:lnTo>
                  <a:pt x="4918" y="293"/>
                </a:lnTo>
                <a:lnTo>
                  <a:pt x="4954" y="395"/>
                </a:lnTo>
                <a:lnTo>
                  <a:pt x="5026" y="395"/>
                </a:lnTo>
                <a:lnTo>
                  <a:pt x="4878" y="10"/>
                </a:lnTo>
                <a:lnTo>
                  <a:pt x="4806" y="10"/>
                </a:lnTo>
                <a:lnTo>
                  <a:pt x="4658" y="395"/>
                </a:lnTo>
                <a:close/>
                <a:moveTo>
                  <a:pt x="5385" y="132"/>
                </a:moveTo>
                <a:lnTo>
                  <a:pt x="5385" y="132"/>
                </a:lnTo>
                <a:cubicBezTo>
                  <a:pt x="5377" y="49"/>
                  <a:pt x="5308" y="1"/>
                  <a:pt x="5221" y="0"/>
                </a:cubicBezTo>
                <a:cubicBezTo>
                  <a:pt x="5106" y="0"/>
                  <a:pt x="5037" y="92"/>
                  <a:pt x="5037" y="202"/>
                </a:cubicBezTo>
                <a:cubicBezTo>
                  <a:pt x="5037" y="312"/>
                  <a:pt x="5106" y="404"/>
                  <a:pt x="5221" y="404"/>
                </a:cubicBezTo>
                <a:cubicBezTo>
                  <a:pt x="5315" y="404"/>
                  <a:pt x="5380" y="340"/>
                  <a:pt x="5385" y="248"/>
                </a:cubicBezTo>
                <a:lnTo>
                  <a:pt x="5320" y="248"/>
                </a:lnTo>
                <a:cubicBezTo>
                  <a:pt x="5314" y="304"/>
                  <a:pt x="5281" y="349"/>
                  <a:pt x="5221" y="349"/>
                </a:cubicBezTo>
                <a:cubicBezTo>
                  <a:pt x="5139" y="349"/>
                  <a:pt x="5104" y="276"/>
                  <a:pt x="5104" y="202"/>
                </a:cubicBezTo>
                <a:cubicBezTo>
                  <a:pt x="5104" y="128"/>
                  <a:pt x="5139" y="55"/>
                  <a:pt x="5221" y="55"/>
                </a:cubicBezTo>
                <a:cubicBezTo>
                  <a:pt x="5278" y="55"/>
                  <a:pt x="5306" y="88"/>
                  <a:pt x="5317" y="132"/>
                </a:cubicBezTo>
                <a:lnTo>
                  <a:pt x="5385" y="132"/>
                </a:lnTo>
                <a:close/>
                <a:moveTo>
                  <a:pt x="5454" y="395"/>
                </a:moveTo>
                <a:lnTo>
                  <a:pt x="5454" y="395"/>
                </a:lnTo>
                <a:lnTo>
                  <a:pt x="5735" y="395"/>
                </a:lnTo>
                <a:lnTo>
                  <a:pt x="5735" y="336"/>
                </a:lnTo>
                <a:lnTo>
                  <a:pt x="5521" y="336"/>
                </a:lnTo>
                <a:lnTo>
                  <a:pt x="5521" y="224"/>
                </a:lnTo>
                <a:lnTo>
                  <a:pt x="5716" y="224"/>
                </a:lnTo>
                <a:lnTo>
                  <a:pt x="5716" y="169"/>
                </a:lnTo>
                <a:lnTo>
                  <a:pt x="5521" y="169"/>
                </a:lnTo>
                <a:lnTo>
                  <a:pt x="5521" y="68"/>
                </a:lnTo>
                <a:lnTo>
                  <a:pt x="5731" y="68"/>
                </a:lnTo>
                <a:lnTo>
                  <a:pt x="5731" y="10"/>
                </a:lnTo>
                <a:lnTo>
                  <a:pt x="5454" y="10"/>
                </a:lnTo>
                <a:lnTo>
                  <a:pt x="5454" y="395"/>
                </a:lnTo>
                <a:close/>
              </a:path>
            </a:pathLst>
          </a:custGeom>
          <a:solidFill>
            <a:srgbClr val="FEFEF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en-GB" sz="1361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973E455-56E0-4D1B-A813-A94B8E7E20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78762" y="5768386"/>
            <a:ext cx="4523508" cy="756958"/>
          </a:xfrm>
        </p:spPr>
        <p:txBody>
          <a:bodyPr anchor="b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7005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>
            <a:grpSpLocks/>
          </p:cNvGrpSpPr>
          <p:nvPr userDrawn="1"/>
        </p:nvGrpSpPr>
        <p:grpSpPr bwMode="auto">
          <a:xfrm>
            <a:off x="0" y="5422052"/>
            <a:ext cx="9144000" cy="1435948"/>
            <a:chOff x="0" y="3186"/>
            <a:chExt cx="6736" cy="1575"/>
          </a:xfrm>
          <a:solidFill>
            <a:schemeClr val="accent6"/>
          </a:solidFill>
        </p:grpSpPr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0" y="3189"/>
              <a:ext cx="6736" cy="157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361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20" name="Group 15"/>
            <p:cNvGrpSpPr>
              <a:grpSpLocks/>
            </p:cNvGrpSpPr>
            <p:nvPr/>
          </p:nvGrpSpPr>
          <p:grpSpPr bwMode="auto">
            <a:xfrm>
              <a:off x="0" y="3186"/>
              <a:ext cx="6736" cy="68"/>
              <a:chOff x="0" y="3186"/>
              <a:chExt cx="6736" cy="68"/>
            </a:xfrm>
            <a:grpFill/>
          </p:grpSpPr>
          <p:sp>
            <p:nvSpPr>
              <p:cNvPr id="21" name="Rectangle 16"/>
              <p:cNvSpPr>
                <a:spLocks noChangeArrowheads="1"/>
              </p:cNvSpPr>
              <p:nvPr/>
            </p:nvSpPr>
            <p:spPr bwMode="auto">
              <a:xfrm>
                <a:off x="0" y="3186"/>
                <a:ext cx="6733" cy="23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de-DE" sz="136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22" name="Rectangle 17"/>
              <p:cNvSpPr>
                <a:spLocks noChangeArrowheads="1"/>
              </p:cNvSpPr>
              <p:nvPr/>
            </p:nvSpPr>
            <p:spPr bwMode="auto">
              <a:xfrm>
                <a:off x="1826" y="3186"/>
                <a:ext cx="4910" cy="6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de-DE" sz="136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</p:grpSp>
      <p:pic>
        <p:nvPicPr>
          <p:cNvPr id="11" name="Picture 10" descr="AIRBUS_WHITE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0372" y="6165304"/>
            <a:ext cx="1080120" cy="36004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478762" y="5768386"/>
            <a:ext cx="4523508" cy="756958"/>
          </a:xfrm>
        </p:spPr>
        <p:txBody>
          <a:bodyPr anchor="b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Freeform 5"/>
          <p:cNvSpPr>
            <a:spLocks noChangeAspect="1" noEditPoints="1"/>
          </p:cNvSpPr>
          <p:nvPr userDrawn="1"/>
        </p:nvSpPr>
        <p:spPr bwMode="auto">
          <a:xfrm>
            <a:off x="2478762" y="5652002"/>
            <a:ext cx="1239300" cy="116385"/>
          </a:xfrm>
          <a:custGeom>
            <a:avLst/>
            <a:gdLst>
              <a:gd name="T0" fmla="*/ 263 w 5735"/>
              <a:gd name="T1" fmla="*/ 202 h 404"/>
              <a:gd name="T2" fmla="*/ 0 w 5735"/>
              <a:gd name="T3" fmla="*/ 395 h 404"/>
              <a:gd name="T4" fmla="*/ 160 w 5735"/>
              <a:gd name="T5" fmla="*/ 10 h 404"/>
              <a:gd name="T6" fmla="*/ 399 w 5735"/>
              <a:gd name="T7" fmla="*/ 395 h 404"/>
              <a:gd name="T8" fmla="*/ 466 w 5735"/>
              <a:gd name="T9" fmla="*/ 224 h 404"/>
              <a:gd name="T10" fmla="*/ 466 w 5735"/>
              <a:gd name="T11" fmla="*/ 68 h 404"/>
              <a:gd name="T12" fmla="*/ 399 w 5735"/>
              <a:gd name="T13" fmla="*/ 395 h 404"/>
              <a:gd name="T14" fmla="*/ 813 w 5735"/>
              <a:gd name="T15" fmla="*/ 224 h 404"/>
              <a:gd name="T16" fmla="*/ 813 w 5735"/>
              <a:gd name="T17" fmla="*/ 68 h 404"/>
              <a:gd name="T18" fmla="*/ 746 w 5735"/>
              <a:gd name="T19" fmla="*/ 395 h 404"/>
              <a:gd name="T20" fmla="*/ 1348 w 5735"/>
              <a:gd name="T21" fmla="*/ 336 h 404"/>
              <a:gd name="T22" fmla="*/ 1329 w 5735"/>
              <a:gd name="T23" fmla="*/ 169 h 404"/>
              <a:gd name="T24" fmla="*/ 1344 w 5735"/>
              <a:gd name="T25" fmla="*/ 10 h 404"/>
              <a:gd name="T26" fmla="*/ 1413 w 5735"/>
              <a:gd name="T27" fmla="*/ 395 h 404"/>
              <a:gd name="T28" fmla="*/ 1654 w 5735"/>
              <a:gd name="T29" fmla="*/ 395 h 404"/>
              <a:gd name="T30" fmla="*/ 1661 w 5735"/>
              <a:gd name="T31" fmla="*/ 293 h 404"/>
              <a:gd name="T32" fmla="*/ 1413 w 5735"/>
              <a:gd name="T33" fmla="*/ 395 h 404"/>
              <a:gd name="T34" fmla="*/ 1793 w 5735"/>
              <a:gd name="T35" fmla="*/ 202 h 404"/>
              <a:gd name="T36" fmla="*/ 1977 w 5735"/>
              <a:gd name="T37" fmla="*/ 349 h 404"/>
              <a:gd name="T38" fmla="*/ 2141 w 5735"/>
              <a:gd name="T39" fmla="*/ 132 h 404"/>
              <a:gd name="T40" fmla="*/ 2491 w 5735"/>
              <a:gd name="T41" fmla="*/ 336 h 404"/>
              <a:gd name="T42" fmla="*/ 2471 w 5735"/>
              <a:gd name="T43" fmla="*/ 169 h 404"/>
              <a:gd name="T44" fmla="*/ 2487 w 5735"/>
              <a:gd name="T45" fmla="*/ 10 h 404"/>
              <a:gd name="T46" fmla="*/ 2837 w 5735"/>
              <a:gd name="T47" fmla="*/ 76 h 404"/>
              <a:gd name="T48" fmla="*/ 2837 w 5735"/>
              <a:gd name="T49" fmla="*/ 76 h 404"/>
              <a:gd name="T50" fmla="*/ 2761 w 5735"/>
              <a:gd name="T51" fmla="*/ 293 h 404"/>
              <a:gd name="T52" fmla="*/ 2874 w 5735"/>
              <a:gd name="T53" fmla="*/ 10 h 404"/>
              <a:gd name="T54" fmla="*/ 3068 w 5735"/>
              <a:gd name="T55" fmla="*/ 395 h 404"/>
              <a:gd name="T56" fmla="*/ 3309 w 5735"/>
              <a:gd name="T57" fmla="*/ 395 h 404"/>
              <a:gd name="T58" fmla="*/ 3316 w 5735"/>
              <a:gd name="T59" fmla="*/ 293 h 404"/>
              <a:gd name="T60" fmla="*/ 3068 w 5735"/>
              <a:gd name="T61" fmla="*/ 395 h 404"/>
              <a:gd name="T62" fmla="*/ 3729 w 5735"/>
              <a:gd name="T63" fmla="*/ 202 h 404"/>
              <a:gd name="T64" fmla="*/ 3467 w 5735"/>
              <a:gd name="T65" fmla="*/ 395 h 404"/>
              <a:gd name="T66" fmla="*/ 3627 w 5735"/>
              <a:gd name="T67" fmla="*/ 10 h 404"/>
              <a:gd name="T68" fmla="*/ 3984 w 5735"/>
              <a:gd name="T69" fmla="*/ 266 h 404"/>
              <a:gd name="T70" fmla="*/ 4111 w 5735"/>
              <a:gd name="T71" fmla="*/ 155 h 404"/>
              <a:gd name="T72" fmla="*/ 4287 w 5735"/>
              <a:gd name="T73" fmla="*/ 123 h 404"/>
              <a:gd name="T74" fmla="*/ 4198 w 5735"/>
              <a:gd name="T75" fmla="*/ 243 h 404"/>
              <a:gd name="T76" fmla="*/ 3984 w 5735"/>
              <a:gd name="T77" fmla="*/ 266 h 404"/>
              <a:gd name="T78" fmla="*/ 4598 w 5735"/>
              <a:gd name="T79" fmla="*/ 128 h 404"/>
              <a:gd name="T80" fmla="*/ 4365 w 5735"/>
              <a:gd name="T81" fmla="*/ 395 h 404"/>
              <a:gd name="T82" fmla="*/ 4535 w 5735"/>
              <a:gd name="T83" fmla="*/ 247 h 404"/>
              <a:gd name="T84" fmla="*/ 4365 w 5735"/>
              <a:gd name="T85" fmla="*/ 395 h 404"/>
              <a:gd name="T86" fmla="*/ 4900 w 5735"/>
              <a:gd name="T87" fmla="*/ 241 h 404"/>
              <a:gd name="T88" fmla="*/ 4658 w 5735"/>
              <a:gd name="T89" fmla="*/ 395 h 404"/>
              <a:gd name="T90" fmla="*/ 4954 w 5735"/>
              <a:gd name="T91" fmla="*/ 395 h 404"/>
              <a:gd name="T92" fmla="*/ 4658 w 5735"/>
              <a:gd name="T93" fmla="*/ 395 h 404"/>
              <a:gd name="T94" fmla="*/ 5037 w 5735"/>
              <a:gd name="T95" fmla="*/ 202 h 404"/>
              <a:gd name="T96" fmla="*/ 5221 w 5735"/>
              <a:gd name="T97" fmla="*/ 349 h 404"/>
              <a:gd name="T98" fmla="*/ 5385 w 5735"/>
              <a:gd name="T99" fmla="*/ 132 h 404"/>
              <a:gd name="T100" fmla="*/ 5735 w 5735"/>
              <a:gd name="T101" fmla="*/ 336 h 404"/>
              <a:gd name="T102" fmla="*/ 5716 w 5735"/>
              <a:gd name="T103" fmla="*/ 169 h 404"/>
              <a:gd name="T104" fmla="*/ 5731 w 5735"/>
              <a:gd name="T105" fmla="*/ 1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735" h="404">
                <a:moveTo>
                  <a:pt x="68" y="64"/>
                </a:moveTo>
                <a:lnTo>
                  <a:pt x="68" y="64"/>
                </a:lnTo>
                <a:lnTo>
                  <a:pt x="134" y="64"/>
                </a:lnTo>
                <a:cubicBezTo>
                  <a:pt x="240" y="64"/>
                  <a:pt x="263" y="125"/>
                  <a:pt x="263" y="202"/>
                </a:cubicBezTo>
                <a:cubicBezTo>
                  <a:pt x="263" y="279"/>
                  <a:pt x="240" y="340"/>
                  <a:pt x="134" y="340"/>
                </a:cubicBezTo>
                <a:lnTo>
                  <a:pt x="68" y="340"/>
                </a:lnTo>
                <a:lnTo>
                  <a:pt x="68" y="64"/>
                </a:lnTo>
                <a:close/>
                <a:moveTo>
                  <a:pt x="0" y="395"/>
                </a:moveTo>
                <a:lnTo>
                  <a:pt x="0" y="395"/>
                </a:lnTo>
                <a:lnTo>
                  <a:pt x="160" y="395"/>
                </a:lnTo>
                <a:cubicBezTo>
                  <a:pt x="279" y="395"/>
                  <a:pt x="330" y="308"/>
                  <a:pt x="330" y="202"/>
                </a:cubicBezTo>
                <a:cubicBezTo>
                  <a:pt x="330" y="96"/>
                  <a:pt x="279" y="10"/>
                  <a:pt x="160" y="10"/>
                </a:cubicBezTo>
                <a:lnTo>
                  <a:pt x="0" y="10"/>
                </a:lnTo>
                <a:lnTo>
                  <a:pt x="0" y="395"/>
                </a:lnTo>
                <a:close/>
                <a:moveTo>
                  <a:pt x="399" y="395"/>
                </a:moveTo>
                <a:lnTo>
                  <a:pt x="399" y="395"/>
                </a:lnTo>
                <a:lnTo>
                  <a:pt x="680" y="395"/>
                </a:lnTo>
                <a:lnTo>
                  <a:pt x="680" y="336"/>
                </a:lnTo>
                <a:lnTo>
                  <a:pt x="466" y="336"/>
                </a:lnTo>
                <a:lnTo>
                  <a:pt x="466" y="224"/>
                </a:lnTo>
                <a:lnTo>
                  <a:pt x="660" y="224"/>
                </a:lnTo>
                <a:lnTo>
                  <a:pt x="660" y="169"/>
                </a:lnTo>
                <a:lnTo>
                  <a:pt x="466" y="169"/>
                </a:lnTo>
                <a:lnTo>
                  <a:pt x="466" y="68"/>
                </a:lnTo>
                <a:lnTo>
                  <a:pt x="676" y="68"/>
                </a:lnTo>
                <a:lnTo>
                  <a:pt x="676" y="10"/>
                </a:lnTo>
                <a:lnTo>
                  <a:pt x="399" y="10"/>
                </a:lnTo>
                <a:lnTo>
                  <a:pt x="399" y="395"/>
                </a:lnTo>
                <a:close/>
                <a:moveTo>
                  <a:pt x="746" y="395"/>
                </a:moveTo>
                <a:lnTo>
                  <a:pt x="746" y="395"/>
                </a:lnTo>
                <a:lnTo>
                  <a:pt x="813" y="395"/>
                </a:lnTo>
                <a:lnTo>
                  <a:pt x="813" y="224"/>
                </a:lnTo>
                <a:lnTo>
                  <a:pt x="988" y="224"/>
                </a:lnTo>
                <a:lnTo>
                  <a:pt x="988" y="169"/>
                </a:lnTo>
                <a:lnTo>
                  <a:pt x="813" y="169"/>
                </a:lnTo>
                <a:lnTo>
                  <a:pt x="813" y="68"/>
                </a:lnTo>
                <a:lnTo>
                  <a:pt x="1012" y="68"/>
                </a:lnTo>
                <a:lnTo>
                  <a:pt x="1012" y="10"/>
                </a:lnTo>
                <a:lnTo>
                  <a:pt x="746" y="10"/>
                </a:lnTo>
                <a:lnTo>
                  <a:pt x="746" y="395"/>
                </a:lnTo>
                <a:close/>
                <a:moveTo>
                  <a:pt x="1067" y="395"/>
                </a:moveTo>
                <a:lnTo>
                  <a:pt x="1067" y="395"/>
                </a:lnTo>
                <a:lnTo>
                  <a:pt x="1348" y="395"/>
                </a:lnTo>
                <a:lnTo>
                  <a:pt x="1348" y="336"/>
                </a:lnTo>
                <a:lnTo>
                  <a:pt x="1135" y="336"/>
                </a:lnTo>
                <a:lnTo>
                  <a:pt x="1135" y="224"/>
                </a:lnTo>
                <a:lnTo>
                  <a:pt x="1329" y="224"/>
                </a:lnTo>
                <a:lnTo>
                  <a:pt x="1329" y="169"/>
                </a:lnTo>
                <a:lnTo>
                  <a:pt x="1135" y="169"/>
                </a:lnTo>
                <a:lnTo>
                  <a:pt x="1135" y="68"/>
                </a:lnTo>
                <a:lnTo>
                  <a:pt x="1344" y="68"/>
                </a:lnTo>
                <a:lnTo>
                  <a:pt x="1344" y="10"/>
                </a:lnTo>
                <a:lnTo>
                  <a:pt x="1067" y="10"/>
                </a:lnTo>
                <a:lnTo>
                  <a:pt x="1067" y="395"/>
                </a:lnTo>
                <a:close/>
                <a:moveTo>
                  <a:pt x="1413" y="395"/>
                </a:moveTo>
                <a:lnTo>
                  <a:pt x="1413" y="395"/>
                </a:lnTo>
                <a:lnTo>
                  <a:pt x="1477" y="395"/>
                </a:lnTo>
                <a:lnTo>
                  <a:pt x="1477" y="111"/>
                </a:lnTo>
                <a:lnTo>
                  <a:pt x="1479" y="111"/>
                </a:lnTo>
                <a:lnTo>
                  <a:pt x="1654" y="395"/>
                </a:lnTo>
                <a:lnTo>
                  <a:pt x="1725" y="395"/>
                </a:lnTo>
                <a:lnTo>
                  <a:pt x="1725" y="10"/>
                </a:lnTo>
                <a:lnTo>
                  <a:pt x="1661" y="10"/>
                </a:lnTo>
                <a:lnTo>
                  <a:pt x="1661" y="293"/>
                </a:lnTo>
                <a:lnTo>
                  <a:pt x="1660" y="293"/>
                </a:lnTo>
                <a:lnTo>
                  <a:pt x="1484" y="10"/>
                </a:lnTo>
                <a:lnTo>
                  <a:pt x="1413" y="10"/>
                </a:lnTo>
                <a:lnTo>
                  <a:pt x="1413" y="395"/>
                </a:lnTo>
                <a:close/>
                <a:moveTo>
                  <a:pt x="2141" y="132"/>
                </a:moveTo>
                <a:lnTo>
                  <a:pt x="2141" y="132"/>
                </a:lnTo>
                <a:cubicBezTo>
                  <a:pt x="2133" y="49"/>
                  <a:pt x="2064" y="1"/>
                  <a:pt x="1977" y="0"/>
                </a:cubicBezTo>
                <a:cubicBezTo>
                  <a:pt x="1862" y="0"/>
                  <a:pt x="1793" y="92"/>
                  <a:pt x="1793" y="202"/>
                </a:cubicBezTo>
                <a:cubicBezTo>
                  <a:pt x="1793" y="312"/>
                  <a:pt x="1862" y="404"/>
                  <a:pt x="1977" y="404"/>
                </a:cubicBezTo>
                <a:cubicBezTo>
                  <a:pt x="2071" y="404"/>
                  <a:pt x="2136" y="340"/>
                  <a:pt x="2141" y="248"/>
                </a:cubicBezTo>
                <a:lnTo>
                  <a:pt x="2075" y="248"/>
                </a:lnTo>
                <a:cubicBezTo>
                  <a:pt x="2070" y="304"/>
                  <a:pt x="2037" y="349"/>
                  <a:pt x="1977" y="349"/>
                </a:cubicBezTo>
                <a:cubicBezTo>
                  <a:pt x="1895" y="349"/>
                  <a:pt x="1860" y="276"/>
                  <a:pt x="1860" y="202"/>
                </a:cubicBezTo>
                <a:cubicBezTo>
                  <a:pt x="1860" y="128"/>
                  <a:pt x="1895" y="55"/>
                  <a:pt x="1977" y="55"/>
                </a:cubicBezTo>
                <a:cubicBezTo>
                  <a:pt x="2033" y="55"/>
                  <a:pt x="2062" y="88"/>
                  <a:pt x="2073" y="132"/>
                </a:cubicBezTo>
                <a:lnTo>
                  <a:pt x="2141" y="132"/>
                </a:lnTo>
                <a:close/>
                <a:moveTo>
                  <a:pt x="2210" y="395"/>
                </a:moveTo>
                <a:lnTo>
                  <a:pt x="2210" y="395"/>
                </a:lnTo>
                <a:lnTo>
                  <a:pt x="2491" y="395"/>
                </a:lnTo>
                <a:lnTo>
                  <a:pt x="2491" y="336"/>
                </a:lnTo>
                <a:lnTo>
                  <a:pt x="2277" y="336"/>
                </a:lnTo>
                <a:lnTo>
                  <a:pt x="2277" y="224"/>
                </a:lnTo>
                <a:lnTo>
                  <a:pt x="2471" y="224"/>
                </a:lnTo>
                <a:lnTo>
                  <a:pt x="2471" y="169"/>
                </a:lnTo>
                <a:lnTo>
                  <a:pt x="2277" y="169"/>
                </a:lnTo>
                <a:lnTo>
                  <a:pt x="2277" y="68"/>
                </a:lnTo>
                <a:lnTo>
                  <a:pt x="2487" y="68"/>
                </a:lnTo>
                <a:lnTo>
                  <a:pt x="2487" y="10"/>
                </a:lnTo>
                <a:lnTo>
                  <a:pt x="2210" y="10"/>
                </a:lnTo>
                <a:lnTo>
                  <a:pt x="2210" y="395"/>
                </a:lnTo>
                <a:close/>
                <a:moveTo>
                  <a:pt x="2837" y="76"/>
                </a:moveTo>
                <a:lnTo>
                  <a:pt x="2837" y="76"/>
                </a:lnTo>
                <a:lnTo>
                  <a:pt x="2839" y="76"/>
                </a:lnTo>
                <a:lnTo>
                  <a:pt x="2897" y="241"/>
                </a:lnTo>
                <a:lnTo>
                  <a:pt x="2779" y="241"/>
                </a:lnTo>
                <a:lnTo>
                  <a:pt x="2837" y="76"/>
                </a:lnTo>
                <a:close/>
                <a:moveTo>
                  <a:pt x="2655" y="395"/>
                </a:moveTo>
                <a:lnTo>
                  <a:pt x="2655" y="395"/>
                </a:lnTo>
                <a:lnTo>
                  <a:pt x="2724" y="395"/>
                </a:lnTo>
                <a:lnTo>
                  <a:pt x="2761" y="293"/>
                </a:lnTo>
                <a:lnTo>
                  <a:pt x="2914" y="293"/>
                </a:lnTo>
                <a:lnTo>
                  <a:pt x="2950" y="395"/>
                </a:lnTo>
                <a:lnTo>
                  <a:pt x="3023" y="395"/>
                </a:lnTo>
                <a:lnTo>
                  <a:pt x="2874" y="10"/>
                </a:lnTo>
                <a:lnTo>
                  <a:pt x="2803" y="10"/>
                </a:lnTo>
                <a:lnTo>
                  <a:pt x="2655" y="395"/>
                </a:lnTo>
                <a:close/>
                <a:moveTo>
                  <a:pt x="3068" y="395"/>
                </a:moveTo>
                <a:lnTo>
                  <a:pt x="3068" y="395"/>
                </a:lnTo>
                <a:lnTo>
                  <a:pt x="3132" y="395"/>
                </a:lnTo>
                <a:lnTo>
                  <a:pt x="3132" y="111"/>
                </a:lnTo>
                <a:lnTo>
                  <a:pt x="3133" y="111"/>
                </a:lnTo>
                <a:lnTo>
                  <a:pt x="3309" y="395"/>
                </a:lnTo>
                <a:lnTo>
                  <a:pt x="3380" y="395"/>
                </a:lnTo>
                <a:lnTo>
                  <a:pt x="3380" y="10"/>
                </a:lnTo>
                <a:lnTo>
                  <a:pt x="3316" y="10"/>
                </a:lnTo>
                <a:lnTo>
                  <a:pt x="3316" y="293"/>
                </a:lnTo>
                <a:lnTo>
                  <a:pt x="3315" y="293"/>
                </a:lnTo>
                <a:lnTo>
                  <a:pt x="3139" y="10"/>
                </a:lnTo>
                <a:lnTo>
                  <a:pt x="3068" y="10"/>
                </a:lnTo>
                <a:lnTo>
                  <a:pt x="3068" y="395"/>
                </a:lnTo>
                <a:close/>
                <a:moveTo>
                  <a:pt x="3535" y="64"/>
                </a:moveTo>
                <a:lnTo>
                  <a:pt x="3535" y="64"/>
                </a:lnTo>
                <a:lnTo>
                  <a:pt x="3601" y="64"/>
                </a:lnTo>
                <a:cubicBezTo>
                  <a:pt x="3707" y="64"/>
                  <a:pt x="3729" y="125"/>
                  <a:pt x="3729" y="202"/>
                </a:cubicBezTo>
                <a:cubicBezTo>
                  <a:pt x="3729" y="279"/>
                  <a:pt x="3707" y="340"/>
                  <a:pt x="3601" y="340"/>
                </a:cubicBezTo>
                <a:lnTo>
                  <a:pt x="3535" y="340"/>
                </a:lnTo>
                <a:lnTo>
                  <a:pt x="3535" y="64"/>
                </a:lnTo>
                <a:close/>
                <a:moveTo>
                  <a:pt x="3467" y="395"/>
                </a:moveTo>
                <a:lnTo>
                  <a:pt x="3467" y="395"/>
                </a:lnTo>
                <a:lnTo>
                  <a:pt x="3627" y="395"/>
                </a:lnTo>
                <a:cubicBezTo>
                  <a:pt x="3746" y="395"/>
                  <a:pt x="3797" y="308"/>
                  <a:pt x="3797" y="202"/>
                </a:cubicBezTo>
                <a:cubicBezTo>
                  <a:pt x="3797" y="96"/>
                  <a:pt x="3746" y="10"/>
                  <a:pt x="3627" y="10"/>
                </a:cubicBezTo>
                <a:lnTo>
                  <a:pt x="3467" y="10"/>
                </a:lnTo>
                <a:lnTo>
                  <a:pt x="3467" y="395"/>
                </a:lnTo>
                <a:close/>
                <a:moveTo>
                  <a:pt x="3984" y="266"/>
                </a:moveTo>
                <a:lnTo>
                  <a:pt x="3984" y="266"/>
                </a:lnTo>
                <a:cubicBezTo>
                  <a:pt x="3985" y="362"/>
                  <a:pt x="4056" y="404"/>
                  <a:pt x="4144" y="404"/>
                </a:cubicBezTo>
                <a:cubicBezTo>
                  <a:pt x="4221" y="404"/>
                  <a:pt x="4297" y="369"/>
                  <a:pt x="4297" y="283"/>
                </a:cubicBezTo>
                <a:cubicBezTo>
                  <a:pt x="4297" y="243"/>
                  <a:pt x="4273" y="200"/>
                  <a:pt x="4222" y="185"/>
                </a:cubicBezTo>
                <a:cubicBezTo>
                  <a:pt x="4202" y="179"/>
                  <a:pt x="4117" y="157"/>
                  <a:pt x="4111" y="155"/>
                </a:cubicBezTo>
                <a:cubicBezTo>
                  <a:pt x="4084" y="148"/>
                  <a:pt x="4065" y="132"/>
                  <a:pt x="4065" y="105"/>
                </a:cubicBezTo>
                <a:cubicBezTo>
                  <a:pt x="4065" y="67"/>
                  <a:pt x="4105" y="55"/>
                  <a:pt x="4136" y="55"/>
                </a:cubicBezTo>
                <a:cubicBezTo>
                  <a:pt x="4183" y="55"/>
                  <a:pt x="4216" y="74"/>
                  <a:pt x="4219" y="123"/>
                </a:cubicBezTo>
                <a:lnTo>
                  <a:pt x="4287" y="123"/>
                </a:lnTo>
                <a:cubicBezTo>
                  <a:pt x="4287" y="43"/>
                  <a:pt x="4219" y="0"/>
                  <a:pt x="4139" y="0"/>
                </a:cubicBezTo>
                <a:cubicBezTo>
                  <a:pt x="4069" y="0"/>
                  <a:pt x="3998" y="36"/>
                  <a:pt x="3998" y="114"/>
                </a:cubicBezTo>
                <a:cubicBezTo>
                  <a:pt x="3998" y="154"/>
                  <a:pt x="4017" y="193"/>
                  <a:pt x="4083" y="211"/>
                </a:cubicBezTo>
                <a:cubicBezTo>
                  <a:pt x="4136" y="226"/>
                  <a:pt x="4171" y="233"/>
                  <a:pt x="4198" y="243"/>
                </a:cubicBezTo>
                <a:cubicBezTo>
                  <a:pt x="4214" y="249"/>
                  <a:pt x="4230" y="261"/>
                  <a:pt x="4230" y="291"/>
                </a:cubicBezTo>
                <a:cubicBezTo>
                  <a:pt x="4230" y="320"/>
                  <a:pt x="4208" y="349"/>
                  <a:pt x="4149" y="349"/>
                </a:cubicBezTo>
                <a:cubicBezTo>
                  <a:pt x="4095" y="349"/>
                  <a:pt x="4051" y="326"/>
                  <a:pt x="4051" y="266"/>
                </a:cubicBezTo>
                <a:lnTo>
                  <a:pt x="3984" y="266"/>
                </a:lnTo>
                <a:close/>
                <a:moveTo>
                  <a:pt x="4432" y="64"/>
                </a:moveTo>
                <a:lnTo>
                  <a:pt x="4432" y="64"/>
                </a:lnTo>
                <a:lnTo>
                  <a:pt x="4532" y="64"/>
                </a:lnTo>
                <a:cubicBezTo>
                  <a:pt x="4567" y="64"/>
                  <a:pt x="4598" y="77"/>
                  <a:pt x="4598" y="128"/>
                </a:cubicBezTo>
                <a:cubicBezTo>
                  <a:pt x="4598" y="177"/>
                  <a:pt x="4561" y="192"/>
                  <a:pt x="4531" y="192"/>
                </a:cubicBezTo>
                <a:lnTo>
                  <a:pt x="4432" y="192"/>
                </a:lnTo>
                <a:lnTo>
                  <a:pt x="4432" y="64"/>
                </a:lnTo>
                <a:close/>
                <a:moveTo>
                  <a:pt x="4365" y="395"/>
                </a:moveTo>
                <a:lnTo>
                  <a:pt x="4365" y="395"/>
                </a:lnTo>
                <a:lnTo>
                  <a:pt x="4432" y="395"/>
                </a:lnTo>
                <a:lnTo>
                  <a:pt x="4432" y="247"/>
                </a:lnTo>
                <a:lnTo>
                  <a:pt x="4535" y="247"/>
                </a:lnTo>
                <a:cubicBezTo>
                  <a:pt x="4645" y="248"/>
                  <a:pt x="4666" y="177"/>
                  <a:pt x="4666" y="129"/>
                </a:cubicBezTo>
                <a:cubicBezTo>
                  <a:pt x="4666" y="81"/>
                  <a:pt x="4645" y="10"/>
                  <a:pt x="4535" y="10"/>
                </a:cubicBezTo>
                <a:lnTo>
                  <a:pt x="4365" y="10"/>
                </a:lnTo>
                <a:lnTo>
                  <a:pt x="4365" y="395"/>
                </a:lnTo>
                <a:close/>
                <a:moveTo>
                  <a:pt x="4841" y="76"/>
                </a:moveTo>
                <a:lnTo>
                  <a:pt x="4841" y="76"/>
                </a:lnTo>
                <a:lnTo>
                  <a:pt x="4842" y="76"/>
                </a:lnTo>
                <a:lnTo>
                  <a:pt x="4900" y="241"/>
                </a:lnTo>
                <a:lnTo>
                  <a:pt x="4782" y="241"/>
                </a:lnTo>
                <a:lnTo>
                  <a:pt x="4841" y="76"/>
                </a:lnTo>
                <a:close/>
                <a:moveTo>
                  <a:pt x="4658" y="395"/>
                </a:moveTo>
                <a:lnTo>
                  <a:pt x="4658" y="395"/>
                </a:lnTo>
                <a:lnTo>
                  <a:pt x="4728" y="395"/>
                </a:lnTo>
                <a:lnTo>
                  <a:pt x="4764" y="293"/>
                </a:lnTo>
                <a:lnTo>
                  <a:pt x="4918" y="293"/>
                </a:lnTo>
                <a:lnTo>
                  <a:pt x="4954" y="395"/>
                </a:lnTo>
                <a:lnTo>
                  <a:pt x="5026" y="395"/>
                </a:lnTo>
                <a:lnTo>
                  <a:pt x="4878" y="10"/>
                </a:lnTo>
                <a:lnTo>
                  <a:pt x="4806" y="10"/>
                </a:lnTo>
                <a:lnTo>
                  <a:pt x="4658" y="395"/>
                </a:lnTo>
                <a:close/>
                <a:moveTo>
                  <a:pt x="5385" y="132"/>
                </a:moveTo>
                <a:lnTo>
                  <a:pt x="5385" y="132"/>
                </a:lnTo>
                <a:cubicBezTo>
                  <a:pt x="5377" y="49"/>
                  <a:pt x="5308" y="1"/>
                  <a:pt x="5221" y="0"/>
                </a:cubicBezTo>
                <a:cubicBezTo>
                  <a:pt x="5106" y="0"/>
                  <a:pt x="5037" y="92"/>
                  <a:pt x="5037" y="202"/>
                </a:cubicBezTo>
                <a:cubicBezTo>
                  <a:pt x="5037" y="312"/>
                  <a:pt x="5106" y="404"/>
                  <a:pt x="5221" y="404"/>
                </a:cubicBezTo>
                <a:cubicBezTo>
                  <a:pt x="5315" y="404"/>
                  <a:pt x="5380" y="340"/>
                  <a:pt x="5385" y="248"/>
                </a:cubicBezTo>
                <a:lnTo>
                  <a:pt x="5320" y="248"/>
                </a:lnTo>
                <a:cubicBezTo>
                  <a:pt x="5314" y="304"/>
                  <a:pt x="5281" y="349"/>
                  <a:pt x="5221" y="349"/>
                </a:cubicBezTo>
                <a:cubicBezTo>
                  <a:pt x="5139" y="349"/>
                  <a:pt x="5104" y="276"/>
                  <a:pt x="5104" y="202"/>
                </a:cubicBezTo>
                <a:cubicBezTo>
                  <a:pt x="5104" y="128"/>
                  <a:pt x="5139" y="55"/>
                  <a:pt x="5221" y="55"/>
                </a:cubicBezTo>
                <a:cubicBezTo>
                  <a:pt x="5278" y="55"/>
                  <a:pt x="5306" y="88"/>
                  <a:pt x="5317" y="132"/>
                </a:cubicBezTo>
                <a:lnTo>
                  <a:pt x="5385" y="132"/>
                </a:lnTo>
                <a:close/>
                <a:moveTo>
                  <a:pt x="5454" y="395"/>
                </a:moveTo>
                <a:lnTo>
                  <a:pt x="5454" y="395"/>
                </a:lnTo>
                <a:lnTo>
                  <a:pt x="5735" y="395"/>
                </a:lnTo>
                <a:lnTo>
                  <a:pt x="5735" y="336"/>
                </a:lnTo>
                <a:lnTo>
                  <a:pt x="5521" y="336"/>
                </a:lnTo>
                <a:lnTo>
                  <a:pt x="5521" y="224"/>
                </a:lnTo>
                <a:lnTo>
                  <a:pt x="5716" y="224"/>
                </a:lnTo>
                <a:lnTo>
                  <a:pt x="5716" y="169"/>
                </a:lnTo>
                <a:lnTo>
                  <a:pt x="5521" y="169"/>
                </a:lnTo>
                <a:lnTo>
                  <a:pt x="5521" y="68"/>
                </a:lnTo>
                <a:lnTo>
                  <a:pt x="5731" y="68"/>
                </a:lnTo>
                <a:lnTo>
                  <a:pt x="5731" y="10"/>
                </a:lnTo>
                <a:lnTo>
                  <a:pt x="5454" y="10"/>
                </a:lnTo>
                <a:lnTo>
                  <a:pt x="5454" y="395"/>
                </a:lnTo>
                <a:close/>
              </a:path>
            </a:pathLst>
          </a:custGeom>
          <a:solidFill>
            <a:srgbClr val="FEFEF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en-GB" sz="1361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2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78762" y="1628800"/>
            <a:ext cx="4523508" cy="2892800"/>
          </a:xfrm>
        </p:spPr>
        <p:txBody>
          <a:bodyPr anchor="b"/>
          <a:lstStyle>
            <a:lvl1pPr>
              <a:lnSpc>
                <a:spcPct val="105000"/>
              </a:lnSpc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altLang="de-DE" noProof="0"/>
              <a:t>Haga clic para modificar el estilo de título del patrón</a:t>
            </a:r>
            <a:endParaRPr lang="de-DE" altLang="de-DE" noProof="0" dirty="0"/>
          </a:p>
        </p:txBody>
      </p:sp>
      <p:sp>
        <p:nvSpPr>
          <p:cNvPr id="13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78762" y="4561677"/>
            <a:ext cx="4523508" cy="863111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altLang="de-DE" noProof="0"/>
              <a:t>Haga clic para modificar el estilo de subtítulo del patrón</a:t>
            </a:r>
            <a:endParaRPr lang="de-DE" altLang="de-DE" noProof="0" dirty="0"/>
          </a:p>
        </p:txBody>
      </p:sp>
    </p:spTree>
    <p:extLst>
      <p:ext uri="{BB962C8B-B14F-4D97-AF65-F5344CB8AC3E}">
        <p14:creationId xmlns:p14="http://schemas.microsoft.com/office/powerpoint/2010/main" val="1535808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>
            <a:grpSpLocks/>
          </p:cNvGrpSpPr>
          <p:nvPr userDrawn="1"/>
        </p:nvGrpSpPr>
        <p:grpSpPr bwMode="auto">
          <a:xfrm>
            <a:off x="0" y="3606832"/>
            <a:ext cx="9148073" cy="3251185"/>
            <a:chOff x="0" y="1195"/>
            <a:chExt cx="6739" cy="3566"/>
          </a:xfrm>
          <a:solidFill>
            <a:schemeClr val="accent6"/>
          </a:solidFill>
        </p:grpSpPr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0" y="1215"/>
              <a:ext cx="6736" cy="354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361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20" name="Group 15"/>
            <p:cNvGrpSpPr>
              <a:grpSpLocks/>
            </p:cNvGrpSpPr>
            <p:nvPr/>
          </p:nvGrpSpPr>
          <p:grpSpPr bwMode="auto">
            <a:xfrm>
              <a:off x="3" y="1195"/>
              <a:ext cx="6736" cy="68"/>
              <a:chOff x="3" y="1195"/>
              <a:chExt cx="6736" cy="68"/>
            </a:xfrm>
            <a:grpFill/>
          </p:grpSpPr>
          <p:sp>
            <p:nvSpPr>
              <p:cNvPr id="21" name="Rectangle 16"/>
              <p:cNvSpPr>
                <a:spLocks noChangeArrowheads="1"/>
              </p:cNvSpPr>
              <p:nvPr/>
            </p:nvSpPr>
            <p:spPr bwMode="auto">
              <a:xfrm>
                <a:off x="3" y="1195"/>
                <a:ext cx="6733" cy="23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de-DE" sz="136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22" name="Rectangle 17"/>
              <p:cNvSpPr>
                <a:spLocks noChangeArrowheads="1"/>
              </p:cNvSpPr>
              <p:nvPr/>
            </p:nvSpPr>
            <p:spPr bwMode="auto">
              <a:xfrm>
                <a:off x="1829" y="1195"/>
                <a:ext cx="4910" cy="6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de-DE" sz="136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</p:grpSp>
      <p:sp>
        <p:nvSpPr>
          <p:cNvPr id="2355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78762" y="4236010"/>
            <a:ext cx="4523508" cy="871200"/>
          </a:xfrm>
        </p:spPr>
        <p:txBody>
          <a:bodyPr/>
          <a:lstStyle>
            <a:lvl1pPr>
              <a:lnSpc>
                <a:spcPct val="105000"/>
              </a:lnSpc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altLang="de-DE" noProof="0"/>
              <a:t>Haga clic para modificar el estilo de título del patrón</a:t>
            </a:r>
            <a:endParaRPr lang="de-DE" altLang="de-DE" noProof="0" dirty="0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78762" y="5217940"/>
            <a:ext cx="4523508" cy="597265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altLang="de-DE" noProof="0"/>
              <a:t>Haga clic para modificar el estilo de subtítulo del patrón</a:t>
            </a:r>
            <a:endParaRPr lang="de-DE" altLang="de-DE" noProof="0" dirty="0"/>
          </a:p>
        </p:txBody>
      </p:sp>
      <p:pic>
        <p:nvPicPr>
          <p:cNvPr id="11" name="Picture 10" descr="AIRBUS_WHITE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0372" y="6165304"/>
            <a:ext cx="1080120" cy="360040"/>
          </a:xfrm>
          <a:prstGeom prst="rect">
            <a:avLst/>
          </a:prstGeom>
        </p:spPr>
      </p:pic>
      <p:sp>
        <p:nvSpPr>
          <p:cNvPr id="16" name="Freeform 5"/>
          <p:cNvSpPr>
            <a:spLocks noChangeAspect="1" noEditPoints="1"/>
          </p:cNvSpPr>
          <p:nvPr userDrawn="1"/>
        </p:nvSpPr>
        <p:spPr bwMode="auto">
          <a:xfrm>
            <a:off x="2478762" y="3829382"/>
            <a:ext cx="1239300" cy="116385"/>
          </a:xfrm>
          <a:custGeom>
            <a:avLst/>
            <a:gdLst>
              <a:gd name="T0" fmla="*/ 263 w 5735"/>
              <a:gd name="T1" fmla="*/ 202 h 404"/>
              <a:gd name="T2" fmla="*/ 0 w 5735"/>
              <a:gd name="T3" fmla="*/ 395 h 404"/>
              <a:gd name="T4" fmla="*/ 160 w 5735"/>
              <a:gd name="T5" fmla="*/ 10 h 404"/>
              <a:gd name="T6" fmla="*/ 399 w 5735"/>
              <a:gd name="T7" fmla="*/ 395 h 404"/>
              <a:gd name="T8" fmla="*/ 466 w 5735"/>
              <a:gd name="T9" fmla="*/ 224 h 404"/>
              <a:gd name="T10" fmla="*/ 466 w 5735"/>
              <a:gd name="T11" fmla="*/ 68 h 404"/>
              <a:gd name="T12" fmla="*/ 399 w 5735"/>
              <a:gd name="T13" fmla="*/ 395 h 404"/>
              <a:gd name="T14" fmla="*/ 813 w 5735"/>
              <a:gd name="T15" fmla="*/ 224 h 404"/>
              <a:gd name="T16" fmla="*/ 813 w 5735"/>
              <a:gd name="T17" fmla="*/ 68 h 404"/>
              <a:gd name="T18" fmla="*/ 746 w 5735"/>
              <a:gd name="T19" fmla="*/ 395 h 404"/>
              <a:gd name="T20" fmla="*/ 1348 w 5735"/>
              <a:gd name="T21" fmla="*/ 336 h 404"/>
              <a:gd name="T22" fmla="*/ 1329 w 5735"/>
              <a:gd name="T23" fmla="*/ 169 h 404"/>
              <a:gd name="T24" fmla="*/ 1344 w 5735"/>
              <a:gd name="T25" fmla="*/ 10 h 404"/>
              <a:gd name="T26" fmla="*/ 1413 w 5735"/>
              <a:gd name="T27" fmla="*/ 395 h 404"/>
              <a:gd name="T28" fmla="*/ 1654 w 5735"/>
              <a:gd name="T29" fmla="*/ 395 h 404"/>
              <a:gd name="T30" fmla="*/ 1661 w 5735"/>
              <a:gd name="T31" fmla="*/ 293 h 404"/>
              <a:gd name="T32" fmla="*/ 1413 w 5735"/>
              <a:gd name="T33" fmla="*/ 395 h 404"/>
              <a:gd name="T34" fmla="*/ 1793 w 5735"/>
              <a:gd name="T35" fmla="*/ 202 h 404"/>
              <a:gd name="T36" fmla="*/ 1977 w 5735"/>
              <a:gd name="T37" fmla="*/ 349 h 404"/>
              <a:gd name="T38" fmla="*/ 2141 w 5735"/>
              <a:gd name="T39" fmla="*/ 132 h 404"/>
              <a:gd name="T40" fmla="*/ 2491 w 5735"/>
              <a:gd name="T41" fmla="*/ 336 h 404"/>
              <a:gd name="T42" fmla="*/ 2471 w 5735"/>
              <a:gd name="T43" fmla="*/ 169 h 404"/>
              <a:gd name="T44" fmla="*/ 2487 w 5735"/>
              <a:gd name="T45" fmla="*/ 10 h 404"/>
              <a:gd name="T46" fmla="*/ 2837 w 5735"/>
              <a:gd name="T47" fmla="*/ 76 h 404"/>
              <a:gd name="T48" fmla="*/ 2837 w 5735"/>
              <a:gd name="T49" fmla="*/ 76 h 404"/>
              <a:gd name="T50" fmla="*/ 2761 w 5735"/>
              <a:gd name="T51" fmla="*/ 293 h 404"/>
              <a:gd name="T52" fmla="*/ 2874 w 5735"/>
              <a:gd name="T53" fmla="*/ 10 h 404"/>
              <a:gd name="T54" fmla="*/ 3068 w 5735"/>
              <a:gd name="T55" fmla="*/ 395 h 404"/>
              <a:gd name="T56" fmla="*/ 3309 w 5735"/>
              <a:gd name="T57" fmla="*/ 395 h 404"/>
              <a:gd name="T58" fmla="*/ 3316 w 5735"/>
              <a:gd name="T59" fmla="*/ 293 h 404"/>
              <a:gd name="T60" fmla="*/ 3068 w 5735"/>
              <a:gd name="T61" fmla="*/ 395 h 404"/>
              <a:gd name="T62" fmla="*/ 3729 w 5735"/>
              <a:gd name="T63" fmla="*/ 202 h 404"/>
              <a:gd name="T64" fmla="*/ 3467 w 5735"/>
              <a:gd name="T65" fmla="*/ 395 h 404"/>
              <a:gd name="T66" fmla="*/ 3627 w 5735"/>
              <a:gd name="T67" fmla="*/ 10 h 404"/>
              <a:gd name="T68" fmla="*/ 3984 w 5735"/>
              <a:gd name="T69" fmla="*/ 266 h 404"/>
              <a:gd name="T70" fmla="*/ 4111 w 5735"/>
              <a:gd name="T71" fmla="*/ 155 h 404"/>
              <a:gd name="T72" fmla="*/ 4287 w 5735"/>
              <a:gd name="T73" fmla="*/ 123 h 404"/>
              <a:gd name="T74" fmla="*/ 4198 w 5735"/>
              <a:gd name="T75" fmla="*/ 243 h 404"/>
              <a:gd name="T76" fmla="*/ 3984 w 5735"/>
              <a:gd name="T77" fmla="*/ 266 h 404"/>
              <a:gd name="T78" fmla="*/ 4598 w 5735"/>
              <a:gd name="T79" fmla="*/ 128 h 404"/>
              <a:gd name="T80" fmla="*/ 4365 w 5735"/>
              <a:gd name="T81" fmla="*/ 395 h 404"/>
              <a:gd name="T82" fmla="*/ 4535 w 5735"/>
              <a:gd name="T83" fmla="*/ 247 h 404"/>
              <a:gd name="T84" fmla="*/ 4365 w 5735"/>
              <a:gd name="T85" fmla="*/ 395 h 404"/>
              <a:gd name="T86" fmla="*/ 4900 w 5735"/>
              <a:gd name="T87" fmla="*/ 241 h 404"/>
              <a:gd name="T88" fmla="*/ 4658 w 5735"/>
              <a:gd name="T89" fmla="*/ 395 h 404"/>
              <a:gd name="T90" fmla="*/ 4954 w 5735"/>
              <a:gd name="T91" fmla="*/ 395 h 404"/>
              <a:gd name="T92" fmla="*/ 4658 w 5735"/>
              <a:gd name="T93" fmla="*/ 395 h 404"/>
              <a:gd name="T94" fmla="*/ 5037 w 5735"/>
              <a:gd name="T95" fmla="*/ 202 h 404"/>
              <a:gd name="T96" fmla="*/ 5221 w 5735"/>
              <a:gd name="T97" fmla="*/ 349 h 404"/>
              <a:gd name="T98" fmla="*/ 5385 w 5735"/>
              <a:gd name="T99" fmla="*/ 132 h 404"/>
              <a:gd name="T100" fmla="*/ 5735 w 5735"/>
              <a:gd name="T101" fmla="*/ 336 h 404"/>
              <a:gd name="T102" fmla="*/ 5716 w 5735"/>
              <a:gd name="T103" fmla="*/ 169 h 404"/>
              <a:gd name="T104" fmla="*/ 5731 w 5735"/>
              <a:gd name="T105" fmla="*/ 1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735" h="404">
                <a:moveTo>
                  <a:pt x="68" y="64"/>
                </a:moveTo>
                <a:lnTo>
                  <a:pt x="68" y="64"/>
                </a:lnTo>
                <a:lnTo>
                  <a:pt x="134" y="64"/>
                </a:lnTo>
                <a:cubicBezTo>
                  <a:pt x="240" y="64"/>
                  <a:pt x="263" y="125"/>
                  <a:pt x="263" y="202"/>
                </a:cubicBezTo>
                <a:cubicBezTo>
                  <a:pt x="263" y="279"/>
                  <a:pt x="240" y="340"/>
                  <a:pt x="134" y="340"/>
                </a:cubicBezTo>
                <a:lnTo>
                  <a:pt x="68" y="340"/>
                </a:lnTo>
                <a:lnTo>
                  <a:pt x="68" y="64"/>
                </a:lnTo>
                <a:close/>
                <a:moveTo>
                  <a:pt x="0" y="395"/>
                </a:moveTo>
                <a:lnTo>
                  <a:pt x="0" y="395"/>
                </a:lnTo>
                <a:lnTo>
                  <a:pt x="160" y="395"/>
                </a:lnTo>
                <a:cubicBezTo>
                  <a:pt x="279" y="395"/>
                  <a:pt x="330" y="308"/>
                  <a:pt x="330" y="202"/>
                </a:cubicBezTo>
                <a:cubicBezTo>
                  <a:pt x="330" y="96"/>
                  <a:pt x="279" y="10"/>
                  <a:pt x="160" y="10"/>
                </a:cubicBezTo>
                <a:lnTo>
                  <a:pt x="0" y="10"/>
                </a:lnTo>
                <a:lnTo>
                  <a:pt x="0" y="395"/>
                </a:lnTo>
                <a:close/>
                <a:moveTo>
                  <a:pt x="399" y="395"/>
                </a:moveTo>
                <a:lnTo>
                  <a:pt x="399" y="395"/>
                </a:lnTo>
                <a:lnTo>
                  <a:pt x="680" y="395"/>
                </a:lnTo>
                <a:lnTo>
                  <a:pt x="680" y="336"/>
                </a:lnTo>
                <a:lnTo>
                  <a:pt x="466" y="336"/>
                </a:lnTo>
                <a:lnTo>
                  <a:pt x="466" y="224"/>
                </a:lnTo>
                <a:lnTo>
                  <a:pt x="660" y="224"/>
                </a:lnTo>
                <a:lnTo>
                  <a:pt x="660" y="169"/>
                </a:lnTo>
                <a:lnTo>
                  <a:pt x="466" y="169"/>
                </a:lnTo>
                <a:lnTo>
                  <a:pt x="466" y="68"/>
                </a:lnTo>
                <a:lnTo>
                  <a:pt x="676" y="68"/>
                </a:lnTo>
                <a:lnTo>
                  <a:pt x="676" y="10"/>
                </a:lnTo>
                <a:lnTo>
                  <a:pt x="399" y="10"/>
                </a:lnTo>
                <a:lnTo>
                  <a:pt x="399" y="395"/>
                </a:lnTo>
                <a:close/>
                <a:moveTo>
                  <a:pt x="746" y="395"/>
                </a:moveTo>
                <a:lnTo>
                  <a:pt x="746" y="395"/>
                </a:lnTo>
                <a:lnTo>
                  <a:pt x="813" y="395"/>
                </a:lnTo>
                <a:lnTo>
                  <a:pt x="813" y="224"/>
                </a:lnTo>
                <a:lnTo>
                  <a:pt x="988" y="224"/>
                </a:lnTo>
                <a:lnTo>
                  <a:pt x="988" y="169"/>
                </a:lnTo>
                <a:lnTo>
                  <a:pt x="813" y="169"/>
                </a:lnTo>
                <a:lnTo>
                  <a:pt x="813" y="68"/>
                </a:lnTo>
                <a:lnTo>
                  <a:pt x="1012" y="68"/>
                </a:lnTo>
                <a:lnTo>
                  <a:pt x="1012" y="10"/>
                </a:lnTo>
                <a:lnTo>
                  <a:pt x="746" y="10"/>
                </a:lnTo>
                <a:lnTo>
                  <a:pt x="746" y="395"/>
                </a:lnTo>
                <a:close/>
                <a:moveTo>
                  <a:pt x="1067" y="395"/>
                </a:moveTo>
                <a:lnTo>
                  <a:pt x="1067" y="395"/>
                </a:lnTo>
                <a:lnTo>
                  <a:pt x="1348" y="395"/>
                </a:lnTo>
                <a:lnTo>
                  <a:pt x="1348" y="336"/>
                </a:lnTo>
                <a:lnTo>
                  <a:pt x="1135" y="336"/>
                </a:lnTo>
                <a:lnTo>
                  <a:pt x="1135" y="224"/>
                </a:lnTo>
                <a:lnTo>
                  <a:pt x="1329" y="224"/>
                </a:lnTo>
                <a:lnTo>
                  <a:pt x="1329" y="169"/>
                </a:lnTo>
                <a:lnTo>
                  <a:pt x="1135" y="169"/>
                </a:lnTo>
                <a:lnTo>
                  <a:pt x="1135" y="68"/>
                </a:lnTo>
                <a:lnTo>
                  <a:pt x="1344" y="68"/>
                </a:lnTo>
                <a:lnTo>
                  <a:pt x="1344" y="10"/>
                </a:lnTo>
                <a:lnTo>
                  <a:pt x="1067" y="10"/>
                </a:lnTo>
                <a:lnTo>
                  <a:pt x="1067" y="395"/>
                </a:lnTo>
                <a:close/>
                <a:moveTo>
                  <a:pt x="1413" y="395"/>
                </a:moveTo>
                <a:lnTo>
                  <a:pt x="1413" y="395"/>
                </a:lnTo>
                <a:lnTo>
                  <a:pt x="1477" y="395"/>
                </a:lnTo>
                <a:lnTo>
                  <a:pt x="1477" y="111"/>
                </a:lnTo>
                <a:lnTo>
                  <a:pt x="1479" y="111"/>
                </a:lnTo>
                <a:lnTo>
                  <a:pt x="1654" y="395"/>
                </a:lnTo>
                <a:lnTo>
                  <a:pt x="1725" y="395"/>
                </a:lnTo>
                <a:lnTo>
                  <a:pt x="1725" y="10"/>
                </a:lnTo>
                <a:lnTo>
                  <a:pt x="1661" y="10"/>
                </a:lnTo>
                <a:lnTo>
                  <a:pt x="1661" y="293"/>
                </a:lnTo>
                <a:lnTo>
                  <a:pt x="1660" y="293"/>
                </a:lnTo>
                <a:lnTo>
                  <a:pt x="1484" y="10"/>
                </a:lnTo>
                <a:lnTo>
                  <a:pt x="1413" y="10"/>
                </a:lnTo>
                <a:lnTo>
                  <a:pt x="1413" y="395"/>
                </a:lnTo>
                <a:close/>
                <a:moveTo>
                  <a:pt x="2141" y="132"/>
                </a:moveTo>
                <a:lnTo>
                  <a:pt x="2141" y="132"/>
                </a:lnTo>
                <a:cubicBezTo>
                  <a:pt x="2133" y="49"/>
                  <a:pt x="2064" y="1"/>
                  <a:pt x="1977" y="0"/>
                </a:cubicBezTo>
                <a:cubicBezTo>
                  <a:pt x="1862" y="0"/>
                  <a:pt x="1793" y="92"/>
                  <a:pt x="1793" y="202"/>
                </a:cubicBezTo>
                <a:cubicBezTo>
                  <a:pt x="1793" y="312"/>
                  <a:pt x="1862" y="404"/>
                  <a:pt x="1977" y="404"/>
                </a:cubicBezTo>
                <a:cubicBezTo>
                  <a:pt x="2071" y="404"/>
                  <a:pt x="2136" y="340"/>
                  <a:pt x="2141" y="248"/>
                </a:cubicBezTo>
                <a:lnTo>
                  <a:pt x="2075" y="248"/>
                </a:lnTo>
                <a:cubicBezTo>
                  <a:pt x="2070" y="304"/>
                  <a:pt x="2037" y="349"/>
                  <a:pt x="1977" y="349"/>
                </a:cubicBezTo>
                <a:cubicBezTo>
                  <a:pt x="1895" y="349"/>
                  <a:pt x="1860" y="276"/>
                  <a:pt x="1860" y="202"/>
                </a:cubicBezTo>
                <a:cubicBezTo>
                  <a:pt x="1860" y="128"/>
                  <a:pt x="1895" y="55"/>
                  <a:pt x="1977" y="55"/>
                </a:cubicBezTo>
                <a:cubicBezTo>
                  <a:pt x="2033" y="55"/>
                  <a:pt x="2062" y="88"/>
                  <a:pt x="2073" y="132"/>
                </a:cubicBezTo>
                <a:lnTo>
                  <a:pt x="2141" y="132"/>
                </a:lnTo>
                <a:close/>
                <a:moveTo>
                  <a:pt x="2210" y="395"/>
                </a:moveTo>
                <a:lnTo>
                  <a:pt x="2210" y="395"/>
                </a:lnTo>
                <a:lnTo>
                  <a:pt x="2491" y="395"/>
                </a:lnTo>
                <a:lnTo>
                  <a:pt x="2491" y="336"/>
                </a:lnTo>
                <a:lnTo>
                  <a:pt x="2277" y="336"/>
                </a:lnTo>
                <a:lnTo>
                  <a:pt x="2277" y="224"/>
                </a:lnTo>
                <a:lnTo>
                  <a:pt x="2471" y="224"/>
                </a:lnTo>
                <a:lnTo>
                  <a:pt x="2471" y="169"/>
                </a:lnTo>
                <a:lnTo>
                  <a:pt x="2277" y="169"/>
                </a:lnTo>
                <a:lnTo>
                  <a:pt x="2277" y="68"/>
                </a:lnTo>
                <a:lnTo>
                  <a:pt x="2487" y="68"/>
                </a:lnTo>
                <a:lnTo>
                  <a:pt x="2487" y="10"/>
                </a:lnTo>
                <a:lnTo>
                  <a:pt x="2210" y="10"/>
                </a:lnTo>
                <a:lnTo>
                  <a:pt x="2210" y="395"/>
                </a:lnTo>
                <a:close/>
                <a:moveTo>
                  <a:pt x="2837" y="76"/>
                </a:moveTo>
                <a:lnTo>
                  <a:pt x="2837" y="76"/>
                </a:lnTo>
                <a:lnTo>
                  <a:pt x="2839" y="76"/>
                </a:lnTo>
                <a:lnTo>
                  <a:pt x="2897" y="241"/>
                </a:lnTo>
                <a:lnTo>
                  <a:pt x="2779" y="241"/>
                </a:lnTo>
                <a:lnTo>
                  <a:pt x="2837" y="76"/>
                </a:lnTo>
                <a:close/>
                <a:moveTo>
                  <a:pt x="2655" y="395"/>
                </a:moveTo>
                <a:lnTo>
                  <a:pt x="2655" y="395"/>
                </a:lnTo>
                <a:lnTo>
                  <a:pt x="2724" y="395"/>
                </a:lnTo>
                <a:lnTo>
                  <a:pt x="2761" y="293"/>
                </a:lnTo>
                <a:lnTo>
                  <a:pt x="2914" y="293"/>
                </a:lnTo>
                <a:lnTo>
                  <a:pt x="2950" y="395"/>
                </a:lnTo>
                <a:lnTo>
                  <a:pt x="3023" y="395"/>
                </a:lnTo>
                <a:lnTo>
                  <a:pt x="2874" y="10"/>
                </a:lnTo>
                <a:lnTo>
                  <a:pt x="2803" y="10"/>
                </a:lnTo>
                <a:lnTo>
                  <a:pt x="2655" y="395"/>
                </a:lnTo>
                <a:close/>
                <a:moveTo>
                  <a:pt x="3068" y="395"/>
                </a:moveTo>
                <a:lnTo>
                  <a:pt x="3068" y="395"/>
                </a:lnTo>
                <a:lnTo>
                  <a:pt x="3132" y="395"/>
                </a:lnTo>
                <a:lnTo>
                  <a:pt x="3132" y="111"/>
                </a:lnTo>
                <a:lnTo>
                  <a:pt x="3133" y="111"/>
                </a:lnTo>
                <a:lnTo>
                  <a:pt x="3309" y="395"/>
                </a:lnTo>
                <a:lnTo>
                  <a:pt x="3380" y="395"/>
                </a:lnTo>
                <a:lnTo>
                  <a:pt x="3380" y="10"/>
                </a:lnTo>
                <a:lnTo>
                  <a:pt x="3316" y="10"/>
                </a:lnTo>
                <a:lnTo>
                  <a:pt x="3316" y="293"/>
                </a:lnTo>
                <a:lnTo>
                  <a:pt x="3315" y="293"/>
                </a:lnTo>
                <a:lnTo>
                  <a:pt x="3139" y="10"/>
                </a:lnTo>
                <a:lnTo>
                  <a:pt x="3068" y="10"/>
                </a:lnTo>
                <a:lnTo>
                  <a:pt x="3068" y="395"/>
                </a:lnTo>
                <a:close/>
                <a:moveTo>
                  <a:pt x="3535" y="64"/>
                </a:moveTo>
                <a:lnTo>
                  <a:pt x="3535" y="64"/>
                </a:lnTo>
                <a:lnTo>
                  <a:pt x="3601" y="64"/>
                </a:lnTo>
                <a:cubicBezTo>
                  <a:pt x="3707" y="64"/>
                  <a:pt x="3729" y="125"/>
                  <a:pt x="3729" y="202"/>
                </a:cubicBezTo>
                <a:cubicBezTo>
                  <a:pt x="3729" y="279"/>
                  <a:pt x="3707" y="340"/>
                  <a:pt x="3601" y="340"/>
                </a:cubicBezTo>
                <a:lnTo>
                  <a:pt x="3535" y="340"/>
                </a:lnTo>
                <a:lnTo>
                  <a:pt x="3535" y="64"/>
                </a:lnTo>
                <a:close/>
                <a:moveTo>
                  <a:pt x="3467" y="395"/>
                </a:moveTo>
                <a:lnTo>
                  <a:pt x="3467" y="395"/>
                </a:lnTo>
                <a:lnTo>
                  <a:pt x="3627" y="395"/>
                </a:lnTo>
                <a:cubicBezTo>
                  <a:pt x="3746" y="395"/>
                  <a:pt x="3797" y="308"/>
                  <a:pt x="3797" y="202"/>
                </a:cubicBezTo>
                <a:cubicBezTo>
                  <a:pt x="3797" y="96"/>
                  <a:pt x="3746" y="10"/>
                  <a:pt x="3627" y="10"/>
                </a:cubicBezTo>
                <a:lnTo>
                  <a:pt x="3467" y="10"/>
                </a:lnTo>
                <a:lnTo>
                  <a:pt x="3467" y="395"/>
                </a:lnTo>
                <a:close/>
                <a:moveTo>
                  <a:pt x="3984" y="266"/>
                </a:moveTo>
                <a:lnTo>
                  <a:pt x="3984" y="266"/>
                </a:lnTo>
                <a:cubicBezTo>
                  <a:pt x="3985" y="362"/>
                  <a:pt x="4056" y="404"/>
                  <a:pt x="4144" y="404"/>
                </a:cubicBezTo>
                <a:cubicBezTo>
                  <a:pt x="4221" y="404"/>
                  <a:pt x="4297" y="369"/>
                  <a:pt x="4297" y="283"/>
                </a:cubicBezTo>
                <a:cubicBezTo>
                  <a:pt x="4297" y="243"/>
                  <a:pt x="4273" y="200"/>
                  <a:pt x="4222" y="185"/>
                </a:cubicBezTo>
                <a:cubicBezTo>
                  <a:pt x="4202" y="179"/>
                  <a:pt x="4117" y="157"/>
                  <a:pt x="4111" y="155"/>
                </a:cubicBezTo>
                <a:cubicBezTo>
                  <a:pt x="4084" y="148"/>
                  <a:pt x="4065" y="132"/>
                  <a:pt x="4065" y="105"/>
                </a:cubicBezTo>
                <a:cubicBezTo>
                  <a:pt x="4065" y="67"/>
                  <a:pt x="4105" y="55"/>
                  <a:pt x="4136" y="55"/>
                </a:cubicBezTo>
                <a:cubicBezTo>
                  <a:pt x="4183" y="55"/>
                  <a:pt x="4216" y="74"/>
                  <a:pt x="4219" y="123"/>
                </a:cubicBezTo>
                <a:lnTo>
                  <a:pt x="4287" y="123"/>
                </a:lnTo>
                <a:cubicBezTo>
                  <a:pt x="4287" y="43"/>
                  <a:pt x="4219" y="0"/>
                  <a:pt x="4139" y="0"/>
                </a:cubicBezTo>
                <a:cubicBezTo>
                  <a:pt x="4069" y="0"/>
                  <a:pt x="3998" y="36"/>
                  <a:pt x="3998" y="114"/>
                </a:cubicBezTo>
                <a:cubicBezTo>
                  <a:pt x="3998" y="154"/>
                  <a:pt x="4017" y="193"/>
                  <a:pt x="4083" y="211"/>
                </a:cubicBezTo>
                <a:cubicBezTo>
                  <a:pt x="4136" y="226"/>
                  <a:pt x="4171" y="233"/>
                  <a:pt x="4198" y="243"/>
                </a:cubicBezTo>
                <a:cubicBezTo>
                  <a:pt x="4214" y="249"/>
                  <a:pt x="4230" y="261"/>
                  <a:pt x="4230" y="291"/>
                </a:cubicBezTo>
                <a:cubicBezTo>
                  <a:pt x="4230" y="320"/>
                  <a:pt x="4208" y="349"/>
                  <a:pt x="4149" y="349"/>
                </a:cubicBezTo>
                <a:cubicBezTo>
                  <a:pt x="4095" y="349"/>
                  <a:pt x="4051" y="326"/>
                  <a:pt x="4051" y="266"/>
                </a:cubicBezTo>
                <a:lnTo>
                  <a:pt x="3984" y="266"/>
                </a:lnTo>
                <a:close/>
                <a:moveTo>
                  <a:pt x="4432" y="64"/>
                </a:moveTo>
                <a:lnTo>
                  <a:pt x="4432" y="64"/>
                </a:lnTo>
                <a:lnTo>
                  <a:pt x="4532" y="64"/>
                </a:lnTo>
                <a:cubicBezTo>
                  <a:pt x="4567" y="64"/>
                  <a:pt x="4598" y="77"/>
                  <a:pt x="4598" y="128"/>
                </a:cubicBezTo>
                <a:cubicBezTo>
                  <a:pt x="4598" y="177"/>
                  <a:pt x="4561" y="192"/>
                  <a:pt x="4531" y="192"/>
                </a:cubicBezTo>
                <a:lnTo>
                  <a:pt x="4432" y="192"/>
                </a:lnTo>
                <a:lnTo>
                  <a:pt x="4432" y="64"/>
                </a:lnTo>
                <a:close/>
                <a:moveTo>
                  <a:pt x="4365" y="395"/>
                </a:moveTo>
                <a:lnTo>
                  <a:pt x="4365" y="395"/>
                </a:lnTo>
                <a:lnTo>
                  <a:pt x="4432" y="395"/>
                </a:lnTo>
                <a:lnTo>
                  <a:pt x="4432" y="247"/>
                </a:lnTo>
                <a:lnTo>
                  <a:pt x="4535" y="247"/>
                </a:lnTo>
                <a:cubicBezTo>
                  <a:pt x="4645" y="248"/>
                  <a:pt x="4666" y="177"/>
                  <a:pt x="4666" y="129"/>
                </a:cubicBezTo>
                <a:cubicBezTo>
                  <a:pt x="4666" y="81"/>
                  <a:pt x="4645" y="10"/>
                  <a:pt x="4535" y="10"/>
                </a:cubicBezTo>
                <a:lnTo>
                  <a:pt x="4365" y="10"/>
                </a:lnTo>
                <a:lnTo>
                  <a:pt x="4365" y="395"/>
                </a:lnTo>
                <a:close/>
                <a:moveTo>
                  <a:pt x="4841" y="76"/>
                </a:moveTo>
                <a:lnTo>
                  <a:pt x="4841" y="76"/>
                </a:lnTo>
                <a:lnTo>
                  <a:pt x="4842" y="76"/>
                </a:lnTo>
                <a:lnTo>
                  <a:pt x="4900" y="241"/>
                </a:lnTo>
                <a:lnTo>
                  <a:pt x="4782" y="241"/>
                </a:lnTo>
                <a:lnTo>
                  <a:pt x="4841" y="76"/>
                </a:lnTo>
                <a:close/>
                <a:moveTo>
                  <a:pt x="4658" y="395"/>
                </a:moveTo>
                <a:lnTo>
                  <a:pt x="4658" y="395"/>
                </a:lnTo>
                <a:lnTo>
                  <a:pt x="4728" y="395"/>
                </a:lnTo>
                <a:lnTo>
                  <a:pt x="4764" y="293"/>
                </a:lnTo>
                <a:lnTo>
                  <a:pt x="4918" y="293"/>
                </a:lnTo>
                <a:lnTo>
                  <a:pt x="4954" y="395"/>
                </a:lnTo>
                <a:lnTo>
                  <a:pt x="5026" y="395"/>
                </a:lnTo>
                <a:lnTo>
                  <a:pt x="4878" y="10"/>
                </a:lnTo>
                <a:lnTo>
                  <a:pt x="4806" y="10"/>
                </a:lnTo>
                <a:lnTo>
                  <a:pt x="4658" y="395"/>
                </a:lnTo>
                <a:close/>
                <a:moveTo>
                  <a:pt x="5385" y="132"/>
                </a:moveTo>
                <a:lnTo>
                  <a:pt x="5385" y="132"/>
                </a:lnTo>
                <a:cubicBezTo>
                  <a:pt x="5377" y="49"/>
                  <a:pt x="5308" y="1"/>
                  <a:pt x="5221" y="0"/>
                </a:cubicBezTo>
                <a:cubicBezTo>
                  <a:pt x="5106" y="0"/>
                  <a:pt x="5037" y="92"/>
                  <a:pt x="5037" y="202"/>
                </a:cubicBezTo>
                <a:cubicBezTo>
                  <a:pt x="5037" y="312"/>
                  <a:pt x="5106" y="404"/>
                  <a:pt x="5221" y="404"/>
                </a:cubicBezTo>
                <a:cubicBezTo>
                  <a:pt x="5315" y="404"/>
                  <a:pt x="5380" y="340"/>
                  <a:pt x="5385" y="248"/>
                </a:cubicBezTo>
                <a:lnTo>
                  <a:pt x="5320" y="248"/>
                </a:lnTo>
                <a:cubicBezTo>
                  <a:pt x="5314" y="304"/>
                  <a:pt x="5281" y="349"/>
                  <a:pt x="5221" y="349"/>
                </a:cubicBezTo>
                <a:cubicBezTo>
                  <a:pt x="5139" y="349"/>
                  <a:pt x="5104" y="276"/>
                  <a:pt x="5104" y="202"/>
                </a:cubicBezTo>
                <a:cubicBezTo>
                  <a:pt x="5104" y="128"/>
                  <a:pt x="5139" y="55"/>
                  <a:pt x="5221" y="55"/>
                </a:cubicBezTo>
                <a:cubicBezTo>
                  <a:pt x="5278" y="55"/>
                  <a:pt x="5306" y="88"/>
                  <a:pt x="5317" y="132"/>
                </a:cubicBezTo>
                <a:lnTo>
                  <a:pt x="5385" y="132"/>
                </a:lnTo>
                <a:close/>
                <a:moveTo>
                  <a:pt x="5454" y="395"/>
                </a:moveTo>
                <a:lnTo>
                  <a:pt x="5454" y="395"/>
                </a:lnTo>
                <a:lnTo>
                  <a:pt x="5735" y="395"/>
                </a:lnTo>
                <a:lnTo>
                  <a:pt x="5735" y="336"/>
                </a:lnTo>
                <a:lnTo>
                  <a:pt x="5521" y="336"/>
                </a:lnTo>
                <a:lnTo>
                  <a:pt x="5521" y="224"/>
                </a:lnTo>
                <a:lnTo>
                  <a:pt x="5716" y="224"/>
                </a:lnTo>
                <a:lnTo>
                  <a:pt x="5716" y="169"/>
                </a:lnTo>
                <a:lnTo>
                  <a:pt x="5521" y="169"/>
                </a:lnTo>
                <a:lnTo>
                  <a:pt x="5521" y="68"/>
                </a:lnTo>
                <a:lnTo>
                  <a:pt x="5731" y="68"/>
                </a:lnTo>
                <a:lnTo>
                  <a:pt x="5731" y="10"/>
                </a:lnTo>
                <a:lnTo>
                  <a:pt x="5454" y="10"/>
                </a:lnTo>
                <a:lnTo>
                  <a:pt x="5454" y="395"/>
                </a:lnTo>
                <a:close/>
              </a:path>
            </a:pathLst>
          </a:custGeom>
          <a:solidFill>
            <a:srgbClr val="FEFEF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en-GB" sz="1361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478762" y="5925935"/>
            <a:ext cx="4523508" cy="599409"/>
          </a:xfrm>
        </p:spPr>
        <p:txBody>
          <a:bodyPr anchor="b"/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960661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ernate 2 Change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>
            <a:grpSpLocks/>
          </p:cNvGrpSpPr>
          <p:nvPr userDrawn="1"/>
        </p:nvGrpSpPr>
        <p:grpSpPr bwMode="auto">
          <a:xfrm>
            <a:off x="5215999" y="0"/>
            <a:ext cx="3928001" cy="6858000"/>
            <a:chOff x="0" y="1195"/>
            <a:chExt cx="6739" cy="3566"/>
          </a:xfrm>
          <a:solidFill>
            <a:schemeClr val="accent6"/>
          </a:solidFill>
        </p:grpSpPr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0" y="1215"/>
              <a:ext cx="6736" cy="354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361" dirty="0">
                <a:solidFill>
                  <a:srgbClr val="000000"/>
                </a:solidFill>
                <a:cs typeface="Arial" pitchFamily="34" charset="0"/>
              </a:endParaRPr>
            </a:p>
          </p:txBody>
        </p:sp>
        <p:grpSp>
          <p:nvGrpSpPr>
            <p:cNvPr id="20" name="Group 15"/>
            <p:cNvGrpSpPr>
              <a:grpSpLocks/>
            </p:cNvGrpSpPr>
            <p:nvPr/>
          </p:nvGrpSpPr>
          <p:grpSpPr bwMode="auto">
            <a:xfrm>
              <a:off x="3" y="1195"/>
              <a:ext cx="6736" cy="68"/>
              <a:chOff x="3" y="1195"/>
              <a:chExt cx="6736" cy="68"/>
            </a:xfrm>
            <a:grpFill/>
          </p:grpSpPr>
          <p:sp>
            <p:nvSpPr>
              <p:cNvPr id="21" name="Rectangle 16"/>
              <p:cNvSpPr>
                <a:spLocks noChangeArrowheads="1"/>
              </p:cNvSpPr>
              <p:nvPr/>
            </p:nvSpPr>
            <p:spPr bwMode="auto">
              <a:xfrm>
                <a:off x="3" y="1195"/>
                <a:ext cx="6733" cy="23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de-DE" sz="136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  <p:sp>
            <p:nvSpPr>
              <p:cNvPr id="22" name="Rectangle 17"/>
              <p:cNvSpPr>
                <a:spLocks noChangeArrowheads="1"/>
              </p:cNvSpPr>
              <p:nvPr/>
            </p:nvSpPr>
            <p:spPr bwMode="auto">
              <a:xfrm>
                <a:off x="1829" y="1195"/>
                <a:ext cx="4910" cy="6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lnSpc>
                    <a:spcPct val="115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de-DE" sz="1361">
                  <a:solidFill>
                    <a:srgbClr val="000000"/>
                  </a:solidFill>
                  <a:cs typeface="Arial" pitchFamily="34" charset="0"/>
                </a:endParaRPr>
              </a:p>
            </p:txBody>
          </p:sp>
        </p:grpSp>
      </p:grpSp>
      <p:pic>
        <p:nvPicPr>
          <p:cNvPr id="11" name="Picture 10" descr="AIRBUS_WHITE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0372" y="6165304"/>
            <a:ext cx="1080120" cy="360040"/>
          </a:xfrm>
          <a:prstGeom prst="rect">
            <a:avLst/>
          </a:prstGeom>
        </p:spPr>
      </p:pic>
      <p:sp>
        <p:nvSpPr>
          <p:cNvPr id="16" name="Freeform 5"/>
          <p:cNvSpPr>
            <a:spLocks noChangeAspect="1" noEditPoints="1"/>
          </p:cNvSpPr>
          <p:nvPr userDrawn="1"/>
        </p:nvSpPr>
        <p:spPr bwMode="auto">
          <a:xfrm>
            <a:off x="2478762" y="3829382"/>
            <a:ext cx="1239300" cy="116385"/>
          </a:xfrm>
          <a:custGeom>
            <a:avLst/>
            <a:gdLst>
              <a:gd name="T0" fmla="*/ 263 w 5735"/>
              <a:gd name="T1" fmla="*/ 202 h 404"/>
              <a:gd name="T2" fmla="*/ 0 w 5735"/>
              <a:gd name="T3" fmla="*/ 395 h 404"/>
              <a:gd name="T4" fmla="*/ 160 w 5735"/>
              <a:gd name="T5" fmla="*/ 10 h 404"/>
              <a:gd name="T6" fmla="*/ 399 w 5735"/>
              <a:gd name="T7" fmla="*/ 395 h 404"/>
              <a:gd name="T8" fmla="*/ 466 w 5735"/>
              <a:gd name="T9" fmla="*/ 224 h 404"/>
              <a:gd name="T10" fmla="*/ 466 w 5735"/>
              <a:gd name="T11" fmla="*/ 68 h 404"/>
              <a:gd name="T12" fmla="*/ 399 w 5735"/>
              <a:gd name="T13" fmla="*/ 395 h 404"/>
              <a:gd name="T14" fmla="*/ 813 w 5735"/>
              <a:gd name="T15" fmla="*/ 224 h 404"/>
              <a:gd name="T16" fmla="*/ 813 w 5735"/>
              <a:gd name="T17" fmla="*/ 68 h 404"/>
              <a:gd name="T18" fmla="*/ 746 w 5735"/>
              <a:gd name="T19" fmla="*/ 395 h 404"/>
              <a:gd name="T20" fmla="*/ 1348 w 5735"/>
              <a:gd name="T21" fmla="*/ 336 h 404"/>
              <a:gd name="T22" fmla="*/ 1329 w 5735"/>
              <a:gd name="T23" fmla="*/ 169 h 404"/>
              <a:gd name="T24" fmla="*/ 1344 w 5735"/>
              <a:gd name="T25" fmla="*/ 10 h 404"/>
              <a:gd name="T26" fmla="*/ 1413 w 5735"/>
              <a:gd name="T27" fmla="*/ 395 h 404"/>
              <a:gd name="T28" fmla="*/ 1654 w 5735"/>
              <a:gd name="T29" fmla="*/ 395 h 404"/>
              <a:gd name="T30" fmla="*/ 1661 w 5735"/>
              <a:gd name="T31" fmla="*/ 293 h 404"/>
              <a:gd name="T32" fmla="*/ 1413 w 5735"/>
              <a:gd name="T33" fmla="*/ 395 h 404"/>
              <a:gd name="T34" fmla="*/ 1793 w 5735"/>
              <a:gd name="T35" fmla="*/ 202 h 404"/>
              <a:gd name="T36" fmla="*/ 1977 w 5735"/>
              <a:gd name="T37" fmla="*/ 349 h 404"/>
              <a:gd name="T38" fmla="*/ 2141 w 5735"/>
              <a:gd name="T39" fmla="*/ 132 h 404"/>
              <a:gd name="T40" fmla="*/ 2491 w 5735"/>
              <a:gd name="T41" fmla="*/ 336 h 404"/>
              <a:gd name="T42" fmla="*/ 2471 w 5735"/>
              <a:gd name="T43" fmla="*/ 169 h 404"/>
              <a:gd name="T44" fmla="*/ 2487 w 5735"/>
              <a:gd name="T45" fmla="*/ 10 h 404"/>
              <a:gd name="T46" fmla="*/ 2837 w 5735"/>
              <a:gd name="T47" fmla="*/ 76 h 404"/>
              <a:gd name="T48" fmla="*/ 2837 w 5735"/>
              <a:gd name="T49" fmla="*/ 76 h 404"/>
              <a:gd name="T50" fmla="*/ 2761 w 5735"/>
              <a:gd name="T51" fmla="*/ 293 h 404"/>
              <a:gd name="T52" fmla="*/ 2874 w 5735"/>
              <a:gd name="T53" fmla="*/ 10 h 404"/>
              <a:gd name="T54" fmla="*/ 3068 w 5735"/>
              <a:gd name="T55" fmla="*/ 395 h 404"/>
              <a:gd name="T56" fmla="*/ 3309 w 5735"/>
              <a:gd name="T57" fmla="*/ 395 h 404"/>
              <a:gd name="T58" fmla="*/ 3316 w 5735"/>
              <a:gd name="T59" fmla="*/ 293 h 404"/>
              <a:gd name="T60" fmla="*/ 3068 w 5735"/>
              <a:gd name="T61" fmla="*/ 395 h 404"/>
              <a:gd name="T62" fmla="*/ 3729 w 5735"/>
              <a:gd name="T63" fmla="*/ 202 h 404"/>
              <a:gd name="T64" fmla="*/ 3467 w 5735"/>
              <a:gd name="T65" fmla="*/ 395 h 404"/>
              <a:gd name="T66" fmla="*/ 3627 w 5735"/>
              <a:gd name="T67" fmla="*/ 10 h 404"/>
              <a:gd name="T68" fmla="*/ 3984 w 5735"/>
              <a:gd name="T69" fmla="*/ 266 h 404"/>
              <a:gd name="T70" fmla="*/ 4111 w 5735"/>
              <a:gd name="T71" fmla="*/ 155 h 404"/>
              <a:gd name="T72" fmla="*/ 4287 w 5735"/>
              <a:gd name="T73" fmla="*/ 123 h 404"/>
              <a:gd name="T74" fmla="*/ 4198 w 5735"/>
              <a:gd name="T75" fmla="*/ 243 h 404"/>
              <a:gd name="T76" fmla="*/ 3984 w 5735"/>
              <a:gd name="T77" fmla="*/ 266 h 404"/>
              <a:gd name="T78" fmla="*/ 4598 w 5735"/>
              <a:gd name="T79" fmla="*/ 128 h 404"/>
              <a:gd name="T80" fmla="*/ 4365 w 5735"/>
              <a:gd name="T81" fmla="*/ 395 h 404"/>
              <a:gd name="T82" fmla="*/ 4535 w 5735"/>
              <a:gd name="T83" fmla="*/ 247 h 404"/>
              <a:gd name="T84" fmla="*/ 4365 w 5735"/>
              <a:gd name="T85" fmla="*/ 395 h 404"/>
              <a:gd name="T86" fmla="*/ 4900 w 5735"/>
              <a:gd name="T87" fmla="*/ 241 h 404"/>
              <a:gd name="T88" fmla="*/ 4658 w 5735"/>
              <a:gd name="T89" fmla="*/ 395 h 404"/>
              <a:gd name="T90" fmla="*/ 4954 w 5735"/>
              <a:gd name="T91" fmla="*/ 395 h 404"/>
              <a:gd name="T92" fmla="*/ 4658 w 5735"/>
              <a:gd name="T93" fmla="*/ 395 h 404"/>
              <a:gd name="T94" fmla="*/ 5037 w 5735"/>
              <a:gd name="T95" fmla="*/ 202 h 404"/>
              <a:gd name="T96" fmla="*/ 5221 w 5735"/>
              <a:gd name="T97" fmla="*/ 349 h 404"/>
              <a:gd name="T98" fmla="*/ 5385 w 5735"/>
              <a:gd name="T99" fmla="*/ 132 h 404"/>
              <a:gd name="T100" fmla="*/ 5735 w 5735"/>
              <a:gd name="T101" fmla="*/ 336 h 404"/>
              <a:gd name="T102" fmla="*/ 5716 w 5735"/>
              <a:gd name="T103" fmla="*/ 169 h 404"/>
              <a:gd name="T104" fmla="*/ 5731 w 5735"/>
              <a:gd name="T105" fmla="*/ 1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735" h="404">
                <a:moveTo>
                  <a:pt x="68" y="64"/>
                </a:moveTo>
                <a:lnTo>
                  <a:pt x="68" y="64"/>
                </a:lnTo>
                <a:lnTo>
                  <a:pt x="134" y="64"/>
                </a:lnTo>
                <a:cubicBezTo>
                  <a:pt x="240" y="64"/>
                  <a:pt x="263" y="125"/>
                  <a:pt x="263" y="202"/>
                </a:cubicBezTo>
                <a:cubicBezTo>
                  <a:pt x="263" y="279"/>
                  <a:pt x="240" y="340"/>
                  <a:pt x="134" y="340"/>
                </a:cubicBezTo>
                <a:lnTo>
                  <a:pt x="68" y="340"/>
                </a:lnTo>
                <a:lnTo>
                  <a:pt x="68" y="64"/>
                </a:lnTo>
                <a:close/>
                <a:moveTo>
                  <a:pt x="0" y="395"/>
                </a:moveTo>
                <a:lnTo>
                  <a:pt x="0" y="395"/>
                </a:lnTo>
                <a:lnTo>
                  <a:pt x="160" y="395"/>
                </a:lnTo>
                <a:cubicBezTo>
                  <a:pt x="279" y="395"/>
                  <a:pt x="330" y="308"/>
                  <a:pt x="330" y="202"/>
                </a:cubicBezTo>
                <a:cubicBezTo>
                  <a:pt x="330" y="96"/>
                  <a:pt x="279" y="10"/>
                  <a:pt x="160" y="10"/>
                </a:cubicBezTo>
                <a:lnTo>
                  <a:pt x="0" y="10"/>
                </a:lnTo>
                <a:lnTo>
                  <a:pt x="0" y="395"/>
                </a:lnTo>
                <a:close/>
                <a:moveTo>
                  <a:pt x="399" y="395"/>
                </a:moveTo>
                <a:lnTo>
                  <a:pt x="399" y="395"/>
                </a:lnTo>
                <a:lnTo>
                  <a:pt x="680" y="395"/>
                </a:lnTo>
                <a:lnTo>
                  <a:pt x="680" y="336"/>
                </a:lnTo>
                <a:lnTo>
                  <a:pt x="466" y="336"/>
                </a:lnTo>
                <a:lnTo>
                  <a:pt x="466" y="224"/>
                </a:lnTo>
                <a:lnTo>
                  <a:pt x="660" y="224"/>
                </a:lnTo>
                <a:lnTo>
                  <a:pt x="660" y="169"/>
                </a:lnTo>
                <a:lnTo>
                  <a:pt x="466" y="169"/>
                </a:lnTo>
                <a:lnTo>
                  <a:pt x="466" y="68"/>
                </a:lnTo>
                <a:lnTo>
                  <a:pt x="676" y="68"/>
                </a:lnTo>
                <a:lnTo>
                  <a:pt x="676" y="10"/>
                </a:lnTo>
                <a:lnTo>
                  <a:pt x="399" y="10"/>
                </a:lnTo>
                <a:lnTo>
                  <a:pt x="399" y="395"/>
                </a:lnTo>
                <a:close/>
                <a:moveTo>
                  <a:pt x="746" y="395"/>
                </a:moveTo>
                <a:lnTo>
                  <a:pt x="746" y="395"/>
                </a:lnTo>
                <a:lnTo>
                  <a:pt x="813" y="395"/>
                </a:lnTo>
                <a:lnTo>
                  <a:pt x="813" y="224"/>
                </a:lnTo>
                <a:lnTo>
                  <a:pt x="988" y="224"/>
                </a:lnTo>
                <a:lnTo>
                  <a:pt x="988" y="169"/>
                </a:lnTo>
                <a:lnTo>
                  <a:pt x="813" y="169"/>
                </a:lnTo>
                <a:lnTo>
                  <a:pt x="813" y="68"/>
                </a:lnTo>
                <a:lnTo>
                  <a:pt x="1012" y="68"/>
                </a:lnTo>
                <a:lnTo>
                  <a:pt x="1012" y="10"/>
                </a:lnTo>
                <a:lnTo>
                  <a:pt x="746" y="10"/>
                </a:lnTo>
                <a:lnTo>
                  <a:pt x="746" y="395"/>
                </a:lnTo>
                <a:close/>
                <a:moveTo>
                  <a:pt x="1067" y="395"/>
                </a:moveTo>
                <a:lnTo>
                  <a:pt x="1067" y="395"/>
                </a:lnTo>
                <a:lnTo>
                  <a:pt x="1348" y="395"/>
                </a:lnTo>
                <a:lnTo>
                  <a:pt x="1348" y="336"/>
                </a:lnTo>
                <a:lnTo>
                  <a:pt x="1135" y="336"/>
                </a:lnTo>
                <a:lnTo>
                  <a:pt x="1135" y="224"/>
                </a:lnTo>
                <a:lnTo>
                  <a:pt x="1329" y="224"/>
                </a:lnTo>
                <a:lnTo>
                  <a:pt x="1329" y="169"/>
                </a:lnTo>
                <a:lnTo>
                  <a:pt x="1135" y="169"/>
                </a:lnTo>
                <a:lnTo>
                  <a:pt x="1135" y="68"/>
                </a:lnTo>
                <a:lnTo>
                  <a:pt x="1344" y="68"/>
                </a:lnTo>
                <a:lnTo>
                  <a:pt x="1344" y="10"/>
                </a:lnTo>
                <a:lnTo>
                  <a:pt x="1067" y="10"/>
                </a:lnTo>
                <a:lnTo>
                  <a:pt x="1067" y="395"/>
                </a:lnTo>
                <a:close/>
                <a:moveTo>
                  <a:pt x="1413" y="395"/>
                </a:moveTo>
                <a:lnTo>
                  <a:pt x="1413" y="395"/>
                </a:lnTo>
                <a:lnTo>
                  <a:pt x="1477" y="395"/>
                </a:lnTo>
                <a:lnTo>
                  <a:pt x="1477" y="111"/>
                </a:lnTo>
                <a:lnTo>
                  <a:pt x="1479" y="111"/>
                </a:lnTo>
                <a:lnTo>
                  <a:pt x="1654" y="395"/>
                </a:lnTo>
                <a:lnTo>
                  <a:pt x="1725" y="395"/>
                </a:lnTo>
                <a:lnTo>
                  <a:pt x="1725" y="10"/>
                </a:lnTo>
                <a:lnTo>
                  <a:pt x="1661" y="10"/>
                </a:lnTo>
                <a:lnTo>
                  <a:pt x="1661" y="293"/>
                </a:lnTo>
                <a:lnTo>
                  <a:pt x="1660" y="293"/>
                </a:lnTo>
                <a:lnTo>
                  <a:pt x="1484" y="10"/>
                </a:lnTo>
                <a:lnTo>
                  <a:pt x="1413" y="10"/>
                </a:lnTo>
                <a:lnTo>
                  <a:pt x="1413" y="395"/>
                </a:lnTo>
                <a:close/>
                <a:moveTo>
                  <a:pt x="2141" y="132"/>
                </a:moveTo>
                <a:lnTo>
                  <a:pt x="2141" y="132"/>
                </a:lnTo>
                <a:cubicBezTo>
                  <a:pt x="2133" y="49"/>
                  <a:pt x="2064" y="1"/>
                  <a:pt x="1977" y="0"/>
                </a:cubicBezTo>
                <a:cubicBezTo>
                  <a:pt x="1862" y="0"/>
                  <a:pt x="1793" y="92"/>
                  <a:pt x="1793" y="202"/>
                </a:cubicBezTo>
                <a:cubicBezTo>
                  <a:pt x="1793" y="312"/>
                  <a:pt x="1862" y="404"/>
                  <a:pt x="1977" y="404"/>
                </a:cubicBezTo>
                <a:cubicBezTo>
                  <a:pt x="2071" y="404"/>
                  <a:pt x="2136" y="340"/>
                  <a:pt x="2141" y="248"/>
                </a:cubicBezTo>
                <a:lnTo>
                  <a:pt x="2075" y="248"/>
                </a:lnTo>
                <a:cubicBezTo>
                  <a:pt x="2070" y="304"/>
                  <a:pt x="2037" y="349"/>
                  <a:pt x="1977" y="349"/>
                </a:cubicBezTo>
                <a:cubicBezTo>
                  <a:pt x="1895" y="349"/>
                  <a:pt x="1860" y="276"/>
                  <a:pt x="1860" y="202"/>
                </a:cubicBezTo>
                <a:cubicBezTo>
                  <a:pt x="1860" y="128"/>
                  <a:pt x="1895" y="55"/>
                  <a:pt x="1977" y="55"/>
                </a:cubicBezTo>
                <a:cubicBezTo>
                  <a:pt x="2033" y="55"/>
                  <a:pt x="2062" y="88"/>
                  <a:pt x="2073" y="132"/>
                </a:cubicBezTo>
                <a:lnTo>
                  <a:pt x="2141" y="132"/>
                </a:lnTo>
                <a:close/>
                <a:moveTo>
                  <a:pt x="2210" y="395"/>
                </a:moveTo>
                <a:lnTo>
                  <a:pt x="2210" y="395"/>
                </a:lnTo>
                <a:lnTo>
                  <a:pt x="2491" y="395"/>
                </a:lnTo>
                <a:lnTo>
                  <a:pt x="2491" y="336"/>
                </a:lnTo>
                <a:lnTo>
                  <a:pt x="2277" y="336"/>
                </a:lnTo>
                <a:lnTo>
                  <a:pt x="2277" y="224"/>
                </a:lnTo>
                <a:lnTo>
                  <a:pt x="2471" y="224"/>
                </a:lnTo>
                <a:lnTo>
                  <a:pt x="2471" y="169"/>
                </a:lnTo>
                <a:lnTo>
                  <a:pt x="2277" y="169"/>
                </a:lnTo>
                <a:lnTo>
                  <a:pt x="2277" y="68"/>
                </a:lnTo>
                <a:lnTo>
                  <a:pt x="2487" y="68"/>
                </a:lnTo>
                <a:lnTo>
                  <a:pt x="2487" y="10"/>
                </a:lnTo>
                <a:lnTo>
                  <a:pt x="2210" y="10"/>
                </a:lnTo>
                <a:lnTo>
                  <a:pt x="2210" y="395"/>
                </a:lnTo>
                <a:close/>
                <a:moveTo>
                  <a:pt x="2837" y="76"/>
                </a:moveTo>
                <a:lnTo>
                  <a:pt x="2837" y="76"/>
                </a:lnTo>
                <a:lnTo>
                  <a:pt x="2839" y="76"/>
                </a:lnTo>
                <a:lnTo>
                  <a:pt x="2897" y="241"/>
                </a:lnTo>
                <a:lnTo>
                  <a:pt x="2779" y="241"/>
                </a:lnTo>
                <a:lnTo>
                  <a:pt x="2837" y="76"/>
                </a:lnTo>
                <a:close/>
                <a:moveTo>
                  <a:pt x="2655" y="395"/>
                </a:moveTo>
                <a:lnTo>
                  <a:pt x="2655" y="395"/>
                </a:lnTo>
                <a:lnTo>
                  <a:pt x="2724" y="395"/>
                </a:lnTo>
                <a:lnTo>
                  <a:pt x="2761" y="293"/>
                </a:lnTo>
                <a:lnTo>
                  <a:pt x="2914" y="293"/>
                </a:lnTo>
                <a:lnTo>
                  <a:pt x="2950" y="395"/>
                </a:lnTo>
                <a:lnTo>
                  <a:pt x="3023" y="395"/>
                </a:lnTo>
                <a:lnTo>
                  <a:pt x="2874" y="10"/>
                </a:lnTo>
                <a:lnTo>
                  <a:pt x="2803" y="10"/>
                </a:lnTo>
                <a:lnTo>
                  <a:pt x="2655" y="395"/>
                </a:lnTo>
                <a:close/>
                <a:moveTo>
                  <a:pt x="3068" y="395"/>
                </a:moveTo>
                <a:lnTo>
                  <a:pt x="3068" y="395"/>
                </a:lnTo>
                <a:lnTo>
                  <a:pt x="3132" y="395"/>
                </a:lnTo>
                <a:lnTo>
                  <a:pt x="3132" y="111"/>
                </a:lnTo>
                <a:lnTo>
                  <a:pt x="3133" y="111"/>
                </a:lnTo>
                <a:lnTo>
                  <a:pt x="3309" y="395"/>
                </a:lnTo>
                <a:lnTo>
                  <a:pt x="3380" y="395"/>
                </a:lnTo>
                <a:lnTo>
                  <a:pt x="3380" y="10"/>
                </a:lnTo>
                <a:lnTo>
                  <a:pt x="3316" y="10"/>
                </a:lnTo>
                <a:lnTo>
                  <a:pt x="3316" y="293"/>
                </a:lnTo>
                <a:lnTo>
                  <a:pt x="3315" y="293"/>
                </a:lnTo>
                <a:lnTo>
                  <a:pt x="3139" y="10"/>
                </a:lnTo>
                <a:lnTo>
                  <a:pt x="3068" y="10"/>
                </a:lnTo>
                <a:lnTo>
                  <a:pt x="3068" y="395"/>
                </a:lnTo>
                <a:close/>
                <a:moveTo>
                  <a:pt x="3535" y="64"/>
                </a:moveTo>
                <a:lnTo>
                  <a:pt x="3535" y="64"/>
                </a:lnTo>
                <a:lnTo>
                  <a:pt x="3601" y="64"/>
                </a:lnTo>
                <a:cubicBezTo>
                  <a:pt x="3707" y="64"/>
                  <a:pt x="3729" y="125"/>
                  <a:pt x="3729" y="202"/>
                </a:cubicBezTo>
                <a:cubicBezTo>
                  <a:pt x="3729" y="279"/>
                  <a:pt x="3707" y="340"/>
                  <a:pt x="3601" y="340"/>
                </a:cubicBezTo>
                <a:lnTo>
                  <a:pt x="3535" y="340"/>
                </a:lnTo>
                <a:lnTo>
                  <a:pt x="3535" y="64"/>
                </a:lnTo>
                <a:close/>
                <a:moveTo>
                  <a:pt x="3467" y="395"/>
                </a:moveTo>
                <a:lnTo>
                  <a:pt x="3467" y="395"/>
                </a:lnTo>
                <a:lnTo>
                  <a:pt x="3627" y="395"/>
                </a:lnTo>
                <a:cubicBezTo>
                  <a:pt x="3746" y="395"/>
                  <a:pt x="3797" y="308"/>
                  <a:pt x="3797" y="202"/>
                </a:cubicBezTo>
                <a:cubicBezTo>
                  <a:pt x="3797" y="96"/>
                  <a:pt x="3746" y="10"/>
                  <a:pt x="3627" y="10"/>
                </a:cubicBezTo>
                <a:lnTo>
                  <a:pt x="3467" y="10"/>
                </a:lnTo>
                <a:lnTo>
                  <a:pt x="3467" y="395"/>
                </a:lnTo>
                <a:close/>
                <a:moveTo>
                  <a:pt x="3984" y="266"/>
                </a:moveTo>
                <a:lnTo>
                  <a:pt x="3984" y="266"/>
                </a:lnTo>
                <a:cubicBezTo>
                  <a:pt x="3985" y="362"/>
                  <a:pt x="4056" y="404"/>
                  <a:pt x="4144" y="404"/>
                </a:cubicBezTo>
                <a:cubicBezTo>
                  <a:pt x="4221" y="404"/>
                  <a:pt x="4297" y="369"/>
                  <a:pt x="4297" y="283"/>
                </a:cubicBezTo>
                <a:cubicBezTo>
                  <a:pt x="4297" y="243"/>
                  <a:pt x="4273" y="200"/>
                  <a:pt x="4222" y="185"/>
                </a:cubicBezTo>
                <a:cubicBezTo>
                  <a:pt x="4202" y="179"/>
                  <a:pt x="4117" y="157"/>
                  <a:pt x="4111" y="155"/>
                </a:cubicBezTo>
                <a:cubicBezTo>
                  <a:pt x="4084" y="148"/>
                  <a:pt x="4065" y="132"/>
                  <a:pt x="4065" y="105"/>
                </a:cubicBezTo>
                <a:cubicBezTo>
                  <a:pt x="4065" y="67"/>
                  <a:pt x="4105" y="55"/>
                  <a:pt x="4136" y="55"/>
                </a:cubicBezTo>
                <a:cubicBezTo>
                  <a:pt x="4183" y="55"/>
                  <a:pt x="4216" y="74"/>
                  <a:pt x="4219" y="123"/>
                </a:cubicBezTo>
                <a:lnTo>
                  <a:pt x="4287" y="123"/>
                </a:lnTo>
                <a:cubicBezTo>
                  <a:pt x="4287" y="43"/>
                  <a:pt x="4219" y="0"/>
                  <a:pt x="4139" y="0"/>
                </a:cubicBezTo>
                <a:cubicBezTo>
                  <a:pt x="4069" y="0"/>
                  <a:pt x="3998" y="36"/>
                  <a:pt x="3998" y="114"/>
                </a:cubicBezTo>
                <a:cubicBezTo>
                  <a:pt x="3998" y="154"/>
                  <a:pt x="4017" y="193"/>
                  <a:pt x="4083" y="211"/>
                </a:cubicBezTo>
                <a:cubicBezTo>
                  <a:pt x="4136" y="226"/>
                  <a:pt x="4171" y="233"/>
                  <a:pt x="4198" y="243"/>
                </a:cubicBezTo>
                <a:cubicBezTo>
                  <a:pt x="4214" y="249"/>
                  <a:pt x="4230" y="261"/>
                  <a:pt x="4230" y="291"/>
                </a:cubicBezTo>
                <a:cubicBezTo>
                  <a:pt x="4230" y="320"/>
                  <a:pt x="4208" y="349"/>
                  <a:pt x="4149" y="349"/>
                </a:cubicBezTo>
                <a:cubicBezTo>
                  <a:pt x="4095" y="349"/>
                  <a:pt x="4051" y="326"/>
                  <a:pt x="4051" y="266"/>
                </a:cubicBezTo>
                <a:lnTo>
                  <a:pt x="3984" y="266"/>
                </a:lnTo>
                <a:close/>
                <a:moveTo>
                  <a:pt x="4432" y="64"/>
                </a:moveTo>
                <a:lnTo>
                  <a:pt x="4432" y="64"/>
                </a:lnTo>
                <a:lnTo>
                  <a:pt x="4532" y="64"/>
                </a:lnTo>
                <a:cubicBezTo>
                  <a:pt x="4567" y="64"/>
                  <a:pt x="4598" y="77"/>
                  <a:pt x="4598" y="128"/>
                </a:cubicBezTo>
                <a:cubicBezTo>
                  <a:pt x="4598" y="177"/>
                  <a:pt x="4561" y="192"/>
                  <a:pt x="4531" y="192"/>
                </a:cubicBezTo>
                <a:lnTo>
                  <a:pt x="4432" y="192"/>
                </a:lnTo>
                <a:lnTo>
                  <a:pt x="4432" y="64"/>
                </a:lnTo>
                <a:close/>
                <a:moveTo>
                  <a:pt x="4365" y="395"/>
                </a:moveTo>
                <a:lnTo>
                  <a:pt x="4365" y="395"/>
                </a:lnTo>
                <a:lnTo>
                  <a:pt x="4432" y="395"/>
                </a:lnTo>
                <a:lnTo>
                  <a:pt x="4432" y="247"/>
                </a:lnTo>
                <a:lnTo>
                  <a:pt x="4535" y="247"/>
                </a:lnTo>
                <a:cubicBezTo>
                  <a:pt x="4645" y="248"/>
                  <a:pt x="4666" y="177"/>
                  <a:pt x="4666" y="129"/>
                </a:cubicBezTo>
                <a:cubicBezTo>
                  <a:pt x="4666" y="81"/>
                  <a:pt x="4645" y="10"/>
                  <a:pt x="4535" y="10"/>
                </a:cubicBezTo>
                <a:lnTo>
                  <a:pt x="4365" y="10"/>
                </a:lnTo>
                <a:lnTo>
                  <a:pt x="4365" y="395"/>
                </a:lnTo>
                <a:close/>
                <a:moveTo>
                  <a:pt x="4841" y="76"/>
                </a:moveTo>
                <a:lnTo>
                  <a:pt x="4841" y="76"/>
                </a:lnTo>
                <a:lnTo>
                  <a:pt x="4842" y="76"/>
                </a:lnTo>
                <a:lnTo>
                  <a:pt x="4900" y="241"/>
                </a:lnTo>
                <a:lnTo>
                  <a:pt x="4782" y="241"/>
                </a:lnTo>
                <a:lnTo>
                  <a:pt x="4841" y="76"/>
                </a:lnTo>
                <a:close/>
                <a:moveTo>
                  <a:pt x="4658" y="395"/>
                </a:moveTo>
                <a:lnTo>
                  <a:pt x="4658" y="395"/>
                </a:lnTo>
                <a:lnTo>
                  <a:pt x="4728" y="395"/>
                </a:lnTo>
                <a:lnTo>
                  <a:pt x="4764" y="293"/>
                </a:lnTo>
                <a:lnTo>
                  <a:pt x="4918" y="293"/>
                </a:lnTo>
                <a:lnTo>
                  <a:pt x="4954" y="395"/>
                </a:lnTo>
                <a:lnTo>
                  <a:pt x="5026" y="395"/>
                </a:lnTo>
                <a:lnTo>
                  <a:pt x="4878" y="10"/>
                </a:lnTo>
                <a:lnTo>
                  <a:pt x="4806" y="10"/>
                </a:lnTo>
                <a:lnTo>
                  <a:pt x="4658" y="395"/>
                </a:lnTo>
                <a:close/>
                <a:moveTo>
                  <a:pt x="5385" y="132"/>
                </a:moveTo>
                <a:lnTo>
                  <a:pt x="5385" y="132"/>
                </a:lnTo>
                <a:cubicBezTo>
                  <a:pt x="5377" y="49"/>
                  <a:pt x="5308" y="1"/>
                  <a:pt x="5221" y="0"/>
                </a:cubicBezTo>
                <a:cubicBezTo>
                  <a:pt x="5106" y="0"/>
                  <a:pt x="5037" y="92"/>
                  <a:pt x="5037" y="202"/>
                </a:cubicBezTo>
                <a:cubicBezTo>
                  <a:pt x="5037" y="312"/>
                  <a:pt x="5106" y="404"/>
                  <a:pt x="5221" y="404"/>
                </a:cubicBezTo>
                <a:cubicBezTo>
                  <a:pt x="5315" y="404"/>
                  <a:pt x="5380" y="340"/>
                  <a:pt x="5385" y="248"/>
                </a:cubicBezTo>
                <a:lnTo>
                  <a:pt x="5320" y="248"/>
                </a:lnTo>
                <a:cubicBezTo>
                  <a:pt x="5314" y="304"/>
                  <a:pt x="5281" y="349"/>
                  <a:pt x="5221" y="349"/>
                </a:cubicBezTo>
                <a:cubicBezTo>
                  <a:pt x="5139" y="349"/>
                  <a:pt x="5104" y="276"/>
                  <a:pt x="5104" y="202"/>
                </a:cubicBezTo>
                <a:cubicBezTo>
                  <a:pt x="5104" y="128"/>
                  <a:pt x="5139" y="55"/>
                  <a:pt x="5221" y="55"/>
                </a:cubicBezTo>
                <a:cubicBezTo>
                  <a:pt x="5278" y="55"/>
                  <a:pt x="5306" y="88"/>
                  <a:pt x="5317" y="132"/>
                </a:cubicBezTo>
                <a:lnTo>
                  <a:pt x="5385" y="132"/>
                </a:lnTo>
                <a:close/>
                <a:moveTo>
                  <a:pt x="5454" y="395"/>
                </a:moveTo>
                <a:lnTo>
                  <a:pt x="5454" y="395"/>
                </a:lnTo>
                <a:lnTo>
                  <a:pt x="5735" y="395"/>
                </a:lnTo>
                <a:lnTo>
                  <a:pt x="5735" y="336"/>
                </a:lnTo>
                <a:lnTo>
                  <a:pt x="5521" y="336"/>
                </a:lnTo>
                <a:lnTo>
                  <a:pt x="5521" y="224"/>
                </a:lnTo>
                <a:lnTo>
                  <a:pt x="5716" y="224"/>
                </a:lnTo>
                <a:lnTo>
                  <a:pt x="5716" y="169"/>
                </a:lnTo>
                <a:lnTo>
                  <a:pt x="5521" y="169"/>
                </a:lnTo>
                <a:lnTo>
                  <a:pt x="5521" y="68"/>
                </a:lnTo>
                <a:lnTo>
                  <a:pt x="5731" y="68"/>
                </a:lnTo>
                <a:lnTo>
                  <a:pt x="5731" y="10"/>
                </a:lnTo>
                <a:lnTo>
                  <a:pt x="5454" y="10"/>
                </a:lnTo>
                <a:lnTo>
                  <a:pt x="5454" y="395"/>
                </a:lnTo>
                <a:close/>
              </a:path>
            </a:pathLst>
          </a:custGeom>
          <a:solidFill>
            <a:srgbClr val="FEFEF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en-GB" sz="1361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6B9C9-9359-2399-B250-1B468EEBABC3}"/>
              </a:ext>
            </a:extLst>
          </p:cNvPr>
          <p:cNvSpPr/>
          <p:nvPr userDrawn="1"/>
        </p:nvSpPr>
        <p:spPr bwMode="auto">
          <a:xfrm>
            <a:off x="899592" y="1700808"/>
            <a:ext cx="3672408" cy="93610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3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4306" y="6505647"/>
            <a:ext cx="221251" cy="2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1042962">
              <a:lnSpc>
                <a:spcPct val="100000"/>
              </a:lnSpc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0114C8-F7F2-4E05-9CAE-DDD3D22A4BE8}" type="slidenum">
              <a:rPr lang="de-DE" altLang="de-DE" smtClean="0">
                <a:solidFill>
                  <a:srgbClr val="000000">
                    <a:lumMod val="65000"/>
                    <a:lumOff val="35000"/>
                  </a:srgbClr>
                </a:solidFill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de-DE" altLang="de-DE">
              <a:solidFill>
                <a:srgbClr val="000000">
                  <a:lumMod val="65000"/>
                  <a:lumOff val="35000"/>
                </a:srgbClr>
              </a:solidFill>
              <a:cs typeface="Arial" pitchFamily="34" charset="0"/>
            </a:endParaRPr>
          </a:p>
        </p:txBody>
      </p:sp>
      <p:pic>
        <p:nvPicPr>
          <p:cNvPr id="8" name="Picture 6" descr="Screen Shot 2016-11-11 at 09.55.03.png"/>
          <p:cNvPicPr>
            <a:picLocks noChangeAspect="1"/>
          </p:cNvPicPr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6376" y="6444000"/>
            <a:ext cx="999524" cy="277647"/>
          </a:xfrm>
          <a:prstGeom prst="rect">
            <a:avLst/>
          </a:prstGeom>
        </p:spPr>
      </p:pic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683568" y="6484247"/>
            <a:ext cx="2736304" cy="237400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de-DE" altLang="de-DE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2" name="1 Título">
            <a:extLst>
              <a:ext uri="{FF2B5EF4-FFF2-40B4-BE49-F238E27FC236}">
                <a16:creationId xmlns:a16="http://schemas.microsoft.com/office/drawing/2014/main" id="{E33806B9-BE7E-0B57-DB11-193DA1C85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6" y="653693"/>
            <a:ext cx="8437274" cy="88118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56976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4306" y="6505647"/>
            <a:ext cx="221251" cy="2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1042962">
              <a:lnSpc>
                <a:spcPct val="100000"/>
              </a:lnSpc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0114C8-F7F2-4E05-9CAE-DDD3D22A4BE8}" type="slidenum">
              <a:rPr lang="de-DE" altLang="de-DE" smtClean="0">
                <a:solidFill>
                  <a:srgbClr val="000000">
                    <a:lumMod val="65000"/>
                    <a:lumOff val="35000"/>
                  </a:srgbClr>
                </a:solidFill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de-DE" altLang="de-DE">
              <a:solidFill>
                <a:srgbClr val="000000">
                  <a:lumMod val="65000"/>
                  <a:lumOff val="35000"/>
                </a:srgbClr>
              </a:solidFill>
              <a:cs typeface="Arial" pitchFamily="34" charset="0"/>
            </a:endParaRPr>
          </a:p>
        </p:txBody>
      </p:sp>
      <p:pic>
        <p:nvPicPr>
          <p:cNvPr id="6" name="Picture 6" descr="Screen Shot 2016-11-11 at 09.55.03.png"/>
          <p:cNvPicPr>
            <a:picLocks noChangeAspect="1"/>
          </p:cNvPicPr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6376" y="6444000"/>
            <a:ext cx="999524" cy="277647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683568" y="6484247"/>
            <a:ext cx="2736304" cy="237400"/>
          </a:xfrm>
          <a:prstGeom prst="rect">
            <a:avLst/>
          </a:prstGeom>
        </p:spPr>
        <p:txBody>
          <a:bodyPr/>
          <a:lstStyle/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de-DE" altLang="de-DE" sz="1361" dirty="0">
              <a:solidFill>
                <a:srgbClr val="0000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859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4304" y="1566000"/>
            <a:ext cx="4063760" cy="428643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de-DE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7"/>
          </p:nvPr>
        </p:nvSpPr>
        <p:spPr>
          <a:xfrm>
            <a:off x="4617000" y="1565999"/>
            <a:ext cx="4131000" cy="3286800"/>
          </a:xfrm>
        </p:spPr>
        <p:txBody>
          <a:bodyPr/>
          <a:lstStyle/>
          <a:p>
            <a:r>
              <a:rPr lang="es-ES"/>
              <a:t>Haga clic en el icono para agregar una imagen</a:t>
            </a:r>
            <a:endParaRPr lang="en-GB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4306" y="6505647"/>
            <a:ext cx="221251" cy="2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1042962">
              <a:lnSpc>
                <a:spcPct val="100000"/>
              </a:lnSpc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0114C8-F7F2-4E05-9CAE-DDD3D22A4BE8}" type="slidenum">
              <a:rPr lang="de-DE" altLang="de-DE" smtClean="0">
                <a:solidFill>
                  <a:srgbClr val="000000">
                    <a:lumMod val="65000"/>
                    <a:lumOff val="35000"/>
                  </a:srgbClr>
                </a:solidFill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de-DE" altLang="de-DE">
              <a:solidFill>
                <a:srgbClr val="000000">
                  <a:lumMod val="65000"/>
                  <a:lumOff val="35000"/>
                </a:srgbClr>
              </a:solidFill>
              <a:cs typeface="Arial" pitchFamily="34" charset="0"/>
            </a:endParaRPr>
          </a:p>
        </p:txBody>
      </p:sp>
      <p:pic>
        <p:nvPicPr>
          <p:cNvPr id="13" name="Picture 6" descr="Screen Shot 2016-11-11 at 09.55.03.png"/>
          <p:cNvPicPr>
            <a:picLocks noChangeAspect="1"/>
          </p:cNvPicPr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6376" y="6444000"/>
            <a:ext cx="999524" cy="277647"/>
          </a:xfrm>
          <a:prstGeom prst="rect">
            <a:avLst/>
          </a:prstGeom>
        </p:spPr>
      </p:pic>
      <p:sp>
        <p:nvSpPr>
          <p:cNvPr id="14" name="Date Placeholder 6"/>
          <p:cNvSpPr>
            <a:spLocks noGrp="1"/>
          </p:cNvSpPr>
          <p:nvPr>
            <p:ph type="dt" sz="half" idx="2"/>
          </p:nvPr>
        </p:nvSpPr>
        <p:spPr>
          <a:xfrm>
            <a:off x="683568" y="6484247"/>
            <a:ext cx="2736304" cy="237400"/>
          </a:xfrm>
          <a:prstGeom prst="rect">
            <a:avLst/>
          </a:prstGeom>
        </p:spPr>
        <p:txBody>
          <a:bodyPr/>
          <a:lstStyle/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de-DE" altLang="de-DE" sz="1361" dirty="0">
              <a:solidFill>
                <a:srgbClr val="0000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544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914650" y="2054628"/>
            <a:ext cx="5383764" cy="1372321"/>
          </a:xfrm>
        </p:spPr>
        <p:txBody>
          <a:bodyPr anchor="b" anchorCtr="0"/>
          <a:lstStyle>
            <a:lvl1pPr>
              <a:lnSpc>
                <a:spcPct val="11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de-DE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2929345" y="3430830"/>
            <a:ext cx="5367602" cy="709613"/>
          </a:xfrm>
        </p:spPr>
        <p:txBody>
          <a:bodyPr/>
          <a:lstStyle>
            <a:lvl1pPr>
              <a:lnSpc>
                <a:spcPct val="100000"/>
              </a:lnSpc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4306" y="6505647"/>
            <a:ext cx="221251" cy="2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1042962">
              <a:lnSpc>
                <a:spcPct val="100000"/>
              </a:lnSpc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0114C8-F7F2-4E05-9CAE-DDD3D22A4BE8}" type="slidenum">
              <a:rPr lang="de-DE" altLang="de-DE" smtClean="0">
                <a:solidFill>
                  <a:srgbClr val="000000">
                    <a:lumMod val="65000"/>
                    <a:lumOff val="35000"/>
                  </a:srgbClr>
                </a:solidFill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de-DE" altLang="de-DE">
              <a:solidFill>
                <a:srgbClr val="000000">
                  <a:lumMod val="65000"/>
                  <a:lumOff val="35000"/>
                </a:srgbClr>
              </a:solidFill>
              <a:cs typeface="Arial" pitchFamily="34" charset="0"/>
            </a:endParaRPr>
          </a:p>
        </p:txBody>
      </p:sp>
      <p:pic>
        <p:nvPicPr>
          <p:cNvPr id="9" name="Picture 6" descr="Screen Shot 2016-11-11 at 09.55.03.png"/>
          <p:cNvPicPr>
            <a:picLocks noChangeAspect="1"/>
          </p:cNvPicPr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6376" y="6444000"/>
            <a:ext cx="999524" cy="277647"/>
          </a:xfrm>
          <a:prstGeom prst="rect">
            <a:avLst/>
          </a:prstGeom>
        </p:spPr>
      </p:pic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683568" y="6484247"/>
            <a:ext cx="2736304" cy="237400"/>
          </a:xfrm>
          <a:prstGeom prst="rect">
            <a:avLst/>
          </a:prstGeom>
        </p:spPr>
        <p:txBody>
          <a:bodyPr/>
          <a:lstStyle/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de-DE" altLang="de-DE" sz="1361" dirty="0">
              <a:solidFill>
                <a:srgbClr val="0000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046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IRBUS_WHITE.png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15574" y="6394091"/>
            <a:ext cx="864096" cy="288032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2914685" y="3812347"/>
            <a:ext cx="4880385" cy="709613"/>
          </a:xfrm>
        </p:spPr>
        <p:txBody>
          <a:bodyPr/>
          <a:lstStyle>
            <a:lvl1pPr>
              <a:lnSpc>
                <a:spcPct val="100000"/>
              </a:lnSpc>
              <a:defRPr sz="25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0" y="3592801"/>
            <a:ext cx="9144900" cy="61997"/>
            <a:chOff x="0" y="3606831"/>
            <a:chExt cx="12193200" cy="61997"/>
          </a:xfrm>
        </p:grpSpPr>
        <p:sp>
          <p:nvSpPr>
            <p:cNvPr id="11" name="Rectangle 16"/>
            <p:cNvSpPr>
              <a:spLocks noChangeArrowheads="1"/>
            </p:cNvSpPr>
            <p:nvPr userDrawn="1"/>
          </p:nvSpPr>
          <p:spPr bwMode="auto">
            <a:xfrm>
              <a:off x="0" y="3606831"/>
              <a:ext cx="12193200" cy="209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361">
                <a:solidFill>
                  <a:srgbClr val="000000"/>
                </a:solidFill>
                <a:cs typeface="Arial" pitchFamily="34" charset="0"/>
              </a:endParaRPr>
            </a:p>
          </p:txBody>
        </p:sp>
        <p:sp>
          <p:nvSpPr>
            <p:cNvPr id="12" name="Rectangle 17"/>
            <p:cNvSpPr>
              <a:spLocks noChangeArrowheads="1"/>
            </p:cNvSpPr>
            <p:nvPr userDrawn="1"/>
          </p:nvSpPr>
          <p:spPr bwMode="auto">
            <a:xfrm>
              <a:off x="3886247" y="3606831"/>
              <a:ext cx="8305753" cy="619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endParaRPr lang="de-DE" sz="1361">
                <a:solidFill>
                  <a:srgbClr val="000000"/>
                </a:solidFill>
                <a:cs typeface="Arial" pitchFamily="34" charset="0"/>
              </a:endParaRPr>
            </a:p>
          </p:txBody>
        </p:sp>
      </p:grpSp>
      <p:sp>
        <p:nvSpPr>
          <p:cNvPr id="16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352425" y="6394092"/>
            <a:ext cx="3193462" cy="288033"/>
          </a:xfrm>
        </p:spPr>
        <p:txBody>
          <a:bodyPr anchor="b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[If needed, appropriate copyright mention here]</a:t>
            </a:r>
          </a:p>
        </p:txBody>
      </p:sp>
    </p:spTree>
    <p:extLst>
      <p:ext uri="{BB962C8B-B14F-4D97-AF65-F5344CB8AC3E}">
        <p14:creationId xmlns:p14="http://schemas.microsoft.com/office/powerpoint/2010/main" val="13760599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2426" y="653693"/>
            <a:ext cx="8437274" cy="543059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de-DE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4306" y="6505647"/>
            <a:ext cx="221251" cy="2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1042962">
              <a:lnSpc>
                <a:spcPct val="100000"/>
              </a:lnSpc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0114C8-F7F2-4E05-9CAE-DDD3D22A4BE8}" type="slidenum">
              <a:rPr lang="de-DE" altLang="de-DE" smtClean="0">
                <a:solidFill>
                  <a:srgbClr val="000000">
                    <a:lumMod val="65000"/>
                    <a:lumOff val="35000"/>
                  </a:srgbClr>
                </a:solidFill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de-DE" altLang="de-DE">
              <a:solidFill>
                <a:srgbClr val="000000">
                  <a:lumMod val="65000"/>
                  <a:lumOff val="35000"/>
                </a:srgbClr>
              </a:solidFill>
              <a:cs typeface="Arial" pitchFamily="34" charset="0"/>
            </a:endParaRPr>
          </a:p>
        </p:txBody>
      </p:sp>
      <p:pic>
        <p:nvPicPr>
          <p:cNvPr id="9" name="Picture 6" descr="Screen Shot 2016-11-11 at 09.55.03.png"/>
          <p:cNvPicPr>
            <a:picLocks noChangeAspect="1"/>
          </p:cNvPicPr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6376" y="6444000"/>
            <a:ext cx="999524" cy="277647"/>
          </a:xfrm>
          <a:prstGeom prst="rect">
            <a:avLst/>
          </a:prstGeom>
        </p:spPr>
      </p:pic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683568" y="6484247"/>
            <a:ext cx="2736304" cy="237400"/>
          </a:xfrm>
          <a:prstGeom prst="rect">
            <a:avLst/>
          </a:prstGeom>
        </p:spPr>
        <p:txBody>
          <a:bodyPr/>
          <a:lstStyle/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de-DE" altLang="de-DE" sz="1361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7A7C24-99B0-318D-A633-D493E98E6B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426" y="1052736"/>
            <a:ext cx="2735262" cy="215900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/>
            <a:r>
              <a:rPr lang="en-DE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845893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2426" y="653693"/>
            <a:ext cx="8437274" cy="543059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de-DE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4306" y="6505647"/>
            <a:ext cx="221251" cy="2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1042962">
              <a:lnSpc>
                <a:spcPct val="100000"/>
              </a:lnSpc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0114C8-F7F2-4E05-9CAE-DDD3D22A4BE8}" type="slidenum">
              <a:rPr lang="de-DE" altLang="de-DE" smtClean="0">
                <a:solidFill>
                  <a:srgbClr val="000000">
                    <a:lumMod val="65000"/>
                    <a:lumOff val="35000"/>
                  </a:srgbClr>
                </a:solidFill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de-DE" altLang="de-DE">
              <a:solidFill>
                <a:srgbClr val="000000">
                  <a:lumMod val="65000"/>
                  <a:lumOff val="35000"/>
                </a:srgbClr>
              </a:solidFill>
              <a:cs typeface="Arial" pitchFamily="34" charset="0"/>
            </a:endParaRPr>
          </a:p>
        </p:txBody>
      </p:sp>
      <p:pic>
        <p:nvPicPr>
          <p:cNvPr id="9" name="Picture 6" descr="Screen Shot 2016-11-11 at 09.55.03.png"/>
          <p:cNvPicPr>
            <a:picLocks noChangeAspect="1"/>
          </p:cNvPicPr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6376" y="6444000"/>
            <a:ext cx="999524" cy="277647"/>
          </a:xfrm>
          <a:prstGeom prst="rect">
            <a:avLst/>
          </a:prstGeom>
        </p:spPr>
      </p:pic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683568" y="6484247"/>
            <a:ext cx="2736304" cy="237400"/>
          </a:xfrm>
          <a:prstGeom prst="rect">
            <a:avLst/>
          </a:prstGeom>
        </p:spPr>
        <p:txBody>
          <a:bodyPr/>
          <a:lstStyle/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de-DE" altLang="de-DE" sz="1361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7A7C24-99B0-318D-A633-D493E98E6B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426" y="1052736"/>
            <a:ext cx="2735262" cy="215900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accent6"/>
                </a:solidFill>
                <a:effectLst/>
              </a:defRPr>
            </a:lvl1pPr>
          </a:lstStyle>
          <a:p>
            <a:pPr lvl="0"/>
            <a:r>
              <a:rPr lang="en-DE" dirty="0"/>
              <a:t>Subtitle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EED739-8892-E5E2-052E-E897D10FB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05" y="1566000"/>
            <a:ext cx="8435394" cy="428643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552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4306" y="6505647"/>
            <a:ext cx="221251" cy="2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1042962">
              <a:lnSpc>
                <a:spcPct val="100000"/>
              </a:lnSpc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0114C8-F7F2-4E05-9CAE-DDD3D22A4BE8}" type="slidenum">
              <a:rPr lang="de-DE" altLang="de-DE" smtClean="0">
                <a:solidFill>
                  <a:srgbClr val="000000">
                    <a:lumMod val="65000"/>
                    <a:lumOff val="35000"/>
                  </a:srgbClr>
                </a:solidFill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de-DE" altLang="de-DE">
              <a:solidFill>
                <a:srgbClr val="000000">
                  <a:lumMod val="65000"/>
                  <a:lumOff val="35000"/>
                </a:srgbClr>
              </a:solidFill>
              <a:cs typeface="Arial" pitchFamily="34" charset="0"/>
            </a:endParaRPr>
          </a:p>
        </p:txBody>
      </p:sp>
      <p:pic>
        <p:nvPicPr>
          <p:cNvPr id="7" name="Picture 6" descr="Screen Shot 2016-11-11 at 09.55.03.png"/>
          <p:cNvPicPr>
            <a:picLocks noChangeAspect="1"/>
          </p:cNvPicPr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6376" y="6444000"/>
            <a:ext cx="999524" cy="277647"/>
          </a:xfrm>
          <a:prstGeom prst="rect">
            <a:avLst/>
          </a:prstGeom>
        </p:spPr>
      </p:pic>
      <p:sp>
        <p:nvSpPr>
          <p:cNvPr id="8" name="Date Placeholder 6"/>
          <p:cNvSpPr>
            <a:spLocks noGrp="1"/>
          </p:cNvSpPr>
          <p:nvPr>
            <p:ph type="dt" sz="half" idx="2"/>
          </p:nvPr>
        </p:nvSpPr>
        <p:spPr>
          <a:xfrm>
            <a:off x="683568" y="6484247"/>
            <a:ext cx="2736304" cy="237400"/>
          </a:xfrm>
          <a:prstGeom prst="rect">
            <a:avLst/>
          </a:prstGeom>
        </p:spPr>
        <p:txBody>
          <a:bodyPr/>
          <a:lstStyle/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de-DE" altLang="de-DE" sz="1361" dirty="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1E08-5307-A141-A091-7650E79C7A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54013" y="765175"/>
            <a:ext cx="7530355" cy="431577"/>
          </a:xfrm>
          <a:noFill/>
        </p:spPr>
        <p:txBody>
          <a:bodyPr/>
          <a:lstStyle>
            <a:lvl1pPr>
              <a:defRPr sz="2000">
                <a:solidFill>
                  <a:srgbClr val="002060"/>
                </a:solidFill>
              </a:defRPr>
            </a:lvl1pPr>
          </a:lstStyle>
          <a:p>
            <a:pPr lvl="0"/>
            <a:r>
              <a:rPr lang="en-DE" dirty="0"/>
              <a:t>Name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15D256-A541-B722-6202-9C27A0F9754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32240" y="1340768"/>
            <a:ext cx="1800225" cy="2305050"/>
          </a:xfrm>
        </p:spPr>
        <p:txBody>
          <a:bodyPr/>
          <a:lstStyle/>
          <a:p>
            <a:endParaRPr lang="en-DE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863ED95-DBF9-0E87-B894-3C80666407F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54013" y="1484784"/>
            <a:ext cx="6234212" cy="431577"/>
          </a:xfrm>
          <a:noFill/>
        </p:spPr>
        <p:txBody>
          <a:bodyPr/>
          <a:lstStyle>
            <a:lvl1pPr>
              <a:defRPr sz="1400">
                <a:solidFill>
                  <a:srgbClr val="002060"/>
                </a:solidFill>
              </a:defRPr>
            </a:lvl1pPr>
          </a:lstStyle>
          <a:p>
            <a:pPr lvl="0"/>
            <a:r>
              <a:rPr lang="en-DE" dirty="0"/>
              <a:t>Academic:</a:t>
            </a:r>
          </a:p>
        </p:txBody>
      </p:sp>
    </p:spTree>
    <p:extLst>
      <p:ext uri="{BB962C8B-B14F-4D97-AF65-F5344CB8AC3E}">
        <p14:creationId xmlns:p14="http://schemas.microsoft.com/office/powerpoint/2010/main" val="2906468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2426" y="653693"/>
            <a:ext cx="8437274" cy="88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4305" y="1566000"/>
            <a:ext cx="8435394" cy="4286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4306" y="6505647"/>
            <a:ext cx="221251" cy="21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 defTabSz="1042962">
              <a:lnSpc>
                <a:spcPct val="100000"/>
              </a:lnSpc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0114C8-F7F2-4E05-9CAE-DDD3D22A4BE8}" type="slidenum">
              <a:rPr lang="de-DE" altLang="de-DE" smtClean="0">
                <a:solidFill>
                  <a:srgbClr val="000000">
                    <a:lumMod val="65000"/>
                    <a:lumOff val="35000"/>
                  </a:srgbClr>
                </a:solidFill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de-DE" altLang="de-DE">
              <a:solidFill>
                <a:srgbClr val="000000">
                  <a:lumMod val="65000"/>
                  <a:lumOff val="35000"/>
                </a:srgbClr>
              </a:solidFill>
              <a:cs typeface="Arial" pitchFamily="34" charset="0"/>
            </a:endParaRPr>
          </a:p>
        </p:txBody>
      </p:sp>
      <p:pic>
        <p:nvPicPr>
          <p:cNvPr id="7" name="Picture 6" descr="Screen Shot 2016-11-11 at 09.55.03.png"/>
          <p:cNvPicPr>
            <a:picLocks noChangeAspect="1"/>
          </p:cNvPicPr>
          <p:nvPr/>
        </p:nvPicPr>
        <p:blipFill>
          <a:blip r:embed="rId1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6376" y="6444000"/>
            <a:ext cx="999524" cy="277647"/>
          </a:xfrm>
          <a:prstGeom prst="rect">
            <a:avLst/>
          </a:prstGeom>
        </p:spPr>
      </p:pic>
      <p:sp>
        <p:nvSpPr>
          <p:cNvPr id="8" name="Freeform 5"/>
          <p:cNvSpPr>
            <a:spLocks noChangeAspect="1" noEditPoints="1"/>
          </p:cNvSpPr>
          <p:nvPr/>
        </p:nvSpPr>
        <p:spPr bwMode="auto">
          <a:xfrm>
            <a:off x="352425" y="378001"/>
            <a:ext cx="920700" cy="86461"/>
          </a:xfrm>
          <a:custGeom>
            <a:avLst/>
            <a:gdLst>
              <a:gd name="T0" fmla="*/ 263 w 5735"/>
              <a:gd name="T1" fmla="*/ 202 h 404"/>
              <a:gd name="T2" fmla="*/ 0 w 5735"/>
              <a:gd name="T3" fmla="*/ 395 h 404"/>
              <a:gd name="T4" fmla="*/ 160 w 5735"/>
              <a:gd name="T5" fmla="*/ 10 h 404"/>
              <a:gd name="T6" fmla="*/ 399 w 5735"/>
              <a:gd name="T7" fmla="*/ 395 h 404"/>
              <a:gd name="T8" fmla="*/ 466 w 5735"/>
              <a:gd name="T9" fmla="*/ 224 h 404"/>
              <a:gd name="T10" fmla="*/ 466 w 5735"/>
              <a:gd name="T11" fmla="*/ 68 h 404"/>
              <a:gd name="T12" fmla="*/ 399 w 5735"/>
              <a:gd name="T13" fmla="*/ 395 h 404"/>
              <a:gd name="T14" fmla="*/ 813 w 5735"/>
              <a:gd name="T15" fmla="*/ 224 h 404"/>
              <a:gd name="T16" fmla="*/ 813 w 5735"/>
              <a:gd name="T17" fmla="*/ 68 h 404"/>
              <a:gd name="T18" fmla="*/ 746 w 5735"/>
              <a:gd name="T19" fmla="*/ 395 h 404"/>
              <a:gd name="T20" fmla="*/ 1348 w 5735"/>
              <a:gd name="T21" fmla="*/ 336 h 404"/>
              <a:gd name="T22" fmla="*/ 1329 w 5735"/>
              <a:gd name="T23" fmla="*/ 169 h 404"/>
              <a:gd name="T24" fmla="*/ 1344 w 5735"/>
              <a:gd name="T25" fmla="*/ 10 h 404"/>
              <a:gd name="T26" fmla="*/ 1413 w 5735"/>
              <a:gd name="T27" fmla="*/ 395 h 404"/>
              <a:gd name="T28" fmla="*/ 1654 w 5735"/>
              <a:gd name="T29" fmla="*/ 395 h 404"/>
              <a:gd name="T30" fmla="*/ 1661 w 5735"/>
              <a:gd name="T31" fmla="*/ 293 h 404"/>
              <a:gd name="T32" fmla="*/ 1413 w 5735"/>
              <a:gd name="T33" fmla="*/ 395 h 404"/>
              <a:gd name="T34" fmla="*/ 1793 w 5735"/>
              <a:gd name="T35" fmla="*/ 202 h 404"/>
              <a:gd name="T36" fmla="*/ 1977 w 5735"/>
              <a:gd name="T37" fmla="*/ 349 h 404"/>
              <a:gd name="T38" fmla="*/ 2141 w 5735"/>
              <a:gd name="T39" fmla="*/ 132 h 404"/>
              <a:gd name="T40" fmla="*/ 2491 w 5735"/>
              <a:gd name="T41" fmla="*/ 336 h 404"/>
              <a:gd name="T42" fmla="*/ 2471 w 5735"/>
              <a:gd name="T43" fmla="*/ 169 h 404"/>
              <a:gd name="T44" fmla="*/ 2487 w 5735"/>
              <a:gd name="T45" fmla="*/ 10 h 404"/>
              <a:gd name="T46" fmla="*/ 2837 w 5735"/>
              <a:gd name="T47" fmla="*/ 76 h 404"/>
              <a:gd name="T48" fmla="*/ 2837 w 5735"/>
              <a:gd name="T49" fmla="*/ 76 h 404"/>
              <a:gd name="T50" fmla="*/ 2761 w 5735"/>
              <a:gd name="T51" fmla="*/ 293 h 404"/>
              <a:gd name="T52" fmla="*/ 2874 w 5735"/>
              <a:gd name="T53" fmla="*/ 10 h 404"/>
              <a:gd name="T54" fmla="*/ 3068 w 5735"/>
              <a:gd name="T55" fmla="*/ 395 h 404"/>
              <a:gd name="T56" fmla="*/ 3309 w 5735"/>
              <a:gd name="T57" fmla="*/ 395 h 404"/>
              <a:gd name="T58" fmla="*/ 3316 w 5735"/>
              <a:gd name="T59" fmla="*/ 293 h 404"/>
              <a:gd name="T60" fmla="*/ 3068 w 5735"/>
              <a:gd name="T61" fmla="*/ 395 h 404"/>
              <a:gd name="T62" fmla="*/ 3729 w 5735"/>
              <a:gd name="T63" fmla="*/ 202 h 404"/>
              <a:gd name="T64" fmla="*/ 3467 w 5735"/>
              <a:gd name="T65" fmla="*/ 395 h 404"/>
              <a:gd name="T66" fmla="*/ 3627 w 5735"/>
              <a:gd name="T67" fmla="*/ 10 h 404"/>
              <a:gd name="T68" fmla="*/ 3984 w 5735"/>
              <a:gd name="T69" fmla="*/ 266 h 404"/>
              <a:gd name="T70" fmla="*/ 4111 w 5735"/>
              <a:gd name="T71" fmla="*/ 155 h 404"/>
              <a:gd name="T72" fmla="*/ 4287 w 5735"/>
              <a:gd name="T73" fmla="*/ 123 h 404"/>
              <a:gd name="T74" fmla="*/ 4198 w 5735"/>
              <a:gd name="T75" fmla="*/ 243 h 404"/>
              <a:gd name="T76" fmla="*/ 3984 w 5735"/>
              <a:gd name="T77" fmla="*/ 266 h 404"/>
              <a:gd name="T78" fmla="*/ 4598 w 5735"/>
              <a:gd name="T79" fmla="*/ 128 h 404"/>
              <a:gd name="T80" fmla="*/ 4365 w 5735"/>
              <a:gd name="T81" fmla="*/ 395 h 404"/>
              <a:gd name="T82" fmla="*/ 4535 w 5735"/>
              <a:gd name="T83" fmla="*/ 247 h 404"/>
              <a:gd name="T84" fmla="*/ 4365 w 5735"/>
              <a:gd name="T85" fmla="*/ 395 h 404"/>
              <a:gd name="T86" fmla="*/ 4900 w 5735"/>
              <a:gd name="T87" fmla="*/ 241 h 404"/>
              <a:gd name="T88" fmla="*/ 4658 w 5735"/>
              <a:gd name="T89" fmla="*/ 395 h 404"/>
              <a:gd name="T90" fmla="*/ 4954 w 5735"/>
              <a:gd name="T91" fmla="*/ 395 h 404"/>
              <a:gd name="T92" fmla="*/ 4658 w 5735"/>
              <a:gd name="T93" fmla="*/ 395 h 404"/>
              <a:gd name="T94" fmla="*/ 5037 w 5735"/>
              <a:gd name="T95" fmla="*/ 202 h 404"/>
              <a:gd name="T96" fmla="*/ 5221 w 5735"/>
              <a:gd name="T97" fmla="*/ 349 h 404"/>
              <a:gd name="T98" fmla="*/ 5385 w 5735"/>
              <a:gd name="T99" fmla="*/ 132 h 404"/>
              <a:gd name="T100" fmla="*/ 5735 w 5735"/>
              <a:gd name="T101" fmla="*/ 336 h 404"/>
              <a:gd name="T102" fmla="*/ 5716 w 5735"/>
              <a:gd name="T103" fmla="*/ 169 h 404"/>
              <a:gd name="T104" fmla="*/ 5731 w 5735"/>
              <a:gd name="T105" fmla="*/ 1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735" h="404">
                <a:moveTo>
                  <a:pt x="68" y="64"/>
                </a:moveTo>
                <a:lnTo>
                  <a:pt x="68" y="64"/>
                </a:lnTo>
                <a:lnTo>
                  <a:pt x="134" y="64"/>
                </a:lnTo>
                <a:cubicBezTo>
                  <a:pt x="240" y="64"/>
                  <a:pt x="263" y="125"/>
                  <a:pt x="263" y="202"/>
                </a:cubicBezTo>
                <a:cubicBezTo>
                  <a:pt x="263" y="279"/>
                  <a:pt x="240" y="340"/>
                  <a:pt x="134" y="340"/>
                </a:cubicBezTo>
                <a:lnTo>
                  <a:pt x="68" y="340"/>
                </a:lnTo>
                <a:lnTo>
                  <a:pt x="68" y="64"/>
                </a:lnTo>
                <a:close/>
                <a:moveTo>
                  <a:pt x="0" y="395"/>
                </a:moveTo>
                <a:lnTo>
                  <a:pt x="0" y="395"/>
                </a:lnTo>
                <a:lnTo>
                  <a:pt x="160" y="395"/>
                </a:lnTo>
                <a:cubicBezTo>
                  <a:pt x="279" y="395"/>
                  <a:pt x="330" y="308"/>
                  <a:pt x="330" y="202"/>
                </a:cubicBezTo>
                <a:cubicBezTo>
                  <a:pt x="330" y="96"/>
                  <a:pt x="279" y="10"/>
                  <a:pt x="160" y="10"/>
                </a:cubicBezTo>
                <a:lnTo>
                  <a:pt x="0" y="10"/>
                </a:lnTo>
                <a:lnTo>
                  <a:pt x="0" y="395"/>
                </a:lnTo>
                <a:close/>
                <a:moveTo>
                  <a:pt x="399" y="395"/>
                </a:moveTo>
                <a:lnTo>
                  <a:pt x="399" y="395"/>
                </a:lnTo>
                <a:lnTo>
                  <a:pt x="680" y="395"/>
                </a:lnTo>
                <a:lnTo>
                  <a:pt x="680" y="336"/>
                </a:lnTo>
                <a:lnTo>
                  <a:pt x="466" y="336"/>
                </a:lnTo>
                <a:lnTo>
                  <a:pt x="466" y="224"/>
                </a:lnTo>
                <a:lnTo>
                  <a:pt x="660" y="224"/>
                </a:lnTo>
                <a:lnTo>
                  <a:pt x="660" y="169"/>
                </a:lnTo>
                <a:lnTo>
                  <a:pt x="466" y="169"/>
                </a:lnTo>
                <a:lnTo>
                  <a:pt x="466" y="68"/>
                </a:lnTo>
                <a:lnTo>
                  <a:pt x="676" y="68"/>
                </a:lnTo>
                <a:lnTo>
                  <a:pt x="676" y="10"/>
                </a:lnTo>
                <a:lnTo>
                  <a:pt x="399" y="10"/>
                </a:lnTo>
                <a:lnTo>
                  <a:pt x="399" y="395"/>
                </a:lnTo>
                <a:close/>
                <a:moveTo>
                  <a:pt x="746" y="395"/>
                </a:moveTo>
                <a:lnTo>
                  <a:pt x="746" y="395"/>
                </a:lnTo>
                <a:lnTo>
                  <a:pt x="813" y="395"/>
                </a:lnTo>
                <a:lnTo>
                  <a:pt x="813" y="224"/>
                </a:lnTo>
                <a:lnTo>
                  <a:pt x="988" y="224"/>
                </a:lnTo>
                <a:lnTo>
                  <a:pt x="988" y="169"/>
                </a:lnTo>
                <a:lnTo>
                  <a:pt x="813" y="169"/>
                </a:lnTo>
                <a:lnTo>
                  <a:pt x="813" y="68"/>
                </a:lnTo>
                <a:lnTo>
                  <a:pt x="1012" y="68"/>
                </a:lnTo>
                <a:lnTo>
                  <a:pt x="1012" y="10"/>
                </a:lnTo>
                <a:lnTo>
                  <a:pt x="746" y="10"/>
                </a:lnTo>
                <a:lnTo>
                  <a:pt x="746" y="395"/>
                </a:lnTo>
                <a:close/>
                <a:moveTo>
                  <a:pt x="1067" y="395"/>
                </a:moveTo>
                <a:lnTo>
                  <a:pt x="1067" y="395"/>
                </a:lnTo>
                <a:lnTo>
                  <a:pt x="1348" y="395"/>
                </a:lnTo>
                <a:lnTo>
                  <a:pt x="1348" y="336"/>
                </a:lnTo>
                <a:lnTo>
                  <a:pt x="1135" y="336"/>
                </a:lnTo>
                <a:lnTo>
                  <a:pt x="1135" y="224"/>
                </a:lnTo>
                <a:lnTo>
                  <a:pt x="1329" y="224"/>
                </a:lnTo>
                <a:lnTo>
                  <a:pt x="1329" y="169"/>
                </a:lnTo>
                <a:lnTo>
                  <a:pt x="1135" y="169"/>
                </a:lnTo>
                <a:lnTo>
                  <a:pt x="1135" y="68"/>
                </a:lnTo>
                <a:lnTo>
                  <a:pt x="1344" y="68"/>
                </a:lnTo>
                <a:lnTo>
                  <a:pt x="1344" y="10"/>
                </a:lnTo>
                <a:lnTo>
                  <a:pt x="1067" y="10"/>
                </a:lnTo>
                <a:lnTo>
                  <a:pt x="1067" y="395"/>
                </a:lnTo>
                <a:close/>
                <a:moveTo>
                  <a:pt x="1413" y="395"/>
                </a:moveTo>
                <a:lnTo>
                  <a:pt x="1413" y="395"/>
                </a:lnTo>
                <a:lnTo>
                  <a:pt x="1477" y="395"/>
                </a:lnTo>
                <a:lnTo>
                  <a:pt x="1477" y="111"/>
                </a:lnTo>
                <a:lnTo>
                  <a:pt x="1479" y="111"/>
                </a:lnTo>
                <a:lnTo>
                  <a:pt x="1654" y="395"/>
                </a:lnTo>
                <a:lnTo>
                  <a:pt x="1725" y="395"/>
                </a:lnTo>
                <a:lnTo>
                  <a:pt x="1725" y="10"/>
                </a:lnTo>
                <a:lnTo>
                  <a:pt x="1661" y="10"/>
                </a:lnTo>
                <a:lnTo>
                  <a:pt x="1661" y="293"/>
                </a:lnTo>
                <a:lnTo>
                  <a:pt x="1660" y="293"/>
                </a:lnTo>
                <a:lnTo>
                  <a:pt x="1484" y="10"/>
                </a:lnTo>
                <a:lnTo>
                  <a:pt x="1413" y="10"/>
                </a:lnTo>
                <a:lnTo>
                  <a:pt x="1413" y="395"/>
                </a:lnTo>
                <a:close/>
                <a:moveTo>
                  <a:pt x="2141" y="132"/>
                </a:moveTo>
                <a:lnTo>
                  <a:pt x="2141" y="132"/>
                </a:lnTo>
                <a:cubicBezTo>
                  <a:pt x="2133" y="49"/>
                  <a:pt x="2064" y="1"/>
                  <a:pt x="1977" y="0"/>
                </a:cubicBezTo>
                <a:cubicBezTo>
                  <a:pt x="1862" y="0"/>
                  <a:pt x="1793" y="92"/>
                  <a:pt x="1793" y="202"/>
                </a:cubicBezTo>
                <a:cubicBezTo>
                  <a:pt x="1793" y="312"/>
                  <a:pt x="1862" y="404"/>
                  <a:pt x="1977" y="404"/>
                </a:cubicBezTo>
                <a:cubicBezTo>
                  <a:pt x="2071" y="404"/>
                  <a:pt x="2136" y="340"/>
                  <a:pt x="2141" y="248"/>
                </a:cubicBezTo>
                <a:lnTo>
                  <a:pt x="2075" y="248"/>
                </a:lnTo>
                <a:cubicBezTo>
                  <a:pt x="2070" y="304"/>
                  <a:pt x="2037" y="349"/>
                  <a:pt x="1977" y="349"/>
                </a:cubicBezTo>
                <a:cubicBezTo>
                  <a:pt x="1895" y="349"/>
                  <a:pt x="1860" y="276"/>
                  <a:pt x="1860" y="202"/>
                </a:cubicBezTo>
                <a:cubicBezTo>
                  <a:pt x="1860" y="128"/>
                  <a:pt x="1895" y="55"/>
                  <a:pt x="1977" y="55"/>
                </a:cubicBezTo>
                <a:cubicBezTo>
                  <a:pt x="2033" y="55"/>
                  <a:pt x="2062" y="88"/>
                  <a:pt x="2073" y="132"/>
                </a:cubicBezTo>
                <a:lnTo>
                  <a:pt x="2141" y="132"/>
                </a:lnTo>
                <a:close/>
                <a:moveTo>
                  <a:pt x="2210" y="395"/>
                </a:moveTo>
                <a:lnTo>
                  <a:pt x="2210" y="395"/>
                </a:lnTo>
                <a:lnTo>
                  <a:pt x="2491" y="395"/>
                </a:lnTo>
                <a:lnTo>
                  <a:pt x="2491" y="336"/>
                </a:lnTo>
                <a:lnTo>
                  <a:pt x="2277" y="336"/>
                </a:lnTo>
                <a:lnTo>
                  <a:pt x="2277" y="224"/>
                </a:lnTo>
                <a:lnTo>
                  <a:pt x="2471" y="224"/>
                </a:lnTo>
                <a:lnTo>
                  <a:pt x="2471" y="169"/>
                </a:lnTo>
                <a:lnTo>
                  <a:pt x="2277" y="169"/>
                </a:lnTo>
                <a:lnTo>
                  <a:pt x="2277" y="68"/>
                </a:lnTo>
                <a:lnTo>
                  <a:pt x="2487" y="68"/>
                </a:lnTo>
                <a:lnTo>
                  <a:pt x="2487" y="10"/>
                </a:lnTo>
                <a:lnTo>
                  <a:pt x="2210" y="10"/>
                </a:lnTo>
                <a:lnTo>
                  <a:pt x="2210" y="395"/>
                </a:lnTo>
                <a:close/>
                <a:moveTo>
                  <a:pt x="2837" y="76"/>
                </a:moveTo>
                <a:lnTo>
                  <a:pt x="2837" y="76"/>
                </a:lnTo>
                <a:lnTo>
                  <a:pt x="2839" y="76"/>
                </a:lnTo>
                <a:lnTo>
                  <a:pt x="2897" y="241"/>
                </a:lnTo>
                <a:lnTo>
                  <a:pt x="2779" y="241"/>
                </a:lnTo>
                <a:lnTo>
                  <a:pt x="2837" y="76"/>
                </a:lnTo>
                <a:close/>
                <a:moveTo>
                  <a:pt x="2655" y="395"/>
                </a:moveTo>
                <a:lnTo>
                  <a:pt x="2655" y="395"/>
                </a:lnTo>
                <a:lnTo>
                  <a:pt x="2724" y="395"/>
                </a:lnTo>
                <a:lnTo>
                  <a:pt x="2761" y="293"/>
                </a:lnTo>
                <a:lnTo>
                  <a:pt x="2914" y="293"/>
                </a:lnTo>
                <a:lnTo>
                  <a:pt x="2950" y="395"/>
                </a:lnTo>
                <a:lnTo>
                  <a:pt x="3023" y="395"/>
                </a:lnTo>
                <a:lnTo>
                  <a:pt x="2874" y="10"/>
                </a:lnTo>
                <a:lnTo>
                  <a:pt x="2803" y="10"/>
                </a:lnTo>
                <a:lnTo>
                  <a:pt x="2655" y="395"/>
                </a:lnTo>
                <a:close/>
                <a:moveTo>
                  <a:pt x="3068" y="395"/>
                </a:moveTo>
                <a:lnTo>
                  <a:pt x="3068" y="395"/>
                </a:lnTo>
                <a:lnTo>
                  <a:pt x="3132" y="395"/>
                </a:lnTo>
                <a:lnTo>
                  <a:pt x="3132" y="111"/>
                </a:lnTo>
                <a:lnTo>
                  <a:pt x="3133" y="111"/>
                </a:lnTo>
                <a:lnTo>
                  <a:pt x="3309" y="395"/>
                </a:lnTo>
                <a:lnTo>
                  <a:pt x="3380" y="395"/>
                </a:lnTo>
                <a:lnTo>
                  <a:pt x="3380" y="10"/>
                </a:lnTo>
                <a:lnTo>
                  <a:pt x="3316" y="10"/>
                </a:lnTo>
                <a:lnTo>
                  <a:pt x="3316" y="293"/>
                </a:lnTo>
                <a:lnTo>
                  <a:pt x="3315" y="293"/>
                </a:lnTo>
                <a:lnTo>
                  <a:pt x="3139" y="10"/>
                </a:lnTo>
                <a:lnTo>
                  <a:pt x="3068" y="10"/>
                </a:lnTo>
                <a:lnTo>
                  <a:pt x="3068" y="395"/>
                </a:lnTo>
                <a:close/>
                <a:moveTo>
                  <a:pt x="3535" y="64"/>
                </a:moveTo>
                <a:lnTo>
                  <a:pt x="3535" y="64"/>
                </a:lnTo>
                <a:lnTo>
                  <a:pt x="3601" y="64"/>
                </a:lnTo>
                <a:cubicBezTo>
                  <a:pt x="3707" y="64"/>
                  <a:pt x="3729" y="125"/>
                  <a:pt x="3729" y="202"/>
                </a:cubicBezTo>
                <a:cubicBezTo>
                  <a:pt x="3729" y="279"/>
                  <a:pt x="3707" y="340"/>
                  <a:pt x="3601" y="340"/>
                </a:cubicBezTo>
                <a:lnTo>
                  <a:pt x="3535" y="340"/>
                </a:lnTo>
                <a:lnTo>
                  <a:pt x="3535" y="64"/>
                </a:lnTo>
                <a:close/>
                <a:moveTo>
                  <a:pt x="3467" y="395"/>
                </a:moveTo>
                <a:lnTo>
                  <a:pt x="3467" y="395"/>
                </a:lnTo>
                <a:lnTo>
                  <a:pt x="3627" y="395"/>
                </a:lnTo>
                <a:cubicBezTo>
                  <a:pt x="3746" y="395"/>
                  <a:pt x="3797" y="308"/>
                  <a:pt x="3797" y="202"/>
                </a:cubicBezTo>
                <a:cubicBezTo>
                  <a:pt x="3797" y="96"/>
                  <a:pt x="3746" y="10"/>
                  <a:pt x="3627" y="10"/>
                </a:cubicBezTo>
                <a:lnTo>
                  <a:pt x="3467" y="10"/>
                </a:lnTo>
                <a:lnTo>
                  <a:pt x="3467" y="395"/>
                </a:lnTo>
                <a:close/>
                <a:moveTo>
                  <a:pt x="3984" y="266"/>
                </a:moveTo>
                <a:lnTo>
                  <a:pt x="3984" y="266"/>
                </a:lnTo>
                <a:cubicBezTo>
                  <a:pt x="3985" y="362"/>
                  <a:pt x="4056" y="404"/>
                  <a:pt x="4144" y="404"/>
                </a:cubicBezTo>
                <a:cubicBezTo>
                  <a:pt x="4221" y="404"/>
                  <a:pt x="4297" y="369"/>
                  <a:pt x="4297" y="283"/>
                </a:cubicBezTo>
                <a:cubicBezTo>
                  <a:pt x="4297" y="243"/>
                  <a:pt x="4273" y="200"/>
                  <a:pt x="4222" y="185"/>
                </a:cubicBezTo>
                <a:cubicBezTo>
                  <a:pt x="4202" y="179"/>
                  <a:pt x="4117" y="157"/>
                  <a:pt x="4111" y="155"/>
                </a:cubicBezTo>
                <a:cubicBezTo>
                  <a:pt x="4084" y="148"/>
                  <a:pt x="4065" y="132"/>
                  <a:pt x="4065" y="105"/>
                </a:cubicBezTo>
                <a:cubicBezTo>
                  <a:pt x="4065" y="67"/>
                  <a:pt x="4105" y="55"/>
                  <a:pt x="4136" y="55"/>
                </a:cubicBezTo>
                <a:cubicBezTo>
                  <a:pt x="4183" y="55"/>
                  <a:pt x="4216" y="74"/>
                  <a:pt x="4219" y="123"/>
                </a:cubicBezTo>
                <a:lnTo>
                  <a:pt x="4287" y="123"/>
                </a:lnTo>
                <a:cubicBezTo>
                  <a:pt x="4287" y="43"/>
                  <a:pt x="4219" y="0"/>
                  <a:pt x="4139" y="0"/>
                </a:cubicBezTo>
                <a:cubicBezTo>
                  <a:pt x="4069" y="0"/>
                  <a:pt x="3998" y="36"/>
                  <a:pt x="3998" y="114"/>
                </a:cubicBezTo>
                <a:cubicBezTo>
                  <a:pt x="3998" y="154"/>
                  <a:pt x="4017" y="193"/>
                  <a:pt x="4083" y="211"/>
                </a:cubicBezTo>
                <a:cubicBezTo>
                  <a:pt x="4136" y="226"/>
                  <a:pt x="4171" y="233"/>
                  <a:pt x="4198" y="243"/>
                </a:cubicBezTo>
                <a:cubicBezTo>
                  <a:pt x="4214" y="249"/>
                  <a:pt x="4230" y="261"/>
                  <a:pt x="4230" y="291"/>
                </a:cubicBezTo>
                <a:cubicBezTo>
                  <a:pt x="4230" y="320"/>
                  <a:pt x="4208" y="349"/>
                  <a:pt x="4149" y="349"/>
                </a:cubicBezTo>
                <a:cubicBezTo>
                  <a:pt x="4095" y="349"/>
                  <a:pt x="4051" y="326"/>
                  <a:pt x="4051" y="266"/>
                </a:cubicBezTo>
                <a:lnTo>
                  <a:pt x="3984" y="266"/>
                </a:lnTo>
                <a:close/>
                <a:moveTo>
                  <a:pt x="4432" y="64"/>
                </a:moveTo>
                <a:lnTo>
                  <a:pt x="4432" y="64"/>
                </a:lnTo>
                <a:lnTo>
                  <a:pt x="4532" y="64"/>
                </a:lnTo>
                <a:cubicBezTo>
                  <a:pt x="4567" y="64"/>
                  <a:pt x="4598" y="77"/>
                  <a:pt x="4598" y="128"/>
                </a:cubicBezTo>
                <a:cubicBezTo>
                  <a:pt x="4598" y="177"/>
                  <a:pt x="4561" y="192"/>
                  <a:pt x="4531" y="192"/>
                </a:cubicBezTo>
                <a:lnTo>
                  <a:pt x="4432" y="192"/>
                </a:lnTo>
                <a:lnTo>
                  <a:pt x="4432" y="64"/>
                </a:lnTo>
                <a:close/>
                <a:moveTo>
                  <a:pt x="4365" y="395"/>
                </a:moveTo>
                <a:lnTo>
                  <a:pt x="4365" y="395"/>
                </a:lnTo>
                <a:lnTo>
                  <a:pt x="4432" y="395"/>
                </a:lnTo>
                <a:lnTo>
                  <a:pt x="4432" y="247"/>
                </a:lnTo>
                <a:lnTo>
                  <a:pt x="4535" y="247"/>
                </a:lnTo>
                <a:cubicBezTo>
                  <a:pt x="4645" y="248"/>
                  <a:pt x="4666" y="177"/>
                  <a:pt x="4666" y="129"/>
                </a:cubicBezTo>
                <a:cubicBezTo>
                  <a:pt x="4666" y="81"/>
                  <a:pt x="4645" y="10"/>
                  <a:pt x="4535" y="10"/>
                </a:cubicBezTo>
                <a:lnTo>
                  <a:pt x="4365" y="10"/>
                </a:lnTo>
                <a:lnTo>
                  <a:pt x="4365" y="395"/>
                </a:lnTo>
                <a:close/>
                <a:moveTo>
                  <a:pt x="4841" y="76"/>
                </a:moveTo>
                <a:lnTo>
                  <a:pt x="4841" y="76"/>
                </a:lnTo>
                <a:lnTo>
                  <a:pt x="4842" y="76"/>
                </a:lnTo>
                <a:lnTo>
                  <a:pt x="4900" y="241"/>
                </a:lnTo>
                <a:lnTo>
                  <a:pt x="4782" y="241"/>
                </a:lnTo>
                <a:lnTo>
                  <a:pt x="4841" y="76"/>
                </a:lnTo>
                <a:close/>
                <a:moveTo>
                  <a:pt x="4658" y="395"/>
                </a:moveTo>
                <a:lnTo>
                  <a:pt x="4658" y="395"/>
                </a:lnTo>
                <a:lnTo>
                  <a:pt x="4728" y="395"/>
                </a:lnTo>
                <a:lnTo>
                  <a:pt x="4764" y="293"/>
                </a:lnTo>
                <a:lnTo>
                  <a:pt x="4918" y="293"/>
                </a:lnTo>
                <a:lnTo>
                  <a:pt x="4954" y="395"/>
                </a:lnTo>
                <a:lnTo>
                  <a:pt x="5026" y="395"/>
                </a:lnTo>
                <a:lnTo>
                  <a:pt x="4878" y="10"/>
                </a:lnTo>
                <a:lnTo>
                  <a:pt x="4806" y="10"/>
                </a:lnTo>
                <a:lnTo>
                  <a:pt x="4658" y="395"/>
                </a:lnTo>
                <a:close/>
                <a:moveTo>
                  <a:pt x="5385" y="132"/>
                </a:moveTo>
                <a:lnTo>
                  <a:pt x="5385" y="132"/>
                </a:lnTo>
                <a:cubicBezTo>
                  <a:pt x="5377" y="49"/>
                  <a:pt x="5308" y="1"/>
                  <a:pt x="5221" y="0"/>
                </a:cubicBezTo>
                <a:cubicBezTo>
                  <a:pt x="5106" y="0"/>
                  <a:pt x="5037" y="92"/>
                  <a:pt x="5037" y="202"/>
                </a:cubicBezTo>
                <a:cubicBezTo>
                  <a:pt x="5037" y="312"/>
                  <a:pt x="5106" y="404"/>
                  <a:pt x="5221" y="404"/>
                </a:cubicBezTo>
                <a:cubicBezTo>
                  <a:pt x="5315" y="404"/>
                  <a:pt x="5380" y="340"/>
                  <a:pt x="5385" y="248"/>
                </a:cubicBezTo>
                <a:lnTo>
                  <a:pt x="5320" y="248"/>
                </a:lnTo>
                <a:cubicBezTo>
                  <a:pt x="5314" y="304"/>
                  <a:pt x="5281" y="349"/>
                  <a:pt x="5221" y="349"/>
                </a:cubicBezTo>
                <a:cubicBezTo>
                  <a:pt x="5139" y="349"/>
                  <a:pt x="5104" y="276"/>
                  <a:pt x="5104" y="202"/>
                </a:cubicBezTo>
                <a:cubicBezTo>
                  <a:pt x="5104" y="128"/>
                  <a:pt x="5139" y="55"/>
                  <a:pt x="5221" y="55"/>
                </a:cubicBezTo>
                <a:cubicBezTo>
                  <a:pt x="5278" y="55"/>
                  <a:pt x="5306" y="88"/>
                  <a:pt x="5317" y="132"/>
                </a:cubicBezTo>
                <a:lnTo>
                  <a:pt x="5385" y="132"/>
                </a:lnTo>
                <a:close/>
                <a:moveTo>
                  <a:pt x="5454" y="395"/>
                </a:moveTo>
                <a:lnTo>
                  <a:pt x="5454" y="395"/>
                </a:lnTo>
                <a:lnTo>
                  <a:pt x="5735" y="395"/>
                </a:lnTo>
                <a:lnTo>
                  <a:pt x="5735" y="336"/>
                </a:lnTo>
                <a:lnTo>
                  <a:pt x="5521" y="336"/>
                </a:lnTo>
                <a:lnTo>
                  <a:pt x="5521" y="224"/>
                </a:lnTo>
                <a:lnTo>
                  <a:pt x="5716" y="224"/>
                </a:lnTo>
                <a:lnTo>
                  <a:pt x="5716" y="169"/>
                </a:lnTo>
                <a:lnTo>
                  <a:pt x="5521" y="169"/>
                </a:lnTo>
                <a:lnTo>
                  <a:pt x="5521" y="68"/>
                </a:lnTo>
                <a:lnTo>
                  <a:pt x="5731" y="68"/>
                </a:lnTo>
                <a:lnTo>
                  <a:pt x="5731" y="10"/>
                </a:lnTo>
                <a:lnTo>
                  <a:pt x="5454" y="10"/>
                </a:lnTo>
                <a:lnTo>
                  <a:pt x="5454" y="395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</a:pPr>
            <a:endParaRPr lang="en-GB" sz="1361" dirty="0">
              <a:solidFill>
                <a:srgbClr val="000000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427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hf hdr="0" ftr="0" dt="0"/>
  <p:txStyles>
    <p:titleStyle>
      <a:lvl1pPr algn="l" defTabSz="1042962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chemeClr val="tx2"/>
          </a:solidFill>
          <a:latin typeface="+mj-lt"/>
          <a:ea typeface="+mj-ea"/>
          <a:cs typeface="+mj-cs"/>
        </a:defRPr>
      </a:lvl1pPr>
      <a:lvl2pPr algn="l" defTabSz="1042962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chemeClr val="accent1"/>
          </a:solidFill>
          <a:latin typeface="Arial" pitchFamily="34" charset="0"/>
          <a:cs typeface="Arial" pitchFamily="34" charset="0"/>
        </a:defRPr>
      </a:lvl2pPr>
      <a:lvl3pPr algn="l" defTabSz="1042962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chemeClr val="accent1"/>
          </a:solidFill>
          <a:latin typeface="Arial" pitchFamily="34" charset="0"/>
          <a:cs typeface="Arial" pitchFamily="34" charset="0"/>
        </a:defRPr>
      </a:lvl3pPr>
      <a:lvl4pPr algn="l" defTabSz="1042962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chemeClr val="accent1"/>
          </a:solidFill>
          <a:latin typeface="Arial" pitchFamily="34" charset="0"/>
          <a:cs typeface="Arial" pitchFamily="34" charset="0"/>
        </a:defRPr>
      </a:lvl4pPr>
      <a:lvl5pPr algn="l" defTabSz="1042962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chemeClr val="accent1"/>
          </a:solidFill>
          <a:latin typeface="Arial" pitchFamily="34" charset="0"/>
          <a:cs typeface="Arial" pitchFamily="34" charset="0"/>
        </a:defRPr>
      </a:lvl5pPr>
      <a:lvl6pPr marL="457188" algn="l" defTabSz="1042962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chemeClr val="accent1"/>
          </a:solidFill>
          <a:latin typeface="Arial" pitchFamily="34" charset="0"/>
          <a:cs typeface="Arial" pitchFamily="34" charset="0"/>
        </a:defRPr>
      </a:lvl6pPr>
      <a:lvl7pPr marL="914376" algn="l" defTabSz="1042962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chemeClr val="accent1"/>
          </a:solidFill>
          <a:latin typeface="Arial" pitchFamily="34" charset="0"/>
          <a:cs typeface="Arial" pitchFamily="34" charset="0"/>
        </a:defRPr>
      </a:lvl7pPr>
      <a:lvl8pPr marL="1371565" algn="l" defTabSz="1042962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chemeClr val="accent1"/>
          </a:solidFill>
          <a:latin typeface="Arial" pitchFamily="34" charset="0"/>
          <a:cs typeface="Arial" pitchFamily="34" charset="0"/>
        </a:defRPr>
      </a:lvl8pPr>
      <a:lvl9pPr marL="1828753" algn="l" defTabSz="1042962" rtl="0" eaLnBrk="1" fontAlgn="base" hangingPunct="1">
        <a:lnSpc>
          <a:spcPct val="110000"/>
        </a:lnSpc>
        <a:spcBef>
          <a:spcPct val="0"/>
        </a:spcBef>
        <a:spcAft>
          <a:spcPct val="0"/>
        </a:spcAft>
        <a:defRPr sz="2500">
          <a:solidFill>
            <a:schemeClr val="accent1"/>
          </a:solidFill>
          <a:latin typeface="Arial" pitchFamily="34" charset="0"/>
          <a:cs typeface="Arial" pitchFamily="34" charset="0"/>
        </a:defRPr>
      </a:lvl9pPr>
    </p:titleStyle>
    <p:bodyStyle>
      <a:lvl1pPr algn="l" defTabSz="1042962" rtl="0" eaLnBrk="1" fontAlgn="base" hangingPunct="1">
        <a:lnSpc>
          <a:spcPct val="115000"/>
        </a:lnSpc>
        <a:spcBef>
          <a:spcPct val="0"/>
        </a:spcBef>
        <a:spcAft>
          <a:spcPct val="0"/>
        </a:spcAft>
        <a:defRPr sz="15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179384" indent="-177796" algn="l" defTabSz="1042962" rtl="0" eaLnBrk="1" fontAlgn="base" hangingPunct="1">
        <a:lnSpc>
          <a:spcPct val="115000"/>
        </a:lnSpc>
        <a:spcBef>
          <a:spcPct val="0"/>
        </a:spcBef>
        <a:spcAft>
          <a:spcPct val="0"/>
        </a:spcAft>
        <a:buChar char="•"/>
        <a:defRPr sz="1500">
          <a:solidFill>
            <a:schemeClr val="tx1">
              <a:lumMod val="65000"/>
              <a:lumOff val="35000"/>
            </a:schemeClr>
          </a:solidFill>
          <a:latin typeface="+mn-lt"/>
          <a:cs typeface="+mn-cs"/>
        </a:defRPr>
      </a:lvl2pPr>
      <a:lvl3pPr marL="355591" indent="-174620" algn="l" defTabSz="1042962" rtl="0" eaLnBrk="1" fontAlgn="base" hangingPunct="1">
        <a:lnSpc>
          <a:spcPct val="115000"/>
        </a:lnSpc>
        <a:spcBef>
          <a:spcPct val="0"/>
        </a:spcBef>
        <a:spcAft>
          <a:spcPct val="0"/>
        </a:spcAft>
        <a:buFont typeface="Arial" pitchFamily="34" charset="0"/>
        <a:buChar char="–"/>
        <a:defRPr sz="1500">
          <a:solidFill>
            <a:schemeClr val="tx1">
              <a:lumMod val="65000"/>
              <a:lumOff val="35000"/>
            </a:schemeClr>
          </a:solidFill>
          <a:latin typeface="+mn-lt"/>
          <a:cs typeface="+mn-cs"/>
        </a:defRPr>
      </a:lvl3pPr>
      <a:lvl4pPr marL="538149" indent="-180971" algn="l" defTabSz="1042962" rtl="0" eaLnBrk="1" fontAlgn="base" hangingPunct="1">
        <a:lnSpc>
          <a:spcPct val="115000"/>
        </a:lnSpc>
        <a:spcBef>
          <a:spcPct val="0"/>
        </a:spcBef>
        <a:spcAft>
          <a:spcPct val="0"/>
        </a:spcAft>
        <a:buFont typeface="Arial" pitchFamily="34" charset="0"/>
        <a:buChar char="–"/>
        <a:defRPr sz="1500">
          <a:solidFill>
            <a:schemeClr val="tx1">
              <a:lumMod val="65000"/>
              <a:lumOff val="35000"/>
            </a:schemeClr>
          </a:solidFill>
          <a:latin typeface="+mn-lt"/>
          <a:cs typeface="+mn-cs"/>
        </a:defRPr>
      </a:lvl4pPr>
      <a:lvl5pPr marL="720707" indent="-180971" algn="l" defTabSz="1042962" rtl="0" eaLnBrk="1" fontAlgn="base" hangingPunct="1">
        <a:lnSpc>
          <a:spcPct val="115000"/>
        </a:lnSpc>
        <a:spcBef>
          <a:spcPct val="0"/>
        </a:spcBef>
        <a:spcAft>
          <a:spcPct val="0"/>
        </a:spcAft>
        <a:buFont typeface="Arial" pitchFamily="34" charset="0"/>
        <a:buChar char="–"/>
        <a:defRPr sz="1500">
          <a:solidFill>
            <a:schemeClr val="tx1">
              <a:lumMod val="65000"/>
              <a:lumOff val="35000"/>
            </a:schemeClr>
          </a:solidFill>
          <a:latin typeface="+mn-lt"/>
          <a:cs typeface="+mn-cs"/>
        </a:defRPr>
      </a:lvl5pPr>
      <a:lvl6pPr marL="1177895" indent="-180971" algn="l" defTabSz="1042962" rtl="0" eaLnBrk="1" fontAlgn="base" hangingPunct="1">
        <a:lnSpc>
          <a:spcPct val="115000"/>
        </a:lnSpc>
        <a:spcBef>
          <a:spcPct val="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cs typeface="+mn-cs"/>
        </a:defRPr>
      </a:lvl6pPr>
      <a:lvl7pPr marL="1635083" indent="-180971" algn="l" defTabSz="1042962" rtl="0" eaLnBrk="1" fontAlgn="base" hangingPunct="1">
        <a:lnSpc>
          <a:spcPct val="115000"/>
        </a:lnSpc>
        <a:spcBef>
          <a:spcPct val="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cs typeface="+mn-cs"/>
        </a:defRPr>
      </a:lvl7pPr>
      <a:lvl8pPr marL="2092271" indent="-180971" algn="l" defTabSz="1042962" rtl="0" eaLnBrk="1" fontAlgn="base" hangingPunct="1">
        <a:lnSpc>
          <a:spcPct val="115000"/>
        </a:lnSpc>
        <a:spcBef>
          <a:spcPct val="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cs typeface="+mn-cs"/>
        </a:defRPr>
      </a:lvl8pPr>
      <a:lvl9pPr marL="2549459" indent="-180971" algn="l" defTabSz="1042962" rtl="0" eaLnBrk="1" fontAlgn="base" hangingPunct="1">
        <a:lnSpc>
          <a:spcPct val="115000"/>
        </a:lnSpc>
        <a:spcBef>
          <a:spcPct val="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3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8" algn="l" defTabSz="9143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6" algn="l" defTabSz="9143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5" algn="l" defTabSz="9143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3" algn="l" defTabSz="9143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1" algn="l" defTabSz="9143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29" algn="l" defTabSz="9143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18" algn="l" defTabSz="9143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6" algn="l" defTabSz="91437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448">
          <p15:clr>
            <a:srgbClr val="F26B43"/>
          </p15:clr>
        </p15:guide>
        <p15:guide id="4" pos="296">
          <p15:clr>
            <a:srgbClr val="F26B43"/>
          </p15:clr>
        </p15:guide>
        <p15:guide id="5" orient="horz" pos="2085">
          <p15:clr>
            <a:srgbClr val="F26B43"/>
          </p15:clr>
        </p15:guide>
        <p15:guide id="6" pos="75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12" Type="http://schemas.openxmlformats.org/officeDocument/2006/relationships/hyperlink" Target="https://www.linkedin.com/in/lucas-van-kesteren-b10278182" TargetMode="External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sv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6.png"/><Relationship Id="rId10" Type="http://schemas.openxmlformats.org/officeDocument/2006/relationships/image" Target="../media/image12.png"/><Relationship Id="rId19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5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2.png"/><Relationship Id="rId18" Type="http://schemas.openxmlformats.org/officeDocument/2006/relationships/image" Target="../media/image19.sv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12" Type="http://schemas.openxmlformats.org/officeDocument/2006/relationships/hyperlink" Target="https://www.linkedin.com/in/lucas-van-kesteren-b10278182" TargetMode="External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svg"/><Relationship Id="rId20" Type="http://schemas.openxmlformats.org/officeDocument/2006/relationships/image" Target="../media/image21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24.png"/><Relationship Id="rId10" Type="http://schemas.openxmlformats.org/officeDocument/2006/relationships/image" Target="../media/image12.png"/><Relationship Id="rId19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FEE41-5207-4667-5E05-26D9AB58254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4013" y="587717"/>
            <a:ext cx="7530355" cy="431577"/>
          </a:xfrm>
        </p:spPr>
        <p:txBody>
          <a:bodyPr/>
          <a:lstStyle/>
          <a:p>
            <a:r>
              <a:rPr lang="en-DE" dirty="0"/>
              <a:t>Lucas van Kesteren</a:t>
            </a:r>
          </a:p>
        </p:txBody>
      </p:sp>
      <p:pic>
        <p:nvPicPr>
          <p:cNvPr id="6" name="Bildplatzhalter 14" descr="Ein Bild, das Person, Mann, Wand, drinnen enthält.&#10;&#10;Automatisch generierte Beschreibung">
            <a:extLst>
              <a:ext uri="{FF2B5EF4-FFF2-40B4-BE49-F238E27FC236}">
                <a16:creationId xmlns:a16="http://schemas.microsoft.com/office/drawing/2014/main" id="{7296FF19-2CD2-BB93-6F9D-AC233A6B6F2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3" b="12517"/>
          <a:stretch/>
        </p:blipFill>
        <p:spPr>
          <a:xfrm>
            <a:off x="209997" y="947286"/>
            <a:ext cx="1800225" cy="2305050"/>
          </a:xfrm>
        </p:spPr>
      </p:pic>
      <p:pic>
        <p:nvPicPr>
          <p:cNvPr id="4" name="Grafik 75" descr="E-Mail">
            <a:extLst>
              <a:ext uri="{FF2B5EF4-FFF2-40B4-BE49-F238E27FC236}">
                <a16:creationId xmlns:a16="http://schemas.microsoft.com/office/drawing/2014/main" id="{8A5BBFD7-E838-8482-552F-F01B323F93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997" y="4099263"/>
            <a:ext cx="180000" cy="180000"/>
          </a:xfrm>
          <a:prstGeom prst="rect">
            <a:avLst/>
          </a:prstGeom>
        </p:spPr>
      </p:pic>
      <p:pic>
        <p:nvPicPr>
          <p:cNvPr id="5" name="Grafik 79" descr="Erdkugel Europa-Afrika">
            <a:extLst>
              <a:ext uri="{FF2B5EF4-FFF2-40B4-BE49-F238E27FC236}">
                <a16:creationId xmlns:a16="http://schemas.microsoft.com/office/drawing/2014/main" id="{93DA7B09-1A17-8A6E-6084-F4DE5410FC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997" y="3764681"/>
            <a:ext cx="180000" cy="180000"/>
          </a:xfrm>
          <a:prstGeom prst="rect">
            <a:avLst/>
          </a:prstGeom>
        </p:spPr>
      </p:pic>
      <p:pic>
        <p:nvPicPr>
          <p:cNvPr id="7" name="Grafik 19" descr="Bücher">
            <a:extLst>
              <a:ext uri="{FF2B5EF4-FFF2-40B4-BE49-F238E27FC236}">
                <a16:creationId xmlns:a16="http://schemas.microsoft.com/office/drawing/2014/main" id="{42ABAA0A-AF6C-A783-DE75-A6F3B1496D7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8386" y="3434791"/>
            <a:ext cx="180000" cy="180000"/>
          </a:xfrm>
          <a:prstGeom prst="rect">
            <a:avLst/>
          </a:prstGeom>
        </p:spPr>
      </p:pic>
      <p:pic>
        <p:nvPicPr>
          <p:cNvPr id="9" name="Grafik 13">
            <a:extLst>
              <a:ext uri="{FF2B5EF4-FFF2-40B4-BE49-F238E27FC236}">
                <a16:creationId xmlns:a16="http://schemas.microsoft.com/office/drawing/2014/main" id="{E97762A0-68B7-E2F1-3DD4-65BCA1A41F0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8386" y="4433845"/>
            <a:ext cx="180000" cy="1720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1CD171-8E26-564B-4759-D3AAC2D0100D}"/>
              </a:ext>
            </a:extLst>
          </p:cNvPr>
          <p:cNvSpPr txBox="1"/>
          <p:nvPr/>
        </p:nvSpPr>
        <p:spPr>
          <a:xfrm>
            <a:off x="388386" y="3324736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000" dirty="0">
                <a:solidFill>
                  <a:srgbClr val="002060"/>
                </a:solidFill>
              </a:rPr>
              <a:t>Engineering and Management (B.Eng.)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46C485-739B-A4FF-1A46-2976A7F3EF0F}"/>
              </a:ext>
            </a:extLst>
          </p:cNvPr>
          <p:cNvSpPr txBox="1"/>
          <p:nvPr/>
        </p:nvSpPr>
        <p:spPr>
          <a:xfrm>
            <a:off x="388386" y="3731570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000" dirty="0">
                <a:solidFill>
                  <a:srgbClr val="002060"/>
                </a:solidFill>
              </a:rPr>
              <a:t>Ger.; Port.; Eng.; Spa.; Fra.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BE6A22-84DC-59D1-968F-09F6CC47EF80}"/>
              </a:ext>
            </a:extLst>
          </p:cNvPr>
          <p:cNvSpPr txBox="1"/>
          <p:nvPr/>
        </p:nvSpPr>
        <p:spPr>
          <a:xfrm>
            <a:off x="388386" y="4066152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002060"/>
                </a:solidFill>
              </a:rPr>
              <a:t>L</a:t>
            </a:r>
            <a:r>
              <a:rPr lang="en-DE" sz="1000" dirty="0">
                <a:solidFill>
                  <a:srgbClr val="002060"/>
                </a:solidFill>
              </a:rPr>
              <a:t>ucas.van_kesteren@airbus.com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2EB846-DA73-9FD0-37BC-80EF487E4225}"/>
              </a:ext>
            </a:extLst>
          </p:cNvPr>
          <p:cNvSpPr txBox="1"/>
          <p:nvPr/>
        </p:nvSpPr>
        <p:spPr>
          <a:xfrm>
            <a:off x="388386" y="4319794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i="0" dirty="0">
                <a:solidFill>
                  <a:srgbClr val="002060"/>
                </a:solidFill>
                <a:effectLst/>
                <a:latin typeface="-apple-system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linkedin.com/in/lucas-van-kesteren-b10278182</a:t>
            </a:r>
            <a:endParaRPr lang="en-DE" sz="1000" dirty="0">
              <a:solidFill>
                <a:srgbClr val="002060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C0EC7C3-926C-EE83-F989-39FE7ECACD9E}"/>
              </a:ext>
            </a:extLst>
          </p:cNvPr>
          <p:cNvCxnSpPr/>
          <p:nvPr/>
        </p:nvCxnSpPr>
        <p:spPr bwMode="auto">
          <a:xfrm>
            <a:off x="2397851" y="947286"/>
            <a:ext cx="0" cy="3811883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B6C970F-6825-5D26-091F-64389D57200E}"/>
              </a:ext>
            </a:extLst>
          </p:cNvPr>
          <p:cNvCxnSpPr/>
          <p:nvPr/>
        </p:nvCxnSpPr>
        <p:spPr bwMode="auto">
          <a:xfrm>
            <a:off x="208386" y="947286"/>
            <a:ext cx="9260158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9687E96-5FA4-CAC7-E165-8B44489B4647}"/>
              </a:ext>
            </a:extLst>
          </p:cNvPr>
          <p:cNvGrpSpPr/>
          <p:nvPr/>
        </p:nvGrpSpPr>
        <p:grpSpPr>
          <a:xfrm>
            <a:off x="4093059" y="1661645"/>
            <a:ext cx="3992085" cy="3016807"/>
            <a:chOff x="1386278" y="0"/>
            <a:chExt cx="9887180" cy="6858000"/>
          </a:xfrm>
        </p:grpSpPr>
        <p:sp>
          <p:nvSpPr>
            <p:cNvPr id="32" name="Shape 16940">
              <a:extLst>
                <a:ext uri="{FF2B5EF4-FFF2-40B4-BE49-F238E27FC236}">
                  <a16:creationId xmlns:a16="http://schemas.microsoft.com/office/drawing/2014/main" id="{23BF65C6-4DDB-EFAB-3AD4-385FC938ECC8}"/>
                </a:ext>
              </a:extLst>
            </p:cNvPr>
            <p:cNvSpPr/>
            <p:nvPr/>
          </p:nvSpPr>
          <p:spPr>
            <a:xfrm>
              <a:off x="2532510" y="2262273"/>
              <a:ext cx="874560" cy="1337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149" y="0"/>
                  </a:moveTo>
                  <a:cubicBezTo>
                    <a:pt x="9468" y="0"/>
                    <a:pt x="0" y="6207"/>
                    <a:pt x="0" y="13861"/>
                  </a:cubicBezTo>
                  <a:lnTo>
                    <a:pt x="0" y="21600"/>
                  </a:lnTo>
                  <a:lnTo>
                    <a:pt x="14102" y="21600"/>
                  </a:lnTo>
                  <a:lnTo>
                    <a:pt x="14102" y="13861"/>
                  </a:lnTo>
                  <a:cubicBezTo>
                    <a:pt x="14102" y="11309"/>
                    <a:pt x="17254" y="9244"/>
                    <a:pt x="21149" y="9244"/>
                  </a:cubicBezTo>
                  <a:cubicBezTo>
                    <a:pt x="21303" y="9244"/>
                    <a:pt x="21448" y="9268"/>
                    <a:pt x="21600" y="9275"/>
                  </a:cubicBezTo>
                  <a:lnTo>
                    <a:pt x="21600" y="16"/>
                  </a:lnTo>
                  <a:cubicBezTo>
                    <a:pt x="21449" y="13"/>
                    <a:pt x="21301" y="0"/>
                    <a:pt x="21149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33" name="Shape 16941">
              <a:extLst>
                <a:ext uri="{FF2B5EF4-FFF2-40B4-BE49-F238E27FC236}">
                  <a16:creationId xmlns:a16="http://schemas.microsoft.com/office/drawing/2014/main" id="{95753A66-7037-671C-2561-670E51CF76EF}"/>
                </a:ext>
              </a:extLst>
            </p:cNvPr>
            <p:cNvSpPr/>
            <p:nvPr/>
          </p:nvSpPr>
          <p:spPr>
            <a:xfrm>
              <a:off x="2532647" y="3595170"/>
              <a:ext cx="570846" cy="19366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34" name="Shape 16942">
              <a:extLst>
                <a:ext uri="{FF2B5EF4-FFF2-40B4-BE49-F238E27FC236}">
                  <a16:creationId xmlns:a16="http://schemas.microsoft.com/office/drawing/2014/main" id="{9011E139-6906-D95F-4FAF-79E5ED6A9199}"/>
                </a:ext>
              </a:extLst>
            </p:cNvPr>
            <p:cNvSpPr/>
            <p:nvPr/>
          </p:nvSpPr>
          <p:spPr>
            <a:xfrm>
              <a:off x="1390115" y="5520212"/>
              <a:ext cx="1712559" cy="13377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5394"/>
                    <a:pt x="0" y="7739"/>
                  </a:cubicBezTo>
                  <a:lnTo>
                    <a:pt x="0" y="0"/>
                  </a:lnTo>
                  <a:lnTo>
                    <a:pt x="7200" y="0"/>
                  </a:lnTo>
                  <a:lnTo>
                    <a:pt x="7200" y="7739"/>
                  </a:lnTo>
                  <a:cubicBezTo>
                    <a:pt x="7200" y="10291"/>
                    <a:pt x="8811" y="12359"/>
                    <a:pt x="10800" y="12359"/>
                  </a:cubicBezTo>
                  <a:cubicBezTo>
                    <a:pt x="12788" y="12359"/>
                    <a:pt x="14400" y="10291"/>
                    <a:pt x="14400" y="7739"/>
                  </a:cubicBezTo>
                  <a:lnTo>
                    <a:pt x="14400" y="0"/>
                  </a:lnTo>
                  <a:lnTo>
                    <a:pt x="21600" y="0"/>
                  </a:lnTo>
                  <a:lnTo>
                    <a:pt x="21600" y="7739"/>
                  </a:lnTo>
                  <a:cubicBezTo>
                    <a:pt x="21600" y="15394"/>
                    <a:pt x="16764" y="21600"/>
                    <a:pt x="108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35" name="Shape 16943">
              <a:extLst>
                <a:ext uri="{FF2B5EF4-FFF2-40B4-BE49-F238E27FC236}">
                  <a16:creationId xmlns:a16="http://schemas.microsoft.com/office/drawing/2014/main" id="{56284DBE-C80E-9AC9-DF9A-33839EB35118}"/>
                </a:ext>
              </a:extLst>
            </p:cNvPr>
            <p:cNvSpPr/>
            <p:nvPr/>
          </p:nvSpPr>
          <p:spPr>
            <a:xfrm>
              <a:off x="1386278" y="3256"/>
              <a:ext cx="572388" cy="55239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42" y="0"/>
                  </a:moveTo>
                  <a:lnTo>
                    <a:pt x="21600" y="21600"/>
                  </a:lnTo>
                  <a:lnTo>
                    <a:pt x="58" y="21600"/>
                  </a:lnTo>
                  <a:lnTo>
                    <a:pt x="0" y="0"/>
                  </a:lnTo>
                  <a:lnTo>
                    <a:pt x="21542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36" name="Shape 16944">
              <a:extLst>
                <a:ext uri="{FF2B5EF4-FFF2-40B4-BE49-F238E27FC236}">
                  <a16:creationId xmlns:a16="http://schemas.microsoft.com/office/drawing/2014/main" id="{570B2D24-E4E3-5830-BE1B-F8E3E2F4C501}"/>
                </a:ext>
              </a:extLst>
            </p:cNvPr>
            <p:cNvSpPr/>
            <p:nvPr/>
          </p:nvSpPr>
          <p:spPr>
            <a:xfrm>
              <a:off x="3914464" y="2845754"/>
              <a:ext cx="1895695" cy="1893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01" y="21600"/>
                  </a:moveTo>
                  <a:lnTo>
                    <a:pt x="0" y="4605"/>
                  </a:lnTo>
                  <a:lnTo>
                    <a:pt x="4599" y="0"/>
                  </a:lnTo>
                  <a:lnTo>
                    <a:pt x="21600" y="16995"/>
                  </a:lnTo>
                  <a:lnTo>
                    <a:pt x="17001" y="2160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37" name="Shape 16945">
              <a:extLst>
                <a:ext uri="{FF2B5EF4-FFF2-40B4-BE49-F238E27FC236}">
                  <a16:creationId xmlns:a16="http://schemas.microsoft.com/office/drawing/2014/main" id="{7E4A9101-FF50-657E-B01F-A413A6E982B5}"/>
                </a:ext>
              </a:extLst>
            </p:cNvPr>
            <p:cNvSpPr/>
            <p:nvPr/>
          </p:nvSpPr>
          <p:spPr>
            <a:xfrm>
              <a:off x="2766941" y="2262273"/>
              <a:ext cx="1563703" cy="9946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4" extrusionOk="0">
                  <a:moveTo>
                    <a:pt x="8537" y="0"/>
                  </a:moveTo>
                  <a:cubicBezTo>
                    <a:pt x="5506" y="-6"/>
                    <a:pt x="2478" y="1807"/>
                    <a:pt x="168" y="5437"/>
                  </a:cubicBezTo>
                  <a:cubicBezTo>
                    <a:pt x="108" y="5531"/>
                    <a:pt x="58" y="5633"/>
                    <a:pt x="0" y="5729"/>
                  </a:cubicBezTo>
                  <a:lnTo>
                    <a:pt x="4255" y="12424"/>
                  </a:lnTo>
                  <a:lnTo>
                    <a:pt x="8383" y="12424"/>
                  </a:lnTo>
                  <a:lnTo>
                    <a:pt x="8383" y="12431"/>
                  </a:lnTo>
                  <a:cubicBezTo>
                    <a:pt x="9446" y="12363"/>
                    <a:pt x="10524" y="12953"/>
                    <a:pt x="11337" y="14232"/>
                  </a:cubicBezTo>
                  <a:lnTo>
                    <a:pt x="16022" y="21594"/>
                  </a:lnTo>
                  <a:lnTo>
                    <a:pt x="21600" y="12827"/>
                  </a:lnTo>
                  <a:lnTo>
                    <a:pt x="16916" y="5472"/>
                  </a:lnTo>
                  <a:cubicBezTo>
                    <a:pt x="14600" y="1833"/>
                    <a:pt x="11569" y="7"/>
                    <a:pt x="853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D23DC637-C85B-AF0D-285D-14A04B2BE0E0}"/>
                </a:ext>
              </a:extLst>
            </p:cNvPr>
            <p:cNvSpPr/>
            <p:nvPr/>
          </p:nvSpPr>
          <p:spPr>
            <a:xfrm>
              <a:off x="6502668" y="0"/>
              <a:ext cx="4770790" cy="4382697"/>
            </a:xfrm>
            <a:custGeom>
              <a:avLst/>
              <a:gdLst>
                <a:gd name="connsiteX0" fmla="*/ 7585984 w 9112296"/>
                <a:gd name="connsiteY0" fmla="*/ 0 h 8371031"/>
                <a:gd name="connsiteX1" fmla="*/ 9086862 w 9112296"/>
                <a:gd name="connsiteY1" fmla="*/ 0 h 8371031"/>
                <a:gd name="connsiteX2" fmla="*/ 9112296 w 9112296"/>
                <a:gd name="connsiteY2" fmla="*/ 25434 h 8371031"/>
                <a:gd name="connsiteX3" fmla="*/ 8346720 w 9112296"/>
                <a:gd name="connsiteY3" fmla="*/ 791007 h 8371031"/>
                <a:gd name="connsiteX4" fmla="*/ 8346720 w 9112296"/>
                <a:gd name="connsiteY4" fmla="*/ 791105 h 8371031"/>
                <a:gd name="connsiteX5" fmla="*/ 770859 w 9112296"/>
                <a:gd name="connsiteY5" fmla="*/ 8371031 h 8371031"/>
                <a:gd name="connsiteX6" fmla="*/ 0 w 9112296"/>
                <a:gd name="connsiteY6" fmla="*/ 7599922 h 8371031"/>
                <a:gd name="connsiteX7" fmla="*/ 7541148 w 9112296"/>
                <a:gd name="connsiteY7" fmla="*/ 55095 h 8371031"/>
                <a:gd name="connsiteX8" fmla="*/ 7536020 w 9112296"/>
                <a:gd name="connsiteY8" fmla="*/ 49965 h 837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12296" h="8371031">
                  <a:moveTo>
                    <a:pt x="7585984" y="0"/>
                  </a:moveTo>
                  <a:lnTo>
                    <a:pt x="9086862" y="0"/>
                  </a:lnTo>
                  <a:lnTo>
                    <a:pt x="9112296" y="25434"/>
                  </a:lnTo>
                  <a:lnTo>
                    <a:pt x="8346720" y="791007"/>
                  </a:lnTo>
                  <a:lnTo>
                    <a:pt x="8346720" y="791105"/>
                  </a:lnTo>
                  <a:lnTo>
                    <a:pt x="770859" y="8371031"/>
                  </a:lnTo>
                  <a:lnTo>
                    <a:pt x="0" y="7599922"/>
                  </a:lnTo>
                  <a:lnTo>
                    <a:pt x="7541148" y="55095"/>
                  </a:lnTo>
                  <a:lnTo>
                    <a:pt x="7536020" y="4996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39" name="Shape 16947">
              <a:extLst>
                <a:ext uri="{FF2B5EF4-FFF2-40B4-BE49-F238E27FC236}">
                  <a16:creationId xmlns:a16="http://schemas.microsoft.com/office/drawing/2014/main" id="{94B1E3E9-FF85-299E-0EF0-DD61F8346155}"/>
                </a:ext>
              </a:extLst>
            </p:cNvPr>
            <p:cNvSpPr/>
            <p:nvPr/>
          </p:nvSpPr>
          <p:spPr>
            <a:xfrm>
              <a:off x="5361292" y="3957593"/>
              <a:ext cx="1563794" cy="994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16" extrusionOk="0">
                  <a:moveTo>
                    <a:pt x="169" y="14904"/>
                  </a:moveTo>
                  <a:cubicBezTo>
                    <a:pt x="4788" y="21600"/>
                    <a:pt x="12287" y="21584"/>
                    <a:pt x="16918" y="14872"/>
                  </a:cubicBezTo>
                  <a:lnTo>
                    <a:pt x="21600" y="8084"/>
                  </a:lnTo>
                  <a:lnTo>
                    <a:pt x="16023" y="0"/>
                  </a:lnTo>
                  <a:lnTo>
                    <a:pt x="11341" y="6788"/>
                  </a:lnTo>
                  <a:cubicBezTo>
                    <a:pt x="9798" y="9025"/>
                    <a:pt x="7302" y="9030"/>
                    <a:pt x="5761" y="6797"/>
                  </a:cubicBezTo>
                  <a:cubicBezTo>
                    <a:pt x="5700" y="6708"/>
                    <a:pt x="5658" y="6604"/>
                    <a:pt x="5602" y="6511"/>
                  </a:cubicBezTo>
                  <a:lnTo>
                    <a:pt x="0" y="14632"/>
                  </a:lnTo>
                  <a:cubicBezTo>
                    <a:pt x="58" y="14720"/>
                    <a:pt x="109" y="14817"/>
                    <a:pt x="169" y="149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40" name="Shape 16949">
              <a:extLst>
                <a:ext uri="{FF2B5EF4-FFF2-40B4-BE49-F238E27FC236}">
                  <a16:creationId xmlns:a16="http://schemas.microsoft.com/office/drawing/2014/main" id="{39D6BF55-8514-EFD9-885A-E927EB46F700}"/>
                </a:ext>
              </a:extLst>
            </p:cNvPr>
            <p:cNvSpPr/>
            <p:nvPr/>
          </p:nvSpPr>
          <p:spPr>
            <a:xfrm>
              <a:off x="2779955" y="3608190"/>
              <a:ext cx="107042" cy="1926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400"/>
                  </a:lnTo>
                  <a:lnTo>
                    <a:pt x="21600" y="2400"/>
                  </a:lnTo>
                  <a:cubicBezTo>
                    <a:pt x="21600" y="2400"/>
                    <a:pt x="21600" y="0"/>
                    <a:pt x="21600" y="0"/>
                  </a:cubicBezTo>
                  <a:close/>
                  <a:moveTo>
                    <a:pt x="21600" y="4800"/>
                  </a:moveTo>
                  <a:lnTo>
                    <a:pt x="0" y="4800"/>
                  </a:lnTo>
                  <a:lnTo>
                    <a:pt x="0" y="7200"/>
                  </a:lnTo>
                  <a:lnTo>
                    <a:pt x="21600" y="7200"/>
                  </a:lnTo>
                  <a:cubicBezTo>
                    <a:pt x="21600" y="7200"/>
                    <a:pt x="21600" y="4800"/>
                    <a:pt x="21600" y="4800"/>
                  </a:cubicBezTo>
                  <a:close/>
                  <a:moveTo>
                    <a:pt x="21600" y="9600"/>
                  </a:moveTo>
                  <a:lnTo>
                    <a:pt x="0" y="9600"/>
                  </a:lnTo>
                  <a:lnTo>
                    <a:pt x="0" y="12000"/>
                  </a:lnTo>
                  <a:lnTo>
                    <a:pt x="21600" y="12000"/>
                  </a:lnTo>
                  <a:cubicBezTo>
                    <a:pt x="21600" y="12000"/>
                    <a:pt x="21600" y="9600"/>
                    <a:pt x="21600" y="9600"/>
                  </a:cubicBezTo>
                  <a:close/>
                  <a:moveTo>
                    <a:pt x="21600" y="14400"/>
                  </a:moveTo>
                  <a:lnTo>
                    <a:pt x="0" y="14400"/>
                  </a:lnTo>
                  <a:lnTo>
                    <a:pt x="0" y="16800"/>
                  </a:lnTo>
                  <a:lnTo>
                    <a:pt x="21600" y="16800"/>
                  </a:lnTo>
                  <a:cubicBezTo>
                    <a:pt x="21600" y="16800"/>
                    <a:pt x="21600" y="14400"/>
                    <a:pt x="21600" y="14400"/>
                  </a:cubicBezTo>
                  <a:close/>
                  <a:moveTo>
                    <a:pt x="21600" y="19200"/>
                  </a:moveTo>
                  <a:lnTo>
                    <a:pt x="0" y="19200"/>
                  </a:lnTo>
                  <a:lnTo>
                    <a:pt x="0" y="21600"/>
                  </a:lnTo>
                  <a:lnTo>
                    <a:pt x="21600" y="21600"/>
                  </a:lnTo>
                  <a:cubicBezTo>
                    <a:pt x="21600" y="21600"/>
                    <a:pt x="21600" y="19200"/>
                    <a:pt x="21600" y="192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1" name="Shape 16950">
              <a:extLst>
                <a:ext uri="{FF2B5EF4-FFF2-40B4-BE49-F238E27FC236}">
                  <a16:creationId xmlns:a16="http://schemas.microsoft.com/office/drawing/2014/main" id="{3E3CB40D-7855-4F59-41C4-543C0FCB22D0}"/>
                </a:ext>
              </a:extLst>
            </p:cNvPr>
            <p:cNvSpPr/>
            <p:nvPr/>
          </p:nvSpPr>
          <p:spPr>
            <a:xfrm>
              <a:off x="1624406" y="5728533"/>
              <a:ext cx="1263017" cy="889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1" y="16"/>
                  </a:moveTo>
                  <a:lnTo>
                    <a:pt x="0" y="16"/>
                  </a:lnTo>
                  <a:lnTo>
                    <a:pt x="0" y="5212"/>
                  </a:lnTo>
                  <a:lnTo>
                    <a:pt x="1831" y="5212"/>
                  </a:lnTo>
                  <a:cubicBezTo>
                    <a:pt x="1831" y="5212"/>
                    <a:pt x="1831" y="16"/>
                    <a:pt x="1831" y="16"/>
                  </a:cubicBezTo>
                  <a:close/>
                  <a:moveTo>
                    <a:pt x="3650" y="14188"/>
                  </a:moveTo>
                  <a:cubicBezTo>
                    <a:pt x="2976" y="12923"/>
                    <a:pt x="2480" y="11515"/>
                    <a:pt x="2174" y="9998"/>
                  </a:cubicBezTo>
                  <a:lnTo>
                    <a:pt x="415" y="10716"/>
                  </a:lnTo>
                  <a:cubicBezTo>
                    <a:pt x="783" y="12543"/>
                    <a:pt x="1380" y="14241"/>
                    <a:pt x="2192" y="15763"/>
                  </a:cubicBezTo>
                  <a:cubicBezTo>
                    <a:pt x="2192" y="15763"/>
                    <a:pt x="3650" y="14188"/>
                    <a:pt x="3650" y="14188"/>
                  </a:cubicBezTo>
                  <a:close/>
                  <a:moveTo>
                    <a:pt x="9157" y="19038"/>
                  </a:moveTo>
                  <a:cubicBezTo>
                    <a:pt x="8068" y="18750"/>
                    <a:pt x="7034" y="18180"/>
                    <a:pt x="6088" y="17347"/>
                  </a:cubicBezTo>
                  <a:lnTo>
                    <a:pt x="5123" y="19559"/>
                  </a:lnTo>
                  <a:cubicBezTo>
                    <a:pt x="6264" y="20567"/>
                    <a:pt x="7509" y="21252"/>
                    <a:pt x="8823" y="21600"/>
                  </a:cubicBezTo>
                  <a:cubicBezTo>
                    <a:pt x="8823" y="21600"/>
                    <a:pt x="9157" y="19038"/>
                    <a:pt x="9157" y="19038"/>
                  </a:cubicBezTo>
                  <a:close/>
                  <a:moveTo>
                    <a:pt x="16486" y="19550"/>
                  </a:moveTo>
                  <a:lnTo>
                    <a:pt x="15519" y="17338"/>
                  </a:lnTo>
                  <a:cubicBezTo>
                    <a:pt x="14573" y="18175"/>
                    <a:pt x="13542" y="18746"/>
                    <a:pt x="12451" y="19037"/>
                  </a:cubicBezTo>
                  <a:lnTo>
                    <a:pt x="12788" y="21596"/>
                  </a:lnTo>
                  <a:cubicBezTo>
                    <a:pt x="14102" y="21248"/>
                    <a:pt x="15346" y="20559"/>
                    <a:pt x="16486" y="19550"/>
                  </a:cubicBezTo>
                  <a:close/>
                  <a:moveTo>
                    <a:pt x="21187" y="10700"/>
                  </a:moveTo>
                  <a:lnTo>
                    <a:pt x="19427" y="9985"/>
                  </a:lnTo>
                  <a:cubicBezTo>
                    <a:pt x="19123" y="11501"/>
                    <a:pt x="18627" y="12911"/>
                    <a:pt x="17955" y="14177"/>
                  </a:cubicBezTo>
                  <a:lnTo>
                    <a:pt x="19414" y="15749"/>
                  </a:lnTo>
                  <a:cubicBezTo>
                    <a:pt x="20225" y="14226"/>
                    <a:pt x="20821" y="12527"/>
                    <a:pt x="21187" y="10700"/>
                  </a:cubicBezTo>
                  <a:close/>
                  <a:moveTo>
                    <a:pt x="21600" y="0"/>
                  </a:moveTo>
                  <a:lnTo>
                    <a:pt x="19769" y="0"/>
                  </a:lnTo>
                  <a:lnTo>
                    <a:pt x="19769" y="5196"/>
                  </a:lnTo>
                  <a:lnTo>
                    <a:pt x="21600" y="5196"/>
                  </a:lnTo>
                  <a:cubicBezTo>
                    <a:pt x="21600" y="5196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2" name="Shape 16951">
              <a:extLst>
                <a:ext uri="{FF2B5EF4-FFF2-40B4-BE49-F238E27FC236}">
                  <a16:creationId xmlns:a16="http://schemas.microsoft.com/office/drawing/2014/main" id="{03B187D0-0AEC-9E21-F3C4-7B3BCE9D2C17}"/>
                </a:ext>
              </a:extLst>
            </p:cNvPr>
            <p:cNvSpPr/>
            <p:nvPr/>
          </p:nvSpPr>
          <p:spPr>
            <a:xfrm>
              <a:off x="1635129" y="2314501"/>
              <a:ext cx="107040" cy="32107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160"/>
                  </a:moveTo>
                  <a:lnTo>
                    <a:pt x="0" y="20160"/>
                  </a:lnTo>
                  <a:lnTo>
                    <a:pt x="0" y="21600"/>
                  </a:lnTo>
                  <a:lnTo>
                    <a:pt x="21600" y="21600"/>
                  </a:lnTo>
                  <a:cubicBezTo>
                    <a:pt x="21600" y="21600"/>
                    <a:pt x="21600" y="20160"/>
                    <a:pt x="21600" y="20160"/>
                  </a:cubicBezTo>
                  <a:close/>
                  <a:moveTo>
                    <a:pt x="21600" y="17280"/>
                  </a:moveTo>
                  <a:lnTo>
                    <a:pt x="0" y="17280"/>
                  </a:lnTo>
                  <a:lnTo>
                    <a:pt x="0" y="18720"/>
                  </a:lnTo>
                  <a:lnTo>
                    <a:pt x="21600" y="18720"/>
                  </a:lnTo>
                  <a:cubicBezTo>
                    <a:pt x="21600" y="18720"/>
                    <a:pt x="21600" y="17280"/>
                    <a:pt x="21600" y="17280"/>
                  </a:cubicBezTo>
                  <a:close/>
                  <a:moveTo>
                    <a:pt x="21600" y="14400"/>
                  </a:moveTo>
                  <a:lnTo>
                    <a:pt x="0" y="14400"/>
                  </a:lnTo>
                  <a:lnTo>
                    <a:pt x="0" y="15840"/>
                  </a:lnTo>
                  <a:lnTo>
                    <a:pt x="21600" y="15840"/>
                  </a:lnTo>
                  <a:cubicBezTo>
                    <a:pt x="21600" y="15840"/>
                    <a:pt x="21600" y="14400"/>
                    <a:pt x="21600" y="14400"/>
                  </a:cubicBezTo>
                  <a:close/>
                  <a:moveTo>
                    <a:pt x="21600" y="11520"/>
                  </a:moveTo>
                  <a:lnTo>
                    <a:pt x="0" y="11520"/>
                  </a:lnTo>
                  <a:lnTo>
                    <a:pt x="0" y="12960"/>
                  </a:lnTo>
                  <a:lnTo>
                    <a:pt x="21600" y="12960"/>
                  </a:lnTo>
                  <a:cubicBezTo>
                    <a:pt x="21600" y="12960"/>
                    <a:pt x="21600" y="11520"/>
                    <a:pt x="21600" y="11520"/>
                  </a:cubicBezTo>
                  <a:close/>
                  <a:moveTo>
                    <a:pt x="21600" y="8640"/>
                  </a:moveTo>
                  <a:lnTo>
                    <a:pt x="0" y="8640"/>
                  </a:lnTo>
                  <a:lnTo>
                    <a:pt x="0" y="10080"/>
                  </a:lnTo>
                  <a:lnTo>
                    <a:pt x="21600" y="10080"/>
                  </a:lnTo>
                  <a:cubicBezTo>
                    <a:pt x="21600" y="10080"/>
                    <a:pt x="21600" y="8640"/>
                    <a:pt x="21600" y="8640"/>
                  </a:cubicBezTo>
                  <a:close/>
                  <a:moveTo>
                    <a:pt x="21600" y="5760"/>
                  </a:moveTo>
                  <a:lnTo>
                    <a:pt x="0" y="5760"/>
                  </a:lnTo>
                  <a:lnTo>
                    <a:pt x="0" y="7200"/>
                  </a:lnTo>
                  <a:lnTo>
                    <a:pt x="21600" y="7200"/>
                  </a:lnTo>
                  <a:cubicBezTo>
                    <a:pt x="21600" y="7200"/>
                    <a:pt x="21600" y="5760"/>
                    <a:pt x="21600" y="5760"/>
                  </a:cubicBezTo>
                  <a:close/>
                  <a:moveTo>
                    <a:pt x="21600" y="2880"/>
                  </a:moveTo>
                  <a:lnTo>
                    <a:pt x="0" y="2880"/>
                  </a:lnTo>
                  <a:lnTo>
                    <a:pt x="0" y="4320"/>
                  </a:lnTo>
                  <a:lnTo>
                    <a:pt x="21600" y="4320"/>
                  </a:lnTo>
                  <a:cubicBezTo>
                    <a:pt x="21600" y="4320"/>
                    <a:pt x="21600" y="2880"/>
                    <a:pt x="21600" y="2880"/>
                  </a:cubicBezTo>
                  <a:close/>
                  <a:moveTo>
                    <a:pt x="21600" y="0"/>
                  </a:moveTo>
                  <a:lnTo>
                    <a:pt x="0" y="0"/>
                  </a:lnTo>
                  <a:lnTo>
                    <a:pt x="0" y="1440"/>
                  </a:lnTo>
                  <a:lnTo>
                    <a:pt x="21600" y="1440"/>
                  </a:lnTo>
                  <a:cubicBezTo>
                    <a:pt x="21600" y="1440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3" name="Shape 16952">
              <a:extLst>
                <a:ext uri="{FF2B5EF4-FFF2-40B4-BE49-F238E27FC236}">
                  <a16:creationId xmlns:a16="http://schemas.microsoft.com/office/drawing/2014/main" id="{35F61483-A098-75AF-23B5-66CE89C35FC0}"/>
                </a:ext>
              </a:extLst>
            </p:cNvPr>
            <p:cNvSpPr/>
            <p:nvPr/>
          </p:nvSpPr>
          <p:spPr>
            <a:xfrm>
              <a:off x="1635129" y="179437"/>
              <a:ext cx="107040" cy="1926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200"/>
                  </a:moveTo>
                  <a:lnTo>
                    <a:pt x="0" y="1920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9200"/>
                  </a:lnTo>
                  <a:close/>
                  <a:moveTo>
                    <a:pt x="21600" y="14400"/>
                  </a:moveTo>
                  <a:lnTo>
                    <a:pt x="0" y="14400"/>
                  </a:lnTo>
                  <a:lnTo>
                    <a:pt x="0" y="16800"/>
                  </a:lnTo>
                  <a:lnTo>
                    <a:pt x="21600" y="16800"/>
                  </a:lnTo>
                  <a:lnTo>
                    <a:pt x="21600" y="14400"/>
                  </a:lnTo>
                  <a:close/>
                  <a:moveTo>
                    <a:pt x="21600" y="9600"/>
                  </a:moveTo>
                  <a:lnTo>
                    <a:pt x="0" y="9600"/>
                  </a:lnTo>
                  <a:lnTo>
                    <a:pt x="0" y="12000"/>
                  </a:lnTo>
                  <a:lnTo>
                    <a:pt x="21600" y="12000"/>
                  </a:lnTo>
                  <a:lnTo>
                    <a:pt x="21600" y="9600"/>
                  </a:lnTo>
                  <a:close/>
                  <a:moveTo>
                    <a:pt x="21600" y="4800"/>
                  </a:moveTo>
                  <a:lnTo>
                    <a:pt x="0" y="4800"/>
                  </a:lnTo>
                  <a:lnTo>
                    <a:pt x="0" y="7200"/>
                  </a:lnTo>
                  <a:lnTo>
                    <a:pt x="21600" y="7200"/>
                  </a:lnTo>
                  <a:lnTo>
                    <a:pt x="21600" y="4800"/>
                  </a:lnTo>
                  <a:close/>
                  <a:moveTo>
                    <a:pt x="21600" y="0"/>
                  </a:moveTo>
                  <a:lnTo>
                    <a:pt x="0" y="0"/>
                  </a:lnTo>
                  <a:lnTo>
                    <a:pt x="0" y="2400"/>
                  </a:lnTo>
                  <a:lnTo>
                    <a:pt x="21600" y="24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4" name="Shape 16953">
              <a:extLst>
                <a:ext uri="{FF2B5EF4-FFF2-40B4-BE49-F238E27FC236}">
                  <a16:creationId xmlns:a16="http://schemas.microsoft.com/office/drawing/2014/main" id="{B45943E1-ECBF-1479-60C1-FB688FB92A4E}"/>
                </a:ext>
              </a:extLst>
            </p:cNvPr>
            <p:cNvSpPr/>
            <p:nvPr/>
          </p:nvSpPr>
          <p:spPr>
            <a:xfrm>
              <a:off x="2766940" y="2496780"/>
              <a:ext cx="953715" cy="8891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24" y="16400"/>
                  </a:moveTo>
                  <a:lnTo>
                    <a:pt x="0" y="16400"/>
                  </a:lnTo>
                  <a:lnTo>
                    <a:pt x="0" y="21600"/>
                  </a:lnTo>
                  <a:lnTo>
                    <a:pt x="2424" y="21600"/>
                  </a:lnTo>
                  <a:lnTo>
                    <a:pt x="2424" y="16400"/>
                  </a:lnTo>
                  <a:close/>
                  <a:moveTo>
                    <a:pt x="2902" y="5842"/>
                  </a:moveTo>
                  <a:cubicBezTo>
                    <a:pt x="2365" y="6603"/>
                    <a:pt x="1899" y="7408"/>
                    <a:pt x="1506" y="8252"/>
                  </a:cubicBezTo>
                  <a:cubicBezTo>
                    <a:pt x="1113" y="9096"/>
                    <a:pt x="794" y="9978"/>
                    <a:pt x="550" y="10892"/>
                  </a:cubicBezTo>
                  <a:lnTo>
                    <a:pt x="2880" y="11610"/>
                  </a:lnTo>
                  <a:cubicBezTo>
                    <a:pt x="3082" y="10852"/>
                    <a:pt x="3347" y="10122"/>
                    <a:pt x="3674" y="9420"/>
                  </a:cubicBezTo>
                  <a:cubicBezTo>
                    <a:pt x="4000" y="8719"/>
                    <a:pt x="4388" y="8050"/>
                    <a:pt x="4834" y="7418"/>
                  </a:cubicBezTo>
                  <a:lnTo>
                    <a:pt x="2902" y="5842"/>
                  </a:lnTo>
                  <a:close/>
                  <a:moveTo>
                    <a:pt x="11684" y="0"/>
                  </a:moveTo>
                  <a:cubicBezTo>
                    <a:pt x="10814" y="174"/>
                    <a:pt x="9967" y="432"/>
                    <a:pt x="9148" y="774"/>
                  </a:cubicBezTo>
                  <a:cubicBezTo>
                    <a:pt x="8330" y="1115"/>
                    <a:pt x="7540" y="1538"/>
                    <a:pt x="6784" y="2042"/>
                  </a:cubicBezTo>
                  <a:lnTo>
                    <a:pt x="8063" y="4257"/>
                  </a:lnTo>
                  <a:cubicBezTo>
                    <a:pt x="8689" y="3839"/>
                    <a:pt x="9344" y="3488"/>
                    <a:pt x="10023" y="3206"/>
                  </a:cubicBezTo>
                  <a:cubicBezTo>
                    <a:pt x="10705" y="2922"/>
                    <a:pt x="11406" y="2708"/>
                    <a:pt x="12127" y="2564"/>
                  </a:cubicBezTo>
                  <a:lnTo>
                    <a:pt x="11684" y="0"/>
                  </a:lnTo>
                  <a:close/>
                  <a:moveTo>
                    <a:pt x="16703" y="751"/>
                  </a:moveTo>
                  <a:lnTo>
                    <a:pt x="16257" y="3312"/>
                  </a:lnTo>
                  <a:cubicBezTo>
                    <a:pt x="16979" y="3457"/>
                    <a:pt x="17682" y="3673"/>
                    <a:pt x="18361" y="3957"/>
                  </a:cubicBezTo>
                  <a:cubicBezTo>
                    <a:pt x="19039" y="4241"/>
                    <a:pt x="19694" y="4593"/>
                    <a:pt x="20320" y="5012"/>
                  </a:cubicBezTo>
                  <a:lnTo>
                    <a:pt x="21600" y="2798"/>
                  </a:lnTo>
                  <a:cubicBezTo>
                    <a:pt x="20845" y="2293"/>
                    <a:pt x="20056" y="1868"/>
                    <a:pt x="19238" y="1526"/>
                  </a:cubicBezTo>
                  <a:cubicBezTo>
                    <a:pt x="18420" y="1184"/>
                    <a:pt x="17573" y="925"/>
                    <a:pt x="16703" y="75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5" name="Shape 16954">
              <a:extLst>
                <a:ext uri="{FF2B5EF4-FFF2-40B4-BE49-F238E27FC236}">
                  <a16:creationId xmlns:a16="http://schemas.microsoft.com/office/drawing/2014/main" id="{714EEE89-662A-F9C3-C44C-F2642949F04A}"/>
                </a:ext>
              </a:extLst>
            </p:cNvPr>
            <p:cNvSpPr/>
            <p:nvPr/>
          </p:nvSpPr>
          <p:spPr>
            <a:xfrm>
              <a:off x="3797168" y="2744193"/>
              <a:ext cx="1740597" cy="1740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82" y="19722"/>
                  </a:moveTo>
                  <a:lnTo>
                    <a:pt x="19722" y="18782"/>
                  </a:lnTo>
                  <a:lnTo>
                    <a:pt x="21600" y="20661"/>
                  </a:lnTo>
                  <a:lnTo>
                    <a:pt x="20661" y="21600"/>
                  </a:lnTo>
                  <a:lnTo>
                    <a:pt x="18782" y="19722"/>
                  </a:lnTo>
                  <a:close/>
                  <a:moveTo>
                    <a:pt x="15026" y="15965"/>
                  </a:moveTo>
                  <a:lnTo>
                    <a:pt x="15965" y="15026"/>
                  </a:lnTo>
                  <a:lnTo>
                    <a:pt x="17843" y="16904"/>
                  </a:lnTo>
                  <a:lnTo>
                    <a:pt x="16904" y="17843"/>
                  </a:lnTo>
                  <a:lnTo>
                    <a:pt x="15026" y="15965"/>
                  </a:lnTo>
                  <a:close/>
                  <a:moveTo>
                    <a:pt x="11270" y="12209"/>
                  </a:moveTo>
                  <a:lnTo>
                    <a:pt x="12209" y="11270"/>
                  </a:lnTo>
                  <a:lnTo>
                    <a:pt x="14087" y="13148"/>
                  </a:lnTo>
                  <a:lnTo>
                    <a:pt x="13148" y="14087"/>
                  </a:lnTo>
                  <a:lnTo>
                    <a:pt x="11270" y="12209"/>
                  </a:lnTo>
                  <a:close/>
                  <a:moveTo>
                    <a:pt x="7513" y="8452"/>
                  </a:moveTo>
                  <a:lnTo>
                    <a:pt x="8452" y="7513"/>
                  </a:lnTo>
                  <a:lnTo>
                    <a:pt x="10330" y="9391"/>
                  </a:lnTo>
                  <a:lnTo>
                    <a:pt x="9391" y="10330"/>
                  </a:lnTo>
                  <a:lnTo>
                    <a:pt x="7513" y="8452"/>
                  </a:lnTo>
                  <a:close/>
                  <a:moveTo>
                    <a:pt x="3757" y="4696"/>
                  </a:moveTo>
                  <a:lnTo>
                    <a:pt x="4696" y="3757"/>
                  </a:lnTo>
                  <a:lnTo>
                    <a:pt x="6574" y="5635"/>
                  </a:lnTo>
                  <a:lnTo>
                    <a:pt x="5635" y="6574"/>
                  </a:lnTo>
                  <a:lnTo>
                    <a:pt x="3757" y="4696"/>
                  </a:lnTo>
                  <a:close/>
                  <a:moveTo>
                    <a:pt x="0" y="939"/>
                  </a:moveTo>
                  <a:lnTo>
                    <a:pt x="939" y="0"/>
                  </a:lnTo>
                  <a:lnTo>
                    <a:pt x="2818" y="1878"/>
                  </a:lnTo>
                  <a:lnTo>
                    <a:pt x="1878" y="2818"/>
                  </a:lnTo>
                  <a:lnTo>
                    <a:pt x="0" y="93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6" name="Shape 16955">
              <a:extLst>
                <a:ext uri="{FF2B5EF4-FFF2-40B4-BE49-F238E27FC236}">
                  <a16:creationId xmlns:a16="http://schemas.microsoft.com/office/drawing/2014/main" id="{6E71A792-53C6-0335-4F73-80F9BD069A98}"/>
                </a:ext>
              </a:extLst>
            </p:cNvPr>
            <p:cNvSpPr/>
            <p:nvPr/>
          </p:nvSpPr>
          <p:spPr>
            <a:xfrm>
              <a:off x="5624486" y="4535104"/>
              <a:ext cx="654741" cy="1859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73" y="21600"/>
                  </a:moveTo>
                  <a:cubicBezTo>
                    <a:pt x="15921" y="20459"/>
                    <a:pt x="17128" y="18923"/>
                    <a:pt x="18285" y="17003"/>
                  </a:cubicBezTo>
                  <a:cubicBezTo>
                    <a:pt x="19442" y="15083"/>
                    <a:pt x="20550" y="12779"/>
                    <a:pt x="21600" y="10104"/>
                  </a:cubicBezTo>
                  <a:lnTo>
                    <a:pt x="19532" y="0"/>
                  </a:lnTo>
                  <a:cubicBezTo>
                    <a:pt x="18662" y="2214"/>
                    <a:pt x="17743" y="4124"/>
                    <a:pt x="16783" y="5715"/>
                  </a:cubicBezTo>
                  <a:cubicBezTo>
                    <a:pt x="15820" y="7311"/>
                    <a:pt x="14822" y="8582"/>
                    <a:pt x="13787" y="9529"/>
                  </a:cubicBezTo>
                  <a:lnTo>
                    <a:pt x="14673" y="21600"/>
                  </a:lnTo>
                  <a:close/>
                  <a:moveTo>
                    <a:pt x="7310" y="19815"/>
                  </a:moveTo>
                  <a:lnTo>
                    <a:pt x="7715" y="7436"/>
                  </a:lnTo>
                  <a:cubicBezTo>
                    <a:pt x="6652" y="7002"/>
                    <a:pt x="5610" y="6226"/>
                    <a:pt x="4597" y="5114"/>
                  </a:cubicBezTo>
                  <a:cubicBezTo>
                    <a:pt x="3584" y="4002"/>
                    <a:pt x="2600" y="2556"/>
                    <a:pt x="1650" y="782"/>
                  </a:cubicBezTo>
                  <a:lnTo>
                    <a:pt x="0" y="11801"/>
                  </a:lnTo>
                  <a:cubicBezTo>
                    <a:pt x="1145" y="13940"/>
                    <a:pt x="2332" y="15683"/>
                    <a:pt x="3552" y="17021"/>
                  </a:cubicBezTo>
                  <a:cubicBezTo>
                    <a:pt x="4773" y="18360"/>
                    <a:pt x="6028" y="19294"/>
                    <a:pt x="7310" y="1981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7" name="Shape 16956">
              <a:extLst>
                <a:ext uri="{FF2B5EF4-FFF2-40B4-BE49-F238E27FC236}">
                  <a16:creationId xmlns:a16="http://schemas.microsoft.com/office/drawing/2014/main" id="{6BC4FF7A-9562-91CE-5FED-5BA415450444}"/>
                </a:ext>
              </a:extLst>
            </p:cNvPr>
            <p:cNvSpPr/>
            <p:nvPr/>
          </p:nvSpPr>
          <p:spPr>
            <a:xfrm>
              <a:off x="6369811" y="2162286"/>
              <a:ext cx="2346019" cy="23460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0" y="20206"/>
                  </a:moveTo>
                  <a:lnTo>
                    <a:pt x="1394" y="19510"/>
                  </a:lnTo>
                  <a:lnTo>
                    <a:pt x="0" y="20903"/>
                  </a:lnTo>
                  <a:lnTo>
                    <a:pt x="697" y="21600"/>
                  </a:lnTo>
                  <a:cubicBezTo>
                    <a:pt x="697" y="21600"/>
                    <a:pt x="2090" y="20206"/>
                    <a:pt x="2090" y="20206"/>
                  </a:cubicBezTo>
                  <a:close/>
                  <a:moveTo>
                    <a:pt x="4877" y="17419"/>
                  </a:moveTo>
                  <a:lnTo>
                    <a:pt x="4181" y="16723"/>
                  </a:lnTo>
                  <a:lnTo>
                    <a:pt x="2787" y="18116"/>
                  </a:lnTo>
                  <a:lnTo>
                    <a:pt x="3484" y="18813"/>
                  </a:lnTo>
                  <a:cubicBezTo>
                    <a:pt x="3484" y="18813"/>
                    <a:pt x="4877" y="17419"/>
                    <a:pt x="4877" y="17419"/>
                  </a:cubicBezTo>
                  <a:close/>
                  <a:moveTo>
                    <a:pt x="7665" y="14632"/>
                  </a:moveTo>
                  <a:lnTo>
                    <a:pt x="6968" y="13935"/>
                  </a:lnTo>
                  <a:lnTo>
                    <a:pt x="5574" y="15329"/>
                  </a:lnTo>
                  <a:lnTo>
                    <a:pt x="6271" y="16026"/>
                  </a:lnTo>
                  <a:cubicBezTo>
                    <a:pt x="6271" y="16026"/>
                    <a:pt x="7665" y="14632"/>
                    <a:pt x="7665" y="14632"/>
                  </a:cubicBezTo>
                  <a:close/>
                  <a:moveTo>
                    <a:pt x="10452" y="11845"/>
                  </a:moveTo>
                  <a:lnTo>
                    <a:pt x="9755" y="11148"/>
                  </a:lnTo>
                  <a:lnTo>
                    <a:pt x="8361" y="12542"/>
                  </a:lnTo>
                  <a:lnTo>
                    <a:pt x="9058" y="13239"/>
                  </a:lnTo>
                  <a:cubicBezTo>
                    <a:pt x="9058" y="13239"/>
                    <a:pt x="10452" y="11845"/>
                    <a:pt x="10452" y="11845"/>
                  </a:cubicBezTo>
                  <a:close/>
                  <a:moveTo>
                    <a:pt x="13239" y="9058"/>
                  </a:moveTo>
                  <a:lnTo>
                    <a:pt x="12542" y="8361"/>
                  </a:lnTo>
                  <a:lnTo>
                    <a:pt x="11148" y="9755"/>
                  </a:lnTo>
                  <a:lnTo>
                    <a:pt x="11845" y="10452"/>
                  </a:lnTo>
                  <a:cubicBezTo>
                    <a:pt x="11845" y="10452"/>
                    <a:pt x="13239" y="9058"/>
                    <a:pt x="13239" y="9058"/>
                  </a:cubicBezTo>
                  <a:close/>
                  <a:moveTo>
                    <a:pt x="16026" y="6271"/>
                  </a:moveTo>
                  <a:lnTo>
                    <a:pt x="15329" y="5574"/>
                  </a:lnTo>
                  <a:lnTo>
                    <a:pt x="13935" y="6968"/>
                  </a:lnTo>
                  <a:lnTo>
                    <a:pt x="14632" y="7665"/>
                  </a:lnTo>
                  <a:cubicBezTo>
                    <a:pt x="14632" y="7665"/>
                    <a:pt x="16026" y="6271"/>
                    <a:pt x="16026" y="6271"/>
                  </a:cubicBezTo>
                  <a:close/>
                  <a:moveTo>
                    <a:pt x="18813" y="3484"/>
                  </a:moveTo>
                  <a:lnTo>
                    <a:pt x="18116" y="2787"/>
                  </a:lnTo>
                  <a:lnTo>
                    <a:pt x="16722" y="4181"/>
                  </a:lnTo>
                  <a:lnTo>
                    <a:pt x="17419" y="4878"/>
                  </a:lnTo>
                  <a:cubicBezTo>
                    <a:pt x="17419" y="4878"/>
                    <a:pt x="18813" y="3484"/>
                    <a:pt x="18813" y="3484"/>
                  </a:cubicBezTo>
                  <a:close/>
                  <a:moveTo>
                    <a:pt x="21600" y="697"/>
                  </a:moveTo>
                  <a:lnTo>
                    <a:pt x="20903" y="0"/>
                  </a:lnTo>
                  <a:lnTo>
                    <a:pt x="19510" y="1394"/>
                  </a:lnTo>
                  <a:lnTo>
                    <a:pt x="20206" y="2090"/>
                  </a:lnTo>
                  <a:cubicBezTo>
                    <a:pt x="20206" y="2090"/>
                    <a:pt x="21600" y="697"/>
                    <a:pt x="21600" y="69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8" name="Shape 16957">
              <a:extLst>
                <a:ext uri="{FF2B5EF4-FFF2-40B4-BE49-F238E27FC236}">
                  <a16:creationId xmlns:a16="http://schemas.microsoft.com/office/drawing/2014/main" id="{42397862-5A25-63ED-19A6-1F339F9CF5CF}"/>
                </a:ext>
              </a:extLst>
            </p:cNvPr>
            <p:cNvSpPr/>
            <p:nvPr/>
          </p:nvSpPr>
          <p:spPr>
            <a:xfrm>
              <a:off x="8787662" y="47146"/>
              <a:ext cx="2043308" cy="20433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00" y="20000"/>
                  </a:moveTo>
                  <a:lnTo>
                    <a:pt x="1600" y="19200"/>
                  </a:lnTo>
                  <a:lnTo>
                    <a:pt x="0" y="20800"/>
                  </a:lnTo>
                  <a:lnTo>
                    <a:pt x="800" y="21600"/>
                  </a:lnTo>
                  <a:lnTo>
                    <a:pt x="2400" y="20000"/>
                  </a:lnTo>
                  <a:close/>
                  <a:moveTo>
                    <a:pt x="5600" y="16800"/>
                  </a:moveTo>
                  <a:lnTo>
                    <a:pt x="4800" y="16000"/>
                  </a:lnTo>
                  <a:lnTo>
                    <a:pt x="3200" y="17600"/>
                  </a:lnTo>
                  <a:lnTo>
                    <a:pt x="4000" y="18400"/>
                  </a:lnTo>
                  <a:lnTo>
                    <a:pt x="5600" y="16800"/>
                  </a:lnTo>
                  <a:close/>
                  <a:moveTo>
                    <a:pt x="8800" y="13600"/>
                  </a:moveTo>
                  <a:lnTo>
                    <a:pt x="8000" y="12800"/>
                  </a:lnTo>
                  <a:lnTo>
                    <a:pt x="6400" y="14400"/>
                  </a:lnTo>
                  <a:lnTo>
                    <a:pt x="7200" y="15200"/>
                  </a:lnTo>
                  <a:lnTo>
                    <a:pt x="8800" y="13600"/>
                  </a:lnTo>
                  <a:close/>
                  <a:moveTo>
                    <a:pt x="12000" y="10400"/>
                  </a:moveTo>
                  <a:lnTo>
                    <a:pt x="11200" y="9600"/>
                  </a:lnTo>
                  <a:lnTo>
                    <a:pt x="9600" y="11200"/>
                  </a:lnTo>
                  <a:lnTo>
                    <a:pt x="10400" y="12000"/>
                  </a:lnTo>
                  <a:lnTo>
                    <a:pt x="12000" y="10400"/>
                  </a:lnTo>
                  <a:close/>
                  <a:moveTo>
                    <a:pt x="15200" y="7200"/>
                  </a:moveTo>
                  <a:lnTo>
                    <a:pt x="14400" y="6400"/>
                  </a:lnTo>
                  <a:lnTo>
                    <a:pt x="12800" y="8000"/>
                  </a:lnTo>
                  <a:lnTo>
                    <a:pt x="13600" y="8800"/>
                  </a:lnTo>
                  <a:lnTo>
                    <a:pt x="15200" y="7200"/>
                  </a:lnTo>
                  <a:close/>
                  <a:moveTo>
                    <a:pt x="18400" y="4000"/>
                  </a:moveTo>
                  <a:lnTo>
                    <a:pt x="17600" y="3200"/>
                  </a:lnTo>
                  <a:lnTo>
                    <a:pt x="16000" y="4800"/>
                  </a:lnTo>
                  <a:lnTo>
                    <a:pt x="16800" y="5600"/>
                  </a:lnTo>
                  <a:lnTo>
                    <a:pt x="18400" y="4000"/>
                  </a:lnTo>
                  <a:close/>
                  <a:moveTo>
                    <a:pt x="21600" y="800"/>
                  </a:moveTo>
                  <a:lnTo>
                    <a:pt x="20800" y="0"/>
                  </a:lnTo>
                  <a:lnTo>
                    <a:pt x="19200" y="1600"/>
                  </a:lnTo>
                  <a:lnTo>
                    <a:pt x="20000" y="2400"/>
                  </a:lnTo>
                  <a:lnTo>
                    <a:pt x="21600" y="8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B0AE57E-973F-BCFC-D261-73AF9AE3293B}"/>
              </a:ext>
            </a:extLst>
          </p:cNvPr>
          <p:cNvSpPr txBox="1"/>
          <p:nvPr/>
        </p:nvSpPr>
        <p:spPr>
          <a:xfrm>
            <a:off x="2502191" y="1009792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>
                <a:solidFill>
                  <a:srgbClr val="002060"/>
                </a:solidFill>
              </a:rPr>
              <a:t>Dual Studies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4C05B7F-6387-56DA-E4E5-60A1E9B24DBA}"/>
              </a:ext>
            </a:extLst>
          </p:cNvPr>
          <p:cNvCxnSpPr/>
          <p:nvPr/>
        </p:nvCxnSpPr>
        <p:spPr bwMode="auto">
          <a:xfrm>
            <a:off x="3710210" y="1739374"/>
            <a:ext cx="392227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A8A07E7-62D5-6C37-FE1C-A34C6E4613B7}"/>
              </a:ext>
            </a:extLst>
          </p:cNvPr>
          <p:cNvSpPr/>
          <p:nvPr/>
        </p:nvSpPr>
        <p:spPr bwMode="auto">
          <a:xfrm>
            <a:off x="2639413" y="1631096"/>
            <a:ext cx="1070797" cy="540321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sz="9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Eurofighter FCC SAT:</a:t>
            </a:r>
            <a:br>
              <a:rPr kumimoji="0" lang="en-DE" sz="7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en-DE" sz="5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Regression Testing</a:t>
            </a:r>
            <a:endParaRPr kumimoji="0" lang="en-DE" sz="7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83CD22F-2917-E61C-D662-C2BC332E3EC0}"/>
              </a:ext>
            </a:extLst>
          </p:cNvPr>
          <p:cNvCxnSpPr/>
          <p:nvPr/>
        </p:nvCxnSpPr>
        <p:spPr bwMode="auto">
          <a:xfrm>
            <a:off x="3730705" y="3599440"/>
            <a:ext cx="36626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A93FF1C-7813-BEC7-A491-003BD82D1D8F}"/>
              </a:ext>
            </a:extLst>
          </p:cNvPr>
          <p:cNvSpPr/>
          <p:nvPr/>
        </p:nvSpPr>
        <p:spPr bwMode="auto">
          <a:xfrm>
            <a:off x="2659908" y="3491162"/>
            <a:ext cx="1070797" cy="84129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sz="9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Eurofighter Sales – Bid Management:</a:t>
            </a:r>
          </a:p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DE" sz="5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Process Optimization</a:t>
            </a:r>
            <a:endParaRPr kumimoji="0" lang="en-DE" sz="5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A8E3F09-88CE-D8E8-8F71-EAA99E7B1CB4}"/>
              </a:ext>
            </a:extLst>
          </p:cNvPr>
          <p:cNvCxnSpPr/>
          <p:nvPr/>
        </p:nvCxnSpPr>
        <p:spPr bwMode="auto">
          <a:xfrm>
            <a:off x="4790604" y="4014255"/>
            <a:ext cx="118378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80DB210-8DD6-910C-82CB-371FB636AF22}"/>
              </a:ext>
            </a:extLst>
          </p:cNvPr>
          <p:cNvSpPr/>
          <p:nvPr/>
        </p:nvSpPr>
        <p:spPr bwMode="auto">
          <a:xfrm>
            <a:off x="4908982" y="3870679"/>
            <a:ext cx="1380767" cy="647269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sz="9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Eurodrone Chief Engineering:</a:t>
            </a:r>
          </a:p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DE" sz="5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Optimization of Design to Value process</a:t>
            </a:r>
            <a:endParaRPr kumimoji="0" lang="en-DE" sz="5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704D572-9F0D-2D95-01C4-D7FC5E9052A8}"/>
              </a:ext>
            </a:extLst>
          </p:cNvPr>
          <p:cNvCxnSpPr/>
          <p:nvPr/>
        </p:nvCxnSpPr>
        <p:spPr bwMode="auto">
          <a:xfrm>
            <a:off x="5243898" y="2872585"/>
            <a:ext cx="176961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8D0D09D-ED32-6C66-8E5A-AF74593773EC}"/>
              </a:ext>
            </a:extLst>
          </p:cNvPr>
          <p:cNvSpPr/>
          <p:nvPr/>
        </p:nvSpPr>
        <p:spPr bwMode="auto">
          <a:xfrm>
            <a:off x="5433003" y="2333490"/>
            <a:ext cx="852504" cy="647269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sz="9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Semester abroad:</a:t>
            </a:r>
          </a:p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sz="5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One Semester at U</a:t>
            </a:r>
            <a:r>
              <a:rPr lang="en-DE" sz="5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FSC, Florianopolis, Brazil in portuguese</a:t>
            </a:r>
            <a:endParaRPr kumimoji="0" lang="en-DE" sz="5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1A75AC3-C8A4-DCCB-6B10-42D53BFB5682}"/>
              </a:ext>
            </a:extLst>
          </p:cNvPr>
          <p:cNvCxnSpPr>
            <a:endCxn id="66" idx="1"/>
          </p:cNvCxnSpPr>
          <p:nvPr/>
        </p:nvCxnSpPr>
        <p:spPr bwMode="auto">
          <a:xfrm flipV="1">
            <a:off x="6892879" y="2960605"/>
            <a:ext cx="852504" cy="4556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E8EF542-5596-558C-BFED-FFE1D4E5193D}"/>
              </a:ext>
            </a:extLst>
          </p:cNvPr>
          <p:cNvSpPr/>
          <p:nvPr/>
        </p:nvSpPr>
        <p:spPr bwMode="auto">
          <a:xfrm>
            <a:off x="7745383" y="2387365"/>
            <a:ext cx="1083699" cy="114648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sz="9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Regional ADS Sales in Singapore: </a:t>
            </a:r>
            <a:r>
              <a:rPr lang="en-DE" sz="5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Strategic Market Research for Southeast asian markets and wide ADS portfolio including CI, Space, MRO,…</a:t>
            </a:r>
            <a:endParaRPr kumimoji="0" lang="en-DE" sz="5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6BC1412-82F3-4AA5-A835-6AEA05FDF34C}"/>
              </a:ext>
            </a:extLst>
          </p:cNvPr>
          <p:cNvCxnSpPr/>
          <p:nvPr/>
        </p:nvCxnSpPr>
        <p:spPr bwMode="auto">
          <a:xfrm>
            <a:off x="7003685" y="2079580"/>
            <a:ext cx="392227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4F900AA8-B194-B17C-B412-AF4BF1265554}"/>
              </a:ext>
            </a:extLst>
          </p:cNvPr>
          <p:cNvSpPr/>
          <p:nvPr/>
        </p:nvSpPr>
        <p:spPr bwMode="auto">
          <a:xfrm>
            <a:off x="6105229" y="1737035"/>
            <a:ext cx="898456" cy="505979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DE" sz="9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ADS IC/O</a:t>
            </a:r>
            <a:r>
              <a:rPr kumimoji="0" lang="en-DE" sz="9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:</a:t>
            </a:r>
            <a:br>
              <a:rPr kumimoji="0" lang="en-DE" sz="9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en-DE" sz="5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Support in eMRTT offer for Brazil and Process optimization</a:t>
            </a:r>
            <a:endParaRPr kumimoji="0" lang="en-DE" sz="7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42EC4C-52D5-EE1A-7E06-408F70D847CC}"/>
              </a:ext>
            </a:extLst>
          </p:cNvPr>
          <p:cNvSpPr txBox="1"/>
          <p:nvPr/>
        </p:nvSpPr>
        <p:spPr>
          <a:xfrm>
            <a:off x="7265785" y="1427240"/>
            <a:ext cx="146005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DE" sz="1000" dirty="0">
                <a:solidFill>
                  <a:srgbClr val="002060"/>
                </a:solidFill>
              </a:rPr>
              <a:t>Graduation 03.2024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C56ED26-D852-655E-B5D4-E66A165A0345}"/>
              </a:ext>
            </a:extLst>
          </p:cNvPr>
          <p:cNvCxnSpPr/>
          <p:nvPr/>
        </p:nvCxnSpPr>
        <p:spPr bwMode="auto">
          <a:xfrm>
            <a:off x="259211" y="4750469"/>
            <a:ext cx="9260158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B073BD0-07C5-5E8C-6E0D-F7B172D1CD60}"/>
              </a:ext>
            </a:extLst>
          </p:cNvPr>
          <p:cNvSpPr txBox="1"/>
          <p:nvPr/>
        </p:nvSpPr>
        <p:spPr>
          <a:xfrm>
            <a:off x="3699704" y="1427240"/>
            <a:ext cx="101782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DE" sz="1050" dirty="0">
                <a:solidFill>
                  <a:srgbClr val="002060"/>
                </a:solidFill>
              </a:rPr>
              <a:t>Start 09.2020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F17EFBC-ECED-65FF-CE26-160DE170DABE}"/>
              </a:ext>
            </a:extLst>
          </p:cNvPr>
          <p:cNvSpPr txBox="1"/>
          <p:nvPr/>
        </p:nvSpPr>
        <p:spPr>
          <a:xfrm>
            <a:off x="107504" y="4775684"/>
            <a:ext cx="1971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>
                <a:solidFill>
                  <a:srgbClr val="002060"/>
                </a:solidFill>
              </a:rPr>
              <a:t>Programms &amp; Tools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4AE137-864C-4887-F78F-FAE5CF64219E}"/>
              </a:ext>
            </a:extLst>
          </p:cNvPr>
          <p:cNvSpPr txBox="1"/>
          <p:nvPr/>
        </p:nvSpPr>
        <p:spPr>
          <a:xfrm>
            <a:off x="190906" y="5104946"/>
            <a:ext cx="18193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Python basics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VBA and SQL basics</a:t>
            </a:r>
            <a:endParaRPr lang="en-DE" sz="1000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000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Atlassian Confluence &amp; Jira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G-Suite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MS-Office</a:t>
            </a:r>
          </a:p>
          <a:p>
            <a:endParaRPr lang="en-DE" sz="1000" dirty="0">
              <a:solidFill>
                <a:srgbClr val="002060"/>
              </a:solidFill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CB9A6ED-919E-DE85-6F18-F22FAF2F64C9}"/>
              </a:ext>
            </a:extLst>
          </p:cNvPr>
          <p:cNvGrpSpPr/>
          <p:nvPr/>
        </p:nvGrpSpPr>
        <p:grpSpPr>
          <a:xfrm>
            <a:off x="6727794" y="4785761"/>
            <a:ext cx="1260120" cy="1796113"/>
            <a:chOff x="5184088" y="4785761"/>
            <a:chExt cx="1260120" cy="1796113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E0AD833-83E7-EE02-11DF-6C329FEEDBB2}"/>
                </a:ext>
              </a:extLst>
            </p:cNvPr>
            <p:cNvSpPr txBox="1"/>
            <p:nvPr/>
          </p:nvSpPr>
          <p:spPr>
            <a:xfrm>
              <a:off x="5260155" y="4785761"/>
              <a:ext cx="9348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600" dirty="0">
                  <a:solidFill>
                    <a:srgbClr val="002060"/>
                  </a:solidFill>
                </a:rPr>
                <a:t>Hobbies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37629D2-5995-E3F2-B6F5-6225D9F75106}"/>
                </a:ext>
              </a:extLst>
            </p:cNvPr>
            <p:cNvSpPr txBox="1"/>
            <p:nvPr/>
          </p:nvSpPr>
          <p:spPr>
            <a:xfrm>
              <a:off x="5359012" y="5104546"/>
              <a:ext cx="108519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>
                  <a:solidFill>
                    <a:srgbClr val="002060"/>
                  </a:solidFill>
                </a:rPr>
                <a:t>Sports: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rgbClr val="002060"/>
                  </a:solidFill>
                </a:rPr>
                <a:t>Tennis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rgbClr val="002060"/>
                  </a:solidFill>
                </a:rPr>
                <a:t>Soccer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rgbClr val="002060"/>
                  </a:solidFill>
                </a:rPr>
                <a:t>Climbing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rgbClr val="002060"/>
                  </a:solidFill>
                </a:rPr>
                <a:t>Surfing</a:t>
              </a:r>
            </a:p>
            <a:p>
              <a:endParaRPr lang="en-DE" sz="1000" dirty="0">
                <a:solidFill>
                  <a:srgbClr val="002060"/>
                </a:solidFill>
              </a:endParaRPr>
            </a:p>
            <a:p>
              <a:r>
                <a:rPr lang="en-DE" sz="1000" dirty="0">
                  <a:solidFill>
                    <a:srgbClr val="002060"/>
                  </a:solidFill>
                </a:rPr>
                <a:t>Other: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rgbClr val="002060"/>
                  </a:solidFill>
                </a:rPr>
                <a:t>Travelling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rgbClr val="002060"/>
                  </a:solidFill>
                </a:rPr>
                <a:t>Politics</a:t>
              </a:r>
            </a:p>
          </p:txBody>
        </p:sp>
        <p:pic>
          <p:nvPicPr>
            <p:cNvPr id="93" name="Graphic 92" descr="Tennis outline">
              <a:extLst>
                <a:ext uri="{FF2B5EF4-FFF2-40B4-BE49-F238E27FC236}">
                  <a16:creationId xmlns:a16="http://schemas.microsoft.com/office/drawing/2014/main" id="{EAB80A1D-5C01-76B5-7256-82BCB29EA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184088" y="5161534"/>
              <a:ext cx="180000" cy="180000"/>
            </a:xfrm>
            <a:prstGeom prst="rect">
              <a:avLst/>
            </a:prstGeom>
          </p:spPr>
        </p:pic>
        <p:pic>
          <p:nvPicPr>
            <p:cNvPr id="95" name="Graphic 94" descr="Miscellaneous outline">
              <a:extLst>
                <a:ext uri="{FF2B5EF4-FFF2-40B4-BE49-F238E27FC236}">
                  <a16:creationId xmlns:a16="http://schemas.microsoft.com/office/drawing/2014/main" id="{F0CF615F-AD74-2855-650B-394A49BFF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184088" y="6057312"/>
              <a:ext cx="180000" cy="180000"/>
            </a:xfrm>
            <a:prstGeom prst="rect">
              <a:avLst/>
            </a:prstGeom>
          </p:spPr>
        </p:pic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5F0E74A-D5D3-DF10-1FDB-BDD28D2C5E43}"/>
              </a:ext>
            </a:extLst>
          </p:cNvPr>
          <p:cNvGrpSpPr/>
          <p:nvPr/>
        </p:nvGrpSpPr>
        <p:grpSpPr>
          <a:xfrm>
            <a:off x="4067944" y="4787377"/>
            <a:ext cx="2551818" cy="1794497"/>
            <a:chOff x="2524238" y="4787377"/>
            <a:chExt cx="2551818" cy="1794497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4AC6A3C-D0A5-36BF-40B5-43ADEB1E69FB}"/>
                </a:ext>
              </a:extLst>
            </p:cNvPr>
            <p:cNvSpPr txBox="1"/>
            <p:nvPr/>
          </p:nvSpPr>
          <p:spPr>
            <a:xfrm>
              <a:off x="2614669" y="4787377"/>
              <a:ext cx="15071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sz="1600" dirty="0">
                  <a:solidFill>
                    <a:srgbClr val="002060"/>
                  </a:solidFill>
                </a:rPr>
                <a:t>Extracurricular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9442EB9-8937-7C65-9BC0-47F3D910B672}"/>
                </a:ext>
              </a:extLst>
            </p:cNvPr>
            <p:cNvSpPr txBox="1"/>
            <p:nvPr/>
          </p:nvSpPr>
          <p:spPr>
            <a:xfrm>
              <a:off x="2696105" y="5104546"/>
              <a:ext cx="237995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>
                  <a:solidFill>
                    <a:srgbClr val="002060"/>
                  </a:solidFill>
                </a:rPr>
                <a:t>c</a:t>
              </a:r>
              <a:r>
                <a:rPr lang="en-DE" sz="1000" dirty="0">
                  <a:solidFill>
                    <a:srgbClr val="002060"/>
                  </a:solidFill>
                </a:rPr>
                <a:t>onsult.IN (Students Consultancy):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rgbClr val="002060"/>
                  </a:solidFill>
                </a:rPr>
                <a:t>O</a:t>
              </a:r>
              <a:r>
                <a:rPr lang="en-DE" sz="1000" dirty="0">
                  <a:solidFill>
                    <a:srgbClr val="002060"/>
                  </a:solidFill>
                </a:rPr>
                <a:t>ne Period as CEO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rgbClr val="002060"/>
                  </a:solidFill>
                </a:rPr>
                <a:t>several internal and external Projects</a:t>
              </a:r>
            </a:p>
            <a:p>
              <a:endParaRPr lang="en-DE" sz="1000" dirty="0">
                <a:solidFill>
                  <a:srgbClr val="002060"/>
                </a:solidFill>
              </a:endParaRPr>
            </a:p>
            <a:p>
              <a:r>
                <a:rPr lang="en-DE" sz="1000" dirty="0">
                  <a:solidFill>
                    <a:srgbClr val="002060"/>
                  </a:solidFill>
                </a:rPr>
                <a:t>Baan Gerda (Orphanage in Thailand):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rgbClr val="002060"/>
                  </a:solidFill>
                </a:rPr>
                <a:t>Child care support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rgbClr val="002060"/>
                  </a:solidFill>
                </a:rPr>
                <a:t>Teaching activities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rgbClr val="002060"/>
                  </a:solidFill>
                </a:rPr>
                <a:t>H</a:t>
              </a:r>
              <a:r>
                <a:rPr lang="en-DE" sz="1000" dirty="0">
                  <a:solidFill>
                    <a:srgbClr val="002060"/>
                  </a:solidFill>
                </a:rPr>
                <a:t>ouse keeping support</a:t>
              </a:r>
            </a:p>
          </p:txBody>
        </p:sp>
        <p:pic>
          <p:nvPicPr>
            <p:cNvPr id="91" name="Graphic 90" descr="Presentation with checklist outline">
              <a:extLst>
                <a:ext uri="{FF2B5EF4-FFF2-40B4-BE49-F238E27FC236}">
                  <a16:creationId xmlns:a16="http://schemas.microsoft.com/office/drawing/2014/main" id="{6C371748-25CA-95FE-902F-BDF91C29B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524238" y="5151528"/>
              <a:ext cx="180000" cy="180000"/>
            </a:xfrm>
            <a:prstGeom prst="rect">
              <a:avLst/>
            </a:prstGeom>
          </p:spPr>
        </p:pic>
        <p:pic>
          <p:nvPicPr>
            <p:cNvPr id="97" name="Graphic 96" descr="Earth Globe - Asia with solid fill">
              <a:extLst>
                <a:ext uri="{FF2B5EF4-FFF2-40B4-BE49-F238E27FC236}">
                  <a16:creationId xmlns:a16="http://schemas.microsoft.com/office/drawing/2014/main" id="{43C797D3-8DC5-D0CE-EFA8-290F579AD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524669" y="5899084"/>
              <a:ext cx="180000" cy="180000"/>
            </a:xfrm>
            <a:prstGeom prst="rect">
              <a:avLst/>
            </a:prstGeom>
          </p:spPr>
        </p:pic>
      </p:grp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2B57AAB3-3AFB-F499-5107-E1DA05F45749}"/>
              </a:ext>
            </a:extLst>
          </p:cNvPr>
          <p:cNvCxnSpPr/>
          <p:nvPr/>
        </p:nvCxnSpPr>
        <p:spPr bwMode="auto">
          <a:xfrm>
            <a:off x="6554457" y="4759169"/>
            <a:ext cx="913" cy="2107531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12D8457-A28C-271A-D91F-928A41E3870E}"/>
              </a:ext>
            </a:extLst>
          </p:cNvPr>
          <p:cNvCxnSpPr/>
          <p:nvPr/>
        </p:nvCxnSpPr>
        <p:spPr bwMode="auto">
          <a:xfrm>
            <a:off x="2053406" y="4750469"/>
            <a:ext cx="913" cy="2107531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F6F0CEC6-DB8A-5DD8-AB1D-0DD316FD1866}"/>
              </a:ext>
            </a:extLst>
          </p:cNvPr>
          <p:cNvCxnSpPr/>
          <p:nvPr/>
        </p:nvCxnSpPr>
        <p:spPr bwMode="auto">
          <a:xfrm>
            <a:off x="3920623" y="4750469"/>
            <a:ext cx="913" cy="2107531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accent5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F8B5B70-E5FB-9D37-9F2F-E5B778884D3A}"/>
              </a:ext>
            </a:extLst>
          </p:cNvPr>
          <p:cNvSpPr txBox="1"/>
          <p:nvPr/>
        </p:nvSpPr>
        <p:spPr>
          <a:xfrm>
            <a:off x="2225755" y="4765992"/>
            <a:ext cx="1494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>
                <a:solidFill>
                  <a:srgbClr val="002060"/>
                </a:solidFill>
              </a:rPr>
              <a:t>Competencies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A976D6E-C82E-3022-1BAC-F11842AC4AE1}"/>
              </a:ext>
            </a:extLst>
          </p:cNvPr>
          <p:cNvSpPr txBox="1"/>
          <p:nvPr/>
        </p:nvSpPr>
        <p:spPr>
          <a:xfrm>
            <a:off x="2345232" y="5099588"/>
            <a:ext cx="14285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Ecosystem Mappings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Market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Competitors-analysis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Agile 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Confluence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260302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F440363-D6CD-2A03-D9C8-2A4C27B1CE19}"/>
              </a:ext>
            </a:extLst>
          </p:cNvPr>
          <p:cNvSpPr/>
          <p:nvPr/>
        </p:nvSpPr>
        <p:spPr bwMode="auto">
          <a:xfrm>
            <a:off x="2053406" y="4748542"/>
            <a:ext cx="1867217" cy="1860065"/>
          </a:xfrm>
          <a:prstGeom prst="rect">
            <a:avLst/>
          </a:prstGeom>
          <a:solidFill>
            <a:srgbClr val="002060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CE717E-F9CB-7614-A330-FA6BEE564B16}"/>
              </a:ext>
            </a:extLst>
          </p:cNvPr>
          <p:cNvSpPr/>
          <p:nvPr/>
        </p:nvSpPr>
        <p:spPr bwMode="auto">
          <a:xfrm>
            <a:off x="7837589" y="4748542"/>
            <a:ext cx="1306411" cy="1560778"/>
          </a:xfrm>
          <a:prstGeom prst="rect">
            <a:avLst/>
          </a:prstGeom>
          <a:solidFill>
            <a:schemeClr val="bg2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D8915B-F187-CE4F-A1C1-640C0D499703}"/>
              </a:ext>
            </a:extLst>
          </p:cNvPr>
          <p:cNvSpPr/>
          <p:nvPr/>
        </p:nvSpPr>
        <p:spPr bwMode="auto">
          <a:xfrm>
            <a:off x="0" y="941935"/>
            <a:ext cx="2411760" cy="3802058"/>
          </a:xfrm>
          <a:prstGeom prst="rect">
            <a:avLst/>
          </a:prstGeom>
          <a:solidFill>
            <a:schemeClr val="bg2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564395-A51A-E806-BD0D-D039F50361F1}"/>
              </a:ext>
            </a:extLst>
          </p:cNvPr>
          <p:cNvSpPr/>
          <p:nvPr/>
        </p:nvSpPr>
        <p:spPr bwMode="auto">
          <a:xfrm>
            <a:off x="0" y="4748541"/>
            <a:ext cx="2053406" cy="18600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155F11-AB96-350E-1E8F-2ED6DEFDB355}"/>
              </a:ext>
            </a:extLst>
          </p:cNvPr>
          <p:cNvSpPr/>
          <p:nvPr/>
        </p:nvSpPr>
        <p:spPr bwMode="auto">
          <a:xfrm>
            <a:off x="6516216" y="4748542"/>
            <a:ext cx="1324242" cy="1860066"/>
          </a:xfrm>
          <a:prstGeom prst="rect">
            <a:avLst/>
          </a:prstGeom>
          <a:solidFill>
            <a:srgbClr val="002060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FFF7D2-1236-53AB-85E1-B5EA5E071629}"/>
              </a:ext>
            </a:extLst>
          </p:cNvPr>
          <p:cNvSpPr/>
          <p:nvPr/>
        </p:nvSpPr>
        <p:spPr bwMode="auto">
          <a:xfrm>
            <a:off x="3920623" y="4748542"/>
            <a:ext cx="2633834" cy="1858802"/>
          </a:xfrm>
          <a:prstGeom prst="rect">
            <a:avLst/>
          </a:prstGeom>
          <a:solidFill>
            <a:schemeClr val="bg2"/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F4CA6A-A182-1500-746E-EF81B972EA67}"/>
              </a:ext>
            </a:extLst>
          </p:cNvPr>
          <p:cNvSpPr/>
          <p:nvPr/>
        </p:nvSpPr>
        <p:spPr bwMode="auto">
          <a:xfrm>
            <a:off x="2397851" y="941934"/>
            <a:ext cx="6746149" cy="38053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sz="15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FEE41-5207-4667-5E05-26D9AB58254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4013" y="587717"/>
            <a:ext cx="7530355" cy="431577"/>
          </a:xfrm>
        </p:spPr>
        <p:txBody>
          <a:bodyPr/>
          <a:lstStyle/>
          <a:p>
            <a:r>
              <a:rPr lang="en-DE" dirty="0"/>
              <a:t>Lucas van Kesteren</a:t>
            </a:r>
          </a:p>
        </p:txBody>
      </p:sp>
      <p:pic>
        <p:nvPicPr>
          <p:cNvPr id="6" name="Bildplatzhalter 14" descr="Ein Bild, das Person, Mann, Wand, drinnen enthält.&#10;&#10;Automatisch generierte Beschreibung">
            <a:extLst>
              <a:ext uri="{FF2B5EF4-FFF2-40B4-BE49-F238E27FC236}">
                <a16:creationId xmlns:a16="http://schemas.microsoft.com/office/drawing/2014/main" id="{7296FF19-2CD2-BB93-6F9D-AC233A6B6F2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3" b="12517"/>
          <a:stretch/>
        </p:blipFill>
        <p:spPr>
          <a:xfrm>
            <a:off x="209997" y="979934"/>
            <a:ext cx="1800225" cy="2305050"/>
          </a:xfrm>
        </p:spPr>
      </p:pic>
      <p:pic>
        <p:nvPicPr>
          <p:cNvPr id="4" name="Grafik 75" descr="E-Mail">
            <a:extLst>
              <a:ext uri="{FF2B5EF4-FFF2-40B4-BE49-F238E27FC236}">
                <a16:creationId xmlns:a16="http://schemas.microsoft.com/office/drawing/2014/main" id="{8A5BBFD7-E838-8482-552F-F01B323F93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9997" y="4099263"/>
            <a:ext cx="180000" cy="180000"/>
          </a:xfrm>
          <a:prstGeom prst="rect">
            <a:avLst/>
          </a:prstGeom>
        </p:spPr>
      </p:pic>
      <p:pic>
        <p:nvPicPr>
          <p:cNvPr id="5" name="Grafik 79" descr="Erdkugel Europa-Afrika">
            <a:extLst>
              <a:ext uri="{FF2B5EF4-FFF2-40B4-BE49-F238E27FC236}">
                <a16:creationId xmlns:a16="http://schemas.microsoft.com/office/drawing/2014/main" id="{93DA7B09-1A17-8A6E-6084-F4DE5410FC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997" y="3764681"/>
            <a:ext cx="180000" cy="180000"/>
          </a:xfrm>
          <a:prstGeom prst="rect">
            <a:avLst/>
          </a:prstGeom>
        </p:spPr>
      </p:pic>
      <p:pic>
        <p:nvPicPr>
          <p:cNvPr id="7" name="Grafik 19" descr="Bücher">
            <a:extLst>
              <a:ext uri="{FF2B5EF4-FFF2-40B4-BE49-F238E27FC236}">
                <a16:creationId xmlns:a16="http://schemas.microsoft.com/office/drawing/2014/main" id="{42ABAA0A-AF6C-A783-DE75-A6F3B1496D7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8386" y="3434791"/>
            <a:ext cx="180000" cy="180000"/>
          </a:xfrm>
          <a:prstGeom prst="rect">
            <a:avLst/>
          </a:prstGeom>
        </p:spPr>
      </p:pic>
      <p:pic>
        <p:nvPicPr>
          <p:cNvPr id="9" name="Grafik 13">
            <a:extLst>
              <a:ext uri="{FF2B5EF4-FFF2-40B4-BE49-F238E27FC236}">
                <a16:creationId xmlns:a16="http://schemas.microsoft.com/office/drawing/2014/main" id="{E97762A0-68B7-E2F1-3DD4-65BCA1A41F0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8386" y="4433845"/>
            <a:ext cx="180000" cy="1720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1CD171-8E26-564B-4759-D3AAC2D0100D}"/>
              </a:ext>
            </a:extLst>
          </p:cNvPr>
          <p:cNvSpPr txBox="1"/>
          <p:nvPr/>
        </p:nvSpPr>
        <p:spPr>
          <a:xfrm>
            <a:off x="388386" y="3324736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000" dirty="0">
                <a:solidFill>
                  <a:srgbClr val="002060"/>
                </a:solidFill>
              </a:rPr>
              <a:t>Engineering and Management (B.Eng.)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46C485-739B-A4FF-1A46-2976A7F3EF0F}"/>
              </a:ext>
            </a:extLst>
          </p:cNvPr>
          <p:cNvSpPr txBox="1"/>
          <p:nvPr/>
        </p:nvSpPr>
        <p:spPr>
          <a:xfrm>
            <a:off x="388386" y="3731570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000" dirty="0">
                <a:solidFill>
                  <a:srgbClr val="002060"/>
                </a:solidFill>
              </a:rPr>
              <a:t>Ger.; Port.; Eng.; Spa.; Fra.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BE6A22-84DC-59D1-968F-09F6CC47EF80}"/>
              </a:ext>
            </a:extLst>
          </p:cNvPr>
          <p:cNvSpPr txBox="1"/>
          <p:nvPr/>
        </p:nvSpPr>
        <p:spPr>
          <a:xfrm>
            <a:off x="388386" y="4066152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002060"/>
                </a:solidFill>
              </a:rPr>
              <a:t>L</a:t>
            </a:r>
            <a:r>
              <a:rPr lang="en-DE" sz="1000" dirty="0">
                <a:solidFill>
                  <a:srgbClr val="002060"/>
                </a:solidFill>
              </a:rPr>
              <a:t>ucas.van_kesteren@airbus.com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2EB846-DA73-9FD0-37BC-80EF487E4225}"/>
              </a:ext>
            </a:extLst>
          </p:cNvPr>
          <p:cNvSpPr txBox="1"/>
          <p:nvPr/>
        </p:nvSpPr>
        <p:spPr>
          <a:xfrm>
            <a:off x="388386" y="4319794"/>
            <a:ext cx="2160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i="0" dirty="0">
                <a:solidFill>
                  <a:srgbClr val="002060"/>
                </a:solidFill>
                <a:effectLst/>
                <a:latin typeface="-apple-system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linkedin.com/in/lucas-van-kesteren-b10278182</a:t>
            </a:r>
            <a:endParaRPr lang="en-DE" sz="1000" dirty="0">
              <a:solidFill>
                <a:srgbClr val="00206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9687E96-5FA4-CAC7-E165-8B44489B4647}"/>
              </a:ext>
            </a:extLst>
          </p:cNvPr>
          <p:cNvGrpSpPr/>
          <p:nvPr/>
        </p:nvGrpSpPr>
        <p:grpSpPr>
          <a:xfrm>
            <a:off x="4093059" y="1661645"/>
            <a:ext cx="3992085" cy="3016807"/>
            <a:chOff x="1386278" y="0"/>
            <a:chExt cx="9887180" cy="6858000"/>
          </a:xfrm>
        </p:grpSpPr>
        <p:sp>
          <p:nvSpPr>
            <p:cNvPr id="32" name="Shape 16940">
              <a:extLst>
                <a:ext uri="{FF2B5EF4-FFF2-40B4-BE49-F238E27FC236}">
                  <a16:creationId xmlns:a16="http://schemas.microsoft.com/office/drawing/2014/main" id="{23BF65C6-4DDB-EFAB-3AD4-385FC938ECC8}"/>
                </a:ext>
              </a:extLst>
            </p:cNvPr>
            <p:cNvSpPr/>
            <p:nvPr/>
          </p:nvSpPr>
          <p:spPr>
            <a:xfrm>
              <a:off x="2532510" y="2262273"/>
              <a:ext cx="874560" cy="13379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149" y="0"/>
                  </a:moveTo>
                  <a:cubicBezTo>
                    <a:pt x="9468" y="0"/>
                    <a:pt x="0" y="6207"/>
                    <a:pt x="0" y="13861"/>
                  </a:cubicBezTo>
                  <a:lnTo>
                    <a:pt x="0" y="21600"/>
                  </a:lnTo>
                  <a:lnTo>
                    <a:pt x="14102" y="21600"/>
                  </a:lnTo>
                  <a:lnTo>
                    <a:pt x="14102" y="13861"/>
                  </a:lnTo>
                  <a:cubicBezTo>
                    <a:pt x="14102" y="11309"/>
                    <a:pt x="17254" y="9244"/>
                    <a:pt x="21149" y="9244"/>
                  </a:cubicBezTo>
                  <a:cubicBezTo>
                    <a:pt x="21303" y="9244"/>
                    <a:pt x="21448" y="9268"/>
                    <a:pt x="21600" y="9275"/>
                  </a:cubicBezTo>
                  <a:lnTo>
                    <a:pt x="21600" y="16"/>
                  </a:lnTo>
                  <a:cubicBezTo>
                    <a:pt x="21449" y="13"/>
                    <a:pt x="21301" y="0"/>
                    <a:pt x="21149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33" name="Shape 16941">
              <a:extLst>
                <a:ext uri="{FF2B5EF4-FFF2-40B4-BE49-F238E27FC236}">
                  <a16:creationId xmlns:a16="http://schemas.microsoft.com/office/drawing/2014/main" id="{95753A66-7037-671C-2561-670E51CF76EF}"/>
                </a:ext>
              </a:extLst>
            </p:cNvPr>
            <p:cNvSpPr/>
            <p:nvPr/>
          </p:nvSpPr>
          <p:spPr>
            <a:xfrm>
              <a:off x="2532647" y="3595170"/>
              <a:ext cx="570846" cy="19366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  <a:cubicBezTo>
                    <a:pt x="0" y="21600"/>
                    <a:pt x="21600" y="21600"/>
                    <a:pt x="216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34" name="Shape 16942">
              <a:extLst>
                <a:ext uri="{FF2B5EF4-FFF2-40B4-BE49-F238E27FC236}">
                  <a16:creationId xmlns:a16="http://schemas.microsoft.com/office/drawing/2014/main" id="{9011E139-6906-D95F-4FAF-79E5ED6A9199}"/>
                </a:ext>
              </a:extLst>
            </p:cNvPr>
            <p:cNvSpPr/>
            <p:nvPr/>
          </p:nvSpPr>
          <p:spPr>
            <a:xfrm>
              <a:off x="1390115" y="5520212"/>
              <a:ext cx="1712559" cy="13377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5394"/>
                    <a:pt x="0" y="7739"/>
                  </a:cubicBezTo>
                  <a:lnTo>
                    <a:pt x="0" y="0"/>
                  </a:lnTo>
                  <a:lnTo>
                    <a:pt x="7200" y="0"/>
                  </a:lnTo>
                  <a:lnTo>
                    <a:pt x="7200" y="7739"/>
                  </a:lnTo>
                  <a:cubicBezTo>
                    <a:pt x="7200" y="10291"/>
                    <a:pt x="8811" y="12359"/>
                    <a:pt x="10800" y="12359"/>
                  </a:cubicBezTo>
                  <a:cubicBezTo>
                    <a:pt x="12788" y="12359"/>
                    <a:pt x="14400" y="10291"/>
                    <a:pt x="14400" y="7739"/>
                  </a:cubicBezTo>
                  <a:lnTo>
                    <a:pt x="14400" y="0"/>
                  </a:lnTo>
                  <a:lnTo>
                    <a:pt x="21600" y="0"/>
                  </a:lnTo>
                  <a:lnTo>
                    <a:pt x="21600" y="7739"/>
                  </a:lnTo>
                  <a:cubicBezTo>
                    <a:pt x="21600" y="15394"/>
                    <a:pt x="16764" y="21600"/>
                    <a:pt x="108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35" name="Shape 16943">
              <a:extLst>
                <a:ext uri="{FF2B5EF4-FFF2-40B4-BE49-F238E27FC236}">
                  <a16:creationId xmlns:a16="http://schemas.microsoft.com/office/drawing/2014/main" id="{56284DBE-C80E-9AC9-DF9A-33839EB35118}"/>
                </a:ext>
              </a:extLst>
            </p:cNvPr>
            <p:cNvSpPr/>
            <p:nvPr/>
          </p:nvSpPr>
          <p:spPr>
            <a:xfrm>
              <a:off x="1386278" y="3256"/>
              <a:ext cx="572388" cy="55239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42" y="0"/>
                  </a:moveTo>
                  <a:lnTo>
                    <a:pt x="21600" y="21600"/>
                  </a:lnTo>
                  <a:lnTo>
                    <a:pt x="58" y="21600"/>
                  </a:lnTo>
                  <a:lnTo>
                    <a:pt x="0" y="0"/>
                  </a:lnTo>
                  <a:lnTo>
                    <a:pt x="21542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36" name="Shape 16944">
              <a:extLst>
                <a:ext uri="{FF2B5EF4-FFF2-40B4-BE49-F238E27FC236}">
                  <a16:creationId xmlns:a16="http://schemas.microsoft.com/office/drawing/2014/main" id="{570B2D24-E4E3-5830-BE1B-F8E3E2F4C501}"/>
                </a:ext>
              </a:extLst>
            </p:cNvPr>
            <p:cNvSpPr/>
            <p:nvPr/>
          </p:nvSpPr>
          <p:spPr>
            <a:xfrm>
              <a:off x="3914464" y="2845754"/>
              <a:ext cx="1895695" cy="1893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001" y="21600"/>
                  </a:moveTo>
                  <a:lnTo>
                    <a:pt x="0" y="4605"/>
                  </a:lnTo>
                  <a:lnTo>
                    <a:pt x="4599" y="0"/>
                  </a:lnTo>
                  <a:lnTo>
                    <a:pt x="21600" y="16995"/>
                  </a:lnTo>
                  <a:lnTo>
                    <a:pt x="17001" y="2160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37" name="Shape 16945">
              <a:extLst>
                <a:ext uri="{FF2B5EF4-FFF2-40B4-BE49-F238E27FC236}">
                  <a16:creationId xmlns:a16="http://schemas.microsoft.com/office/drawing/2014/main" id="{7E4A9101-FF50-657E-B01F-A413A6E982B5}"/>
                </a:ext>
              </a:extLst>
            </p:cNvPr>
            <p:cNvSpPr/>
            <p:nvPr/>
          </p:nvSpPr>
          <p:spPr>
            <a:xfrm>
              <a:off x="2766941" y="2262273"/>
              <a:ext cx="1563703" cy="9946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4" extrusionOk="0">
                  <a:moveTo>
                    <a:pt x="8537" y="0"/>
                  </a:moveTo>
                  <a:cubicBezTo>
                    <a:pt x="5506" y="-6"/>
                    <a:pt x="2478" y="1807"/>
                    <a:pt x="168" y="5437"/>
                  </a:cubicBezTo>
                  <a:cubicBezTo>
                    <a:pt x="108" y="5531"/>
                    <a:pt x="58" y="5633"/>
                    <a:pt x="0" y="5729"/>
                  </a:cubicBezTo>
                  <a:lnTo>
                    <a:pt x="4255" y="12424"/>
                  </a:lnTo>
                  <a:lnTo>
                    <a:pt x="8383" y="12424"/>
                  </a:lnTo>
                  <a:lnTo>
                    <a:pt x="8383" y="12431"/>
                  </a:lnTo>
                  <a:cubicBezTo>
                    <a:pt x="9446" y="12363"/>
                    <a:pt x="10524" y="12953"/>
                    <a:pt x="11337" y="14232"/>
                  </a:cubicBezTo>
                  <a:lnTo>
                    <a:pt x="16022" y="21594"/>
                  </a:lnTo>
                  <a:lnTo>
                    <a:pt x="21600" y="12827"/>
                  </a:lnTo>
                  <a:lnTo>
                    <a:pt x="16916" y="5472"/>
                  </a:lnTo>
                  <a:cubicBezTo>
                    <a:pt x="14600" y="1833"/>
                    <a:pt x="11569" y="7"/>
                    <a:pt x="8537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D23DC637-C85B-AF0D-285D-14A04B2BE0E0}"/>
                </a:ext>
              </a:extLst>
            </p:cNvPr>
            <p:cNvSpPr/>
            <p:nvPr/>
          </p:nvSpPr>
          <p:spPr>
            <a:xfrm>
              <a:off x="6502668" y="0"/>
              <a:ext cx="4770790" cy="4382697"/>
            </a:xfrm>
            <a:custGeom>
              <a:avLst/>
              <a:gdLst>
                <a:gd name="connsiteX0" fmla="*/ 7585984 w 9112296"/>
                <a:gd name="connsiteY0" fmla="*/ 0 h 8371031"/>
                <a:gd name="connsiteX1" fmla="*/ 9086862 w 9112296"/>
                <a:gd name="connsiteY1" fmla="*/ 0 h 8371031"/>
                <a:gd name="connsiteX2" fmla="*/ 9112296 w 9112296"/>
                <a:gd name="connsiteY2" fmla="*/ 25434 h 8371031"/>
                <a:gd name="connsiteX3" fmla="*/ 8346720 w 9112296"/>
                <a:gd name="connsiteY3" fmla="*/ 791007 h 8371031"/>
                <a:gd name="connsiteX4" fmla="*/ 8346720 w 9112296"/>
                <a:gd name="connsiteY4" fmla="*/ 791105 h 8371031"/>
                <a:gd name="connsiteX5" fmla="*/ 770859 w 9112296"/>
                <a:gd name="connsiteY5" fmla="*/ 8371031 h 8371031"/>
                <a:gd name="connsiteX6" fmla="*/ 0 w 9112296"/>
                <a:gd name="connsiteY6" fmla="*/ 7599922 h 8371031"/>
                <a:gd name="connsiteX7" fmla="*/ 7541148 w 9112296"/>
                <a:gd name="connsiteY7" fmla="*/ 55095 h 8371031"/>
                <a:gd name="connsiteX8" fmla="*/ 7536020 w 9112296"/>
                <a:gd name="connsiteY8" fmla="*/ 49965 h 837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12296" h="8371031">
                  <a:moveTo>
                    <a:pt x="7585984" y="0"/>
                  </a:moveTo>
                  <a:lnTo>
                    <a:pt x="9086862" y="0"/>
                  </a:lnTo>
                  <a:lnTo>
                    <a:pt x="9112296" y="25434"/>
                  </a:lnTo>
                  <a:lnTo>
                    <a:pt x="8346720" y="791007"/>
                  </a:lnTo>
                  <a:lnTo>
                    <a:pt x="8346720" y="791105"/>
                  </a:lnTo>
                  <a:lnTo>
                    <a:pt x="770859" y="8371031"/>
                  </a:lnTo>
                  <a:lnTo>
                    <a:pt x="0" y="7599922"/>
                  </a:lnTo>
                  <a:lnTo>
                    <a:pt x="7541148" y="55095"/>
                  </a:lnTo>
                  <a:lnTo>
                    <a:pt x="7536020" y="49965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39" name="Shape 16947">
              <a:extLst>
                <a:ext uri="{FF2B5EF4-FFF2-40B4-BE49-F238E27FC236}">
                  <a16:creationId xmlns:a16="http://schemas.microsoft.com/office/drawing/2014/main" id="{94B1E3E9-FF85-299E-0EF0-DD61F8346155}"/>
                </a:ext>
              </a:extLst>
            </p:cNvPr>
            <p:cNvSpPr/>
            <p:nvPr/>
          </p:nvSpPr>
          <p:spPr>
            <a:xfrm>
              <a:off x="5361292" y="3957593"/>
              <a:ext cx="1563794" cy="994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916" extrusionOk="0">
                  <a:moveTo>
                    <a:pt x="169" y="14904"/>
                  </a:moveTo>
                  <a:cubicBezTo>
                    <a:pt x="4788" y="21600"/>
                    <a:pt x="12287" y="21584"/>
                    <a:pt x="16918" y="14872"/>
                  </a:cubicBezTo>
                  <a:lnTo>
                    <a:pt x="21600" y="8084"/>
                  </a:lnTo>
                  <a:lnTo>
                    <a:pt x="16023" y="0"/>
                  </a:lnTo>
                  <a:lnTo>
                    <a:pt x="11341" y="6788"/>
                  </a:lnTo>
                  <a:cubicBezTo>
                    <a:pt x="9798" y="9025"/>
                    <a:pt x="7302" y="9030"/>
                    <a:pt x="5761" y="6797"/>
                  </a:cubicBezTo>
                  <a:cubicBezTo>
                    <a:pt x="5700" y="6708"/>
                    <a:pt x="5658" y="6604"/>
                    <a:pt x="5602" y="6511"/>
                  </a:cubicBezTo>
                  <a:lnTo>
                    <a:pt x="0" y="14632"/>
                  </a:lnTo>
                  <a:cubicBezTo>
                    <a:pt x="58" y="14720"/>
                    <a:pt x="109" y="14817"/>
                    <a:pt x="169" y="149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Calibri" panose="020F0502020204030204" pitchFamily="34" charset="0"/>
              </a:endParaRPr>
            </a:p>
          </p:txBody>
        </p:sp>
        <p:sp>
          <p:nvSpPr>
            <p:cNvPr id="40" name="Shape 16949">
              <a:extLst>
                <a:ext uri="{FF2B5EF4-FFF2-40B4-BE49-F238E27FC236}">
                  <a16:creationId xmlns:a16="http://schemas.microsoft.com/office/drawing/2014/main" id="{39D6BF55-8514-EFD9-885A-E927EB46F700}"/>
                </a:ext>
              </a:extLst>
            </p:cNvPr>
            <p:cNvSpPr/>
            <p:nvPr/>
          </p:nvSpPr>
          <p:spPr>
            <a:xfrm>
              <a:off x="2779955" y="3608190"/>
              <a:ext cx="107042" cy="1926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400"/>
                  </a:lnTo>
                  <a:lnTo>
                    <a:pt x="21600" y="2400"/>
                  </a:lnTo>
                  <a:cubicBezTo>
                    <a:pt x="21600" y="2400"/>
                    <a:pt x="21600" y="0"/>
                    <a:pt x="21600" y="0"/>
                  </a:cubicBezTo>
                  <a:close/>
                  <a:moveTo>
                    <a:pt x="21600" y="4800"/>
                  </a:moveTo>
                  <a:lnTo>
                    <a:pt x="0" y="4800"/>
                  </a:lnTo>
                  <a:lnTo>
                    <a:pt x="0" y="7200"/>
                  </a:lnTo>
                  <a:lnTo>
                    <a:pt x="21600" y="7200"/>
                  </a:lnTo>
                  <a:cubicBezTo>
                    <a:pt x="21600" y="7200"/>
                    <a:pt x="21600" y="4800"/>
                    <a:pt x="21600" y="4800"/>
                  </a:cubicBezTo>
                  <a:close/>
                  <a:moveTo>
                    <a:pt x="21600" y="9600"/>
                  </a:moveTo>
                  <a:lnTo>
                    <a:pt x="0" y="9600"/>
                  </a:lnTo>
                  <a:lnTo>
                    <a:pt x="0" y="12000"/>
                  </a:lnTo>
                  <a:lnTo>
                    <a:pt x="21600" y="12000"/>
                  </a:lnTo>
                  <a:cubicBezTo>
                    <a:pt x="21600" y="12000"/>
                    <a:pt x="21600" y="9600"/>
                    <a:pt x="21600" y="9600"/>
                  </a:cubicBezTo>
                  <a:close/>
                  <a:moveTo>
                    <a:pt x="21600" y="14400"/>
                  </a:moveTo>
                  <a:lnTo>
                    <a:pt x="0" y="14400"/>
                  </a:lnTo>
                  <a:lnTo>
                    <a:pt x="0" y="16800"/>
                  </a:lnTo>
                  <a:lnTo>
                    <a:pt x="21600" y="16800"/>
                  </a:lnTo>
                  <a:cubicBezTo>
                    <a:pt x="21600" y="16800"/>
                    <a:pt x="21600" y="14400"/>
                    <a:pt x="21600" y="14400"/>
                  </a:cubicBezTo>
                  <a:close/>
                  <a:moveTo>
                    <a:pt x="21600" y="19200"/>
                  </a:moveTo>
                  <a:lnTo>
                    <a:pt x="0" y="19200"/>
                  </a:lnTo>
                  <a:lnTo>
                    <a:pt x="0" y="21600"/>
                  </a:lnTo>
                  <a:lnTo>
                    <a:pt x="21600" y="21600"/>
                  </a:lnTo>
                  <a:cubicBezTo>
                    <a:pt x="21600" y="21600"/>
                    <a:pt x="21600" y="19200"/>
                    <a:pt x="21600" y="1920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1" name="Shape 16950">
              <a:extLst>
                <a:ext uri="{FF2B5EF4-FFF2-40B4-BE49-F238E27FC236}">
                  <a16:creationId xmlns:a16="http://schemas.microsoft.com/office/drawing/2014/main" id="{3E3CB40D-7855-4F59-41C4-543C0FCB22D0}"/>
                </a:ext>
              </a:extLst>
            </p:cNvPr>
            <p:cNvSpPr/>
            <p:nvPr/>
          </p:nvSpPr>
          <p:spPr>
            <a:xfrm>
              <a:off x="1624406" y="5728533"/>
              <a:ext cx="1263017" cy="8897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1" y="16"/>
                  </a:moveTo>
                  <a:lnTo>
                    <a:pt x="0" y="16"/>
                  </a:lnTo>
                  <a:lnTo>
                    <a:pt x="0" y="5212"/>
                  </a:lnTo>
                  <a:lnTo>
                    <a:pt x="1831" y="5212"/>
                  </a:lnTo>
                  <a:cubicBezTo>
                    <a:pt x="1831" y="5212"/>
                    <a:pt x="1831" y="16"/>
                    <a:pt x="1831" y="16"/>
                  </a:cubicBezTo>
                  <a:close/>
                  <a:moveTo>
                    <a:pt x="3650" y="14188"/>
                  </a:moveTo>
                  <a:cubicBezTo>
                    <a:pt x="2976" y="12923"/>
                    <a:pt x="2480" y="11515"/>
                    <a:pt x="2174" y="9998"/>
                  </a:cubicBezTo>
                  <a:lnTo>
                    <a:pt x="415" y="10716"/>
                  </a:lnTo>
                  <a:cubicBezTo>
                    <a:pt x="783" y="12543"/>
                    <a:pt x="1380" y="14241"/>
                    <a:pt x="2192" y="15763"/>
                  </a:cubicBezTo>
                  <a:cubicBezTo>
                    <a:pt x="2192" y="15763"/>
                    <a:pt x="3650" y="14188"/>
                    <a:pt x="3650" y="14188"/>
                  </a:cubicBezTo>
                  <a:close/>
                  <a:moveTo>
                    <a:pt x="9157" y="19038"/>
                  </a:moveTo>
                  <a:cubicBezTo>
                    <a:pt x="8068" y="18750"/>
                    <a:pt x="7034" y="18180"/>
                    <a:pt x="6088" y="17347"/>
                  </a:cubicBezTo>
                  <a:lnTo>
                    <a:pt x="5123" y="19559"/>
                  </a:lnTo>
                  <a:cubicBezTo>
                    <a:pt x="6264" y="20567"/>
                    <a:pt x="7509" y="21252"/>
                    <a:pt x="8823" y="21600"/>
                  </a:cubicBezTo>
                  <a:cubicBezTo>
                    <a:pt x="8823" y="21600"/>
                    <a:pt x="9157" y="19038"/>
                    <a:pt x="9157" y="19038"/>
                  </a:cubicBezTo>
                  <a:close/>
                  <a:moveTo>
                    <a:pt x="16486" y="19550"/>
                  </a:moveTo>
                  <a:lnTo>
                    <a:pt x="15519" y="17338"/>
                  </a:lnTo>
                  <a:cubicBezTo>
                    <a:pt x="14573" y="18175"/>
                    <a:pt x="13542" y="18746"/>
                    <a:pt x="12451" y="19037"/>
                  </a:cubicBezTo>
                  <a:lnTo>
                    <a:pt x="12788" y="21596"/>
                  </a:lnTo>
                  <a:cubicBezTo>
                    <a:pt x="14102" y="21248"/>
                    <a:pt x="15346" y="20559"/>
                    <a:pt x="16486" y="19550"/>
                  </a:cubicBezTo>
                  <a:close/>
                  <a:moveTo>
                    <a:pt x="21187" y="10700"/>
                  </a:moveTo>
                  <a:lnTo>
                    <a:pt x="19427" y="9985"/>
                  </a:lnTo>
                  <a:cubicBezTo>
                    <a:pt x="19123" y="11501"/>
                    <a:pt x="18627" y="12911"/>
                    <a:pt x="17955" y="14177"/>
                  </a:cubicBezTo>
                  <a:lnTo>
                    <a:pt x="19414" y="15749"/>
                  </a:lnTo>
                  <a:cubicBezTo>
                    <a:pt x="20225" y="14226"/>
                    <a:pt x="20821" y="12527"/>
                    <a:pt x="21187" y="10700"/>
                  </a:cubicBezTo>
                  <a:close/>
                  <a:moveTo>
                    <a:pt x="21600" y="0"/>
                  </a:moveTo>
                  <a:lnTo>
                    <a:pt x="19769" y="0"/>
                  </a:lnTo>
                  <a:lnTo>
                    <a:pt x="19769" y="5196"/>
                  </a:lnTo>
                  <a:lnTo>
                    <a:pt x="21600" y="5196"/>
                  </a:lnTo>
                  <a:cubicBezTo>
                    <a:pt x="21600" y="5196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2" name="Shape 16951">
              <a:extLst>
                <a:ext uri="{FF2B5EF4-FFF2-40B4-BE49-F238E27FC236}">
                  <a16:creationId xmlns:a16="http://schemas.microsoft.com/office/drawing/2014/main" id="{03B187D0-0AEC-9E21-F3C4-7B3BCE9D2C17}"/>
                </a:ext>
              </a:extLst>
            </p:cNvPr>
            <p:cNvSpPr/>
            <p:nvPr/>
          </p:nvSpPr>
          <p:spPr>
            <a:xfrm>
              <a:off x="1635129" y="2314501"/>
              <a:ext cx="107040" cy="32107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160"/>
                  </a:moveTo>
                  <a:lnTo>
                    <a:pt x="0" y="20160"/>
                  </a:lnTo>
                  <a:lnTo>
                    <a:pt x="0" y="21600"/>
                  </a:lnTo>
                  <a:lnTo>
                    <a:pt x="21600" y="21600"/>
                  </a:lnTo>
                  <a:cubicBezTo>
                    <a:pt x="21600" y="21600"/>
                    <a:pt x="21600" y="20160"/>
                    <a:pt x="21600" y="20160"/>
                  </a:cubicBezTo>
                  <a:close/>
                  <a:moveTo>
                    <a:pt x="21600" y="17280"/>
                  </a:moveTo>
                  <a:lnTo>
                    <a:pt x="0" y="17280"/>
                  </a:lnTo>
                  <a:lnTo>
                    <a:pt x="0" y="18720"/>
                  </a:lnTo>
                  <a:lnTo>
                    <a:pt x="21600" y="18720"/>
                  </a:lnTo>
                  <a:cubicBezTo>
                    <a:pt x="21600" y="18720"/>
                    <a:pt x="21600" y="17280"/>
                    <a:pt x="21600" y="17280"/>
                  </a:cubicBezTo>
                  <a:close/>
                  <a:moveTo>
                    <a:pt x="21600" y="14400"/>
                  </a:moveTo>
                  <a:lnTo>
                    <a:pt x="0" y="14400"/>
                  </a:lnTo>
                  <a:lnTo>
                    <a:pt x="0" y="15840"/>
                  </a:lnTo>
                  <a:lnTo>
                    <a:pt x="21600" y="15840"/>
                  </a:lnTo>
                  <a:cubicBezTo>
                    <a:pt x="21600" y="15840"/>
                    <a:pt x="21600" y="14400"/>
                    <a:pt x="21600" y="14400"/>
                  </a:cubicBezTo>
                  <a:close/>
                  <a:moveTo>
                    <a:pt x="21600" y="11520"/>
                  </a:moveTo>
                  <a:lnTo>
                    <a:pt x="0" y="11520"/>
                  </a:lnTo>
                  <a:lnTo>
                    <a:pt x="0" y="12960"/>
                  </a:lnTo>
                  <a:lnTo>
                    <a:pt x="21600" y="12960"/>
                  </a:lnTo>
                  <a:cubicBezTo>
                    <a:pt x="21600" y="12960"/>
                    <a:pt x="21600" y="11520"/>
                    <a:pt x="21600" y="11520"/>
                  </a:cubicBezTo>
                  <a:close/>
                  <a:moveTo>
                    <a:pt x="21600" y="8640"/>
                  </a:moveTo>
                  <a:lnTo>
                    <a:pt x="0" y="8640"/>
                  </a:lnTo>
                  <a:lnTo>
                    <a:pt x="0" y="10080"/>
                  </a:lnTo>
                  <a:lnTo>
                    <a:pt x="21600" y="10080"/>
                  </a:lnTo>
                  <a:cubicBezTo>
                    <a:pt x="21600" y="10080"/>
                    <a:pt x="21600" y="8640"/>
                    <a:pt x="21600" y="8640"/>
                  </a:cubicBezTo>
                  <a:close/>
                  <a:moveTo>
                    <a:pt x="21600" y="5760"/>
                  </a:moveTo>
                  <a:lnTo>
                    <a:pt x="0" y="5760"/>
                  </a:lnTo>
                  <a:lnTo>
                    <a:pt x="0" y="7200"/>
                  </a:lnTo>
                  <a:lnTo>
                    <a:pt x="21600" y="7200"/>
                  </a:lnTo>
                  <a:cubicBezTo>
                    <a:pt x="21600" y="7200"/>
                    <a:pt x="21600" y="5760"/>
                    <a:pt x="21600" y="5760"/>
                  </a:cubicBezTo>
                  <a:close/>
                  <a:moveTo>
                    <a:pt x="21600" y="2880"/>
                  </a:moveTo>
                  <a:lnTo>
                    <a:pt x="0" y="2880"/>
                  </a:lnTo>
                  <a:lnTo>
                    <a:pt x="0" y="4320"/>
                  </a:lnTo>
                  <a:lnTo>
                    <a:pt x="21600" y="4320"/>
                  </a:lnTo>
                  <a:cubicBezTo>
                    <a:pt x="21600" y="4320"/>
                    <a:pt x="21600" y="2880"/>
                    <a:pt x="21600" y="2880"/>
                  </a:cubicBezTo>
                  <a:close/>
                  <a:moveTo>
                    <a:pt x="21600" y="0"/>
                  </a:moveTo>
                  <a:lnTo>
                    <a:pt x="0" y="0"/>
                  </a:lnTo>
                  <a:lnTo>
                    <a:pt x="0" y="1440"/>
                  </a:lnTo>
                  <a:lnTo>
                    <a:pt x="21600" y="1440"/>
                  </a:lnTo>
                  <a:cubicBezTo>
                    <a:pt x="21600" y="1440"/>
                    <a:pt x="21600" y="0"/>
                    <a:pt x="2160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3" name="Shape 16952">
              <a:extLst>
                <a:ext uri="{FF2B5EF4-FFF2-40B4-BE49-F238E27FC236}">
                  <a16:creationId xmlns:a16="http://schemas.microsoft.com/office/drawing/2014/main" id="{35F61483-A098-75AF-23B5-66CE89C35FC0}"/>
                </a:ext>
              </a:extLst>
            </p:cNvPr>
            <p:cNvSpPr/>
            <p:nvPr/>
          </p:nvSpPr>
          <p:spPr>
            <a:xfrm>
              <a:off x="1635129" y="179437"/>
              <a:ext cx="107040" cy="1926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200"/>
                  </a:moveTo>
                  <a:lnTo>
                    <a:pt x="0" y="1920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9200"/>
                  </a:lnTo>
                  <a:close/>
                  <a:moveTo>
                    <a:pt x="21600" y="14400"/>
                  </a:moveTo>
                  <a:lnTo>
                    <a:pt x="0" y="14400"/>
                  </a:lnTo>
                  <a:lnTo>
                    <a:pt x="0" y="16800"/>
                  </a:lnTo>
                  <a:lnTo>
                    <a:pt x="21600" y="16800"/>
                  </a:lnTo>
                  <a:lnTo>
                    <a:pt x="21600" y="14400"/>
                  </a:lnTo>
                  <a:close/>
                  <a:moveTo>
                    <a:pt x="21600" y="9600"/>
                  </a:moveTo>
                  <a:lnTo>
                    <a:pt x="0" y="9600"/>
                  </a:lnTo>
                  <a:lnTo>
                    <a:pt x="0" y="12000"/>
                  </a:lnTo>
                  <a:lnTo>
                    <a:pt x="21600" y="12000"/>
                  </a:lnTo>
                  <a:lnTo>
                    <a:pt x="21600" y="9600"/>
                  </a:lnTo>
                  <a:close/>
                  <a:moveTo>
                    <a:pt x="21600" y="4800"/>
                  </a:moveTo>
                  <a:lnTo>
                    <a:pt x="0" y="4800"/>
                  </a:lnTo>
                  <a:lnTo>
                    <a:pt x="0" y="7200"/>
                  </a:lnTo>
                  <a:lnTo>
                    <a:pt x="21600" y="7200"/>
                  </a:lnTo>
                  <a:lnTo>
                    <a:pt x="21600" y="4800"/>
                  </a:lnTo>
                  <a:close/>
                  <a:moveTo>
                    <a:pt x="21600" y="0"/>
                  </a:moveTo>
                  <a:lnTo>
                    <a:pt x="0" y="0"/>
                  </a:lnTo>
                  <a:lnTo>
                    <a:pt x="0" y="2400"/>
                  </a:lnTo>
                  <a:lnTo>
                    <a:pt x="21600" y="24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4" name="Shape 16953">
              <a:extLst>
                <a:ext uri="{FF2B5EF4-FFF2-40B4-BE49-F238E27FC236}">
                  <a16:creationId xmlns:a16="http://schemas.microsoft.com/office/drawing/2014/main" id="{B45943E1-ECBF-1479-60C1-FB688FB92A4E}"/>
                </a:ext>
              </a:extLst>
            </p:cNvPr>
            <p:cNvSpPr/>
            <p:nvPr/>
          </p:nvSpPr>
          <p:spPr>
            <a:xfrm>
              <a:off x="2766940" y="2496780"/>
              <a:ext cx="953715" cy="8891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24" y="16400"/>
                  </a:moveTo>
                  <a:lnTo>
                    <a:pt x="0" y="16400"/>
                  </a:lnTo>
                  <a:lnTo>
                    <a:pt x="0" y="21600"/>
                  </a:lnTo>
                  <a:lnTo>
                    <a:pt x="2424" y="21600"/>
                  </a:lnTo>
                  <a:lnTo>
                    <a:pt x="2424" y="16400"/>
                  </a:lnTo>
                  <a:close/>
                  <a:moveTo>
                    <a:pt x="2902" y="5842"/>
                  </a:moveTo>
                  <a:cubicBezTo>
                    <a:pt x="2365" y="6603"/>
                    <a:pt x="1899" y="7408"/>
                    <a:pt x="1506" y="8252"/>
                  </a:cubicBezTo>
                  <a:cubicBezTo>
                    <a:pt x="1113" y="9096"/>
                    <a:pt x="794" y="9978"/>
                    <a:pt x="550" y="10892"/>
                  </a:cubicBezTo>
                  <a:lnTo>
                    <a:pt x="2880" y="11610"/>
                  </a:lnTo>
                  <a:cubicBezTo>
                    <a:pt x="3082" y="10852"/>
                    <a:pt x="3347" y="10122"/>
                    <a:pt x="3674" y="9420"/>
                  </a:cubicBezTo>
                  <a:cubicBezTo>
                    <a:pt x="4000" y="8719"/>
                    <a:pt x="4388" y="8050"/>
                    <a:pt x="4834" y="7418"/>
                  </a:cubicBezTo>
                  <a:lnTo>
                    <a:pt x="2902" y="5842"/>
                  </a:lnTo>
                  <a:close/>
                  <a:moveTo>
                    <a:pt x="11684" y="0"/>
                  </a:moveTo>
                  <a:cubicBezTo>
                    <a:pt x="10814" y="174"/>
                    <a:pt x="9967" y="432"/>
                    <a:pt x="9148" y="774"/>
                  </a:cubicBezTo>
                  <a:cubicBezTo>
                    <a:pt x="8330" y="1115"/>
                    <a:pt x="7540" y="1538"/>
                    <a:pt x="6784" y="2042"/>
                  </a:cubicBezTo>
                  <a:lnTo>
                    <a:pt x="8063" y="4257"/>
                  </a:lnTo>
                  <a:cubicBezTo>
                    <a:pt x="8689" y="3839"/>
                    <a:pt x="9344" y="3488"/>
                    <a:pt x="10023" y="3206"/>
                  </a:cubicBezTo>
                  <a:cubicBezTo>
                    <a:pt x="10705" y="2922"/>
                    <a:pt x="11406" y="2708"/>
                    <a:pt x="12127" y="2564"/>
                  </a:cubicBezTo>
                  <a:lnTo>
                    <a:pt x="11684" y="0"/>
                  </a:lnTo>
                  <a:close/>
                  <a:moveTo>
                    <a:pt x="16703" y="751"/>
                  </a:moveTo>
                  <a:lnTo>
                    <a:pt x="16257" y="3312"/>
                  </a:lnTo>
                  <a:cubicBezTo>
                    <a:pt x="16979" y="3457"/>
                    <a:pt x="17682" y="3673"/>
                    <a:pt x="18361" y="3957"/>
                  </a:cubicBezTo>
                  <a:cubicBezTo>
                    <a:pt x="19039" y="4241"/>
                    <a:pt x="19694" y="4593"/>
                    <a:pt x="20320" y="5012"/>
                  </a:cubicBezTo>
                  <a:lnTo>
                    <a:pt x="21600" y="2798"/>
                  </a:lnTo>
                  <a:cubicBezTo>
                    <a:pt x="20845" y="2293"/>
                    <a:pt x="20056" y="1868"/>
                    <a:pt x="19238" y="1526"/>
                  </a:cubicBezTo>
                  <a:cubicBezTo>
                    <a:pt x="18420" y="1184"/>
                    <a:pt x="17573" y="925"/>
                    <a:pt x="16703" y="751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5" name="Shape 16954">
              <a:extLst>
                <a:ext uri="{FF2B5EF4-FFF2-40B4-BE49-F238E27FC236}">
                  <a16:creationId xmlns:a16="http://schemas.microsoft.com/office/drawing/2014/main" id="{714EEE89-662A-F9C3-C44C-F2642949F04A}"/>
                </a:ext>
              </a:extLst>
            </p:cNvPr>
            <p:cNvSpPr/>
            <p:nvPr/>
          </p:nvSpPr>
          <p:spPr>
            <a:xfrm>
              <a:off x="3797168" y="2744193"/>
              <a:ext cx="1740597" cy="17405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782" y="19722"/>
                  </a:moveTo>
                  <a:lnTo>
                    <a:pt x="19722" y="18782"/>
                  </a:lnTo>
                  <a:lnTo>
                    <a:pt x="21600" y="20661"/>
                  </a:lnTo>
                  <a:lnTo>
                    <a:pt x="20661" y="21600"/>
                  </a:lnTo>
                  <a:lnTo>
                    <a:pt x="18782" y="19722"/>
                  </a:lnTo>
                  <a:close/>
                  <a:moveTo>
                    <a:pt x="15026" y="15965"/>
                  </a:moveTo>
                  <a:lnTo>
                    <a:pt x="15965" y="15026"/>
                  </a:lnTo>
                  <a:lnTo>
                    <a:pt x="17843" y="16904"/>
                  </a:lnTo>
                  <a:lnTo>
                    <a:pt x="16904" y="17843"/>
                  </a:lnTo>
                  <a:lnTo>
                    <a:pt x="15026" y="15965"/>
                  </a:lnTo>
                  <a:close/>
                  <a:moveTo>
                    <a:pt x="11270" y="12209"/>
                  </a:moveTo>
                  <a:lnTo>
                    <a:pt x="12209" y="11270"/>
                  </a:lnTo>
                  <a:lnTo>
                    <a:pt x="14087" y="13148"/>
                  </a:lnTo>
                  <a:lnTo>
                    <a:pt x="13148" y="14087"/>
                  </a:lnTo>
                  <a:lnTo>
                    <a:pt x="11270" y="12209"/>
                  </a:lnTo>
                  <a:close/>
                  <a:moveTo>
                    <a:pt x="7513" y="8452"/>
                  </a:moveTo>
                  <a:lnTo>
                    <a:pt x="8452" y="7513"/>
                  </a:lnTo>
                  <a:lnTo>
                    <a:pt x="10330" y="9391"/>
                  </a:lnTo>
                  <a:lnTo>
                    <a:pt x="9391" y="10330"/>
                  </a:lnTo>
                  <a:lnTo>
                    <a:pt x="7513" y="8452"/>
                  </a:lnTo>
                  <a:close/>
                  <a:moveTo>
                    <a:pt x="3757" y="4696"/>
                  </a:moveTo>
                  <a:lnTo>
                    <a:pt x="4696" y="3757"/>
                  </a:lnTo>
                  <a:lnTo>
                    <a:pt x="6574" y="5635"/>
                  </a:lnTo>
                  <a:lnTo>
                    <a:pt x="5635" y="6574"/>
                  </a:lnTo>
                  <a:lnTo>
                    <a:pt x="3757" y="4696"/>
                  </a:lnTo>
                  <a:close/>
                  <a:moveTo>
                    <a:pt x="0" y="939"/>
                  </a:moveTo>
                  <a:lnTo>
                    <a:pt x="939" y="0"/>
                  </a:lnTo>
                  <a:lnTo>
                    <a:pt x="2818" y="1878"/>
                  </a:lnTo>
                  <a:lnTo>
                    <a:pt x="1878" y="2818"/>
                  </a:lnTo>
                  <a:lnTo>
                    <a:pt x="0" y="93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6" name="Shape 16955">
              <a:extLst>
                <a:ext uri="{FF2B5EF4-FFF2-40B4-BE49-F238E27FC236}">
                  <a16:creationId xmlns:a16="http://schemas.microsoft.com/office/drawing/2014/main" id="{6E71A792-53C6-0335-4F73-80F9BD069A98}"/>
                </a:ext>
              </a:extLst>
            </p:cNvPr>
            <p:cNvSpPr/>
            <p:nvPr/>
          </p:nvSpPr>
          <p:spPr>
            <a:xfrm>
              <a:off x="5624486" y="4535104"/>
              <a:ext cx="654741" cy="1859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673" y="21600"/>
                  </a:moveTo>
                  <a:cubicBezTo>
                    <a:pt x="15921" y="20459"/>
                    <a:pt x="17128" y="18923"/>
                    <a:pt x="18285" y="17003"/>
                  </a:cubicBezTo>
                  <a:cubicBezTo>
                    <a:pt x="19442" y="15083"/>
                    <a:pt x="20550" y="12779"/>
                    <a:pt x="21600" y="10104"/>
                  </a:cubicBezTo>
                  <a:lnTo>
                    <a:pt x="19532" y="0"/>
                  </a:lnTo>
                  <a:cubicBezTo>
                    <a:pt x="18662" y="2214"/>
                    <a:pt x="17743" y="4124"/>
                    <a:pt x="16783" y="5715"/>
                  </a:cubicBezTo>
                  <a:cubicBezTo>
                    <a:pt x="15820" y="7311"/>
                    <a:pt x="14822" y="8582"/>
                    <a:pt x="13787" y="9529"/>
                  </a:cubicBezTo>
                  <a:lnTo>
                    <a:pt x="14673" y="21600"/>
                  </a:lnTo>
                  <a:close/>
                  <a:moveTo>
                    <a:pt x="7310" y="19815"/>
                  </a:moveTo>
                  <a:lnTo>
                    <a:pt x="7715" y="7436"/>
                  </a:lnTo>
                  <a:cubicBezTo>
                    <a:pt x="6652" y="7002"/>
                    <a:pt x="5610" y="6226"/>
                    <a:pt x="4597" y="5114"/>
                  </a:cubicBezTo>
                  <a:cubicBezTo>
                    <a:pt x="3584" y="4002"/>
                    <a:pt x="2600" y="2556"/>
                    <a:pt x="1650" y="782"/>
                  </a:cubicBezTo>
                  <a:lnTo>
                    <a:pt x="0" y="11801"/>
                  </a:lnTo>
                  <a:cubicBezTo>
                    <a:pt x="1145" y="13940"/>
                    <a:pt x="2332" y="15683"/>
                    <a:pt x="3552" y="17021"/>
                  </a:cubicBezTo>
                  <a:cubicBezTo>
                    <a:pt x="4773" y="18360"/>
                    <a:pt x="6028" y="19294"/>
                    <a:pt x="7310" y="19815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7" name="Shape 16956">
              <a:extLst>
                <a:ext uri="{FF2B5EF4-FFF2-40B4-BE49-F238E27FC236}">
                  <a16:creationId xmlns:a16="http://schemas.microsoft.com/office/drawing/2014/main" id="{6BC4FF7A-9562-91CE-5FED-5BA415450444}"/>
                </a:ext>
              </a:extLst>
            </p:cNvPr>
            <p:cNvSpPr/>
            <p:nvPr/>
          </p:nvSpPr>
          <p:spPr>
            <a:xfrm>
              <a:off x="6369811" y="2162286"/>
              <a:ext cx="2346019" cy="23460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90" y="20206"/>
                  </a:moveTo>
                  <a:lnTo>
                    <a:pt x="1394" y="19510"/>
                  </a:lnTo>
                  <a:lnTo>
                    <a:pt x="0" y="20903"/>
                  </a:lnTo>
                  <a:lnTo>
                    <a:pt x="697" y="21600"/>
                  </a:lnTo>
                  <a:cubicBezTo>
                    <a:pt x="697" y="21600"/>
                    <a:pt x="2090" y="20206"/>
                    <a:pt x="2090" y="20206"/>
                  </a:cubicBezTo>
                  <a:close/>
                  <a:moveTo>
                    <a:pt x="4877" y="17419"/>
                  </a:moveTo>
                  <a:lnTo>
                    <a:pt x="4181" y="16723"/>
                  </a:lnTo>
                  <a:lnTo>
                    <a:pt x="2787" y="18116"/>
                  </a:lnTo>
                  <a:lnTo>
                    <a:pt x="3484" y="18813"/>
                  </a:lnTo>
                  <a:cubicBezTo>
                    <a:pt x="3484" y="18813"/>
                    <a:pt x="4877" y="17419"/>
                    <a:pt x="4877" y="17419"/>
                  </a:cubicBezTo>
                  <a:close/>
                  <a:moveTo>
                    <a:pt x="7665" y="14632"/>
                  </a:moveTo>
                  <a:lnTo>
                    <a:pt x="6968" y="13935"/>
                  </a:lnTo>
                  <a:lnTo>
                    <a:pt x="5574" y="15329"/>
                  </a:lnTo>
                  <a:lnTo>
                    <a:pt x="6271" y="16026"/>
                  </a:lnTo>
                  <a:cubicBezTo>
                    <a:pt x="6271" y="16026"/>
                    <a:pt x="7665" y="14632"/>
                    <a:pt x="7665" y="14632"/>
                  </a:cubicBezTo>
                  <a:close/>
                  <a:moveTo>
                    <a:pt x="10452" y="11845"/>
                  </a:moveTo>
                  <a:lnTo>
                    <a:pt x="9755" y="11148"/>
                  </a:lnTo>
                  <a:lnTo>
                    <a:pt x="8361" y="12542"/>
                  </a:lnTo>
                  <a:lnTo>
                    <a:pt x="9058" y="13239"/>
                  </a:lnTo>
                  <a:cubicBezTo>
                    <a:pt x="9058" y="13239"/>
                    <a:pt x="10452" y="11845"/>
                    <a:pt x="10452" y="11845"/>
                  </a:cubicBezTo>
                  <a:close/>
                  <a:moveTo>
                    <a:pt x="13239" y="9058"/>
                  </a:moveTo>
                  <a:lnTo>
                    <a:pt x="12542" y="8361"/>
                  </a:lnTo>
                  <a:lnTo>
                    <a:pt x="11148" y="9755"/>
                  </a:lnTo>
                  <a:lnTo>
                    <a:pt x="11845" y="10452"/>
                  </a:lnTo>
                  <a:cubicBezTo>
                    <a:pt x="11845" y="10452"/>
                    <a:pt x="13239" y="9058"/>
                    <a:pt x="13239" y="9058"/>
                  </a:cubicBezTo>
                  <a:close/>
                  <a:moveTo>
                    <a:pt x="16026" y="6271"/>
                  </a:moveTo>
                  <a:lnTo>
                    <a:pt x="15329" y="5574"/>
                  </a:lnTo>
                  <a:lnTo>
                    <a:pt x="13935" y="6968"/>
                  </a:lnTo>
                  <a:lnTo>
                    <a:pt x="14632" y="7665"/>
                  </a:lnTo>
                  <a:cubicBezTo>
                    <a:pt x="14632" y="7665"/>
                    <a:pt x="16026" y="6271"/>
                    <a:pt x="16026" y="6271"/>
                  </a:cubicBezTo>
                  <a:close/>
                  <a:moveTo>
                    <a:pt x="18813" y="3484"/>
                  </a:moveTo>
                  <a:lnTo>
                    <a:pt x="18116" y="2787"/>
                  </a:lnTo>
                  <a:lnTo>
                    <a:pt x="16722" y="4181"/>
                  </a:lnTo>
                  <a:lnTo>
                    <a:pt x="17419" y="4878"/>
                  </a:lnTo>
                  <a:cubicBezTo>
                    <a:pt x="17419" y="4878"/>
                    <a:pt x="18813" y="3484"/>
                    <a:pt x="18813" y="3484"/>
                  </a:cubicBezTo>
                  <a:close/>
                  <a:moveTo>
                    <a:pt x="21600" y="697"/>
                  </a:moveTo>
                  <a:lnTo>
                    <a:pt x="20903" y="0"/>
                  </a:lnTo>
                  <a:lnTo>
                    <a:pt x="19510" y="1394"/>
                  </a:lnTo>
                  <a:lnTo>
                    <a:pt x="20206" y="2090"/>
                  </a:lnTo>
                  <a:cubicBezTo>
                    <a:pt x="20206" y="2090"/>
                    <a:pt x="21600" y="697"/>
                    <a:pt x="21600" y="69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  <p:sp>
          <p:nvSpPr>
            <p:cNvPr id="48" name="Shape 16957">
              <a:extLst>
                <a:ext uri="{FF2B5EF4-FFF2-40B4-BE49-F238E27FC236}">
                  <a16:creationId xmlns:a16="http://schemas.microsoft.com/office/drawing/2014/main" id="{42397862-5A25-63ED-19A6-1F339F9CF5CF}"/>
                </a:ext>
              </a:extLst>
            </p:cNvPr>
            <p:cNvSpPr/>
            <p:nvPr/>
          </p:nvSpPr>
          <p:spPr>
            <a:xfrm>
              <a:off x="8787662" y="47146"/>
              <a:ext cx="2043308" cy="20433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400" y="20000"/>
                  </a:moveTo>
                  <a:lnTo>
                    <a:pt x="1600" y="19200"/>
                  </a:lnTo>
                  <a:lnTo>
                    <a:pt x="0" y="20800"/>
                  </a:lnTo>
                  <a:lnTo>
                    <a:pt x="800" y="21600"/>
                  </a:lnTo>
                  <a:lnTo>
                    <a:pt x="2400" y="20000"/>
                  </a:lnTo>
                  <a:close/>
                  <a:moveTo>
                    <a:pt x="5600" y="16800"/>
                  </a:moveTo>
                  <a:lnTo>
                    <a:pt x="4800" y="16000"/>
                  </a:lnTo>
                  <a:lnTo>
                    <a:pt x="3200" y="17600"/>
                  </a:lnTo>
                  <a:lnTo>
                    <a:pt x="4000" y="18400"/>
                  </a:lnTo>
                  <a:lnTo>
                    <a:pt x="5600" y="16800"/>
                  </a:lnTo>
                  <a:close/>
                  <a:moveTo>
                    <a:pt x="8800" y="13600"/>
                  </a:moveTo>
                  <a:lnTo>
                    <a:pt x="8000" y="12800"/>
                  </a:lnTo>
                  <a:lnTo>
                    <a:pt x="6400" y="14400"/>
                  </a:lnTo>
                  <a:lnTo>
                    <a:pt x="7200" y="15200"/>
                  </a:lnTo>
                  <a:lnTo>
                    <a:pt x="8800" y="13600"/>
                  </a:lnTo>
                  <a:close/>
                  <a:moveTo>
                    <a:pt x="12000" y="10400"/>
                  </a:moveTo>
                  <a:lnTo>
                    <a:pt x="11200" y="9600"/>
                  </a:lnTo>
                  <a:lnTo>
                    <a:pt x="9600" y="11200"/>
                  </a:lnTo>
                  <a:lnTo>
                    <a:pt x="10400" y="12000"/>
                  </a:lnTo>
                  <a:lnTo>
                    <a:pt x="12000" y="10400"/>
                  </a:lnTo>
                  <a:close/>
                  <a:moveTo>
                    <a:pt x="15200" y="7200"/>
                  </a:moveTo>
                  <a:lnTo>
                    <a:pt x="14400" y="6400"/>
                  </a:lnTo>
                  <a:lnTo>
                    <a:pt x="12800" y="8000"/>
                  </a:lnTo>
                  <a:lnTo>
                    <a:pt x="13600" y="8800"/>
                  </a:lnTo>
                  <a:lnTo>
                    <a:pt x="15200" y="7200"/>
                  </a:lnTo>
                  <a:close/>
                  <a:moveTo>
                    <a:pt x="18400" y="4000"/>
                  </a:moveTo>
                  <a:lnTo>
                    <a:pt x="17600" y="3200"/>
                  </a:lnTo>
                  <a:lnTo>
                    <a:pt x="16000" y="4800"/>
                  </a:lnTo>
                  <a:lnTo>
                    <a:pt x="16800" y="5600"/>
                  </a:lnTo>
                  <a:lnTo>
                    <a:pt x="18400" y="4000"/>
                  </a:lnTo>
                  <a:close/>
                  <a:moveTo>
                    <a:pt x="21600" y="800"/>
                  </a:moveTo>
                  <a:lnTo>
                    <a:pt x="20800" y="0"/>
                  </a:lnTo>
                  <a:lnTo>
                    <a:pt x="19200" y="1600"/>
                  </a:lnTo>
                  <a:lnTo>
                    <a:pt x="20000" y="2400"/>
                  </a:lnTo>
                  <a:lnTo>
                    <a:pt x="21600" y="8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000"/>
              </a:pPr>
              <a:endParaRPr sz="2110" dirty="0">
                <a:latin typeface="Calibri" panose="020F0502020204030204" pitchFamily="34" charset="0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B0AE57E-973F-BCFC-D261-73AF9AE3293B}"/>
              </a:ext>
            </a:extLst>
          </p:cNvPr>
          <p:cNvSpPr txBox="1"/>
          <p:nvPr/>
        </p:nvSpPr>
        <p:spPr>
          <a:xfrm>
            <a:off x="2502191" y="1009792"/>
            <a:ext cx="13452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>
                <a:solidFill>
                  <a:srgbClr val="002060"/>
                </a:solidFill>
              </a:rPr>
              <a:t>Dual Studies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4C05B7F-6387-56DA-E4E5-60A1E9B24DBA}"/>
              </a:ext>
            </a:extLst>
          </p:cNvPr>
          <p:cNvCxnSpPr/>
          <p:nvPr/>
        </p:nvCxnSpPr>
        <p:spPr bwMode="auto">
          <a:xfrm>
            <a:off x="3710210" y="1739374"/>
            <a:ext cx="392227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A8A07E7-62D5-6C37-FE1C-A34C6E4613B7}"/>
              </a:ext>
            </a:extLst>
          </p:cNvPr>
          <p:cNvSpPr/>
          <p:nvPr/>
        </p:nvSpPr>
        <p:spPr bwMode="auto">
          <a:xfrm>
            <a:off x="2639413" y="1631096"/>
            <a:ext cx="1070797" cy="540321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sz="9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Eurofighter FCC SAT:</a:t>
            </a:r>
            <a:br>
              <a:rPr kumimoji="0" lang="en-DE" sz="7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en-DE" sz="5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Regression Testing</a:t>
            </a:r>
            <a:endParaRPr kumimoji="0" lang="en-DE" sz="7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83CD22F-2917-E61C-D662-C2BC332E3EC0}"/>
              </a:ext>
            </a:extLst>
          </p:cNvPr>
          <p:cNvCxnSpPr/>
          <p:nvPr/>
        </p:nvCxnSpPr>
        <p:spPr bwMode="auto">
          <a:xfrm>
            <a:off x="3730705" y="3599440"/>
            <a:ext cx="36626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A93FF1C-7813-BEC7-A491-003BD82D1D8F}"/>
              </a:ext>
            </a:extLst>
          </p:cNvPr>
          <p:cNvSpPr/>
          <p:nvPr/>
        </p:nvSpPr>
        <p:spPr bwMode="auto">
          <a:xfrm>
            <a:off x="2659908" y="3491162"/>
            <a:ext cx="1070797" cy="84129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sz="9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Eurofighter Sales – Bid Management:</a:t>
            </a:r>
          </a:p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DE" sz="5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Process Optimization</a:t>
            </a:r>
            <a:endParaRPr kumimoji="0" lang="en-DE" sz="5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A8E3F09-88CE-D8E8-8F71-EAA99E7B1CB4}"/>
              </a:ext>
            </a:extLst>
          </p:cNvPr>
          <p:cNvCxnSpPr/>
          <p:nvPr/>
        </p:nvCxnSpPr>
        <p:spPr bwMode="auto">
          <a:xfrm>
            <a:off x="4790604" y="4014255"/>
            <a:ext cx="118378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80DB210-8DD6-910C-82CB-371FB636AF22}"/>
              </a:ext>
            </a:extLst>
          </p:cNvPr>
          <p:cNvSpPr/>
          <p:nvPr/>
        </p:nvSpPr>
        <p:spPr bwMode="auto">
          <a:xfrm>
            <a:off x="4908982" y="3870679"/>
            <a:ext cx="1380767" cy="647269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sz="9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Eurodrone Chief Engineering:</a:t>
            </a:r>
          </a:p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DE" sz="5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Optimization of Design to Value process</a:t>
            </a:r>
            <a:endParaRPr kumimoji="0" lang="en-DE" sz="5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704D572-9F0D-2D95-01C4-D7FC5E9052A8}"/>
              </a:ext>
            </a:extLst>
          </p:cNvPr>
          <p:cNvCxnSpPr/>
          <p:nvPr/>
        </p:nvCxnSpPr>
        <p:spPr bwMode="auto">
          <a:xfrm>
            <a:off x="5243898" y="2872585"/>
            <a:ext cx="176961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8D0D09D-ED32-6C66-8E5A-AF74593773EC}"/>
              </a:ext>
            </a:extLst>
          </p:cNvPr>
          <p:cNvSpPr/>
          <p:nvPr/>
        </p:nvSpPr>
        <p:spPr bwMode="auto">
          <a:xfrm>
            <a:off x="5433003" y="2333490"/>
            <a:ext cx="852504" cy="647269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sz="9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Semester abroad:</a:t>
            </a:r>
          </a:p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sz="5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One Semester at U</a:t>
            </a:r>
            <a:r>
              <a:rPr lang="en-DE" sz="5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FSC, Florianopolis, Brazil in portuguese</a:t>
            </a:r>
            <a:endParaRPr kumimoji="0" lang="en-DE" sz="5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1A75AC3-C8A4-DCCB-6B10-42D53BFB5682}"/>
              </a:ext>
            </a:extLst>
          </p:cNvPr>
          <p:cNvCxnSpPr>
            <a:endCxn id="66" idx="1"/>
          </p:cNvCxnSpPr>
          <p:nvPr/>
        </p:nvCxnSpPr>
        <p:spPr bwMode="auto">
          <a:xfrm flipV="1">
            <a:off x="6892879" y="2960605"/>
            <a:ext cx="852504" cy="4556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E8EF542-5596-558C-BFED-FFE1D4E5193D}"/>
              </a:ext>
            </a:extLst>
          </p:cNvPr>
          <p:cNvSpPr/>
          <p:nvPr/>
        </p:nvSpPr>
        <p:spPr bwMode="auto">
          <a:xfrm>
            <a:off x="7745383" y="2387365"/>
            <a:ext cx="1083699" cy="114648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sz="9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Regional ADS Sales in Singapore: </a:t>
            </a:r>
            <a:r>
              <a:rPr lang="en-DE" sz="5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Strategic Market Research for Southeast asian markets and wide ADS portfolio including CI, Space, MRO,…</a:t>
            </a:r>
            <a:endParaRPr kumimoji="0" lang="en-DE" sz="5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6BC1412-82F3-4AA5-A835-6AEA05FDF34C}"/>
              </a:ext>
            </a:extLst>
          </p:cNvPr>
          <p:cNvCxnSpPr/>
          <p:nvPr/>
        </p:nvCxnSpPr>
        <p:spPr bwMode="auto">
          <a:xfrm>
            <a:off x="7003685" y="2079580"/>
            <a:ext cx="392227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4F900AA8-B194-B17C-B412-AF4BF1265554}"/>
              </a:ext>
            </a:extLst>
          </p:cNvPr>
          <p:cNvSpPr/>
          <p:nvPr/>
        </p:nvSpPr>
        <p:spPr bwMode="auto">
          <a:xfrm>
            <a:off x="6105229" y="1737035"/>
            <a:ext cx="898456" cy="505979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1042988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DE" sz="9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ADS IC/O</a:t>
            </a:r>
            <a:r>
              <a:rPr kumimoji="0" lang="en-DE" sz="9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:</a:t>
            </a:r>
            <a:br>
              <a:rPr kumimoji="0" lang="en-DE" sz="9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</a:br>
            <a:r>
              <a:rPr kumimoji="0" lang="en-DE" sz="500" b="0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cs typeface="Arial" pitchFamily="34" charset="0"/>
              </a:rPr>
              <a:t>Support in eMRTT offer for Brazil and Process optimization</a:t>
            </a:r>
            <a:endParaRPr kumimoji="0" lang="en-DE" sz="700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F42EC4C-52D5-EE1A-7E06-408F70D847CC}"/>
              </a:ext>
            </a:extLst>
          </p:cNvPr>
          <p:cNvSpPr txBox="1"/>
          <p:nvPr/>
        </p:nvSpPr>
        <p:spPr>
          <a:xfrm>
            <a:off x="7265785" y="1427240"/>
            <a:ext cx="14600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000" dirty="0">
                <a:solidFill>
                  <a:srgbClr val="002060"/>
                </a:solidFill>
              </a:rPr>
              <a:t>Graduation 03.2024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B073BD0-07C5-5E8C-6E0D-F7B172D1CD60}"/>
              </a:ext>
            </a:extLst>
          </p:cNvPr>
          <p:cNvSpPr txBox="1"/>
          <p:nvPr/>
        </p:nvSpPr>
        <p:spPr>
          <a:xfrm>
            <a:off x="3699704" y="1427240"/>
            <a:ext cx="10178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000" dirty="0">
                <a:solidFill>
                  <a:srgbClr val="002060"/>
                </a:solidFill>
              </a:rPr>
              <a:t>Start 09.2020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F17EFBC-ECED-65FF-CE26-160DE170DABE}"/>
              </a:ext>
            </a:extLst>
          </p:cNvPr>
          <p:cNvSpPr txBox="1"/>
          <p:nvPr/>
        </p:nvSpPr>
        <p:spPr>
          <a:xfrm>
            <a:off x="107504" y="4775684"/>
            <a:ext cx="1971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>
                <a:solidFill>
                  <a:srgbClr val="002060"/>
                </a:solidFill>
              </a:rPr>
              <a:t>Programms &amp; Tools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4AE137-864C-4887-F78F-FAE5CF64219E}"/>
              </a:ext>
            </a:extLst>
          </p:cNvPr>
          <p:cNvSpPr txBox="1"/>
          <p:nvPr/>
        </p:nvSpPr>
        <p:spPr>
          <a:xfrm>
            <a:off x="190906" y="5104946"/>
            <a:ext cx="18193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Python basics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VBA and SQL basics</a:t>
            </a:r>
            <a:endParaRPr lang="en-DE" sz="1000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000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Atlassian Confluence &amp; Jira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G-Suite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rgbClr val="002060"/>
                </a:solidFill>
              </a:rPr>
              <a:t>MS-Office</a:t>
            </a:r>
          </a:p>
          <a:p>
            <a:endParaRPr lang="en-DE" sz="1000" dirty="0">
              <a:solidFill>
                <a:srgbClr val="002060"/>
              </a:solidFill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CB9A6ED-919E-DE85-6F18-F22FAF2F64C9}"/>
              </a:ext>
            </a:extLst>
          </p:cNvPr>
          <p:cNvGrpSpPr/>
          <p:nvPr/>
        </p:nvGrpSpPr>
        <p:grpSpPr>
          <a:xfrm>
            <a:off x="6727794" y="4785761"/>
            <a:ext cx="1260120" cy="1796113"/>
            <a:chOff x="5184088" y="4785761"/>
            <a:chExt cx="1260120" cy="1796113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E0AD833-83E7-EE02-11DF-6C329FEEDBB2}"/>
                </a:ext>
              </a:extLst>
            </p:cNvPr>
            <p:cNvSpPr txBox="1"/>
            <p:nvPr/>
          </p:nvSpPr>
          <p:spPr>
            <a:xfrm>
              <a:off x="5260155" y="4785761"/>
              <a:ext cx="9348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600" dirty="0">
                  <a:solidFill>
                    <a:schemeClr val="bg1"/>
                  </a:solidFill>
                </a:rPr>
                <a:t>Hobbies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37629D2-5995-E3F2-B6F5-6225D9F75106}"/>
                </a:ext>
              </a:extLst>
            </p:cNvPr>
            <p:cNvSpPr txBox="1"/>
            <p:nvPr/>
          </p:nvSpPr>
          <p:spPr>
            <a:xfrm>
              <a:off x="5359012" y="5104546"/>
              <a:ext cx="108519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DE" sz="1000" dirty="0">
                  <a:solidFill>
                    <a:schemeClr val="bg1"/>
                  </a:solidFill>
                </a:rPr>
                <a:t>Sports: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chemeClr val="bg1"/>
                  </a:solidFill>
                </a:rPr>
                <a:t>Tennis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chemeClr val="bg1"/>
                  </a:solidFill>
                </a:rPr>
                <a:t>Soccer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chemeClr val="bg1"/>
                  </a:solidFill>
                </a:rPr>
                <a:t>Climbing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chemeClr val="bg1"/>
                  </a:solidFill>
                </a:rPr>
                <a:t>Surfing</a:t>
              </a:r>
            </a:p>
            <a:p>
              <a:endParaRPr lang="en-DE" sz="1000" dirty="0">
                <a:solidFill>
                  <a:schemeClr val="bg1"/>
                </a:solidFill>
              </a:endParaRPr>
            </a:p>
            <a:p>
              <a:r>
                <a:rPr lang="en-DE" sz="1000" dirty="0">
                  <a:solidFill>
                    <a:schemeClr val="bg1"/>
                  </a:solidFill>
                </a:rPr>
                <a:t>Other: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chemeClr val="bg1"/>
                  </a:solidFill>
                </a:rPr>
                <a:t>Travelling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chemeClr val="bg1"/>
                  </a:solidFill>
                </a:rPr>
                <a:t>Politics</a:t>
              </a:r>
            </a:p>
          </p:txBody>
        </p:sp>
        <p:pic>
          <p:nvPicPr>
            <p:cNvPr id="93" name="Graphic 92" descr="Tennis outline">
              <a:extLst>
                <a:ext uri="{FF2B5EF4-FFF2-40B4-BE49-F238E27FC236}">
                  <a16:creationId xmlns:a16="http://schemas.microsoft.com/office/drawing/2014/main" id="{EAB80A1D-5C01-76B5-7256-82BCB29EA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184088" y="5161534"/>
              <a:ext cx="180000" cy="180000"/>
            </a:xfrm>
            <a:prstGeom prst="rect">
              <a:avLst/>
            </a:prstGeom>
          </p:spPr>
        </p:pic>
        <p:pic>
          <p:nvPicPr>
            <p:cNvPr id="95" name="Graphic 94" descr="Miscellaneous outline">
              <a:extLst>
                <a:ext uri="{FF2B5EF4-FFF2-40B4-BE49-F238E27FC236}">
                  <a16:creationId xmlns:a16="http://schemas.microsoft.com/office/drawing/2014/main" id="{F0CF615F-AD74-2855-650B-394A49BFF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184088" y="6057312"/>
              <a:ext cx="180000" cy="180000"/>
            </a:xfrm>
            <a:prstGeom prst="rect">
              <a:avLst/>
            </a:prstGeom>
          </p:spPr>
        </p:pic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5F0E74A-D5D3-DF10-1FDB-BDD28D2C5E43}"/>
              </a:ext>
            </a:extLst>
          </p:cNvPr>
          <p:cNvGrpSpPr/>
          <p:nvPr/>
        </p:nvGrpSpPr>
        <p:grpSpPr>
          <a:xfrm>
            <a:off x="4067944" y="4787377"/>
            <a:ext cx="2551818" cy="1794497"/>
            <a:chOff x="2524238" y="4787377"/>
            <a:chExt cx="2551818" cy="1794497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4AC6A3C-D0A5-36BF-40B5-43ADEB1E69FB}"/>
                </a:ext>
              </a:extLst>
            </p:cNvPr>
            <p:cNvSpPr txBox="1"/>
            <p:nvPr/>
          </p:nvSpPr>
          <p:spPr>
            <a:xfrm>
              <a:off x="2614669" y="4787377"/>
              <a:ext cx="15071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sz="1600" dirty="0">
                  <a:solidFill>
                    <a:srgbClr val="002060"/>
                  </a:solidFill>
                </a:rPr>
                <a:t>Extracurricular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9442EB9-8937-7C65-9BC0-47F3D910B672}"/>
                </a:ext>
              </a:extLst>
            </p:cNvPr>
            <p:cNvSpPr txBox="1"/>
            <p:nvPr/>
          </p:nvSpPr>
          <p:spPr>
            <a:xfrm>
              <a:off x="2696105" y="5104546"/>
              <a:ext cx="2379951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>
                  <a:solidFill>
                    <a:srgbClr val="002060"/>
                  </a:solidFill>
                </a:rPr>
                <a:t>c</a:t>
              </a:r>
              <a:r>
                <a:rPr lang="en-DE" sz="1000" dirty="0">
                  <a:solidFill>
                    <a:srgbClr val="002060"/>
                  </a:solidFill>
                </a:rPr>
                <a:t>onsult.IN (Students Consultancy):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rgbClr val="002060"/>
                  </a:solidFill>
                </a:rPr>
                <a:t>O</a:t>
              </a:r>
              <a:r>
                <a:rPr lang="en-DE" sz="1000" dirty="0">
                  <a:solidFill>
                    <a:srgbClr val="002060"/>
                  </a:solidFill>
                </a:rPr>
                <a:t>ne Period as CEO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rgbClr val="002060"/>
                  </a:solidFill>
                </a:rPr>
                <a:t>several internal and external Projects</a:t>
              </a:r>
            </a:p>
            <a:p>
              <a:endParaRPr lang="en-DE" sz="1000" dirty="0">
                <a:solidFill>
                  <a:srgbClr val="002060"/>
                </a:solidFill>
              </a:endParaRPr>
            </a:p>
            <a:p>
              <a:r>
                <a:rPr lang="en-DE" sz="1000" dirty="0">
                  <a:solidFill>
                    <a:srgbClr val="002060"/>
                  </a:solidFill>
                </a:rPr>
                <a:t>Baan Gerda (Orphanage in Thailand):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rgbClr val="002060"/>
                  </a:solidFill>
                </a:rPr>
                <a:t>Child care support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DE" sz="1000" dirty="0">
                  <a:solidFill>
                    <a:srgbClr val="002060"/>
                  </a:solidFill>
                </a:rPr>
                <a:t>Teaching activities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000" dirty="0">
                  <a:solidFill>
                    <a:srgbClr val="002060"/>
                  </a:solidFill>
                </a:rPr>
                <a:t>H</a:t>
              </a:r>
              <a:r>
                <a:rPr lang="en-DE" sz="1000" dirty="0">
                  <a:solidFill>
                    <a:srgbClr val="002060"/>
                  </a:solidFill>
                </a:rPr>
                <a:t>ouse keeping support</a:t>
              </a:r>
            </a:p>
          </p:txBody>
        </p:sp>
        <p:pic>
          <p:nvPicPr>
            <p:cNvPr id="91" name="Graphic 90" descr="Presentation with checklist outline">
              <a:extLst>
                <a:ext uri="{FF2B5EF4-FFF2-40B4-BE49-F238E27FC236}">
                  <a16:creationId xmlns:a16="http://schemas.microsoft.com/office/drawing/2014/main" id="{6C371748-25CA-95FE-902F-BDF91C29B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524238" y="5151528"/>
              <a:ext cx="180000" cy="180000"/>
            </a:xfrm>
            <a:prstGeom prst="rect">
              <a:avLst/>
            </a:prstGeom>
          </p:spPr>
        </p:pic>
        <p:pic>
          <p:nvPicPr>
            <p:cNvPr id="97" name="Graphic 96" descr="Earth Globe - Asia with solid fill">
              <a:extLst>
                <a:ext uri="{FF2B5EF4-FFF2-40B4-BE49-F238E27FC236}">
                  <a16:creationId xmlns:a16="http://schemas.microsoft.com/office/drawing/2014/main" id="{43C797D3-8DC5-D0CE-EFA8-290F579AD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2524669" y="5899084"/>
              <a:ext cx="180000" cy="180000"/>
            </a:xfrm>
            <a:prstGeom prst="rect">
              <a:avLst/>
            </a:prstGeom>
          </p:spPr>
        </p:pic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EF8B5B70-E5FB-9D37-9F2F-E5B778884D3A}"/>
              </a:ext>
            </a:extLst>
          </p:cNvPr>
          <p:cNvSpPr txBox="1"/>
          <p:nvPr/>
        </p:nvSpPr>
        <p:spPr>
          <a:xfrm>
            <a:off x="2225755" y="4765992"/>
            <a:ext cx="14943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600" dirty="0">
                <a:solidFill>
                  <a:schemeClr val="bg1"/>
                </a:solidFill>
              </a:rPr>
              <a:t>Competencies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A976D6E-C82E-3022-1BAC-F11842AC4AE1}"/>
              </a:ext>
            </a:extLst>
          </p:cNvPr>
          <p:cNvSpPr txBox="1"/>
          <p:nvPr/>
        </p:nvSpPr>
        <p:spPr>
          <a:xfrm>
            <a:off x="2345232" y="5099588"/>
            <a:ext cx="14285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Ecosystem Mappings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Market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Competitors-analysis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Agile 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</a:rPr>
              <a:t>Confluence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1180062463"/>
      </p:ext>
    </p:extLst>
  </p:cSld>
  <p:clrMapOvr>
    <a:masterClrMapping/>
  </p:clrMapOvr>
</p:sld>
</file>

<file path=ppt/theme/theme1.xml><?xml version="1.0" encoding="utf-8"?>
<a:theme xmlns:a="http://schemas.openxmlformats.org/drawingml/2006/main" name="1_Airbus PowerPoint template Defence and Space_Dec2016">
  <a:themeElements>
    <a:clrScheme name="Custom 2">
      <a:dk1>
        <a:srgbClr val="000000"/>
      </a:dk1>
      <a:lt1>
        <a:srgbClr val="FFFFFF"/>
      </a:lt1>
      <a:dk2>
        <a:srgbClr val="001C88"/>
      </a:dk2>
      <a:lt2>
        <a:srgbClr val="E0E0DF"/>
      </a:lt2>
      <a:accent1>
        <a:srgbClr val="1E3174"/>
      </a:accent1>
      <a:accent2>
        <a:srgbClr val="0D5881"/>
      </a:accent2>
      <a:accent3>
        <a:srgbClr val="979999"/>
      </a:accent3>
      <a:accent4>
        <a:srgbClr val="000000"/>
      </a:accent4>
      <a:accent5>
        <a:srgbClr val="ABADBC"/>
      </a:accent5>
      <a:accent6>
        <a:srgbClr val="132875"/>
      </a:accent6>
      <a:hlink>
        <a:srgbClr val="5A6F83"/>
      </a:hlink>
      <a:folHlink>
        <a:srgbClr val="9099A7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1042988" rtl="0" eaLnBrk="1" fontAlgn="base" latinLnBrk="0" hangingPunct="1">
          <a:lnSpc>
            <a:spcPct val="11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AIRBUS 1">
        <a:dk1>
          <a:srgbClr val="000000"/>
        </a:dk1>
        <a:lt1>
          <a:srgbClr val="FFFFFF"/>
        </a:lt1>
        <a:dk2>
          <a:srgbClr val="E0E0DF"/>
        </a:dk2>
        <a:lt2>
          <a:srgbClr val="E0E0DF"/>
        </a:lt2>
        <a:accent1>
          <a:srgbClr val="1E3174"/>
        </a:accent1>
        <a:accent2>
          <a:srgbClr val="0D5881"/>
        </a:accent2>
        <a:accent3>
          <a:srgbClr val="FFFFFF"/>
        </a:accent3>
        <a:accent4>
          <a:srgbClr val="000000"/>
        </a:accent4>
        <a:accent5>
          <a:srgbClr val="ABADBC"/>
        </a:accent5>
        <a:accent6>
          <a:srgbClr val="0B4F74"/>
        </a:accent6>
        <a:hlink>
          <a:srgbClr val="5A6F83"/>
        </a:hlink>
        <a:folHlink>
          <a:srgbClr val="9099A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irbus PowerPoint template 16_9 - Defence and Space.potx" id="{12E9E728-565E-4C83-ABE6-0F0CF84880A4}" vid="{40CEFD52-035B-4C1B-81CE-F8EB4F31F4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32377</TotalTime>
  <Words>386</Words>
  <Application>Microsoft Macintosh PowerPoint</Application>
  <PresentationFormat>On-screen Show (4:3)</PresentationFormat>
  <Paragraphs>100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-apple-system</vt:lpstr>
      <vt:lpstr>Arial</vt:lpstr>
      <vt:lpstr>Calibri</vt:lpstr>
      <vt:lpstr>1_Airbus PowerPoint template Defence and Space_Dec2016</vt:lpstr>
      <vt:lpstr>PowerPoint Presentation</vt:lpstr>
      <vt:lpstr>PowerPoint Presentation</vt:lpstr>
    </vt:vector>
  </TitlesOfParts>
  <Company>EADS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WS22/23</dc:title>
  <dc:creator>Van Kesteren, Lucas</dc:creator>
  <cp:lastModifiedBy>Lucas van Kesteren</cp:lastModifiedBy>
  <cp:revision>72</cp:revision>
  <cp:lastPrinted>2022-09-16T00:45:21Z</cp:lastPrinted>
  <dcterms:created xsi:type="dcterms:W3CDTF">2022-08-24T01:58:20Z</dcterms:created>
  <dcterms:modified xsi:type="dcterms:W3CDTF">2023-01-25T16:26:25Z</dcterms:modified>
</cp:coreProperties>
</file>
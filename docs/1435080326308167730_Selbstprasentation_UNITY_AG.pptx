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4C4B78-463A-4640-81A0-630396197CB3}" type="doc">
      <dgm:prSet loTypeId="urn:microsoft.com/office/officeart/2005/8/layout/vList4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de-DE"/>
        </a:p>
      </dgm:t>
    </dgm:pt>
    <dgm:pt modelId="{0A3331AE-31A5-8441-8E91-BB11505CF23A}">
      <dgm:prSet phldrT="[Text]" phldr="0"/>
      <dgm:spPr/>
      <dgm:t>
        <a:bodyPr/>
        <a:lstStyle/>
        <a:p>
          <a:r>
            <a:rPr lang="de-DE" dirty="0"/>
            <a:t>Höhere Handelsschule</a:t>
          </a:r>
        </a:p>
      </dgm:t>
    </dgm:pt>
    <dgm:pt modelId="{43C08FC7-78D6-F04F-878E-641FE6D50161}" type="parTrans" cxnId="{C1DC1303-BAB2-F54F-972A-5559FEA0F3BC}">
      <dgm:prSet/>
      <dgm:spPr/>
      <dgm:t>
        <a:bodyPr/>
        <a:lstStyle/>
        <a:p>
          <a:endParaRPr lang="de-DE"/>
        </a:p>
      </dgm:t>
    </dgm:pt>
    <dgm:pt modelId="{7B6C634C-36C4-614A-94E7-840AE84DAF60}" type="sibTrans" cxnId="{C1DC1303-BAB2-F54F-972A-5559FEA0F3BC}">
      <dgm:prSet/>
      <dgm:spPr/>
      <dgm:t>
        <a:bodyPr/>
        <a:lstStyle/>
        <a:p>
          <a:endParaRPr lang="de-DE"/>
        </a:p>
      </dgm:t>
    </dgm:pt>
    <dgm:pt modelId="{8566D2F3-1E1D-8F4C-BE5A-6BDEAFC6567C}">
      <dgm:prSet phldrT="[Text]" phldr="0"/>
      <dgm:spPr/>
      <dgm:t>
        <a:bodyPr/>
        <a:lstStyle/>
        <a:p>
          <a:r>
            <a:rPr lang="de-DE" dirty="0"/>
            <a:t>Erste Berührungspunkte mit wirtschaftlichen Prozessen und Zusammenhängen</a:t>
          </a:r>
        </a:p>
      </dgm:t>
    </dgm:pt>
    <dgm:pt modelId="{1034C957-3DBC-D446-BB9B-7925FE140A97}" type="parTrans" cxnId="{686F1912-66A0-3643-BCE6-353D72DFEA12}">
      <dgm:prSet/>
      <dgm:spPr/>
      <dgm:t>
        <a:bodyPr/>
        <a:lstStyle/>
        <a:p>
          <a:endParaRPr lang="de-DE"/>
        </a:p>
      </dgm:t>
    </dgm:pt>
    <dgm:pt modelId="{FBBE9689-8F8B-EF45-A844-4A5A3BFCF370}" type="sibTrans" cxnId="{686F1912-66A0-3643-BCE6-353D72DFEA12}">
      <dgm:prSet/>
      <dgm:spPr/>
      <dgm:t>
        <a:bodyPr/>
        <a:lstStyle/>
        <a:p>
          <a:endParaRPr lang="de-DE"/>
        </a:p>
      </dgm:t>
    </dgm:pt>
    <dgm:pt modelId="{7FF49643-6981-804E-B366-9F29ABA99011}">
      <dgm:prSet phldrT="[Text]" phldr="0"/>
      <dgm:spPr/>
      <dgm:t>
        <a:bodyPr/>
        <a:lstStyle/>
        <a:p>
          <a:r>
            <a:rPr lang="de-DE" dirty="0"/>
            <a:t>Ausbildung zum Steuerfachangstellten</a:t>
          </a:r>
        </a:p>
      </dgm:t>
    </dgm:pt>
    <dgm:pt modelId="{AD982EA8-6271-6F44-A854-2F5E4643B85E}" type="parTrans" cxnId="{AC581A1D-69BD-C241-90B5-B158924C85B1}">
      <dgm:prSet/>
      <dgm:spPr/>
      <dgm:t>
        <a:bodyPr/>
        <a:lstStyle/>
        <a:p>
          <a:endParaRPr lang="de-DE"/>
        </a:p>
      </dgm:t>
    </dgm:pt>
    <dgm:pt modelId="{4E23CA9C-23F9-114B-8825-CF920736A0D6}" type="sibTrans" cxnId="{AC581A1D-69BD-C241-90B5-B158924C85B1}">
      <dgm:prSet/>
      <dgm:spPr/>
      <dgm:t>
        <a:bodyPr/>
        <a:lstStyle/>
        <a:p>
          <a:endParaRPr lang="de-DE"/>
        </a:p>
      </dgm:t>
    </dgm:pt>
    <dgm:pt modelId="{048AFE5A-2F96-4D45-BCE6-C6CCFB250DF0}">
      <dgm:prSet phldrT="[Text]" phldr="0"/>
      <dgm:spPr/>
      <dgm:t>
        <a:bodyPr/>
        <a:lstStyle/>
        <a:p>
          <a:r>
            <a:rPr lang="de-DE" dirty="0"/>
            <a:t>Verantwortung übernommen und Aufgaben präzise und eigenständig gelöst</a:t>
          </a:r>
        </a:p>
      </dgm:t>
    </dgm:pt>
    <dgm:pt modelId="{31BA7304-E528-1644-8044-EA7877634DFF}" type="parTrans" cxnId="{5C7209E8-AA59-594D-9F01-99579D58C7F0}">
      <dgm:prSet/>
      <dgm:spPr/>
      <dgm:t>
        <a:bodyPr/>
        <a:lstStyle/>
        <a:p>
          <a:endParaRPr lang="de-DE"/>
        </a:p>
      </dgm:t>
    </dgm:pt>
    <dgm:pt modelId="{ADA5F1B8-5196-F541-BAD0-5A4A47F94E8B}" type="sibTrans" cxnId="{5C7209E8-AA59-594D-9F01-99579D58C7F0}">
      <dgm:prSet/>
      <dgm:spPr/>
      <dgm:t>
        <a:bodyPr/>
        <a:lstStyle/>
        <a:p>
          <a:endParaRPr lang="de-DE"/>
        </a:p>
      </dgm:t>
    </dgm:pt>
    <dgm:pt modelId="{E03F090F-0AC7-F246-B10C-81C43B476CEB}">
      <dgm:prSet phldrT="[Text]" phldr="0"/>
      <dgm:spPr/>
      <dgm:t>
        <a:bodyPr/>
        <a:lstStyle/>
        <a:p>
          <a:r>
            <a:rPr lang="de-DE" dirty="0"/>
            <a:t>Fachwissen durch verschiedene Fächer aufgebaut</a:t>
          </a:r>
        </a:p>
      </dgm:t>
    </dgm:pt>
    <dgm:pt modelId="{E4B76B1A-8B1A-4C47-AD0C-6B4927687D51}" type="parTrans" cxnId="{818E84CC-097A-4B41-AE21-9B5FB7C2EBB5}">
      <dgm:prSet/>
      <dgm:spPr/>
      <dgm:t>
        <a:bodyPr/>
        <a:lstStyle/>
        <a:p>
          <a:endParaRPr lang="de-DE"/>
        </a:p>
      </dgm:t>
    </dgm:pt>
    <dgm:pt modelId="{E60E55C5-4653-7646-A98F-2E29B58AFED3}" type="sibTrans" cxnId="{818E84CC-097A-4B41-AE21-9B5FB7C2EBB5}">
      <dgm:prSet/>
      <dgm:spPr/>
      <dgm:t>
        <a:bodyPr/>
        <a:lstStyle/>
        <a:p>
          <a:endParaRPr lang="de-DE"/>
        </a:p>
      </dgm:t>
    </dgm:pt>
    <dgm:pt modelId="{C5385A1F-1EE8-4D46-90C0-8F659F3629F4}">
      <dgm:prSet phldrT="[Text]" phldr="0"/>
      <dgm:spPr/>
      <dgm:t>
        <a:bodyPr/>
        <a:lstStyle/>
        <a:p>
          <a:r>
            <a:rPr lang="de-DE" dirty="0"/>
            <a:t>Praktikum in der Wirtschaftsprüfung </a:t>
          </a:r>
        </a:p>
      </dgm:t>
    </dgm:pt>
    <dgm:pt modelId="{F289DEF2-E0C9-E743-8E52-A344E393E412}" type="parTrans" cxnId="{4AEB4C1C-D0C8-9C43-A1B4-DF381B66E869}">
      <dgm:prSet/>
      <dgm:spPr/>
      <dgm:t>
        <a:bodyPr/>
        <a:lstStyle/>
        <a:p>
          <a:endParaRPr lang="de-DE"/>
        </a:p>
      </dgm:t>
    </dgm:pt>
    <dgm:pt modelId="{7BAF1D0D-5430-8645-9975-018056AB0BB4}" type="sibTrans" cxnId="{4AEB4C1C-D0C8-9C43-A1B4-DF381B66E869}">
      <dgm:prSet/>
      <dgm:spPr/>
      <dgm:t>
        <a:bodyPr/>
        <a:lstStyle/>
        <a:p>
          <a:endParaRPr lang="de-DE"/>
        </a:p>
      </dgm:t>
    </dgm:pt>
    <dgm:pt modelId="{F0BB12B9-FADD-F147-807D-4273C0391B27}">
      <dgm:prSet phldrT="[Text]" phldr="0"/>
      <dgm:spPr/>
      <dgm:t>
        <a:bodyPr/>
        <a:lstStyle/>
        <a:p>
          <a:r>
            <a:rPr lang="de-DE" dirty="0"/>
            <a:t>Verschiedene Unternehmen kennengelernt und mit den Geschäftsmodellen auseinander gesetzt</a:t>
          </a:r>
        </a:p>
      </dgm:t>
    </dgm:pt>
    <dgm:pt modelId="{525CDC29-F8C4-414F-940A-5C9EDBD9D445}" type="parTrans" cxnId="{8141F039-9352-294C-B7C4-2FF544FDB91A}">
      <dgm:prSet/>
      <dgm:spPr/>
      <dgm:t>
        <a:bodyPr/>
        <a:lstStyle/>
        <a:p>
          <a:endParaRPr lang="de-DE"/>
        </a:p>
      </dgm:t>
    </dgm:pt>
    <dgm:pt modelId="{668E38E9-26C4-1C40-8009-07FF556B8DE2}" type="sibTrans" cxnId="{8141F039-9352-294C-B7C4-2FF544FDB91A}">
      <dgm:prSet/>
      <dgm:spPr/>
      <dgm:t>
        <a:bodyPr/>
        <a:lstStyle/>
        <a:p>
          <a:endParaRPr lang="de-DE"/>
        </a:p>
      </dgm:t>
    </dgm:pt>
    <dgm:pt modelId="{61C6D244-6297-FF4E-BB44-05D2424D8209}">
      <dgm:prSet phldrT="[Text]" phldr="0"/>
      <dgm:spPr/>
      <dgm:t>
        <a:bodyPr/>
        <a:lstStyle/>
        <a:p>
          <a:r>
            <a:rPr lang="de-DE" dirty="0"/>
            <a:t>Belastbarkeit, schnelle Auffassungsgabe und analytisches Denken unter Beweis gestellt</a:t>
          </a:r>
        </a:p>
      </dgm:t>
    </dgm:pt>
    <dgm:pt modelId="{A7C0FB3C-DB68-F04A-8456-09E1AF0FD290}" type="parTrans" cxnId="{01B11CFD-0091-3148-956D-49420B487E52}">
      <dgm:prSet/>
      <dgm:spPr/>
      <dgm:t>
        <a:bodyPr/>
        <a:lstStyle/>
        <a:p>
          <a:endParaRPr lang="de-DE"/>
        </a:p>
      </dgm:t>
    </dgm:pt>
    <dgm:pt modelId="{DD82E904-AB0A-E145-AF86-88233C237A79}" type="sibTrans" cxnId="{01B11CFD-0091-3148-956D-49420B487E52}">
      <dgm:prSet/>
      <dgm:spPr/>
      <dgm:t>
        <a:bodyPr/>
        <a:lstStyle/>
        <a:p>
          <a:endParaRPr lang="de-DE"/>
        </a:p>
      </dgm:t>
    </dgm:pt>
    <dgm:pt modelId="{CD74DBCD-6F2C-334E-8224-A9826F2692F3}">
      <dgm:prSet phldrT="[Text]" phldr="0"/>
      <dgm:spPr/>
      <dgm:t>
        <a:bodyPr/>
        <a:lstStyle/>
        <a:p>
          <a:r>
            <a:rPr lang="de-DE" dirty="0"/>
            <a:t>Lieblingsfächer: BWL mit Rechnungswesen, VWL und Mathe</a:t>
          </a:r>
        </a:p>
      </dgm:t>
    </dgm:pt>
    <dgm:pt modelId="{2C865EFB-0962-4242-B2DA-2236F8D667B0}" type="parTrans" cxnId="{267F848A-0F62-224E-A1A4-1BD1ADDA1E81}">
      <dgm:prSet/>
      <dgm:spPr/>
      <dgm:t>
        <a:bodyPr/>
        <a:lstStyle/>
        <a:p>
          <a:endParaRPr lang="de-DE"/>
        </a:p>
      </dgm:t>
    </dgm:pt>
    <dgm:pt modelId="{31CD1DCE-E4FB-7B46-8642-2D4402229B4A}" type="sibTrans" cxnId="{267F848A-0F62-224E-A1A4-1BD1ADDA1E81}">
      <dgm:prSet/>
      <dgm:spPr/>
      <dgm:t>
        <a:bodyPr/>
        <a:lstStyle/>
        <a:p>
          <a:endParaRPr lang="de-DE"/>
        </a:p>
      </dgm:t>
    </dgm:pt>
    <dgm:pt modelId="{725103A2-7B42-FA4F-AFF3-1DC355A3952C}">
      <dgm:prSet phldrT="[Text]" phldr="0"/>
      <dgm:spPr/>
      <dgm:t>
        <a:bodyPr/>
        <a:lstStyle/>
        <a:p>
          <a:r>
            <a:rPr lang="de-DE" dirty="0"/>
            <a:t>BWL-Studium</a:t>
          </a:r>
        </a:p>
      </dgm:t>
    </dgm:pt>
    <dgm:pt modelId="{1DE88FCA-6C14-E44B-A2AA-3E2C8D2B86CB}" type="parTrans" cxnId="{520B842F-18EF-D44F-A894-0801B9CB1CC8}">
      <dgm:prSet/>
      <dgm:spPr/>
      <dgm:t>
        <a:bodyPr/>
        <a:lstStyle/>
        <a:p>
          <a:endParaRPr lang="de-DE"/>
        </a:p>
      </dgm:t>
    </dgm:pt>
    <dgm:pt modelId="{CD0B363F-6092-E341-9BD6-BCA8DE179D61}" type="sibTrans" cxnId="{520B842F-18EF-D44F-A894-0801B9CB1CC8}">
      <dgm:prSet/>
      <dgm:spPr/>
      <dgm:t>
        <a:bodyPr/>
        <a:lstStyle/>
        <a:p>
          <a:endParaRPr lang="de-DE"/>
        </a:p>
      </dgm:t>
    </dgm:pt>
    <dgm:pt modelId="{65129A2F-7E84-B844-BF42-B4CF48DB8A65}">
      <dgm:prSet phldrT="[Text]" phldr="0"/>
      <dgm:spPr/>
      <dgm:t>
        <a:bodyPr/>
        <a:lstStyle/>
        <a:p>
          <a:r>
            <a:rPr lang="de-DE" dirty="0"/>
            <a:t>Fachwissen erweitern</a:t>
          </a:r>
        </a:p>
      </dgm:t>
    </dgm:pt>
    <dgm:pt modelId="{C82B0F9F-C53D-E54F-966B-A1B09281AABC}" type="parTrans" cxnId="{6EEAAE5F-6294-FC43-B608-6E40F6111222}">
      <dgm:prSet/>
      <dgm:spPr/>
      <dgm:t>
        <a:bodyPr/>
        <a:lstStyle/>
        <a:p>
          <a:endParaRPr lang="de-DE"/>
        </a:p>
      </dgm:t>
    </dgm:pt>
    <dgm:pt modelId="{065F0DE4-872C-6C4D-9F71-6546B5040C87}" type="sibTrans" cxnId="{6EEAAE5F-6294-FC43-B608-6E40F6111222}">
      <dgm:prSet/>
      <dgm:spPr/>
      <dgm:t>
        <a:bodyPr/>
        <a:lstStyle/>
        <a:p>
          <a:endParaRPr lang="de-DE"/>
        </a:p>
      </dgm:t>
    </dgm:pt>
    <dgm:pt modelId="{FE985A33-0193-3A45-B970-21B47535782C}">
      <dgm:prSet phldrT="[Text]" phldr="0"/>
      <dgm:spPr/>
      <dgm:t>
        <a:bodyPr/>
        <a:lstStyle/>
        <a:p>
          <a:r>
            <a:rPr lang="de-DE" dirty="0"/>
            <a:t>Praktikum bei der UNITY AG </a:t>
          </a:r>
        </a:p>
      </dgm:t>
    </dgm:pt>
    <dgm:pt modelId="{05506F36-5D5D-DA41-992D-44315E3DCCA6}" type="parTrans" cxnId="{A1CDE0D8-AC1D-5C4A-8809-99CBC88692A4}">
      <dgm:prSet/>
      <dgm:spPr/>
      <dgm:t>
        <a:bodyPr/>
        <a:lstStyle/>
        <a:p>
          <a:endParaRPr lang="de-DE"/>
        </a:p>
      </dgm:t>
    </dgm:pt>
    <dgm:pt modelId="{30B6F601-B43F-344B-8D40-ABE2BB17D825}" type="sibTrans" cxnId="{A1CDE0D8-AC1D-5C4A-8809-99CBC88692A4}">
      <dgm:prSet/>
      <dgm:spPr/>
      <dgm:t>
        <a:bodyPr/>
        <a:lstStyle/>
        <a:p>
          <a:endParaRPr lang="de-DE"/>
        </a:p>
      </dgm:t>
    </dgm:pt>
    <dgm:pt modelId="{EE6868CB-CFA7-9C4F-9F0E-5527793D89CD}">
      <dgm:prSet phldrT="[Text]" phldr="0"/>
      <dgm:spPr/>
      <dgm:t>
        <a:bodyPr/>
        <a:lstStyle/>
        <a:p>
          <a:r>
            <a:rPr lang="de-DE" dirty="0"/>
            <a:t>Spannende und abwechslungsreiche Aufgaben als Berater </a:t>
          </a:r>
        </a:p>
      </dgm:t>
    </dgm:pt>
    <dgm:pt modelId="{9F4E8405-ADDA-3740-AD6A-EDC72679D719}" type="parTrans" cxnId="{9076166B-D273-6848-A022-8C88DEF3890C}">
      <dgm:prSet/>
      <dgm:spPr/>
      <dgm:t>
        <a:bodyPr/>
        <a:lstStyle/>
        <a:p>
          <a:endParaRPr lang="de-DE"/>
        </a:p>
      </dgm:t>
    </dgm:pt>
    <dgm:pt modelId="{047F846F-B85A-9541-9E1D-2FB23B3AB8D5}" type="sibTrans" cxnId="{9076166B-D273-6848-A022-8C88DEF3890C}">
      <dgm:prSet/>
      <dgm:spPr/>
      <dgm:t>
        <a:bodyPr/>
        <a:lstStyle/>
        <a:p>
          <a:endParaRPr lang="de-DE"/>
        </a:p>
      </dgm:t>
    </dgm:pt>
    <dgm:pt modelId="{1D6D36C4-4100-D74C-A306-3639FFD6B266}">
      <dgm:prSet phldrT="[Text]" phldr="0"/>
      <dgm:spPr/>
      <dgm:t>
        <a:bodyPr/>
        <a:lstStyle/>
        <a:p>
          <a:r>
            <a:rPr lang="de-DE" dirty="0"/>
            <a:t>An der Entwicklung der Unternehmen maßgeblich beteiligt</a:t>
          </a:r>
        </a:p>
      </dgm:t>
    </dgm:pt>
    <dgm:pt modelId="{CEA858F2-2FA3-7D44-A4CB-A6CA8C7061A2}" type="parTrans" cxnId="{E5C064A7-949B-B949-8847-DE72AD6834B7}">
      <dgm:prSet/>
      <dgm:spPr/>
      <dgm:t>
        <a:bodyPr/>
        <a:lstStyle/>
        <a:p>
          <a:endParaRPr lang="de-DE"/>
        </a:p>
      </dgm:t>
    </dgm:pt>
    <dgm:pt modelId="{35E278E6-E9C3-154C-8BF6-9436CCC2E1AA}" type="sibTrans" cxnId="{E5C064A7-949B-B949-8847-DE72AD6834B7}">
      <dgm:prSet/>
      <dgm:spPr/>
      <dgm:t>
        <a:bodyPr/>
        <a:lstStyle/>
        <a:p>
          <a:endParaRPr lang="de-DE"/>
        </a:p>
      </dgm:t>
    </dgm:pt>
    <dgm:pt modelId="{628CB87C-6C68-9040-841B-72E69D0A28C4}">
      <dgm:prSet phldrT="[Text]" phldr="0"/>
      <dgm:spPr/>
      <dgm:t>
        <a:bodyPr/>
        <a:lstStyle/>
        <a:p>
          <a:r>
            <a:rPr lang="de-DE"/>
            <a:t>Interesse für wirtschaftliche Prozesse und Zusammenhänge vertiefen</a:t>
          </a:r>
          <a:endParaRPr lang="de-DE" dirty="0"/>
        </a:p>
      </dgm:t>
    </dgm:pt>
    <dgm:pt modelId="{95C01CD3-75A5-4744-A6E8-3888868E46F6}" type="parTrans" cxnId="{F1370098-95C1-A34B-9A0B-0AA137F0B70B}">
      <dgm:prSet/>
      <dgm:spPr/>
      <dgm:t>
        <a:bodyPr/>
        <a:lstStyle/>
        <a:p>
          <a:endParaRPr lang="de-DE"/>
        </a:p>
      </dgm:t>
    </dgm:pt>
    <dgm:pt modelId="{CB2CBF2A-2FB4-3646-A18B-8C2D6DA1AC0B}" type="sibTrans" cxnId="{F1370098-95C1-A34B-9A0B-0AA137F0B70B}">
      <dgm:prSet/>
      <dgm:spPr/>
      <dgm:t>
        <a:bodyPr/>
        <a:lstStyle/>
        <a:p>
          <a:endParaRPr lang="de-DE"/>
        </a:p>
      </dgm:t>
    </dgm:pt>
    <dgm:pt modelId="{EFBA09E7-58B5-754D-922D-21FF348E4CFC}" type="pres">
      <dgm:prSet presAssocID="{6F4C4B78-463A-4640-81A0-630396197CB3}" presName="linear" presStyleCnt="0">
        <dgm:presLayoutVars>
          <dgm:dir/>
          <dgm:resizeHandles val="exact"/>
        </dgm:presLayoutVars>
      </dgm:prSet>
      <dgm:spPr/>
    </dgm:pt>
    <dgm:pt modelId="{845069A5-4A00-DB4E-A029-A114B75F1257}" type="pres">
      <dgm:prSet presAssocID="{0A3331AE-31A5-8441-8E91-BB11505CF23A}" presName="comp" presStyleCnt="0"/>
      <dgm:spPr/>
    </dgm:pt>
    <dgm:pt modelId="{111D618F-E13D-7242-9638-2F88428AD604}" type="pres">
      <dgm:prSet presAssocID="{0A3331AE-31A5-8441-8E91-BB11505CF23A}" presName="box" presStyleLbl="node1" presStyleIdx="0" presStyleCnt="5"/>
      <dgm:spPr/>
    </dgm:pt>
    <dgm:pt modelId="{5ED103C9-9E9A-EA4E-8B95-78E7F75DB02C}" type="pres">
      <dgm:prSet presAssocID="{0A3331AE-31A5-8441-8E91-BB11505CF23A}" presName="img" presStyleLbl="fgImgPlace1" presStyleIdx="0" presStyleCnt="5"/>
      <dgm:spPr>
        <a:blipFill>
          <a:blip xmlns:r="http://schemas.openxmlformats.org/officeDocument/2006/relationships" r:embed="rId1"/>
          <a:srcRect/>
          <a:stretch>
            <a:fillRect l="-9000" r="-9000"/>
          </a:stretch>
        </a:blipFill>
      </dgm:spPr>
    </dgm:pt>
    <dgm:pt modelId="{19E526F1-9B1F-CB4B-9ACA-BBE8A181DB8B}" type="pres">
      <dgm:prSet presAssocID="{0A3331AE-31A5-8441-8E91-BB11505CF23A}" presName="text" presStyleLbl="node1" presStyleIdx="0" presStyleCnt="5">
        <dgm:presLayoutVars>
          <dgm:bulletEnabled val="1"/>
        </dgm:presLayoutVars>
      </dgm:prSet>
      <dgm:spPr/>
    </dgm:pt>
    <dgm:pt modelId="{63962491-6863-544B-BD01-86C16FC479BD}" type="pres">
      <dgm:prSet presAssocID="{7B6C634C-36C4-614A-94E7-840AE84DAF60}" presName="spacer" presStyleCnt="0"/>
      <dgm:spPr/>
    </dgm:pt>
    <dgm:pt modelId="{DBBA5339-29DC-9C42-885D-58C6249E9CF4}" type="pres">
      <dgm:prSet presAssocID="{7FF49643-6981-804E-B366-9F29ABA99011}" presName="comp" presStyleCnt="0"/>
      <dgm:spPr/>
    </dgm:pt>
    <dgm:pt modelId="{CFE190B0-5807-EF45-A3A5-9CC317E9DB9F}" type="pres">
      <dgm:prSet presAssocID="{7FF49643-6981-804E-B366-9F29ABA99011}" presName="box" presStyleLbl="node1" presStyleIdx="1" presStyleCnt="5"/>
      <dgm:spPr/>
    </dgm:pt>
    <dgm:pt modelId="{4F77C613-DFD8-0F4D-88DF-14955F62D96B}" type="pres">
      <dgm:prSet presAssocID="{7FF49643-6981-804E-B366-9F29ABA99011}" presName="img" presStyleLbl="fgImgPlace1" presStyleIdx="1" presStyleCnt="5"/>
      <dgm:spPr>
        <a:blipFill>
          <a:blip xmlns:r="http://schemas.openxmlformats.org/officeDocument/2006/relationships" r:embed="rId2"/>
          <a:srcRect/>
          <a:stretch>
            <a:fillRect l="-6000" r="-6000"/>
          </a:stretch>
        </a:blipFill>
      </dgm:spPr>
    </dgm:pt>
    <dgm:pt modelId="{A6DAB389-4BB1-334D-A2B0-AB0CE2454CB7}" type="pres">
      <dgm:prSet presAssocID="{7FF49643-6981-804E-B366-9F29ABA99011}" presName="text" presStyleLbl="node1" presStyleIdx="1" presStyleCnt="5">
        <dgm:presLayoutVars>
          <dgm:bulletEnabled val="1"/>
        </dgm:presLayoutVars>
      </dgm:prSet>
      <dgm:spPr/>
    </dgm:pt>
    <dgm:pt modelId="{E2E162F3-507C-8943-A363-9A4942AAE950}" type="pres">
      <dgm:prSet presAssocID="{4E23CA9C-23F9-114B-8825-CF920736A0D6}" presName="spacer" presStyleCnt="0"/>
      <dgm:spPr/>
    </dgm:pt>
    <dgm:pt modelId="{0D76144F-1546-CC42-8298-54888B9D52BE}" type="pres">
      <dgm:prSet presAssocID="{725103A2-7B42-FA4F-AFF3-1DC355A3952C}" presName="comp" presStyleCnt="0"/>
      <dgm:spPr/>
    </dgm:pt>
    <dgm:pt modelId="{62518ACF-88B6-4D40-BBB8-11710E499E0E}" type="pres">
      <dgm:prSet presAssocID="{725103A2-7B42-FA4F-AFF3-1DC355A3952C}" presName="box" presStyleLbl="node1" presStyleIdx="2" presStyleCnt="5"/>
      <dgm:spPr/>
    </dgm:pt>
    <dgm:pt modelId="{4D71338B-3D16-F64F-97E8-4015B2CC3959}" type="pres">
      <dgm:prSet presAssocID="{725103A2-7B42-FA4F-AFF3-1DC355A3952C}" presName="img" presStyleLbl="fgImgPlace1" presStyleIdx="2" presStyleCnt="5"/>
      <dgm:spPr>
        <a:blipFill>
          <a:blip xmlns:r="http://schemas.openxmlformats.org/officeDocument/2006/relationships" r:embed="rId3"/>
          <a:srcRect/>
          <a:stretch>
            <a:fillRect l="-6000" r="-6000"/>
          </a:stretch>
        </a:blipFill>
      </dgm:spPr>
    </dgm:pt>
    <dgm:pt modelId="{8BF923C0-08CF-104D-A8B1-A94AB1D954B8}" type="pres">
      <dgm:prSet presAssocID="{725103A2-7B42-FA4F-AFF3-1DC355A3952C}" presName="text" presStyleLbl="node1" presStyleIdx="2" presStyleCnt="5">
        <dgm:presLayoutVars>
          <dgm:bulletEnabled val="1"/>
        </dgm:presLayoutVars>
      </dgm:prSet>
      <dgm:spPr/>
    </dgm:pt>
    <dgm:pt modelId="{F992235E-4E25-F048-AFD8-E36B5197E980}" type="pres">
      <dgm:prSet presAssocID="{CD0B363F-6092-E341-9BD6-BCA8DE179D61}" presName="spacer" presStyleCnt="0"/>
      <dgm:spPr/>
    </dgm:pt>
    <dgm:pt modelId="{CD92DCBF-4BC6-DC40-AE21-9142DF7D1580}" type="pres">
      <dgm:prSet presAssocID="{C5385A1F-1EE8-4D46-90C0-8F659F3629F4}" presName="comp" presStyleCnt="0"/>
      <dgm:spPr/>
    </dgm:pt>
    <dgm:pt modelId="{2820252B-F065-F045-9889-9DA70DE1FE14}" type="pres">
      <dgm:prSet presAssocID="{C5385A1F-1EE8-4D46-90C0-8F659F3629F4}" presName="box" presStyleLbl="node1" presStyleIdx="3" presStyleCnt="5"/>
      <dgm:spPr/>
    </dgm:pt>
    <dgm:pt modelId="{F9D6DDE5-33DD-5B46-A5AB-3818FC9236F6}" type="pres">
      <dgm:prSet presAssocID="{C5385A1F-1EE8-4D46-90C0-8F659F3629F4}" presName="img" presStyleLbl="fgImgPlace1" presStyleIdx="3" presStyleCnt="5"/>
      <dgm:spPr>
        <a:blipFill>
          <a:blip xmlns:r="http://schemas.openxmlformats.org/officeDocument/2006/relationships" r:embed="rId4"/>
          <a:srcRect/>
          <a:stretch>
            <a:fillRect t="-28000" b="-28000"/>
          </a:stretch>
        </a:blipFill>
      </dgm:spPr>
    </dgm:pt>
    <dgm:pt modelId="{A5BF0984-BA40-1449-9A96-B0C13445BA25}" type="pres">
      <dgm:prSet presAssocID="{C5385A1F-1EE8-4D46-90C0-8F659F3629F4}" presName="text" presStyleLbl="node1" presStyleIdx="3" presStyleCnt="5">
        <dgm:presLayoutVars>
          <dgm:bulletEnabled val="1"/>
        </dgm:presLayoutVars>
      </dgm:prSet>
      <dgm:spPr/>
    </dgm:pt>
    <dgm:pt modelId="{E570D312-43BB-6B40-A038-4D29BD0A590B}" type="pres">
      <dgm:prSet presAssocID="{7BAF1D0D-5430-8645-9975-018056AB0BB4}" presName="spacer" presStyleCnt="0"/>
      <dgm:spPr/>
    </dgm:pt>
    <dgm:pt modelId="{D84DD158-D260-9243-AD64-B2A2D813EC40}" type="pres">
      <dgm:prSet presAssocID="{FE985A33-0193-3A45-B970-21B47535782C}" presName="comp" presStyleCnt="0"/>
      <dgm:spPr/>
    </dgm:pt>
    <dgm:pt modelId="{6DF81C4E-E7ED-9C4D-BD0D-2CF132C34D23}" type="pres">
      <dgm:prSet presAssocID="{FE985A33-0193-3A45-B970-21B47535782C}" presName="box" presStyleLbl="node1" presStyleIdx="4" presStyleCnt="5"/>
      <dgm:spPr/>
    </dgm:pt>
    <dgm:pt modelId="{DAB34A06-8D68-784A-8931-DD0796FD8EBE}" type="pres">
      <dgm:prSet presAssocID="{FE985A33-0193-3A45-B970-21B47535782C}" presName="img" presStyleLbl="fgImgPlace1" presStyleIdx="4" presStyleCnt="5"/>
      <dgm:spPr>
        <a:blipFill>
          <a:blip xmlns:r="http://schemas.openxmlformats.org/officeDocument/2006/relationships" r:embed="rId5"/>
          <a:srcRect/>
          <a:stretch>
            <a:fillRect t="-4000" b="-4000"/>
          </a:stretch>
        </a:blipFill>
      </dgm:spPr>
    </dgm:pt>
    <dgm:pt modelId="{25FF0EB6-750A-364C-A0A9-F9DF7BECC10E}" type="pres">
      <dgm:prSet presAssocID="{FE985A33-0193-3A45-B970-21B47535782C}" presName="text" presStyleLbl="node1" presStyleIdx="4" presStyleCnt="5">
        <dgm:presLayoutVars>
          <dgm:bulletEnabled val="1"/>
        </dgm:presLayoutVars>
      </dgm:prSet>
      <dgm:spPr/>
    </dgm:pt>
  </dgm:ptLst>
  <dgm:cxnLst>
    <dgm:cxn modelId="{C1DC1303-BAB2-F54F-972A-5559FEA0F3BC}" srcId="{6F4C4B78-463A-4640-81A0-630396197CB3}" destId="{0A3331AE-31A5-8441-8E91-BB11505CF23A}" srcOrd="0" destOrd="0" parTransId="{43C08FC7-78D6-F04F-878E-641FE6D50161}" sibTransId="{7B6C634C-36C4-614A-94E7-840AE84DAF60}"/>
    <dgm:cxn modelId="{FA3C1907-08F9-DF42-8A4A-2BEEBC11B700}" type="presOf" srcId="{1D6D36C4-4100-D74C-A306-3639FFD6B266}" destId="{6DF81C4E-E7ED-9C4D-BD0D-2CF132C34D23}" srcOrd="0" destOrd="2" presId="urn:microsoft.com/office/officeart/2005/8/layout/vList4"/>
    <dgm:cxn modelId="{D55FAB0E-7AB0-2945-BCAD-1503B7AFD5E4}" type="presOf" srcId="{8566D2F3-1E1D-8F4C-BE5A-6BDEAFC6567C}" destId="{111D618F-E13D-7242-9638-2F88428AD604}" srcOrd="0" destOrd="1" presId="urn:microsoft.com/office/officeart/2005/8/layout/vList4"/>
    <dgm:cxn modelId="{686F1912-66A0-3643-BCE6-353D72DFEA12}" srcId="{0A3331AE-31A5-8441-8E91-BB11505CF23A}" destId="{8566D2F3-1E1D-8F4C-BE5A-6BDEAFC6567C}" srcOrd="0" destOrd="0" parTransId="{1034C957-3DBC-D446-BB9B-7925FE140A97}" sibTransId="{FBBE9689-8F8B-EF45-A844-4A5A3BFCF370}"/>
    <dgm:cxn modelId="{07ECFE12-EB8A-F949-A280-20FF9796466E}" type="presOf" srcId="{7FF49643-6981-804E-B366-9F29ABA99011}" destId="{A6DAB389-4BB1-334D-A2B0-AB0CE2454CB7}" srcOrd="1" destOrd="0" presId="urn:microsoft.com/office/officeart/2005/8/layout/vList4"/>
    <dgm:cxn modelId="{EEF37C14-383C-2142-9BFF-E2B282872644}" type="presOf" srcId="{8566D2F3-1E1D-8F4C-BE5A-6BDEAFC6567C}" destId="{19E526F1-9B1F-CB4B-9ACA-BBE8A181DB8B}" srcOrd="1" destOrd="1" presId="urn:microsoft.com/office/officeart/2005/8/layout/vList4"/>
    <dgm:cxn modelId="{182CF314-A1DA-BC41-8B07-3FA0408E2632}" type="presOf" srcId="{725103A2-7B42-FA4F-AFF3-1DC355A3952C}" destId="{8BF923C0-08CF-104D-A8B1-A94AB1D954B8}" srcOrd="1" destOrd="0" presId="urn:microsoft.com/office/officeart/2005/8/layout/vList4"/>
    <dgm:cxn modelId="{3D513817-62E4-E04A-A028-EEA924639462}" type="presOf" srcId="{61C6D244-6297-FF4E-BB44-05D2424D8209}" destId="{2820252B-F065-F045-9889-9DA70DE1FE14}" srcOrd="0" destOrd="2" presId="urn:microsoft.com/office/officeart/2005/8/layout/vList4"/>
    <dgm:cxn modelId="{4AEB4C1C-D0C8-9C43-A1B4-DF381B66E869}" srcId="{6F4C4B78-463A-4640-81A0-630396197CB3}" destId="{C5385A1F-1EE8-4D46-90C0-8F659F3629F4}" srcOrd="3" destOrd="0" parTransId="{F289DEF2-E0C9-E743-8E52-A344E393E412}" sibTransId="{7BAF1D0D-5430-8645-9975-018056AB0BB4}"/>
    <dgm:cxn modelId="{AC581A1D-69BD-C241-90B5-B158924C85B1}" srcId="{6F4C4B78-463A-4640-81A0-630396197CB3}" destId="{7FF49643-6981-804E-B366-9F29ABA99011}" srcOrd="1" destOrd="0" parTransId="{AD982EA8-6271-6F44-A854-2F5E4643B85E}" sibTransId="{4E23CA9C-23F9-114B-8825-CF920736A0D6}"/>
    <dgm:cxn modelId="{6C920128-7A03-B14E-82EF-167CFBD3EC0E}" type="presOf" srcId="{EE6868CB-CFA7-9C4F-9F0E-5527793D89CD}" destId="{25FF0EB6-750A-364C-A0A9-F9DF7BECC10E}" srcOrd="1" destOrd="1" presId="urn:microsoft.com/office/officeart/2005/8/layout/vList4"/>
    <dgm:cxn modelId="{3E30EF2E-88FE-3A4F-949E-F3E05AA07594}" type="presOf" srcId="{65129A2F-7E84-B844-BF42-B4CF48DB8A65}" destId="{8BF923C0-08CF-104D-A8B1-A94AB1D954B8}" srcOrd="1" destOrd="1" presId="urn:microsoft.com/office/officeart/2005/8/layout/vList4"/>
    <dgm:cxn modelId="{520B842F-18EF-D44F-A894-0801B9CB1CC8}" srcId="{6F4C4B78-463A-4640-81A0-630396197CB3}" destId="{725103A2-7B42-FA4F-AFF3-1DC355A3952C}" srcOrd="2" destOrd="0" parTransId="{1DE88FCA-6C14-E44B-A2AA-3E2C8D2B86CB}" sibTransId="{CD0B363F-6092-E341-9BD6-BCA8DE179D61}"/>
    <dgm:cxn modelId="{62463934-67B4-F945-A3AC-9C68BDE5CA8A}" type="presOf" srcId="{628CB87C-6C68-9040-841B-72E69D0A28C4}" destId="{62518ACF-88B6-4D40-BBB8-11710E499E0E}" srcOrd="0" destOrd="2" presId="urn:microsoft.com/office/officeart/2005/8/layout/vList4"/>
    <dgm:cxn modelId="{8141F039-9352-294C-B7C4-2FF544FDB91A}" srcId="{C5385A1F-1EE8-4D46-90C0-8F659F3629F4}" destId="{F0BB12B9-FADD-F147-807D-4273C0391B27}" srcOrd="0" destOrd="0" parTransId="{525CDC29-F8C4-414F-940A-5C9EDBD9D445}" sibTransId="{668E38E9-26C4-1C40-8009-07FF556B8DE2}"/>
    <dgm:cxn modelId="{A752F53E-3B82-D54A-8FBC-3FC40888F631}" type="presOf" srcId="{725103A2-7B42-FA4F-AFF3-1DC355A3952C}" destId="{62518ACF-88B6-4D40-BBB8-11710E499E0E}" srcOrd="0" destOrd="0" presId="urn:microsoft.com/office/officeart/2005/8/layout/vList4"/>
    <dgm:cxn modelId="{F6EB3440-EDF3-D049-8BA1-EA0F96C1C240}" type="presOf" srcId="{61C6D244-6297-FF4E-BB44-05D2424D8209}" destId="{A5BF0984-BA40-1449-9A96-B0C13445BA25}" srcOrd="1" destOrd="2" presId="urn:microsoft.com/office/officeart/2005/8/layout/vList4"/>
    <dgm:cxn modelId="{110A244E-CB1D-AE4D-A4BE-A1D1433FD7E5}" type="presOf" srcId="{F0BB12B9-FADD-F147-807D-4273C0391B27}" destId="{A5BF0984-BA40-1449-9A96-B0C13445BA25}" srcOrd="1" destOrd="1" presId="urn:microsoft.com/office/officeart/2005/8/layout/vList4"/>
    <dgm:cxn modelId="{FD394A55-4D3F-E942-9114-AB68E162C2C6}" type="presOf" srcId="{0A3331AE-31A5-8441-8E91-BB11505CF23A}" destId="{111D618F-E13D-7242-9638-2F88428AD604}" srcOrd="0" destOrd="0" presId="urn:microsoft.com/office/officeart/2005/8/layout/vList4"/>
    <dgm:cxn modelId="{FC3DAC5F-69F9-254E-91F1-E39356536C64}" type="presOf" srcId="{1D6D36C4-4100-D74C-A306-3639FFD6B266}" destId="{25FF0EB6-750A-364C-A0A9-F9DF7BECC10E}" srcOrd="1" destOrd="2" presId="urn:microsoft.com/office/officeart/2005/8/layout/vList4"/>
    <dgm:cxn modelId="{6EEAAE5F-6294-FC43-B608-6E40F6111222}" srcId="{725103A2-7B42-FA4F-AFF3-1DC355A3952C}" destId="{65129A2F-7E84-B844-BF42-B4CF48DB8A65}" srcOrd="0" destOrd="0" parTransId="{C82B0F9F-C53D-E54F-966B-A1B09281AABC}" sibTransId="{065F0DE4-872C-6C4D-9F71-6546B5040C87}"/>
    <dgm:cxn modelId="{C22B0766-51AB-AC48-91C6-B92BBABDEE06}" type="presOf" srcId="{F0BB12B9-FADD-F147-807D-4273C0391B27}" destId="{2820252B-F065-F045-9889-9DA70DE1FE14}" srcOrd="0" destOrd="1" presId="urn:microsoft.com/office/officeart/2005/8/layout/vList4"/>
    <dgm:cxn modelId="{A7275C69-59F6-3347-B8EB-D3B897F83439}" type="presOf" srcId="{7FF49643-6981-804E-B366-9F29ABA99011}" destId="{CFE190B0-5807-EF45-A3A5-9CC317E9DB9F}" srcOrd="0" destOrd="0" presId="urn:microsoft.com/office/officeart/2005/8/layout/vList4"/>
    <dgm:cxn modelId="{9076166B-D273-6848-A022-8C88DEF3890C}" srcId="{FE985A33-0193-3A45-B970-21B47535782C}" destId="{EE6868CB-CFA7-9C4F-9F0E-5527793D89CD}" srcOrd="0" destOrd="0" parTransId="{9F4E8405-ADDA-3740-AD6A-EDC72679D719}" sibTransId="{047F846F-B85A-9541-9E1D-2FB23B3AB8D5}"/>
    <dgm:cxn modelId="{A67B7784-C620-8E48-A1C3-B4676B4FABFB}" type="presOf" srcId="{E03F090F-0AC7-F246-B10C-81C43B476CEB}" destId="{CFE190B0-5807-EF45-A3A5-9CC317E9DB9F}" srcOrd="0" destOrd="2" presId="urn:microsoft.com/office/officeart/2005/8/layout/vList4"/>
    <dgm:cxn modelId="{267F848A-0F62-224E-A1A4-1BD1ADDA1E81}" srcId="{0A3331AE-31A5-8441-8E91-BB11505CF23A}" destId="{CD74DBCD-6F2C-334E-8224-A9826F2692F3}" srcOrd="1" destOrd="0" parTransId="{2C865EFB-0962-4242-B2DA-2236F8D667B0}" sibTransId="{31CD1DCE-E4FB-7B46-8642-2D4402229B4A}"/>
    <dgm:cxn modelId="{5FB9D393-F87D-AD48-B768-DD1E5A5E531B}" type="presOf" srcId="{048AFE5A-2F96-4D45-BCE6-C6CCFB250DF0}" destId="{A6DAB389-4BB1-334D-A2B0-AB0CE2454CB7}" srcOrd="1" destOrd="1" presId="urn:microsoft.com/office/officeart/2005/8/layout/vList4"/>
    <dgm:cxn modelId="{B364E894-645D-774F-AD93-2F05D1271652}" type="presOf" srcId="{CD74DBCD-6F2C-334E-8224-A9826F2692F3}" destId="{19E526F1-9B1F-CB4B-9ACA-BBE8A181DB8B}" srcOrd="1" destOrd="2" presId="urn:microsoft.com/office/officeart/2005/8/layout/vList4"/>
    <dgm:cxn modelId="{F1370098-95C1-A34B-9A0B-0AA137F0B70B}" srcId="{725103A2-7B42-FA4F-AFF3-1DC355A3952C}" destId="{628CB87C-6C68-9040-841B-72E69D0A28C4}" srcOrd="1" destOrd="0" parTransId="{95C01CD3-75A5-4744-A6E8-3888868E46F6}" sibTransId="{CB2CBF2A-2FB4-3646-A18B-8C2D6DA1AC0B}"/>
    <dgm:cxn modelId="{AD23A799-9F81-E445-9600-9CB53829D962}" type="presOf" srcId="{048AFE5A-2F96-4D45-BCE6-C6CCFB250DF0}" destId="{CFE190B0-5807-EF45-A3A5-9CC317E9DB9F}" srcOrd="0" destOrd="1" presId="urn:microsoft.com/office/officeart/2005/8/layout/vList4"/>
    <dgm:cxn modelId="{92228FA3-C1B1-AE47-8531-8BC11EE041C1}" type="presOf" srcId="{FE985A33-0193-3A45-B970-21B47535782C}" destId="{25FF0EB6-750A-364C-A0A9-F9DF7BECC10E}" srcOrd="1" destOrd="0" presId="urn:microsoft.com/office/officeart/2005/8/layout/vList4"/>
    <dgm:cxn modelId="{3CD2CCA3-91A0-DF46-8BC8-B02202EBACD6}" type="presOf" srcId="{6F4C4B78-463A-4640-81A0-630396197CB3}" destId="{EFBA09E7-58B5-754D-922D-21FF348E4CFC}" srcOrd="0" destOrd="0" presId="urn:microsoft.com/office/officeart/2005/8/layout/vList4"/>
    <dgm:cxn modelId="{555C26A5-2234-634B-9ED7-F2CAFE5B29DC}" type="presOf" srcId="{CD74DBCD-6F2C-334E-8224-A9826F2692F3}" destId="{111D618F-E13D-7242-9638-2F88428AD604}" srcOrd="0" destOrd="2" presId="urn:microsoft.com/office/officeart/2005/8/layout/vList4"/>
    <dgm:cxn modelId="{E5C064A7-949B-B949-8847-DE72AD6834B7}" srcId="{FE985A33-0193-3A45-B970-21B47535782C}" destId="{1D6D36C4-4100-D74C-A306-3639FFD6B266}" srcOrd="1" destOrd="0" parTransId="{CEA858F2-2FA3-7D44-A4CB-A6CA8C7061A2}" sibTransId="{35E278E6-E9C3-154C-8BF6-9436CCC2E1AA}"/>
    <dgm:cxn modelId="{846826AC-C231-1C45-8FD3-174C27AD703F}" type="presOf" srcId="{0A3331AE-31A5-8441-8E91-BB11505CF23A}" destId="{19E526F1-9B1F-CB4B-9ACA-BBE8A181DB8B}" srcOrd="1" destOrd="0" presId="urn:microsoft.com/office/officeart/2005/8/layout/vList4"/>
    <dgm:cxn modelId="{3B8D56B2-D18F-D842-B44D-7CD4DE497E75}" type="presOf" srcId="{C5385A1F-1EE8-4D46-90C0-8F659F3629F4}" destId="{A5BF0984-BA40-1449-9A96-B0C13445BA25}" srcOrd="1" destOrd="0" presId="urn:microsoft.com/office/officeart/2005/8/layout/vList4"/>
    <dgm:cxn modelId="{89C9E8B4-4C59-BC47-A815-82B56644D0F4}" type="presOf" srcId="{65129A2F-7E84-B844-BF42-B4CF48DB8A65}" destId="{62518ACF-88B6-4D40-BBB8-11710E499E0E}" srcOrd="0" destOrd="1" presId="urn:microsoft.com/office/officeart/2005/8/layout/vList4"/>
    <dgm:cxn modelId="{818E84CC-097A-4B41-AE21-9B5FB7C2EBB5}" srcId="{7FF49643-6981-804E-B366-9F29ABA99011}" destId="{E03F090F-0AC7-F246-B10C-81C43B476CEB}" srcOrd="1" destOrd="0" parTransId="{E4B76B1A-8B1A-4C47-AD0C-6B4927687D51}" sibTransId="{E60E55C5-4653-7646-A98F-2E29B58AFED3}"/>
    <dgm:cxn modelId="{1C98ABD7-AC22-7748-82EB-729E0E54F807}" type="presOf" srcId="{E03F090F-0AC7-F246-B10C-81C43B476CEB}" destId="{A6DAB389-4BB1-334D-A2B0-AB0CE2454CB7}" srcOrd="1" destOrd="2" presId="urn:microsoft.com/office/officeart/2005/8/layout/vList4"/>
    <dgm:cxn modelId="{A1CDE0D8-AC1D-5C4A-8809-99CBC88692A4}" srcId="{6F4C4B78-463A-4640-81A0-630396197CB3}" destId="{FE985A33-0193-3A45-B970-21B47535782C}" srcOrd="4" destOrd="0" parTransId="{05506F36-5D5D-DA41-992D-44315E3DCCA6}" sibTransId="{30B6F601-B43F-344B-8D40-ABE2BB17D825}"/>
    <dgm:cxn modelId="{5153F9DF-1C3B-8544-B35F-C452EE78B041}" type="presOf" srcId="{FE985A33-0193-3A45-B970-21B47535782C}" destId="{6DF81C4E-E7ED-9C4D-BD0D-2CF132C34D23}" srcOrd="0" destOrd="0" presId="urn:microsoft.com/office/officeart/2005/8/layout/vList4"/>
    <dgm:cxn modelId="{A41C1FE1-862C-9848-A56C-DD0C92236D09}" type="presOf" srcId="{628CB87C-6C68-9040-841B-72E69D0A28C4}" destId="{8BF923C0-08CF-104D-A8B1-A94AB1D954B8}" srcOrd="1" destOrd="2" presId="urn:microsoft.com/office/officeart/2005/8/layout/vList4"/>
    <dgm:cxn modelId="{5C7209E8-AA59-594D-9F01-99579D58C7F0}" srcId="{7FF49643-6981-804E-B366-9F29ABA99011}" destId="{048AFE5A-2F96-4D45-BCE6-C6CCFB250DF0}" srcOrd="0" destOrd="0" parTransId="{31BA7304-E528-1644-8044-EA7877634DFF}" sibTransId="{ADA5F1B8-5196-F541-BAD0-5A4A47F94E8B}"/>
    <dgm:cxn modelId="{6E07B2EC-9D22-C24E-A7CD-3A7E1B40C773}" type="presOf" srcId="{EE6868CB-CFA7-9C4F-9F0E-5527793D89CD}" destId="{6DF81C4E-E7ED-9C4D-BD0D-2CF132C34D23}" srcOrd="0" destOrd="1" presId="urn:microsoft.com/office/officeart/2005/8/layout/vList4"/>
    <dgm:cxn modelId="{01B11CFD-0091-3148-956D-49420B487E52}" srcId="{C5385A1F-1EE8-4D46-90C0-8F659F3629F4}" destId="{61C6D244-6297-FF4E-BB44-05D2424D8209}" srcOrd="1" destOrd="0" parTransId="{A7C0FB3C-DB68-F04A-8456-09E1AF0FD290}" sibTransId="{DD82E904-AB0A-E145-AF86-88233C237A79}"/>
    <dgm:cxn modelId="{15BB16FF-0E76-E544-AA42-DD34D0AA4E82}" type="presOf" srcId="{C5385A1F-1EE8-4D46-90C0-8F659F3629F4}" destId="{2820252B-F065-F045-9889-9DA70DE1FE14}" srcOrd="0" destOrd="0" presId="urn:microsoft.com/office/officeart/2005/8/layout/vList4"/>
    <dgm:cxn modelId="{702DFA76-A583-F648-B44D-6A55C9973198}" type="presParOf" srcId="{EFBA09E7-58B5-754D-922D-21FF348E4CFC}" destId="{845069A5-4A00-DB4E-A029-A114B75F1257}" srcOrd="0" destOrd="0" presId="urn:microsoft.com/office/officeart/2005/8/layout/vList4"/>
    <dgm:cxn modelId="{9C70D135-D4D4-5D4D-97F8-91758E450865}" type="presParOf" srcId="{845069A5-4A00-DB4E-A029-A114B75F1257}" destId="{111D618F-E13D-7242-9638-2F88428AD604}" srcOrd="0" destOrd="0" presId="urn:microsoft.com/office/officeart/2005/8/layout/vList4"/>
    <dgm:cxn modelId="{BF10F1AB-C157-E64F-915C-502338E27FCE}" type="presParOf" srcId="{845069A5-4A00-DB4E-A029-A114B75F1257}" destId="{5ED103C9-9E9A-EA4E-8B95-78E7F75DB02C}" srcOrd="1" destOrd="0" presId="urn:microsoft.com/office/officeart/2005/8/layout/vList4"/>
    <dgm:cxn modelId="{94EBAECD-422B-9046-80A0-D64352B03A51}" type="presParOf" srcId="{845069A5-4A00-DB4E-A029-A114B75F1257}" destId="{19E526F1-9B1F-CB4B-9ACA-BBE8A181DB8B}" srcOrd="2" destOrd="0" presId="urn:microsoft.com/office/officeart/2005/8/layout/vList4"/>
    <dgm:cxn modelId="{2EB9AF61-CB89-4A41-88DE-0AC600011532}" type="presParOf" srcId="{EFBA09E7-58B5-754D-922D-21FF348E4CFC}" destId="{63962491-6863-544B-BD01-86C16FC479BD}" srcOrd="1" destOrd="0" presId="urn:microsoft.com/office/officeart/2005/8/layout/vList4"/>
    <dgm:cxn modelId="{AE559DC6-759B-254B-A9F5-C260ECC24DD0}" type="presParOf" srcId="{EFBA09E7-58B5-754D-922D-21FF348E4CFC}" destId="{DBBA5339-29DC-9C42-885D-58C6249E9CF4}" srcOrd="2" destOrd="0" presId="urn:microsoft.com/office/officeart/2005/8/layout/vList4"/>
    <dgm:cxn modelId="{E39FA3CE-7498-D847-A2D2-CF3775EBC77C}" type="presParOf" srcId="{DBBA5339-29DC-9C42-885D-58C6249E9CF4}" destId="{CFE190B0-5807-EF45-A3A5-9CC317E9DB9F}" srcOrd="0" destOrd="0" presId="urn:microsoft.com/office/officeart/2005/8/layout/vList4"/>
    <dgm:cxn modelId="{EC1DFCCB-60C7-E64E-9961-596EB03D2BF6}" type="presParOf" srcId="{DBBA5339-29DC-9C42-885D-58C6249E9CF4}" destId="{4F77C613-DFD8-0F4D-88DF-14955F62D96B}" srcOrd="1" destOrd="0" presId="urn:microsoft.com/office/officeart/2005/8/layout/vList4"/>
    <dgm:cxn modelId="{04CB8CEC-D180-694D-962F-4701645B98BA}" type="presParOf" srcId="{DBBA5339-29DC-9C42-885D-58C6249E9CF4}" destId="{A6DAB389-4BB1-334D-A2B0-AB0CE2454CB7}" srcOrd="2" destOrd="0" presId="urn:microsoft.com/office/officeart/2005/8/layout/vList4"/>
    <dgm:cxn modelId="{88539609-82D9-474B-B0D6-C373EF4CBC29}" type="presParOf" srcId="{EFBA09E7-58B5-754D-922D-21FF348E4CFC}" destId="{E2E162F3-507C-8943-A363-9A4942AAE950}" srcOrd="3" destOrd="0" presId="urn:microsoft.com/office/officeart/2005/8/layout/vList4"/>
    <dgm:cxn modelId="{F8737852-B09D-9A48-9679-C8DE3115F2A3}" type="presParOf" srcId="{EFBA09E7-58B5-754D-922D-21FF348E4CFC}" destId="{0D76144F-1546-CC42-8298-54888B9D52BE}" srcOrd="4" destOrd="0" presId="urn:microsoft.com/office/officeart/2005/8/layout/vList4"/>
    <dgm:cxn modelId="{C0DC772A-8A4B-FE4E-8F28-E32CAF0F6324}" type="presParOf" srcId="{0D76144F-1546-CC42-8298-54888B9D52BE}" destId="{62518ACF-88B6-4D40-BBB8-11710E499E0E}" srcOrd="0" destOrd="0" presId="urn:microsoft.com/office/officeart/2005/8/layout/vList4"/>
    <dgm:cxn modelId="{3986EB9B-B9E8-D14E-AA48-CC263974516D}" type="presParOf" srcId="{0D76144F-1546-CC42-8298-54888B9D52BE}" destId="{4D71338B-3D16-F64F-97E8-4015B2CC3959}" srcOrd="1" destOrd="0" presId="urn:microsoft.com/office/officeart/2005/8/layout/vList4"/>
    <dgm:cxn modelId="{27825593-205B-9145-A87A-3A8B43025CDB}" type="presParOf" srcId="{0D76144F-1546-CC42-8298-54888B9D52BE}" destId="{8BF923C0-08CF-104D-A8B1-A94AB1D954B8}" srcOrd="2" destOrd="0" presId="urn:microsoft.com/office/officeart/2005/8/layout/vList4"/>
    <dgm:cxn modelId="{5A65D846-1DC6-D44A-8312-CC2648BA4D5D}" type="presParOf" srcId="{EFBA09E7-58B5-754D-922D-21FF348E4CFC}" destId="{F992235E-4E25-F048-AFD8-E36B5197E980}" srcOrd="5" destOrd="0" presId="urn:microsoft.com/office/officeart/2005/8/layout/vList4"/>
    <dgm:cxn modelId="{74AA6CD7-1AA3-394B-BC48-38332ACE2437}" type="presParOf" srcId="{EFBA09E7-58B5-754D-922D-21FF348E4CFC}" destId="{CD92DCBF-4BC6-DC40-AE21-9142DF7D1580}" srcOrd="6" destOrd="0" presId="urn:microsoft.com/office/officeart/2005/8/layout/vList4"/>
    <dgm:cxn modelId="{65AF659C-2FE1-9141-8ADD-548FC5AE44F2}" type="presParOf" srcId="{CD92DCBF-4BC6-DC40-AE21-9142DF7D1580}" destId="{2820252B-F065-F045-9889-9DA70DE1FE14}" srcOrd="0" destOrd="0" presId="urn:microsoft.com/office/officeart/2005/8/layout/vList4"/>
    <dgm:cxn modelId="{256A5DD4-B4CF-4C4D-8092-A3C03B6A1D2E}" type="presParOf" srcId="{CD92DCBF-4BC6-DC40-AE21-9142DF7D1580}" destId="{F9D6DDE5-33DD-5B46-A5AB-3818FC9236F6}" srcOrd="1" destOrd="0" presId="urn:microsoft.com/office/officeart/2005/8/layout/vList4"/>
    <dgm:cxn modelId="{893FEE4F-F406-1649-911E-8FEB5CCF9F5E}" type="presParOf" srcId="{CD92DCBF-4BC6-DC40-AE21-9142DF7D1580}" destId="{A5BF0984-BA40-1449-9A96-B0C13445BA25}" srcOrd="2" destOrd="0" presId="urn:microsoft.com/office/officeart/2005/8/layout/vList4"/>
    <dgm:cxn modelId="{5952C4DE-E68B-B640-9643-0DBAA6E1A9D8}" type="presParOf" srcId="{EFBA09E7-58B5-754D-922D-21FF348E4CFC}" destId="{E570D312-43BB-6B40-A038-4D29BD0A590B}" srcOrd="7" destOrd="0" presId="urn:microsoft.com/office/officeart/2005/8/layout/vList4"/>
    <dgm:cxn modelId="{65D0E5C2-2425-324F-AD31-2E4A9387CE36}" type="presParOf" srcId="{EFBA09E7-58B5-754D-922D-21FF348E4CFC}" destId="{D84DD158-D260-9243-AD64-B2A2D813EC40}" srcOrd="8" destOrd="0" presId="urn:microsoft.com/office/officeart/2005/8/layout/vList4"/>
    <dgm:cxn modelId="{A408351D-4FD5-FF41-859C-D0BE7D188B14}" type="presParOf" srcId="{D84DD158-D260-9243-AD64-B2A2D813EC40}" destId="{6DF81C4E-E7ED-9C4D-BD0D-2CF132C34D23}" srcOrd="0" destOrd="0" presId="urn:microsoft.com/office/officeart/2005/8/layout/vList4"/>
    <dgm:cxn modelId="{096D5D5C-16AC-E043-BF8F-883D162B74DB}" type="presParOf" srcId="{D84DD158-D260-9243-AD64-B2A2D813EC40}" destId="{DAB34A06-8D68-784A-8931-DD0796FD8EBE}" srcOrd="1" destOrd="0" presId="urn:microsoft.com/office/officeart/2005/8/layout/vList4"/>
    <dgm:cxn modelId="{31A41C9D-3CC0-BA48-B1CA-D848CA229D88}" type="presParOf" srcId="{D84DD158-D260-9243-AD64-B2A2D813EC40}" destId="{25FF0EB6-750A-364C-A0A9-F9DF7BECC10E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960E79-873F-7E43-A7F4-A436FAA23637}" type="doc">
      <dgm:prSet loTypeId="urn:microsoft.com/office/officeart/2005/8/layout/radial4" loCatId="relationship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de-DE"/>
        </a:p>
      </dgm:t>
    </dgm:pt>
    <dgm:pt modelId="{C7F1AF41-7E33-B240-A60B-5295AA32C0A9}">
      <dgm:prSet phldrT="[Text]" phldr="0"/>
      <dgm:spPr/>
      <dgm:t>
        <a:bodyPr/>
        <a:lstStyle/>
        <a:p>
          <a:r>
            <a:rPr lang="de-DE"/>
            <a:t>UNITY AG</a:t>
          </a:r>
          <a:endParaRPr lang="de-DE" dirty="0"/>
        </a:p>
      </dgm:t>
    </dgm:pt>
    <dgm:pt modelId="{10249883-A4B7-AE41-8B53-4BFA901577D7}" type="parTrans" cxnId="{D14131CE-66D3-6744-B91A-25F21015302C}">
      <dgm:prSet/>
      <dgm:spPr/>
      <dgm:t>
        <a:bodyPr/>
        <a:lstStyle/>
        <a:p>
          <a:endParaRPr lang="de-DE"/>
        </a:p>
      </dgm:t>
    </dgm:pt>
    <dgm:pt modelId="{0F5A1FAE-2633-4946-82EF-19130CFA3EC9}" type="sibTrans" cxnId="{D14131CE-66D3-6744-B91A-25F21015302C}">
      <dgm:prSet/>
      <dgm:spPr/>
      <dgm:t>
        <a:bodyPr/>
        <a:lstStyle/>
        <a:p>
          <a:endParaRPr lang="de-DE"/>
        </a:p>
      </dgm:t>
    </dgm:pt>
    <dgm:pt modelId="{F6BAE254-DE6A-8141-97FC-5D77D984B008}">
      <dgm:prSet phldrT="[Text]" phldr="0"/>
      <dgm:spPr/>
      <dgm:t>
        <a:bodyPr/>
        <a:lstStyle/>
        <a:p>
          <a:r>
            <a:rPr lang="de-DE" dirty="0"/>
            <a:t>Eigene Ideen aktiv einbringen</a:t>
          </a:r>
        </a:p>
      </dgm:t>
    </dgm:pt>
    <dgm:pt modelId="{503B706F-9332-0149-A4E3-812562733019}" type="parTrans" cxnId="{10E5F130-1E84-CB4C-BC5D-127C69DC78AA}">
      <dgm:prSet/>
      <dgm:spPr/>
      <dgm:t>
        <a:bodyPr/>
        <a:lstStyle/>
        <a:p>
          <a:endParaRPr lang="de-DE"/>
        </a:p>
      </dgm:t>
    </dgm:pt>
    <dgm:pt modelId="{DFBE243A-D5D9-0745-B93D-51AE210E9E9B}" type="sibTrans" cxnId="{10E5F130-1E84-CB4C-BC5D-127C69DC78AA}">
      <dgm:prSet/>
      <dgm:spPr/>
      <dgm:t>
        <a:bodyPr/>
        <a:lstStyle/>
        <a:p>
          <a:endParaRPr lang="de-DE"/>
        </a:p>
      </dgm:t>
    </dgm:pt>
    <dgm:pt modelId="{CDBD07A2-033F-5B48-A0B0-6F12796611DF}">
      <dgm:prSet phldrT="[Text]" phldr="0"/>
      <dgm:spPr/>
      <dgm:t>
        <a:bodyPr/>
        <a:lstStyle/>
        <a:p>
          <a:r>
            <a:rPr lang="de-DE" dirty="0"/>
            <a:t>Digitale Geschäftsmodelle </a:t>
          </a:r>
          <a:r>
            <a:rPr lang="de-DE" dirty="0" err="1"/>
            <a:t>mitgestalten</a:t>
          </a:r>
          <a:endParaRPr lang="de-DE" dirty="0"/>
        </a:p>
      </dgm:t>
    </dgm:pt>
    <dgm:pt modelId="{2D744851-92D4-C941-ADAD-35B2ABD8774E}" type="parTrans" cxnId="{0788DD22-3FE9-3841-A34F-367A496F7FCC}">
      <dgm:prSet/>
      <dgm:spPr/>
      <dgm:t>
        <a:bodyPr/>
        <a:lstStyle/>
        <a:p>
          <a:endParaRPr lang="de-DE"/>
        </a:p>
      </dgm:t>
    </dgm:pt>
    <dgm:pt modelId="{BBF7D7F3-D8AB-0B42-8F51-4AF3FA310850}" type="sibTrans" cxnId="{0788DD22-3FE9-3841-A34F-367A496F7FCC}">
      <dgm:prSet/>
      <dgm:spPr/>
      <dgm:t>
        <a:bodyPr/>
        <a:lstStyle/>
        <a:p>
          <a:endParaRPr lang="de-DE"/>
        </a:p>
      </dgm:t>
    </dgm:pt>
    <dgm:pt modelId="{28FEECA7-70A1-F947-A3B3-F00EFBD4B423}">
      <dgm:prSet phldrT="[Text]" phldr="0"/>
      <dgm:spPr/>
      <dgm:t>
        <a:bodyPr/>
        <a:lstStyle/>
        <a:p>
          <a:r>
            <a:rPr lang="de-DE" dirty="0"/>
            <a:t>Inspirierendes Umfeld erleben</a:t>
          </a:r>
        </a:p>
      </dgm:t>
    </dgm:pt>
    <dgm:pt modelId="{C58D5429-3164-2547-9970-33CE54BA7100}" type="parTrans" cxnId="{BDB5F17E-F35A-AB47-A990-BCC45533A234}">
      <dgm:prSet/>
      <dgm:spPr/>
      <dgm:t>
        <a:bodyPr/>
        <a:lstStyle/>
        <a:p>
          <a:endParaRPr lang="de-DE"/>
        </a:p>
      </dgm:t>
    </dgm:pt>
    <dgm:pt modelId="{9E617DFA-AAD7-E448-89FE-653F4937BBDE}" type="sibTrans" cxnId="{BDB5F17E-F35A-AB47-A990-BCC45533A234}">
      <dgm:prSet/>
      <dgm:spPr/>
      <dgm:t>
        <a:bodyPr/>
        <a:lstStyle/>
        <a:p>
          <a:endParaRPr lang="de-DE"/>
        </a:p>
      </dgm:t>
    </dgm:pt>
    <dgm:pt modelId="{F3F171ED-2A15-BF49-9EF3-67640EB72A92}">
      <dgm:prSet phldrT="[Text]" phldr="0"/>
      <dgm:spPr/>
      <dgm:t>
        <a:bodyPr/>
        <a:lstStyle/>
        <a:p>
          <a:r>
            <a:rPr lang="de-DE" dirty="0"/>
            <a:t>Persönlich weiterentwickeln</a:t>
          </a:r>
        </a:p>
      </dgm:t>
    </dgm:pt>
    <dgm:pt modelId="{460C8095-DBFB-1D40-981B-25022409C21C}" type="parTrans" cxnId="{D4025A19-19BA-6442-99BF-BA5C7677E8A6}">
      <dgm:prSet/>
      <dgm:spPr/>
      <dgm:t>
        <a:bodyPr/>
        <a:lstStyle/>
        <a:p>
          <a:endParaRPr lang="de-DE"/>
        </a:p>
      </dgm:t>
    </dgm:pt>
    <dgm:pt modelId="{810BC45C-9114-0443-9644-BAC77A7E3277}" type="sibTrans" cxnId="{D4025A19-19BA-6442-99BF-BA5C7677E8A6}">
      <dgm:prSet/>
      <dgm:spPr/>
      <dgm:t>
        <a:bodyPr/>
        <a:lstStyle/>
        <a:p>
          <a:endParaRPr lang="de-DE"/>
        </a:p>
      </dgm:t>
    </dgm:pt>
    <dgm:pt modelId="{F001E94E-1B0E-814A-AA0E-47F3E3BB76ED}" type="pres">
      <dgm:prSet presAssocID="{5F960E79-873F-7E43-A7F4-A436FAA23637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43B90C28-1B44-EF41-B0FD-006550BA4976}" type="pres">
      <dgm:prSet presAssocID="{C7F1AF41-7E33-B240-A60B-5295AA32C0A9}" presName="centerShape" presStyleLbl="node0" presStyleIdx="0" presStyleCnt="1"/>
      <dgm:spPr/>
    </dgm:pt>
    <dgm:pt modelId="{27DE809F-D1A0-584F-9A81-86121DBA3A8E}" type="pres">
      <dgm:prSet presAssocID="{C58D5429-3164-2547-9970-33CE54BA7100}" presName="parTrans" presStyleLbl="bgSibTrans2D1" presStyleIdx="0" presStyleCnt="4"/>
      <dgm:spPr/>
    </dgm:pt>
    <dgm:pt modelId="{9627CB63-0DF7-1E44-BF46-82C523F4F85B}" type="pres">
      <dgm:prSet presAssocID="{28FEECA7-70A1-F947-A3B3-F00EFBD4B423}" presName="node" presStyleLbl="node1" presStyleIdx="0" presStyleCnt="4">
        <dgm:presLayoutVars>
          <dgm:bulletEnabled val="1"/>
        </dgm:presLayoutVars>
      </dgm:prSet>
      <dgm:spPr/>
    </dgm:pt>
    <dgm:pt modelId="{DD59CD30-5B59-7F47-82AB-B48ED8264ACC}" type="pres">
      <dgm:prSet presAssocID="{460C8095-DBFB-1D40-981B-25022409C21C}" presName="parTrans" presStyleLbl="bgSibTrans2D1" presStyleIdx="1" presStyleCnt="4"/>
      <dgm:spPr/>
    </dgm:pt>
    <dgm:pt modelId="{08D994A6-199E-4D43-BEBF-2580373C8E2E}" type="pres">
      <dgm:prSet presAssocID="{F3F171ED-2A15-BF49-9EF3-67640EB72A92}" presName="node" presStyleLbl="node1" presStyleIdx="1" presStyleCnt="4">
        <dgm:presLayoutVars>
          <dgm:bulletEnabled val="1"/>
        </dgm:presLayoutVars>
      </dgm:prSet>
      <dgm:spPr/>
    </dgm:pt>
    <dgm:pt modelId="{89863F23-3872-9642-B8D6-189F79586798}" type="pres">
      <dgm:prSet presAssocID="{503B706F-9332-0149-A4E3-812562733019}" presName="parTrans" presStyleLbl="bgSibTrans2D1" presStyleIdx="2" presStyleCnt="4"/>
      <dgm:spPr/>
    </dgm:pt>
    <dgm:pt modelId="{AD4DDCD5-5203-8745-B1AC-2B7E615F836D}" type="pres">
      <dgm:prSet presAssocID="{F6BAE254-DE6A-8141-97FC-5D77D984B008}" presName="node" presStyleLbl="node1" presStyleIdx="2" presStyleCnt="4">
        <dgm:presLayoutVars>
          <dgm:bulletEnabled val="1"/>
        </dgm:presLayoutVars>
      </dgm:prSet>
      <dgm:spPr/>
    </dgm:pt>
    <dgm:pt modelId="{00259654-D9D0-DC47-AF0E-4B461F8049CD}" type="pres">
      <dgm:prSet presAssocID="{2D744851-92D4-C941-ADAD-35B2ABD8774E}" presName="parTrans" presStyleLbl="bgSibTrans2D1" presStyleIdx="3" presStyleCnt="4"/>
      <dgm:spPr/>
    </dgm:pt>
    <dgm:pt modelId="{E45DC4CC-DA9D-934C-A655-FCABD726076B}" type="pres">
      <dgm:prSet presAssocID="{CDBD07A2-033F-5B48-A0B0-6F12796611DF}" presName="node" presStyleLbl="node1" presStyleIdx="3" presStyleCnt="4">
        <dgm:presLayoutVars>
          <dgm:bulletEnabled val="1"/>
        </dgm:presLayoutVars>
      </dgm:prSet>
      <dgm:spPr/>
    </dgm:pt>
  </dgm:ptLst>
  <dgm:cxnLst>
    <dgm:cxn modelId="{D4025A19-19BA-6442-99BF-BA5C7677E8A6}" srcId="{C7F1AF41-7E33-B240-A60B-5295AA32C0A9}" destId="{F3F171ED-2A15-BF49-9EF3-67640EB72A92}" srcOrd="1" destOrd="0" parTransId="{460C8095-DBFB-1D40-981B-25022409C21C}" sibTransId="{810BC45C-9114-0443-9644-BAC77A7E3277}"/>
    <dgm:cxn modelId="{0788DD22-3FE9-3841-A34F-367A496F7FCC}" srcId="{C7F1AF41-7E33-B240-A60B-5295AA32C0A9}" destId="{CDBD07A2-033F-5B48-A0B0-6F12796611DF}" srcOrd="3" destOrd="0" parTransId="{2D744851-92D4-C941-ADAD-35B2ABD8774E}" sibTransId="{BBF7D7F3-D8AB-0B42-8F51-4AF3FA310850}"/>
    <dgm:cxn modelId="{10E5F130-1E84-CB4C-BC5D-127C69DC78AA}" srcId="{C7F1AF41-7E33-B240-A60B-5295AA32C0A9}" destId="{F6BAE254-DE6A-8141-97FC-5D77D984B008}" srcOrd="2" destOrd="0" parTransId="{503B706F-9332-0149-A4E3-812562733019}" sibTransId="{DFBE243A-D5D9-0745-B93D-51AE210E9E9B}"/>
    <dgm:cxn modelId="{0A5C3A52-D0AC-7E4B-A274-2FDC6CE05BFF}" type="presOf" srcId="{F3F171ED-2A15-BF49-9EF3-67640EB72A92}" destId="{08D994A6-199E-4D43-BEBF-2580373C8E2E}" srcOrd="0" destOrd="0" presId="urn:microsoft.com/office/officeart/2005/8/layout/radial4"/>
    <dgm:cxn modelId="{AB07835B-9B73-2C4C-BFC6-46D2E3AF47B3}" type="presOf" srcId="{CDBD07A2-033F-5B48-A0B0-6F12796611DF}" destId="{E45DC4CC-DA9D-934C-A655-FCABD726076B}" srcOrd="0" destOrd="0" presId="urn:microsoft.com/office/officeart/2005/8/layout/radial4"/>
    <dgm:cxn modelId="{DB3CDF61-F034-B54E-9FB0-D2F94523DFCD}" type="presOf" srcId="{460C8095-DBFB-1D40-981B-25022409C21C}" destId="{DD59CD30-5B59-7F47-82AB-B48ED8264ACC}" srcOrd="0" destOrd="0" presId="urn:microsoft.com/office/officeart/2005/8/layout/radial4"/>
    <dgm:cxn modelId="{BDB5F17E-F35A-AB47-A990-BCC45533A234}" srcId="{C7F1AF41-7E33-B240-A60B-5295AA32C0A9}" destId="{28FEECA7-70A1-F947-A3B3-F00EFBD4B423}" srcOrd="0" destOrd="0" parTransId="{C58D5429-3164-2547-9970-33CE54BA7100}" sibTransId="{9E617DFA-AAD7-E448-89FE-653F4937BBDE}"/>
    <dgm:cxn modelId="{C466E199-4F97-1745-8299-F44B3F74B0A2}" type="presOf" srcId="{C7F1AF41-7E33-B240-A60B-5295AA32C0A9}" destId="{43B90C28-1B44-EF41-B0FD-006550BA4976}" srcOrd="0" destOrd="0" presId="urn:microsoft.com/office/officeart/2005/8/layout/radial4"/>
    <dgm:cxn modelId="{EF8240AB-1C50-DA49-A10B-5C3F6EA8C20C}" type="presOf" srcId="{2D744851-92D4-C941-ADAD-35B2ABD8774E}" destId="{00259654-D9D0-DC47-AF0E-4B461F8049CD}" srcOrd="0" destOrd="0" presId="urn:microsoft.com/office/officeart/2005/8/layout/radial4"/>
    <dgm:cxn modelId="{43C101BC-9C8E-3149-B222-430BF4B59021}" type="presOf" srcId="{F6BAE254-DE6A-8141-97FC-5D77D984B008}" destId="{AD4DDCD5-5203-8745-B1AC-2B7E615F836D}" srcOrd="0" destOrd="0" presId="urn:microsoft.com/office/officeart/2005/8/layout/radial4"/>
    <dgm:cxn modelId="{CF5C68BC-AAE1-7146-870C-A7DFC71522CE}" type="presOf" srcId="{5F960E79-873F-7E43-A7F4-A436FAA23637}" destId="{F001E94E-1B0E-814A-AA0E-47F3E3BB76ED}" srcOrd="0" destOrd="0" presId="urn:microsoft.com/office/officeart/2005/8/layout/radial4"/>
    <dgm:cxn modelId="{2BE162C0-44AA-A948-B96E-8CFB80A60C4E}" type="presOf" srcId="{28FEECA7-70A1-F947-A3B3-F00EFBD4B423}" destId="{9627CB63-0DF7-1E44-BF46-82C523F4F85B}" srcOrd="0" destOrd="0" presId="urn:microsoft.com/office/officeart/2005/8/layout/radial4"/>
    <dgm:cxn modelId="{D9512FC1-DCD6-E741-9591-44E066656EE2}" type="presOf" srcId="{503B706F-9332-0149-A4E3-812562733019}" destId="{89863F23-3872-9642-B8D6-189F79586798}" srcOrd="0" destOrd="0" presId="urn:microsoft.com/office/officeart/2005/8/layout/radial4"/>
    <dgm:cxn modelId="{D14131CE-66D3-6744-B91A-25F21015302C}" srcId="{5F960E79-873F-7E43-A7F4-A436FAA23637}" destId="{C7F1AF41-7E33-B240-A60B-5295AA32C0A9}" srcOrd="0" destOrd="0" parTransId="{10249883-A4B7-AE41-8B53-4BFA901577D7}" sibTransId="{0F5A1FAE-2633-4946-82EF-19130CFA3EC9}"/>
    <dgm:cxn modelId="{EB39FAFE-3B0F-9C4A-850B-EC594085888F}" type="presOf" srcId="{C58D5429-3164-2547-9970-33CE54BA7100}" destId="{27DE809F-D1A0-584F-9A81-86121DBA3A8E}" srcOrd="0" destOrd="0" presId="urn:microsoft.com/office/officeart/2005/8/layout/radial4"/>
    <dgm:cxn modelId="{2B8F7D78-A1FB-C448-B793-F977B604F3BA}" type="presParOf" srcId="{F001E94E-1B0E-814A-AA0E-47F3E3BB76ED}" destId="{43B90C28-1B44-EF41-B0FD-006550BA4976}" srcOrd="0" destOrd="0" presId="urn:microsoft.com/office/officeart/2005/8/layout/radial4"/>
    <dgm:cxn modelId="{B8E39245-B3BE-5B4E-B662-13E31815E0AE}" type="presParOf" srcId="{F001E94E-1B0E-814A-AA0E-47F3E3BB76ED}" destId="{27DE809F-D1A0-584F-9A81-86121DBA3A8E}" srcOrd="1" destOrd="0" presId="urn:microsoft.com/office/officeart/2005/8/layout/radial4"/>
    <dgm:cxn modelId="{D01BA8BB-9D0D-2B45-81F0-192D2CB7C0C9}" type="presParOf" srcId="{F001E94E-1B0E-814A-AA0E-47F3E3BB76ED}" destId="{9627CB63-0DF7-1E44-BF46-82C523F4F85B}" srcOrd="2" destOrd="0" presId="urn:microsoft.com/office/officeart/2005/8/layout/radial4"/>
    <dgm:cxn modelId="{5506D8D5-9140-1E45-8999-B7599BC02084}" type="presParOf" srcId="{F001E94E-1B0E-814A-AA0E-47F3E3BB76ED}" destId="{DD59CD30-5B59-7F47-82AB-B48ED8264ACC}" srcOrd="3" destOrd="0" presId="urn:microsoft.com/office/officeart/2005/8/layout/radial4"/>
    <dgm:cxn modelId="{BAA11C57-42AE-9D4A-A8C5-FC2F5DFDA2D1}" type="presParOf" srcId="{F001E94E-1B0E-814A-AA0E-47F3E3BB76ED}" destId="{08D994A6-199E-4D43-BEBF-2580373C8E2E}" srcOrd="4" destOrd="0" presId="urn:microsoft.com/office/officeart/2005/8/layout/radial4"/>
    <dgm:cxn modelId="{2185516D-0529-9048-8FA8-30576FD0CF38}" type="presParOf" srcId="{F001E94E-1B0E-814A-AA0E-47F3E3BB76ED}" destId="{89863F23-3872-9642-B8D6-189F79586798}" srcOrd="5" destOrd="0" presId="urn:microsoft.com/office/officeart/2005/8/layout/radial4"/>
    <dgm:cxn modelId="{B314D2BB-FD3F-8944-ADE0-79BA19903BB7}" type="presParOf" srcId="{F001E94E-1B0E-814A-AA0E-47F3E3BB76ED}" destId="{AD4DDCD5-5203-8745-B1AC-2B7E615F836D}" srcOrd="6" destOrd="0" presId="urn:microsoft.com/office/officeart/2005/8/layout/radial4"/>
    <dgm:cxn modelId="{7CBBEEE9-5D47-324D-A7A6-6B10CEEAA406}" type="presParOf" srcId="{F001E94E-1B0E-814A-AA0E-47F3E3BB76ED}" destId="{00259654-D9D0-DC47-AF0E-4B461F8049CD}" srcOrd="7" destOrd="0" presId="urn:microsoft.com/office/officeart/2005/8/layout/radial4"/>
    <dgm:cxn modelId="{005B471C-C63C-A242-9788-87D897DFF65A}" type="presParOf" srcId="{F001E94E-1B0E-814A-AA0E-47F3E3BB76ED}" destId="{E45DC4CC-DA9D-934C-A655-FCABD726076B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818C50-7F4D-AF4E-B60E-6E66712CB331}" type="doc">
      <dgm:prSet loTypeId="urn:microsoft.com/office/officeart/2005/8/layout/pyramid1" loCatId="pyramid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de-DE"/>
        </a:p>
      </dgm:t>
    </dgm:pt>
    <dgm:pt modelId="{C2581E03-A38B-7547-A832-7751F1B2F60D}">
      <dgm:prSet phldrT="[Text]" phldr="0" custT="1"/>
      <dgm:spPr/>
      <dgm:t>
        <a:bodyPr anchor="b"/>
        <a:lstStyle/>
        <a:p>
          <a:r>
            <a:rPr lang="de-DE" sz="4000" dirty="0">
              <a:solidFill>
                <a:schemeClr val="bg1"/>
              </a:solidFill>
            </a:rPr>
            <a:t>Präzise</a:t>
          </a:r>
        </a:p>
      </dgm:t>
    </dgm:pt>
    <dgm:pt modelId="{EC8D1E3C-CA54-F043-BEEB-21C52B6A9735}" type="parTrans" cxnId="{ACBF47EA-5E89-1649-86A3-1034C5FAA397}">
      <dgm:prSet/>
      <dgm:spPr/>
      <dgm:t>
        <a:bodyPr/>
        <a:lstStyle/>
        <a:p>
          <a:endParaRPr lang="de-DE"/>
        </a:p>
      </dgm:t>
    </dgm:pt>
    <dgm:pt modelId="{B71BFF60-9E12-4F4A-90AD-295706FCC5DB}" type="sibTrans" cxnId="{ACBF47EA-5E89-1649-86A3-1034C5FAA397}">
      <dgm:prSet/>
      <dgm:spPr/>
      <dgm:t>
        <a:bodyPr/>
        <a:lstStyle/>
        <a:p>
          <a:endParaRPr lang="de-DE"/>
        </a:p>
      </dgm:t>
    </dgm:pt>
    <dgm:pt modelId="{434C63E8-5A6B-144F-A6A2-7964A5019BF1}">
      <dgm:prSet phldrT="[Text]" phldr="0" custT="1"/>
      <dgm:spPr/>
      <dgm:t>
        <a:bodyPr anchor="b"/>
        <a:lstStyle/>
        <a:p>
          <a:r>
            <a:rPr lang="de-DE" sz="4000" dirty="0">
              <a:solidFill>
                <a:schemeClr val="bg1"/>
              </a:solidFill>
            </a:rPr>
            <a:t>Verantwortungsbewusst</a:t>
          </a:r>
        </a:p>
      </dgm:t>
    </dgm:pt>
    <dgm:pt modelId="{F2EDA5A7-266A-E547-A92C-2427DA4DB89C}" type="parTrans" cxnId="{590DE7A8-DFE5-BB4B-8D1A-8CA5E8B20ABE}">
      <dgm:prSet/>
      <dgm:spPr/>
      <dgm:t>
        <a:bodyPr/>
        <a:lstStyle/>
        <a:p>
          <a:endParaRPr lang="de-DE"/>
        </a:p>
      </dgm:t>
    </dgm:pt>
    <dgm:pt modelId="{326D929B-BFA3-D84A-86EF-A828A8C8648B}" type="sibTrans" cxnId="{590DE7A8-DFE5-BB4B-8D1A-8CA5E8B20ABE}">
      <dgm:prSet/>
      <dgm:spPr/>
      <dgm:t>
        <a:bodyPr/>
        <a:lstStyle/>
        <a:p>
          <a:endParaRPr lang="de-DE"/>
        </a:p>
      </dgm:t>
    </dgm:pt>
    <dgm:pt modelId="{63419AA7-D5CD-6E4A-B4EE-D670D35B0203}">
      <dgm:prSet phldrT="[Text]" phldr="0" custT="1"/>
      <dgm:spPr/>
      <dgm:t>
        <a:bodyPr anchor="b"/>
        <a:lstStyle/>
        <a:p>
          <a:r>
            <a:rPr lang="de-DE" sz="4000" dirty="0">
              <a:solidFill>
                <a:schemeClr val="bg1"/>
              </a:solidFill>
            </a:rPr>
            <a:t>Hohe Lernbereitschaft</a:t>
          </a:r>
        </a:p>
      </dgm:t>
    </dgm:pt>
    <dgm:pt modelId="{7589B556-0765-A248-A1A1-69AE6F949980}" type="parTrans" cxnId="{C0EF7EC5-8B0F-7B4C-B0BE-A0655D1F06F3}">
      <dgm:prSet/>
      <dgm:spPr/>
      <dgm:t>
        <a:bodyPr/>
        <a:lstStyle/>
        <a:p>
          <a:endParaRPr lang="de-DE"/>
        </a:p>
      </dgm:t>
    </dgm:pt>
    <dgm:pt modelId="{8F022A2D-C28F-7B45-867F-15532ED816FA}" type="sibTrans" cxnId="{C0EF7EC5-8B0F-7B4C-B0BE-A0655D1F06F3}">
      <dgm:prSet/>
      <dgm:spPr/>
      <dgm:t>
        <a:bodyPr/>
        <a:lstStyle/>
        <a:p>
          <a:endParaRPr lang="de-DE"/>
        </a:p>
      </dgm:t>
    </dgm:pt>
    <dgm:pt modelId="{25467BB7-C8CE-5F4C-B7D6-996B2C51149F}">
      <dgm:prSet phldrT="[Text]" phldr="0" custT="1"/>
      <dgm:spPr/>
      <dgm:t>
        <a:bodyPr anchor="b"/>
        <a:lstStyle/>
        <a:p>
          <a:r>
            <a:rPr lang="de-DE" sz="4000">
              <a:solidFill>
                <a:schemeClr val="bg1"/>
              </a:solidFill>
            </a:rPr>
            <a:t>Teamplayer</a:t>
          </a:r>
          <a:endParaRPr lang="de-DE" sz="4000" dirty="0">
            <a:solidFill>
              <a:schemeClr val="bg1"/>
            </a:solidFill>
          </a:endParaRPr>
        </a:p>
      </dgm:t>
    </dgm:pt>
    <dgm:pt modelId="{815E2887-6868-344A-B05B-5336516BCE94}" type="parTrans" cxnId="{ED1D9CF8-E24B-874A-AB28-4E3749F375DD}">
      <dgm:prSet/>
      <dgm:spPr/>
      <dgm:t>
        <a:bodyPr/>
        <a:lstStyle/>
        <a:p>
          <a:endParaRPr lang="de-DE"/>
        </a:p>
      </dgm:t>
    </dgm:pt>
    <dgm:pt modelId="{8B48D535-7A5A-CF40-AE45-2BDA4ED336FA}" type="sibTrans" cxnId="{ED1D9CF8-E24B-874A-AB28-4E3749F375DD}">
      <dgm:prSet/>
      <dgm:spPr/>
      <dgm:t>
        <a:bodyPr/>
        <a:lstStyle/>
        <a:p>
          <a:endParaRPr lang="de-DE"/>
        </a:p>
      </dgm:t>
    </dgm:pt>
    <dgm:pt modelId="{018F6E51-377D-DF4B-8FEF-00151F1A808F}" type="pres">
      <dgm:prSet presAssocID="{7E818C50-7F4D-AF4E-B60E-6E66712CB331}" presName="Name0" presStyleCnt="0">
        <dgm:presLayoutVars>
          <dgm:dir/>
          <dgm:animLvl val="lvl"/>
          <dgm:resizeHandles val="exact"/>
        </dgm:presLayoutVars>
      </dgm:prSet>
      <dgm:spPr/>
    </dgm:pt>
    <dgm:pt modelId="{A9A5A03F-25B8-B44B-9F27-6AB56F76B509}" type="pres">
      <dgm:prSet presAssocID="{C2581E03-A38B-7547-A832-7751F1B2F60D}" presName="Name8" presStyleCnt="0"/>
      <dgm:spPr/>
    </dgm:pt>
    <dgm:pt modelId="{74688880-ED6E-764A-AAD4-1269802402E6}" type="pres">
      <dgm:prSet presAssocID="{C2581E03-A38B-7547-A832-7751F1B2F60D}" presName="level" presStyleLbl="node1" presStyleIdx="0" presStyleCnt="4">
        <dgm:presLayoutVars>
          <dgm:chMax val="1"/>
          <dgm:bulletEnabled val="1"/>
        </dgm:presLayoutVars>
      </dgm:prSet>
      <dgm:spPr/>
    </dgm:pt>
    <dgm:pt modelId="{B7B97D41-9D2B-B84E-8F2E-0EC9FE970F8F}" type="pres">
      <dgm:prSet presAssocID="{C2581E03-A38B-7547-A832-7751F1B2F60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09604FC-405C-3045-BE52-D136B61C74A8}" type="pres">
      <dgm:prSet presAssocID="{25467BB7-C8CE-5F4C-B7D6-996B2C51149F}" presName="Name8" presStyleCnt="0"/>
      <dgm:spPr/>
    </dgm:pt>
    <dgm:pt modelId="{FED668AA-1915-2E40-9EA3-415152100A35}" type="pres">
      <dgm:prSet presAssocID="{25467BB7-C8CE-5F4C-B7D6-996B2C51149F}" presName="level" presStyleLbl="node1" presStyleIdx="1" presStyleCnt="4">
        <dgm:presLayoutVars>
          <dgm:chMax val="1"/>
          <dgm:bulletEnabled val="1"/>
        </dgm:presLayoutVars>
      </dgm:prSet>
      <dgm:spPr/>
    </dgm:pt>
    <dgm:pt modelId="{913C40B4-C700-9240-9516-3EB51DFE29B7}" type="pres">
      <dgm:prSet presAssocID="{25467BB7-C8CE-5F4C-B7D6-996B2C51149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5E49AC06-3490-7C47-86AF-CA65AF63F9DC}" type="pres">
      <dgm:prSet presAssocID="{434C63E8-5A6B-144F-A6A2-7964A5019BF1}" presName="Name8" presStyleCnt="0"/>
      <dgm:spPr/>
    </dgm:pt>
    <dgm:pt modelId="{7F35684A-E795-BC4B-A881-EB76D2EAD036}" type="pres">
      <dgm:prSet presAssocID="{434C63E8-5A6B-144F-A6A2-7964A5019BF1}" presName="level" presStyleLbl="node1" presStyleIdx="2" presStyleCnt="4">
        <dgm:presLayoutVars>
          <dgm:chMax val="1"/>
          <dgm:bulletEnabled val="1"/>
        </dgm:presLayoutVars>
      </dgm:prSet>
      <dgm:spPr/>
    </dgm:pt>
    <dgm:pt modelId="{485F00D0-1841-8F41-BB60-6648DBE08812}" type="pres">
      <dgm:prSet presAssocID="{434C63E8-5A6B-144F-A6A2-7964A5019BF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BDD19347-70A3-5848-AA61-76B0EA0D3E2C}" type="pres">
      <dgm:prSet presAssocID="{63419AA7-D5CD-6E4A-B4EE-D670D35B0203}" presName="Name8" presStyleCnt="0"/>
      <dgm:spPr/>
    </dgm:pt>
    <dgm:pt modelId="{5E53F193-5240-3C44-91BF-B16C74AB3A96}" type="pres">
      <dgm:prSet presAssocID="{63419AA7-D5CD-6E4A-B4EE-D670D35B0203}" presName="level" presStyleLbl="node1" presStyleIdx="3" presStyleCnt="4">
        <dgm:presLayoutVars>
          <dgm:chMax val="1"/>
          <dgm:bulletEnabled val="1"/>
        </dgm:presLayoutVars>
      </dgm:prSet>
      <dgm:spPr/>
    </dgm:pt>
    <dgm:pt modelId="{6BDF5CA5-09C7-6F41-9AFC-D58B800DCE80}" type="pres">
      <dgm:prSet presAssocID="{63419AA7-D5CD-6E4A-B4EE-D670D35B0203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45E9D903-C654-6042-9462-D881FBC3CBC9}" type="presOf" srcId="{C2581E03-A38B-7547-A832-7751F1B2F60D}" destId="{74688880-ED6E-764A-AAD4-1269802402E6}" srcOrd="0" destOrd="0" presId="urn:microsoft.com/office/officeart/2005/8/layout/pyramid1"/>
    <dgm:cxn modelId="{DEB47A25-2A8A-8D4A-B11D-A1366F1A4B30}" type="presOf" srcId="{7E818C50-7F4D-AF4E-B60E-6E66712CB331}" destId="{018F6E51-377D-DF4B-8FEF-00151F1A808F}" srcOrd="0" destOrd="0" presId="urn:microsoft.com/office/officeart/2005/8/layout/pyramid1"/>
    <dgm:cxn modelId="{2E59F04D-7FC6-344E-8E1B-2D38E3FEC958}" type="presOf" srcId="{63419AA7-D5CD-6E4A-B4EE-D670D35B0203}" destId="{6BDF5CA5-09C7-6F41-9AFC-D58B800DCE80}" srcOrd="1" destOrd="0" presId="urn:microsoft.com/office/officeart/2005/8/layout/pyramid1"/>
    <dgm:cxn modelId="{1F5D6160-4B2D-E04B-BBAD-C8762D7A0F2F}" type="presOf" srcId="{434C63E8-5A6B-144F-A6A2-7964A5019BF1}" destId="{485F00D0-1841-8F41-BB60-6648DBE08812}" srcOrd="1" destOrd="0" presId="urn:microsoft.com/office/officeart/2005/8/layout/pyramid1"/>
    <dgm:cxn modelId="{4E3FF66F-326E-C740-B7CC-DCB0C258BF63}" type="presOf" srcId="{25467BB7-C8CE-5F4C-B7D6-996B2C51149F}" destId="{FED668AA-1915-2E40-9EA3-415152100A35}" srcOrd="0" destOrd="0" presId="urn:microsoft.com/office/officeart/2005/8/layout/pyramid1"/>
    <dgm:cxn modelId="{C4B31194-D1DA-8848-BB0F-02CC55726675}" type="presOf" srcId="{434C63E8-5A6B-144F-A6A2-7964A5019BF1}" destId="{7F35684A-E795-BC4B-A881-EB76D2EAD036}" srcOrd="0" destOrd="0" presId="urn:microsoft.com/office/officeart/2005/8/layout/pyramid1"/>
    <dgm:cxn modelId="{87281C97-AB10-ED49-A5F9-D26898305E80}" type="presOf" srcId="{63419AA7-D5CD-6E4A-B4EE-D670D35B0203}" destId="{5E53F193-5240-3C44-91BF-B16C74AB3A96}" srcOrd="0" destOrd="0" presId="urn:microsoft.com/office/officeart/2005/8/layout/pyramid1"/>
    <dgm:cxn modelId="{590DE7A8-DFE5-BB4B-8D1A-8CA5E8B20ABE}" srcId="{7E818C50-7F4D-AF4E-B60E-6E66712CB331}" destId="{434C63E8-5A6B-144F-A6A2-7964A5019BF1}" srcOrd="2" destOrd="0" parTransId="{F2EDA5A7-266A-E547-A92C-2427DA4DB89C}" sibTransId="{326D929B-BFA3-D84A-86EF-A828A8C8648B}"/>
    <dgm:cxn modelId="{60C585B3-51F9-4A41-A87A-E1E7F3A28794}" type="presOf" srcId="{C2581E03-A38B-7547-A832-7751F1B2F60D}" destId="{B7B97D41-9D2B-B84E-8F2E-0EC9FE970F8F}" srcOrd="1" destOrd="0" presId="urn:microsoft.com/office/officeart/2005/8/layout/pyramid1"/>
    <dgm:cxn modelId="{C0EF7EC5-8B0F-7B4C-B0BE-A0655D1F06F3}" srcId="{7E818C50-7F4D-AF4E-B60E-6E66712CB331}" destId="{63419AA7-D5CD-6E4A-B4EE-D670D35B0203}" srcOrd="3" destOrd="0" parTransId="{7589B556-0765-A248-A1A1-69AE6F949980}" sibTransId="{8F022A2D-C28F-7B45-867F-15532ED816FA}"/>
    <dgm:cxn modelId="{ACBF47EA-5E89-1649-86A3-1034C5FAA397}" srcId="{7E818C50-7F4D-AF4E-B60E-6E66712CB331}" destId="{C2581E03-A38B-7547-A832-7751F1B2F60D}" srcOrd="0" destOrd="0" parTransId="{EC8D1E3C-CA54-F043-BEEB-21C52B6A9735}" sibTransId="{B71BFF60-9E12-4F4A-90AD-295706FCC5DB}"/>
    <dgm:cxn modelId="{ED1D9CF8-E24B-874A-AB28-4E3749F375DD}" srcId="{7E818C50-7F4D-AF4E-B60E-6E66712CB331}" destId="{25467BB7-C8CE-5F4C-B7D6-996B2C51149F}" srcOrd="1" destOrd="0" parTransId="{815E2887-6868-344A-B05B-5336516BCE94}" sibTransId="{8B48D535-7A5A-CF40-AE45-2BDA4ED336FA}"/>
    <dgm:cxn modelId="{9EDADDF8-9EAD-0F4F-AB90-F7A9B4534418}" type="presOf" srcId="{25467BB7-C8CE-5F4C-B7D6-996B2C51149F}" destId="{913C40B4-C700-9240-9516-3EB51DFE29B7}" srcOrd="1" destOrd="0" presId="urn:microsoft.com/office/officeart/2005/8/layout/pyramid1"/>
    <dgm:cxn modelId="{4B941264-BE36-8347-955F-BAE4F4561107}" type="presParOf" srcId="{018F6E51-377D-DF4B-8FEF-00151F1A808F}" destId="{A9A5A03F-25B8-B44B-9F27-6AB56F76B509}" srcOrd="0" destOrd="0" presId="urn:microsoft.com/office/officeart/2005/8/layout/pyramid1"/>
    <dgm:cxn modelId="{02E680F0-B1EA-C643-AAA8-D5D7F64C439C}" type="presParOf" srcId="{A9A5A03F-25B8-B44B-9F27-6AB56F76B509}" destId="{74688880-ED6E-764A-AAD4-1269802402E6}" srcOrd="0" destOrd="0" presId="urn:microsoft.com/office/officeart/2005/8/layout/pyramid1"/>
    <dgm:cxn modelId="{590CEF7B-1536-1C48-935E-6BB10B01B86C}" type="presParOf" srcId="{A9A5A03F-25B8-B44B-9F27-6AB56F76B509}" destId="{B7B97D41-9D2B-B84E-8F2E-0EC9FE970F8F}" srcOrd="1" destOrd="0" presId="urn:microsoft.com/office/officeart/2005/8/layout/pyramid1"/>
    <dgm:cxn modelId="{068C3FD2-B675-4747-8C48-94E15E463E3C}" type="presParOf" srcId="{018F6E51-377D-DF4B-8FEF-00151F1A808F}" destId="{109604FC-405C-3045-BE52-D136B61C74A8}" srcOrd="1" destOrd="0" presId="urn:microsoft.com/office/officeart/2005/8/layout/pyramid1"/>
    <dgm:cxn modelId="{CB11FCFF-4228-5544-884F-199FB7363023}" type="presParOf" srcId="{109604FC-405C-3045-BE52-D136B61C74A8}" destId="{FED668AA-1915-2E40-9EA3-415152100A35}" srcOrd="0" destOrd="0" presId="urn:microsoft.com/office/officeart/2005/8/layout/pyramid1"/>
    <dgm:cxn modelId="{DBD0E572-094B-9540-9846-4644A9BACA0C}" type="presParOf" srcId="{109604FC-405C-3045-BE52-D136B61C74A8}" destId="{913C40B4-C700-9240-9516-3EB51DFE29B7}" srcOrd="1" destOrd="0" presId="urn:microsoft.com/office/officeart/2005/8/layout/pyramid1"/>
    <dgm:cxn modelId="{3836DDCD-E3F1-9A49-8EAA-32129E93329B}" type="presParOf" srcId="{018F6E51-377D-DF4B-8FEF-00151F1A808F}" destId="{5E49AC06-3490-7C47-86AF-CA65AF63F9DC}" srcOrd="2" destOrd="0" presId="urn:microsoft.com/office/officeart/2005/8/layout/pyramid1"/>
    <dgm:cxn modelId="{4C155C63-4535-3543-8601-60E6A9C4B567}" type="presParOf" srcId="{5E49AC06-3490-7C47-86AF-CA65AF63F9DC}" destId="{7F35684A-E795-BC4B-A881-EB76D2EAD036}" srcOrd="0" destOrd="0" presId="urn:microsoft.com/office/officeart/2005/8/layout/pyramid1"/>
    <dgm:cxn modelId="{B2A98196-4E07-9D4C-8C39-2CBB8676ABEC}" type="presParOf" srcId="{5E49AC06-3490-7C47-86AF-CA65AF63F9DC}" destId="{485F00D0-1841-8F41-BB60-6648DBE08812}" srcOrd="1" destOrd="0" presId="urn:microsoft.com/office/officeart/2005/8/layout/pyramid1"/>
    <dgm:cxn modelId="{0E462FD9-3E5D-C743-9211-4F3CCA35F908}" type="presParOf" srcId="{018F6E51-377D-DF4B-8FEF-00151F1A808F}" destId="{BDD19347-70A3-5848-AA61-76B0EA0D3E2C}" srcOrd="3" destOrd="0" presId="urn:microsoft.com/office/officeart/2005/8/layout/pyramid1"/>
    <dgm:cxn modelId="{171929DE-49B1-2D47-B006-F14FF4F2C081}" type="presParOf" srcId="{BDD19347-70A3-5848-AA61-76B0EA0D3E2C}" destId="{5E53F193-5240-3C44-91BF-B16C74AB3A96}" srcOrd="0" destOrd="0" presId="urn:microsoft.com/office/officeart/2005/8/layout/pyramid1"/>
    <dgm:cxn modelId="{D1169CC5-5FDC-174D-9EAE-5D1ECAD3D34E}" type="presParOf" srcId="{BDD19347-70A3-5848-AA61-76B0EA0D3E2C}" destId="{6BDF5CA5-09C7-6F41-9AFC-D58B800DCE80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D618F-E13D-7242-9638-2F88428AD604}">
      <dsp:nvSpPr>
        <dsp:cNvPr id="0" name=""/>
        <dsp:cNvSpPr/>
      </dsp:nvSpPr>
      <dsp:spPr>
        <a:xfrm>
          <a:off x="0" y="0"/>
          <a:ext cx="10512155" cy="96666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Höhere Handelsschule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Erste Berührungspunkte mit wirtschaftlichen Prozessen und Zusammenhängen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Lieblingsfächer: BWL mit Rechnungswesen, VWL und Mathe</a:t>
          </a:r>
        </a:p>
      </dsp:txBody>
      <dsp:txXfrm>
        <a:off x="2199097" y="0"/>
        <a:ext cx="8313057" cy="966666"/>
      </dsp:txXfrm>
    </dsp:sp>
    <dsp:sp modelId="{5ED103C9-9E9A-EA4E-8B95-78E7F75DB02C}">
      <dsp:nvSpPr>
        <dsp:cNvPr id="0" name=""/>
        <dsp:cNvSpPr/>
      </dsp:nvSpPr>
      <dsp:spPr>
        <a:xfrm>
          <a:off x="96666" y="96666"/>
          <a:ext cx="2102431" cy="7733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9000" r="-9000"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190B0-5807-EF45-A3A5-9CC317E9DB9F}">
      <dsp:nvSpPr>
        <dsp:cNvPr id="0" name=""/>
        <dsp:cNvSpPr/>
      </dsp:nvSpPr>
      <dsp:spPr>
        <a:xfrm>
          <a:off x="0" y="1063333"/>
          <a:ext cx="10512155" cy="96666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Ausbildung zum Steuerfachangstellten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Verantwortung übernommen und Aufgaben präzise und eigenständig gelöst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Fachwissen durch verschiedene Fächer aufgebaut</a:t>
          </a:r>
        </a:p>
      </dsp:txBody>
      <dsp:txXfrm>
        <a:off x="2199097" y="1063333"/>
        <a:ext cx="8313057" cy="966666"/>
      </dsp:txXfrm>
    </dsp:sp>
    <dsp:sp modelId="{4F77C613-DFD8-0F4D-88DF-14955F62D96B}">
      <dsp:nvSpPr>
        <dsp:cNvPr id="0" name=""/>
        <dsp:cNvSpPr/>
      </dsp:nvSpPr>
      <dsp:spPr>
        <a:xfrm>
          <a:off x="96666" y="1160000"/>
          <a:ext cx="2102431" cy="7733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6000" r="-6000"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518ACF-88B6-4D40-BBB8-11710E499E0E}">
      <dsp:nvSpPr>
        <dsp:cNvPr id="0" name=""/>
        <dsp:cNvSpPr/>
      </dsp:nvSpPr>
      <dsp:spPr>
        <a:xfrm>
          <a:off x="0" y="2126666"/>
          <a:ext cx="10512155" cy="96666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BWL-Studium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Fachwissen erweitern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Interesse für wirtschaftliche Prozesse und Zusammenhänge vertiefen</a:t>
          </a:r>
          <a:endParaRPr lang="de-DE" sz="1400" kern="1200" dirty="0"/>
        </a:p>
      </dsp:txBody>
      <dsp:txXfrm>
        <a:off x="2199097" y="2126666"/>
        <a:ext cx="8313057" cy="966666"/>
      </dsp:txXfrm>
    </dsp:sp>
    <dsp:sp modelId="{4D71338B-3D16-F64F-97E8-4015B2CC3959}">
      <dsp:nvSpPr>
        <dsp:cNvPr id="0" name=""/>
        <dsp:cNvSpPr/>
      </dsp:nvSpPr>
      <dsp:spPr>
        <a:xfrm>
          <a:off x="96666" y="2223333"/>
          <a:ext cx="2102431" cy="7733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l="-6000" r="-6000"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20252B-F065-F045-9889-9DA70DE1FE14}">
      <dsp:nvSpPr>
        <dsp:cNvPr id="0" name=""/>
        <dsp:cNvSpPr/>
      </dsp:nvSpPr>
      <dsp:spPr>
        <a:xfrm>
          <a:off x="0" y="3190000"/>
          <a:ext cx="10512155" cy="96666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Praktikum in der Wirtschaftsprüfung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Verschiedene Unternehmen kennengelernt und mit den Geschäftsmodellen auseinander gesetzt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Belastbarkeit, schnelle Auffassungsgabe und analytisches Denken unter Beweis gestellt</a:t>
          </a:r>
        </a:p>
      </dsp:txBody>
      <dsp:txXfrm>
        <a:off x="2199097" y="3190000"/>
        <a:ext cx="8313057" cy="966666"/>
      </dsp:txXfrm>
    </dsp:sp>
    <dsp:sp modelId="{F9D6DDE5-33DD-5B46-A5AB-3818FC9236F6}">
      <dsp:nvSpPr>
        <dsp:cNvPr id="0" name=""/>
        <dsp:cNvSpPr/>
      </dsp:nvSpPr>
      <dsp:spPr>
        <a:xfrm>
          <a:off x="96666" y="3286666"/>
          <a:ext cx="2102431" cy="7733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t="-28000" b="-28000"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F81C4E-E7ED-9C4D-BD0D-2CF132C34D23}">
      <dsp:nvSpPr>
        <dsp:cNvPr id="0" name=""/>
        <dsp:cNvSpPr/>
      </dsp:nvSpPr>
      <dsp:spPr>
        <a:xfrm>
          <a:off x="0" y="4253333"/>
          <a:ext cx="10512155" cy="96666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Praktikum bei der UNITY AG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Spannende und abwechslungsreiche Aufgaben als Berater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An der Entwicklung der Unternehmen maßgeblich beteiligt</a:t>
          </a:r>
        </a:p>
      </dsp:txBody>
      <dsp:txXfrm>
        <a:off x="2199097" y="4253333"/>
        <a:ext cx="8313057" cy="966666"/>
      </dsp:txXfrm>
    </dsp:sp>
    <dsp:sp modelId="{DAB34A06-8D68-784A-8931-DD0796FD8EBE}">
      <dsp:nvSpPr>
        <dsp:cNvPr id="0" name=""/>
        <dsp:cNvSpPr/>
      </dsp:nvSpPr>
      <dsp:spPr>
        <a:xfrm>
          <a:off x="96666" y="4350000"/>
          <a:ext cx="2102431" cy="7733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/>
          <a:srcRect/>
          <a:stretch>
            <a:fillRect t="-4000" b="-4000"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90C28-1B44-EF41-B0FD-006550BA4976}">
      <dsp:nvSpPr>
        <dsp:cNvPr id="0" name=""/>
        <dsp:cNvSpPr/>
      </dsp:nvSpPr>
      <dsp:spPr>
        <a:xfrm>
          <a:off x="2966719" y="2897283"/>
          <a:ext cx="2194560" cy="219456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400" kern="1200"/>
            <a:t>UNITY AG</a:t>
          </a:r>
          <a:endParaRPr lang="de-DE" sz="4400" kern="1200" dirty="0"/>
        </a:p>
      </dsp:txBody>
      <dsp:txXfrm>
        <a:off x="3288105" y="3218669"/>
        <a:ext cx="1551788" cy="1551788"/>
      </dsp:txXfrm>
    </dsp:sp>
    <dsp:sp modelId="{27DE809F-D1A0-584F-9A81-86121DBA3A8E}">
      <dsp:nvSpPr>
        <dsp:cNvPr id="0" name=""/>
        <dsp:cNvSpPr/>
      </dsp:nvSpPr>
      <dsp:spPr>
        <a:xfrm rot="11700000">
          <a:off x="1011106" y="3120762"/>
          <a:ext cx="1917859" cy="625449"/>
        </a:xfrm>
        <a:prstGeom prst="lef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7CB63-0DF7-1E44-BF46-82C523F4F85B}">
      <dsp:nvSpPr>
        <dsp:cNvPr id="0" name=""/>
        <dsp:cNvSpPr/>
      </dsp:nvSpPr>
      <dsp:spPr>
        <a:xfrm>
          <a:off x="1365" y="2351365"/>
          <a:ext cx="2084832" cy="166786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Inspirierendes Umfeld erleben</a:t>
          </a:r>
        </a:p>
      </dsp:txBody>
      <dsp:txXfrm>
        <a:off x="50215" y="2400215"/>
        <a:ext cx="1987132" cy="1570165"/>
      </dsp:txXfrm>
    </dsp:sp>
    <dsp:sp modelId="{DD59CD30-5B59-7F47-82AB-B48ED8264ACC}">
      <dsp:nvSpPr>
        <dsp:cNvPr id="0" name=""/>
        <dsp:cNvSpPr/>
      </dsp:nvSpPr>
      <dsp:spPr>
        <a:xfrm rot="14700000">
          <a:off x="2188905" y="1717116"/>
          <a:ext cx="1917859" cy="625449"/>
        </a:xfrm>
        <a:prstGeom prst="lef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D994A6-199E-4D43-BEBF-2580373C8E2E}">
      <dsp:nvSpPr>
        <dsp:cNvPr id="0" name=""/>
        <dsp:cNvSpPr/>
      </dsp:nvSpPr>
      <dsp:spPr>
        <a:xfrm>
          <a:off x="1700157" y="326823"/>
          <a:ext cx="2084832" cy="166786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Persönlich weiterentwickeln</a:t>
          </a:r>
        </a:p>
      </dsp:txBody>
      <dsp:txXfrm>
        <a:off x="1749007" y="375673"/>
        <a:ext cx="1987132" cy="1570165"/>
      </dsp:txXfrm>
    </dsp:sp>
    <dsp:sp modelId="{89863F23-3872-9642-B8D6-189F79586798}">
      <dsp:nvSpPr>
        <dsp:cNvPr id="0" name=""/>
        <dsp:cNvSpPr/>
      </dsp:nvSpPr>
      <dsp:spPr>
        <a:xfrm rot="17700000">
          <a:off x="4021235" y="1717116"/>
          <a:ext cx="1917859" cy="625449"/>
        </a:xfrm>
        <a:prstGeom prst="lef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DDCD5-5203-8745-B1AC-2B7E615F836D}">
      <dsp:nvSpPr>
        <dsp:cNvPr id="0" name=""/>
        <dsp:cNvSpPr/>
      </dsp:nvSpPr>
      <dsp:spPr>
        <a:xfrm>
          <a:off x="4343010" y="326823"/>
          <a:ext cx="2084832" cy="166786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Eigene Ideen aktiv einbringen</a:t>
          </a:r>
        </a:p>
      </dsp:txBody>
      <dsp:txXfrm>
        <a:off x="4391860" y="375673"/>
        <a:ext cx="1987132" cy="1570165"/>
      </dsp:txXfrm>
    </dsp:sp>
    <dsp:sp modelId="{00259654-D9D0-DC47-AF0E-4B461F8049CD}">
      <dsp:nvSpPr>
        <dsp:cNvPr id="0" name=""/>
        <dsp:cNvSpPr/>
      </dsp:nvSpPr>
      <dsp:spPr>
        <a:xfrm rot="20700000">
          <a:off x="5199034" y="3120762"/>
          <a:ext cx="1917859" cy="625449"/>
        </a:xfrm>
        <a:prstGeom prst="lef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5DC4CC-DA9D-934C-A655-FCABD726076B}">
      <dsp:nvSpPr>
        <dsp:cNvPr id="0" name=""/>
        <dsp:cNvSpPr/>
      </dsp:nvSpPr>
      <dsp:spPr>
        <a:xfrm>
          <a:off x="6041802" y="2351365"/>
          <a:ext cx="2084832" cy="1667865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Digitale Geschäftsmodelle </a:t>
          </a:r>
          <a:r>
            <a:rPr lang="de-DE" sz="1800" kern="1200" dirty="0" err="1"/>
            <a:t>mitgestalten</a:t>
          </a:r>
          <a:endParaRPr lang="de-DE" sz="1800" kern="1200" dirty="0"/>
        </a:p>
      </dsp:txBody>
      <dsp:txXfrm>
        <a:off x="6090652" y="2400215"/>
        <a:ext cx="1987132" cy="15701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688880-ED6E-764A-AAD4-1269802402E6}">
      <dsp:nvSpPr>
        <dsp:cNvPr id="0" name=""/>
        <dsp:cNvSpPr/>
      </dsp:nvSpPr>
      <dsp:spPr>
        <a:xfrm>
          <a:off x="4185813" y="0"/>
          <a:ext cx="2790541" cy="1354666"/>
        </a:xfrm>
        <a:prstGeom prst="trapezoid">
          <a:avLst>
            <a:gd name="adj" fmla="val 102997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b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kern="1200" dirty="0">
              <a:solidFill>
                <a:schemeClr val="bg1"/>
              </a:solidFill>
            </a:rPr>
            <a:t>Präzise</a:t>
          </a:r>
        </a:p>
      </dsp:txBody>
      <dsp:txXfrm>
        <a:off x="4185813" y="0"/>
        <a:ext cx="2790541" cy="1354666"/>
      </dsp:txXfrm>
    </dsp:sp>
    <dsp:sp modelId="{FED668AA-1915-2E40-9EA3-415152100A35}">
      <dsp:nvSpPr>
        <dsp:cNvPr id="0" name=""/>
        <dsp:cNvSpPr/>
      </dsp:nvSpPr>
      <dsp:spPr>
        <a:xfrm>
          <a:off x="2790542" y="1354666"/>
          <a:ext cx="5581083" cy="1354666"/>
        </a:xfrm>
        <a:prstGeom prst="trapezoid">
          <a:avLst>
            <a:gd name="adj" fmla="val 102997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b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kern="1200">
              <a:solidFill>
                <a:schemeClr val="bg1"/>
              </a:solidFill>
            </a:rPr>
            <a:t>Teamplayer</a:t>
          </a:r>
          <a:endParaRPr lang="de-DE" sz="4000" kern="1200" dirty="0">
            <a:solidFill>
              <a:schemeClr val="bg1"/>
            </a:solidFill>
          </a:endParaRPr>
        </a:p>
      </dsp:txBody>
      <dsp:txXfrm>
        <a:off x="3767231" y="1354666"/>
        <a:ext cx="3627704" cy="1354666"/>
      </dsp:txXfrm>
    </dsp:sp>
    <dsp:sp modelId="{7F35684A-E795-BC4B-A881-EB76D2EAD036}">
      <dsp:nvSpPr>
        <dsp:cNvPr id="0" name=""/>
        <dsp:cNvSpPr/>
      </dsp:nvSpPr>
      <dsp:spPr>
        <a:xfrm>
          <a:off x="1395271" y="2709333"/>
          <a:ext cx="8371625" cy="1354666"/>
        </a:xfrm>
        <a:prstGeom prst="trapezoid">
          <a:avLst>
            <a:gd name="adj" fmla="val 102997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b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kern="1200" dirty="0">
              <a:solidFill>
                <a:schemeClr val="bg1"/>
              </a:solidFill>
            </a:rPr>
            <a:t>Verantwortungsbewusst</a:t>
          </a:r>
        </a:p>
      </dsp:txBody>
      <dsp:txXfrm>
        <a:off x="2860305" y="2709333"/>
        <a:ext cx="5441556" cy="1354666"/>
      </dsp:txXfrm>
    </dsp:sp>
    <dsp:sp modelId="{5E53F193-5240-3C44-91BF-B16C74AB3A96}">
      <dsp:nvSpPr>
        <dsp:cNvPr id="0" name=""/>
        <dsp:cNvSpPr/>
      </dsp:nvSpPr>
      <dsp:spPr>
        <a:xfrm>
          <a:off x="0" y="4064000"/>
          <a:ext cx="11162167" cy="1354666"/>
        </a:xfrm>
        <a:prstGeom prst="trapezoid">
          <a:avLst>
            <a:gd name="adj" fmla="val 102997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b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4000" kern="1200" dirty="0">
              <a:solidFill>
                <a:schemeClr val="bg1"/>
              </a:solidFill>
            </a:rPr>
            <a:t>Hohe Lernbereitschaft</a:t>
          </a:r>
        </a:p>
      </dsp:txBody>
      <dsp:txXfrm>
        <a:off x="1953379" y="4064000"/>
        <a:ext cx="7255409" cy="13546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77DD1-7EDB-C887-53DE-614207689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7431B3-1F1D-0DEA-29F2-1CEF0B6C3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6427ED-76B7-62D4-752C-F47EF6579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03.11.25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2A6550-CCDB-4323-B912-412A84EC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E5147B-19C7-D5E7-A346-375F4572A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372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451FFA-0977-C547-6BC9-75A10BDC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0D5106-B054-B09D-04F2-CB9E388C9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FD277B-57B2-4317-A1AC-A127F5EE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03.11.25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3B18A0-4153-7A8D-6E57-064779E31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E07B3F-6667-B2C3-7FC5-501170F5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98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74EF0-6D22-05B0-FFC1-E2184B659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7BDAC9-5C4A-F90D-CAD5-C35C59D49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297489-7E4A-9B5F-CB6C-425E2F6D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03.11.25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792A7B-C515-D7AA-CAA3-B02B5644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71743A-5D2A-9E69-55B7-629B85199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915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9178C1-D3FD-337B-B6C6-0510ED949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D21062-6D56-71D2-1572-E977C032C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F895A44-09B3-641D-0349-CAF53033D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02680C-D245-743B-675A-45E336D19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03.11.25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4A71F5-9D79-9EA9-EB12-F11205C0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BE275-CDF7-9628-3246-5AF0CD17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956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8C88B-9D20-A5E2-EF95-A09BC45D9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881331-0ADB-3F00-976B-977630880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96B174-FABB-A3F4-3F49-CD55C2C79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53A8BC-8C50-CB70-57AA-176117C36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E2862B0-C629-8419-81C5-F6BF30CF3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7B7C6F6-2339-F3C1-1248-0ED7A1CB7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03.11.25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EA0566F-0C65-A3DC-54D4-20FEA71E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5032FD8-D77A-3F35-1240-1635163D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217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8E8679-6443-D33D-A0C8-41EB44F87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F850813-DA5B-2E05-FE64-BAF15965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03.11.25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E4D8F91-C506-C08E-D878-13A2A148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3EE0780-B42B-BE81-D21B-AA390EFB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765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CAD32E-9EC6-1EBA-72FB-DBC695EE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03.11.25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8FC698-F191-C5C1-A6C7-29D9C8F29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F12774-E4CA-AEA0-2BE8-DB1D1B559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427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072F0A-4FD5-D388-11FC-C280A029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7991A3-0D79-A6A0-D2AA-432723997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8F7F00-491A-2CD6-BC35-D3D4474EB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4E387B-1BC5-7FA8-A58D-F3FCF58E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03.11.25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4ED5F3-9E98-C033-4224-000567BF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361448-9A31-43A4-0E9F-1EFF7A7E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8565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12C7D-91F0-9E27-B1BE-6FA09DB01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4CAFA3A-9572-419A-F44D-4641C2804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D150D3C-859B-3819-B0F0-96FCBF9B7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3A44FC-5B3C-D17D-E260-F172E1105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03.11.25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B41E90-6C9B-B88C-5205-7723D12C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9DB1CC-25DD-7287-EEDA-A7608A429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077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FDFB91-67A0-2675-7F7C-8851FF0CA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5B4D0C-C802-8666-C2AB-237219093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EA7465-3BA7-429A-2CE2-284CC2D2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03.11.25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636151-300A-F083-91C4-0BC7CF84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30D1F6-EA2C-4CDD-A732-4F229272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923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3ED8226-8673-7B85-DF23-C97F7F452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54ABCE8-8C0E-1593-4860-8347C9EE2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1E6E4F-3EE4-F378-77F6-021A2AC7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03.11.25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0170BA-A202-FD07-A48F-D9BD28D1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07F958-298A-0584-00EE-8B538885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6365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6D58AED-2CE0-5FC5-8132-4F38DB33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622FC7-94C8-7EDB-3B33-986EB1DB3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9A67D8-7365-E5BF-1200-D8D62E467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55185F-664C-CA49-9550-88115E6A8779}" type="datetimeFigureOut">
              <a:rPr lang="de-DE" smtClean="0"/>
              <a:t>03.11.25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DD1627-23B7-8C3F-4B39-13FF17D02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A26FF9-FDC0-2BC8-A8CE-E5CDE7337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435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DE585E-4FB7-43B5-5FE1-D484C2C6B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"/>
            <a:ext cx="9144000" cy="895425"/>
          </a:xfrm>
        </p:spPr>
        <p:txBody>
          <a:bodyPr>
            <a:normAutofit/>
          </a:bodyPr>
          <a:lstStyle/>
          <a:p>
            <a:r>
              <a:rPr lang="de-DE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Mein Werdegang 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BABBF040-9B57-3B89-9E01-B8646501B9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2794613"/>
              </p:ext>
            </p:extLst>
          </p:nvPr>
        </p:nvGraphicFramePr>
        <p:xfrm>
          <a:off x="1099407" y="1126429"/>
          <a:ext cx="10512155" cy="5223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445E7D50-C85F-E569-C903-43C6977D95AC}"/>
              </a:ext>
            </a:extLst>
          </p:cNvPr>
          <p:cNvCxnSpPr>
            <a:cxnSpLocks/>
          </p:cNvCxnSpPr>
          <p:nvPr/>
        </p:nvCxnSpPr>
        <p:spPr>
          <a:xfrm>
            <a:off x="580435" y="1455126"/>
            <a:ext cx="0" cy="4706260"/>
          </a:xfrm>
          <a:prstGeom prst="straightConnector1">
            <a:avLst/>
          </a:prstGeom>
          <a:ln w="1873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37402E50-5B3D-D336-41D7-DC3FA5A7A8A4}"/>
              </a:ext>
            </a:extLst>
          </p:cNvPr>
          <p:cNvSpPr txBox="1"/>
          <p:nvPr/>
        </p:nvSpPr>
        <p:spPr>
          <a:xfrm>
            <a:off x="5184115" y="2468075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164A676-6E85-F837-499D-D2BB8896B83B}"/>
              </a:ext>
            </a:extLst>
          </p:cNvPr>
          <p:cNvCxnSpPr>
            <a:cxnSpLocks/>
          </p:cNvCxnSpPr>
          <p:nvPr/>
        </p:nvCxnSpPr>
        <p:spPr>
          <a:xfrm flipV="1">
            <a:off x="-213762" y="6581000"/>
            <a:ext cx="12405762" cy="2286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273E4643-FB79-69FE-FAF3-D4780E2A4B63}"/>
              </a:ext>
            </a:extLst>
          </p:cNvPr>
          <p:cNvSpPr txBox="1"/>
          <p:nvPr/>
        </p:nvSpPr>
        <p:spPr>
          <a:xfrm>
            <a:off x="9" y="6601752"/>
            <a:ext cx="121919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Justin Sperling | 07.11.2025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1B753B95-731C-6C84-759F-0119A1C5EE4D}"/>
              </a:ext>
            </a:extLst>
          </p:cNvPr>
          <p:cNvCxnSpPr>
            <a:cxnSpLocks/>
          </p:cNvCxnSpPr>
          <p:nvPr/>
        </p:nvCxnSpPr>
        <p:spPr>
          <a:xfrm>
            <a:off x="-364653" y="827513"/>
            <a:ext cx="12644673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290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DE585E-4FB7-43B5-5FE1-D484C2C6B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3685"/>
            <a:ext cx="12192000" cy="858175"/>
          </a:xfrm>
        </p:spPr>
        <p:txBody>
          <a:bodyPr>
            <a:noAutofit/>
          </a:bodyPr>
          <a:lstStyle/>
          <a:p>
            <a:r>
              <a:rPr lang="de-DE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Warum die UNITY AG und meine Erwartungen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7402E50-5B3D-D336-41D7-DC3FA5A7A8A4}"/>
              </a:ext>
            </a:extLst>
          </p:cNvPr>
          <p:cNvSpPr txBox="1"/>
          <p:nvPr/>
        </p:nvSpPr>
        <p:spPr>
          <a:xfrm>
            <a:off x="5184115" y="2468075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164A676-6E85-F837-499D-D2BB8896B83B}"/>
              </a:ext>
            </a:extLst>
          </p:cNvPr>
          <p:cNvCxnSpPr>
            <a:cxnSpLocks/>
          </p:cNvCxnSpPr>
          <p:nvPr/>
        </p:nvCxnSpPr>
        <p:spPr>
          <a:xfrm flipV="1">
            <a:off x="-213762" y="6581000"/>
            <a:ext cx="12405762" cy="2286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273E4643-FB79-69FE-FAF3-D4780E2A4B63}"/>
              </a:ext>
            </a:extLst>
          </p:cNvPr>
          <p:cNvSpPr txBox="1"/>
          <p:nvPr/>
        </p:nvSpPr>
        <p:spPr>
          <a:xfrm>
            <a:off x="9" y="6601752"/>
            <a:ext cx="121919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Justin Sperling | 07.11.2025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1B753B95-731C-6C84-759F-0119A1C5EE4D}"/>
              </a:ext>
            </a:extLst>
          </p:cNvPr>
          <p:cNvCxnSpPr>
            <a:cxnSpLocks/>
          </p:cNvCxnSpPr>
          <p:nvPr/>
        </p:nvCxnSpPr>
        <p:spPr>
          <a:xfrm>
            <a:off x="-364653" y="827513"/>
            <a:ext cx="12644673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E39B7AB-41C7-54E5-3DD8-82474C6EED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7382200"/>
              </p:ext>
            </p:extLst>
          </p:nvPr>
        </p:nvGraphicFramePr>
        <p:xfrm>
          <a:off x="2032000" y="107321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3279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DE585E-4FB7-43B5-5FE1-D484C2C6B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3685"/>
            <a:ext cx="12192000" cy="858175"/>
          </a:xfrm>
        </p:spPr>
        <p:txBody>
          <a:bodyPr>
            <a:noAutofit/>
          </a:bodyPr>
          <a:lstStyle/>
          <a:p>
            <a:r>
              <a:rPr lang="de-DE" sz="4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Meine Stärken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7402E50-5B3D-D336-41D7-DC3FA5A7A8A4}"/>
              </a:ext>
            </a:extLst>
          </p:cNvPr>
          <p:cNvSpPr txBox="1"/>
          <p:nvPr/>
        </p:nvSpPr>
        <p:spPr>
          <a:xfrm>
            <a:off x="5184115" y="2468075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164A676-6E85-F837-499D-D2BB8896B83B}"/>
              </a:ext>
            </a:extLst>
          </p:cNvPr>
          <p:cNvCxnSpPr>
            <a:cxnSpLocks/>
          </p:cNvCxnSpPr>
          <p:nvPr/>
        </p:nvCxnSpPr>
        <p:spPr>
          <a:xfrm flipV="1">
            <a:off x="-213762" y="6581000"/>
            <a:ext cx="12405762" cy="2286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273E4643-FB79-69FE-FAF3-D4780E2A4B63}"/>
              </a:ext>
            </a:extLst>
          </p:cNvPr>
          <p:cNvSpPr txBox="1"/>
          <p:nvPr/>
        </p:nvSpPr>
        <p:spPr>
          <a:xfrm>
            <a:off x="9" y="6601752"/>
            <a:ext cx="121919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Justin Sperling | 07.11.2025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1B753B95-731C-6C84-759F-0119A1C5EE4D}"/>
              </a:ext>
            </a:extLst>
          </p:cNvPr>
          <p:cNvCxnSpPr>
            <a:cxnSpLocks/>
          </p:cNvCxnSpPr>
          <p:nvPr/>
        </p:nvCxnSpPr>
        <p:spPr>
          <a:xfrm>
            <a:off x="-364653" y="827513"/>
            <a:ext cx="12644673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DA45F8AE-FE49-7F1B-0613-49B9F800FA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9737840"/>
              </p:ext>
            </p:extLst>
          </p:nvPr>
        </p:nvGraphicFramePr>
        <p:xfrm>
          <a:off x="514916" y="994923"/>
          <a:ext cx="11162168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82004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3</Slides>
  <Notes>0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4" baseType="lpstr">
      <vt:lpstr>Office</vt:lpstr>
      <vt:lpstr>Mein Werdegang </vt:lpstr>
      <vt:lpstr>Warum die UNITY AG und meine Erwartungen</vt:lpstr>
      <vt:lpstr>Meine Stärken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Mein Werdegang </dc:title>
  <dc:creator>Justin Sperling</dc:creator>
  <cp:lastModifiedBy>Justin Sperling</cp:lastModifiedBy>
  <cp:revision>2</cp:revision>
  <dcterms:created xsi:type="dcterms:W3CDTF">2025-11-03T20:51:29Z</dcterms:created>
  <dcterms:modified xsi:type="dcterms:W3CDTF">2025-11-04T01:32:59Z</dcterms:modified>
</cp:coreProperties>
</file>
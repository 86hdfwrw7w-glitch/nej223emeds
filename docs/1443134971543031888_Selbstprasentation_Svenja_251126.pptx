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76" r:id="rId2"/>
    <p:sldId id="261" r:id="rId3"/>
    <p:sldId id="278" r:id="rId4"/>
    <p:sldId id="279" r:id="rId5"/>
    <p:sldId id="280" r:id="rId6"/>
    <p:sldId id="263" r:id="rId7"/>
    <p:sldId id="282" r:id="rId8"/>
    <p:sldId id="277" r:id="rId9"/>
    <p:sldId id="281" r:id="rId10"/>
    <p:sldId id="266" r:id="rId11"/>
    <p:sldId id="264" r:id="rId12"/>
    <p:sldId id="267" r:id="rId13"/>
    <p:sldId id="273" r:id="rId14"/>
    <p:sldId id="274" r:id="rId15"/>
  </p:sldIdLst>
  <p:sldSz cx="12192000" cy="6858000"/>
  <p:notesSz cx="6858000" cy="9144000"/>
  <p:defaultTextStyle>
    <a:defPPr>
      <a:defRPr lang="de-DE"/>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A4904C06-D708-40EF-BFE5-E6207FF24F0D}">
          <p14:sldIdLst>
            <p14:sldId id="276"/>
            <p14:sldId id="261"/>
            <p14:sldId id="278"/>
            <p14:sldId id="279"/>
            <p14:sldId id="280"/>
            <p14:sldId id="263"/>
            <p14:sldId id="282"/>
            <p14:sldId id="277"/>
            <p14:sldId id="281"/>
          </p14:sldIdLst>
        </p14:section>
        <p14:section name="Backup und alte Folien" id="{AD2152D2-813B-422D-B8AB-1CA82A0C9FFA}">
          <p14:sldIdLst>
            <p14:sldId id="266"/>
            <p14:sldId id="264"/>
            <p14:sldId id="267"/>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ABD0"/>
    <a:srgbClr val="828282"/>
    <a:srgbClr val="FFFFFF"/>
    <a:srgbClr val="8E8E8E"/>
    <a:srgbClr val="808080"/>
    <a:srgbClr val="767676"/>
    <a:srgbClr val="4C4F50"/>
    <a:srgbClr val="2AA68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F87658-AD3A-4E53-96AA-0E05918EB007}" v="34" dt="2025-11-26T07:00:44.1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2934" autoAdjust="0"/>
  </p:normalViewPr>
  <p:slideViewPr>
    <p:cSldViewPr snapToGrid="0">
      <p:cViewPr>
        <p:scale>
          <a:sx n="33" d="100"/>
          <a:sy n="33" d="100"/>
        </p:scale>
        <p:origin x="1220" y="5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irsch, Svenja" userId="fd5452c0-984d-4cef-a7dd-534b55776c6f" providerId="ADAL" clId="{7CFC2B95-549B-4126-AF7D-75596E5D7808}"/>
    <pc:docChg chg="undo custSel addSld delSld modSld sldOrd addSection modSection">
      <pc:chgData name="Pirsch, Svenja" userId="fd5452c0-984d-4cef-a7dd-534b55776c6f" providerId="ADAL" clId="{7CFC2B95-549B-4126-AF7D-75596E5D7808}" dt="2025-11-26T07:02:27.272" v="580" actId="1076"/>
      <pc:docMkLst>
        <pc:docMk/>
      </pc:docMkLst>
      <pc:sldChg chg="addSp modSp mod">
        <pc:chgData name="Pirsch, Svenja" userId="fd5452c0-984d-4cef-a7dd-534b55776c6f" providerId="ADAL" clId="{7CFC2B95-549B-4126-AF7D-75596E5D7808}" dt="2025-11-26T06:08:30.139" v="262" actId="1076"/>
        <pc:sldMkLst>
          <pc:docMk/>
          <pc:sldMk cId="2111532170" sldId="261"/>
        </pc:sldMkLst>
        <pc:spChg chg="add mod">
          <ac:chgData name="Pirsch, Svenja" userId="fd5452c0-984d-4cef-a7dd-534b55776c6f" providerId="ADAL" clId="{7CFC2B95-549B-4126-AF7D-75596E5D7808}" dt="2025-11-26T06:08:30.139" v="262" actId="1076"/>
          <ac:spMkLst>
            <pc:docMk/>
            <pc:sldMk cId="2111532170" sldId="261"/>
            <ac:spMk id="12" creationId="{E97CC753-31A4-EC66-3F3B-40C3746719B6}"/>
          </ac:spMkLst>
        </pc:spChg>
      </pc:sldChg>
      <pc:sldChg chg="modSp mod">
        <pc:chgData name="Pirsch, Svenja" userId="fd5452c0-984d-4cef-a7dd-534b55776c6f" providerId="ADAL" clId="{7CFC2B95-549B-4126-AF7D-75596E5D7808}" dt="2025-11-26T06:16:54.107" v="323" actId="208"/>
        <pc:sldMkLst>
          <pc:docMk/>
          <pc:sldMk cId="1901896784" sldId="263"/>
        </pc:sldMkLst>
        <pc:spChg chg="mod">
          <ac:chgData name="Pirsch, Svenja" userId="fd5452c0-984d-4cef-a7dd-534b55776c6f" providerId="ADAL" clId="{7CFC2B95-549B-4126-AF7D-75596E5D7808}" dt="2025-11-26T06:16:45.658" v="322" actId="1036"/>
          <ac:spMkLst>
            <pc:docMk/>
            <pc:sldMk cId="1901896784" sldId="263"/>
            <ac:spMk id="117" creationId="{F36931D4-951B-20F0-FD1E-FCBD11198B11}"/>
          </ac:spMkLst>
        </pc:spChg>
        <pc:spChg chg="mod">
          <ac:chgData name="Pirsch, Svenja" userId="fd5452c0-984d-4cef-a7dd-534b55776c6f" providerId="ADAL" clId="{7CFC2B95-549B-4126-AF7D-75596E5D7808}" dt="2025-11-26T06:06:09.616" v="2" actId="20577"/>
          <ac:spMkLst>
            <pc:docMk/>
            <pc:sldMk cId="1901896784" sldId="263"/>
            <ac:spMk id="150" creationId="{738BBB16-CF83-CC82-3829-98F0F79AD432}"/>
          </ac:spMkLst>
        </pc:spChg>
        <pc:picChg chg="mod">
          <ac:chgData name="Pirsch, Svenja" userId="fd5452c0-984d-4cef-a7dd-534b55776c6f" providerId="ADAL" clId="{7CFC2B95-549B-4126-AF7D-75596E5D7808}" dt="2025-11-26T06:16:30.090" v="317" actId="208"/>
          <ac:picMkLst>
            <pc:docMk/>
            <pc:sldMk cId="1901896784" sldId="263"/>
            <ac:picMk id="152" creationId="{4C7C0547-1D35-0C2A-0B18-B5459DC51ADB}"/>
          </ac:picMkLst>
        </pc:picChg>
        <pc:picChg chg="mod">
          <ac:chgData name="Pirsch, Svenja" userId="fd5452c0-984d-4cef-a7dd-534b55776c6f" providerId="ADAL" clId="{7CFC2B95-549B-4126-AF7D-75596E5D7808}" dt="2025-11-26T06:16:54.107" v="323" actId="208"/>
          <ac:picMkLst>
            <pc:docMk/>
            <pc:sldMk cId="1901896784" sldId="263"/>
            <ac:picMk id="155" creationId="{12DF5581-10B0-195E-0F64-A5A141F9D46A}"/>
          </ac:picMkLst>
        </pc:picChg>
      </pc:sldChg>
      <pc:sldChg chg="modSp mod">
        <pc:chgData name="Pirsch, Svenja" userId="fd5452c0-984d-4cef-a7dd-534b55776c6f" providerId="ADAL" clId="{7CFC2B95-549B-4126-AF7D-75596E5D7808}" dt="2025-11-26T06:08:42.079" v="278" actId="20577"/>
        <pc:sldMkLst>
          <pc:docMk/>
          <pc:sldMk cId="712789287" sldId="277"/>
        </pc:sldMkLst>
        <pc:spChg chg="mod">
          <ac:chgData name="Pirsch, Svenja" userId="fd5452c0-984d-4cef-a7dd-534b55776c6f" providerId="ADAL" clId="{7CFC2B95-549B-4126-AF7D-75596E5D7808}" dt="2025-11-26T06:08:42.079" v="278" actId="20577"/>
          <ac:spMkLst>
            <pc:docMk/>
            <pc:sldMk cId="712789287" sldId="277"/>
            <ac:spMk id="2" creationId="{273B023D-6234-4DE2-3B1B-330E47CC01DF}"/>
          </ac:spMkLst>
        </pc:spChg>
      </pc:sldChg>
      <pc:sldChg chg="delSp add mod ord">
        <pc:chgData name="Pirsch, Svenja" userId="fd5452c0-984d-4cef-a7dd-534b55776c6f" providerId="ADAL" clId="{7CFC2B95-549B-4126-AF7D-75596E5D7808}" dt="2025-11-26T06:08:55.751" v="282" actId="478"/>
        <pc:sldMkLst>
          <pc:docMk/>
          <pc:sldMk cId="2426245533" sldId="281"/>
        </pc:sldMkLst>
        <pc:spChg chg="del">
          <ac:chgData name="Pirsch, Svenja" userId="fd5452c0-984d-4cef-a7dd-534b55776c6f" providerId="ADAL" clId="{7CFC2B95-549B-4126-AF7D-75596E5D7808}" dt="2025-11-26T06:08:55.751" v="282" actId="478"/>
          <ac:spMkLst>
            <pc:docMk/>
            <pc:sldMk cId="2426245533" sldId="281"/>
            <ac:spMk id="12" creationId="{17E2220C-C8FF-4DAB-7B19-9907F48FD3FC}"/>
          </ac:spMkLst>
        </pc:spChg>
      </pc:sldChg>
      <pc:sldChg chg="addSp delSp modSp add del mod">
        <pc:chgData name="Pirsch, Svenja" userId="fd5452c0-984d-4cef-a7dd-534b55776c6f" providerId="ADAL" clId="{7CFC2B95-549B-4126-AF7D-75596E5D7808}" dt="2025-11-26T06:18:59.689" v="350" actId="2696"/>
        <pc:sldMkLst>
          <pc:docMk/>
          <pc:sldMk cId="570964390" sldId="282"/>
        </pc:sldMkLst>
        <pc:spChg chg="add del">
          <ac:chgData name="Pirsch, Svenja" userId="fd5452c0-984d-4cef-a7dd-534b55776c6f" providerId="ADAL" clId="{7CFC2B95-549B-4126-AF7D-75596E5D7808}" dt="2025-11-26T06:11:08.772" v="290" actId="478"/>
          <ac:spMkLst>
            <pc:docMk/>
            <pc:sldMk cId="570964390" sldId="282"/>
            <ac:spMk id="5" creationId="{37B290B8-A5A5-FA5C-5991-334DB2EF2437}"/>
          </ac:spMkLst>
        </pc:spChg>
        <pc:spChg chg="add mod ord">
          <ac:chgData name="Pirsch, Svenja" userId="fd5452c0-984d-4cef-a7dd-534b55776c6f" providerId="ADAL" clId="{7CFC2B95-549B-4126-AF7D-75596E5D7808}" dt="2025-11-26T06:17:12.630" v="327" actId="1076"/>
          <ac:spMkLst>
            <pc:docMk/>
            <pc:sldMk cId="570964390" sldId="282"/>
            <ac:spMk id="10" creationId="{D066F0BE-D6F8-0138-DAAC-3796C0ED4BDC}"/>
          </ac:spMkLst>
        </pc:spChg>
        <pc:spChg chg="add mod">
          <ac:chgData name="Pirsch, Svenja" userId="fd5452c0-984d-4cef-a7dd-534b55776c6f" providerId="ADAL" clId="{7CFC2B95-549B-4126-AF7D-75596E5D7808}" dt="2025-11-26T06:17:41.121" v="331" actId="1076"/>
          <ac:spMkLst>
            <pc:docMk/>
            <pc:sldMk cId="570964390" sldId="282"/>
            <ac:spMk id="13" creationId="{DAA120B3-0647-CAF2-6D10-95F7383D46C6}"/>
          </ac:spMkLst>
        </pc:spChg>
        <pc:spChg chg="add mod">
          <ac:chgData name="Pirsch, Svenja" userId="fd5452c0-984d-4cef-a7dd-534b55776c6f" providerId="ADAL" clId="{7CFC2B95-549B-4126-AF7D-75596E5D7808}" dt="2025-11-26T06:18:42.376" v="349" actId="207"/>
          <ac:spMkLst>
            <pc:docMk/>
            <pc:sldMk cId="570964390" sldId="282"/>
            <ac:spMk id="14" creationId="{E72B72D8-F5BF-83AA-8D21-9A0BA50982E7}"/>
          </ac:spMkLst>
        </pc:spChg>
        <pc:spChg chg="del mod">
          <ac:chgData name="Pirsch, Svenja" userId="fd5452c0-984d-4cef-a7dd-534b55776c6f" providerId="ADAL" clId="{7CFC2B95-549B-4126-AF7D-75596E5D7808}" dt="2025-11-26T06:18:30.016" v="342" actId="478"/>
          <ac:spMkLst>
            <pc:docMk/>
            <pc:sldMk cId="570964390" sldId="282"/>
            <ac:spMk id="117" creationId="{64934796-0A85-701A-EB07-D6A59A976945}"/>
          </ac:spMkLst>
        </pc:spChg>
        <pc:spChg chg="mod">
          <ac:chgData name="Pirsch, Svenja" userId="fd5452c0-984d-4cef-a7dd-534b55776c6f" providerId="ADAL" clId="{7CFC2B95-549B-4126-AF7D-75596E5D7808}" dt="2025-11-26T06:10:31.071" v="288" actId="692"/>
          <ac:spMkLst>
            <pc:docMk/>
            <pc:sldMk cId="570964390" sldId="282"/>
            <ac:spMk id="119" creationId="{242C7E99-2767-708A-E653-4080349DA79E}"/>
          </ac:spMkLst>
        </pc:spChg>
        <pc:spChg chg="mod">
          <ac:chgData name="Pirsch, Svenja" userId="fd5452c0-984d-4cef-a7dd-534b55776c6f" providerId="ADAL" clId="{7CFC2B95-549B-4126-AF7D-75596E5D7808}" dt="2025-11-26T06:15:48.093" v="309" actId="1076"/>
          <ac:spMkLst>
            <pc:docMk/>
            <pc:sldMk cId="570964390" sldId="282"/>
            <ac:spMk id="120" creationId="{FD7BA91A-A58A-669E-84A3-C89546E96FC7}"/>
          </ac:spMkLst>
        </pc:spChg>
        <pc:spChg chg="mod">
          <ac:chgData name="Pirsch, Svenja" userId="fd5452c0-984d-4cef-a7dd-534b55776c6f" providerId="ADAL" clId="{7CFC2B95-549B-4126-AF7D-75596E5D7808}" dt="2025-11-26T06:17:27.603" v="329" actId="1076"/>
          <ac:spMkLst>
            <pc:docMk/>
            <pc:sldMk cId="570964390" sldId="282"/>
            <ac:spMk id="124" creationId="{1E04ECB1-47B6-C1C0-C38F-8D2980AA3FE6}"/>
          </ac:spMkLst>
        </pc:spChg>
        <pc:grpChg chg="del">
          <ac:chgData name="Pirsch, Svenja" userId="fd5452c0-984d-4cef-a7dd-534b55776c6f" providerId="ADAL" clId="{7CFC2B95-549B-4126-AF7D-75596E5D7808}" dt="2025-11-26T06:17:03.288" v="324" actId="478"/>
          <ac:grpSpMkLst>
            <pc:docMk/>
            <pc:sldMk cId="570964390" sldId="282"/>
            <ac:grpSpMk id="116" creationId="{FD1BE2B9-AEC3-4476-C343-51E9141D07F6}"/>
          </ac:grpSpMkLst>
        </pc:grpChg>
        <pc:grpChg chg="mod">
          <ac:chgData name="Pirsch, Svenja" userId="fd5452c0-984d-4cef-a7dd-534b55776c6f" providerId="ADAL" clId="{7CFC2B95-549B-4126-AF7D-75596E5D7808}" dt="2025-11-26T06:17:06.612" v="326" actId="1076"/>
          <ac:grpSpMkLst>
            <pc:docMk/>
            <pc:sldMk cId="570964390" sldId="282"/>
            <ac:grpSpMk id="139" creationId="{71435B5A-76B4-0736-DD25-6D30ECD357B0}"/>
          </ac:grpSpMkLst>
        </pc:grpChg>
        <pc:picChg chg="add del">
          <ac:chgData name="Pirsch, Svenja" userId="fd5452c0-984d-4cef-a7dd-534b55776c6f" providerId="ADAL" clId="{7CFC2B95-549B-4126-AF7D-75596E5D7808}" dt="2025-11-26T06:14:43.922" v="296" actId="22"/>
          <ac:picMkLst>
            <pc:docMk/>
            <pc:sldMk cId="570964390" sldId="282"/>
            <ac:picMk id="12" creationId="{CE9A08C4-4CFA-E1DA-E4B9-43C0D53FEB58}"/>
          </ac:picMkLst>
        </pc:picChg>
        <pc:picChg chg="del mod">
          <ac:chgData name="Pirsch, Svenja" userId="fd5452c0-984d-4cef-a7dd-534b55776c6f" providerId="ADAL" clId="{7CFC2B95-549B-4126-AF7D-75596E5D7808}" dt="2025-11-26T06:17:44.400" v="332" actId="478"/>
          <ac:picMkLst>
            <pc:docMk/>
            <pc:sldMk cId="570964390" sldId="282"/>
            <ac:picMk id="152" creationId="{6FA095F1-57F0-0201-C1D4-D7BC36EA0876}"/>
          </ac:picMkLst>
        </pc:picChg>
        <pc:picChg chg="mod">
          <ac:chgData name="Pirsch, Svenja" userId="fd5452c0-984d-4cef-a7dd-534b55776c6f" providerId="ADAL" clId="{7CFC2B95-549B-4126-AF7D-75596E5D7808}" dt="2025-11-26T06:16:12.578" v="314" actId="1076"/>
          <ac:picMkLst>
            <pc:docMk/>
            <pc:sldMk cId="570964390" sldId="282"/>
            <ac:picMk id="155" creationId="{2951A558-CDE2-236D-F704-63C150477584}"/>
          </ac:picMkLst>
        </pc:picChg>
      </pc:sldChg>
      <pc:sldChg chg="modSp add del mod">
        <pc:chgData name="Pirsch, Svenja" userId="fd5452c0-984d-4cef-a7dd-534b55776c6f" providerId="ADAL" clId="{7CFC2B95-549B-4126-AF7D-75596E5D7808}" dt="2025-11-26T06:20:52.079" v="396" actId="2696"/>
        <pc:sldMkLst>
          <pc:docMk/>
          <pc:sldMk cId="1302636877" sldId="282"/>
        </pc:sldMkLst>
        <pc:grpChg chg="mod">
          <ac:chgData name="Pirsch, Svenja" userId="fd5452c0-984d-4cef-a7dd-534b55776c6f" providerId="ADAL" clId="{7CFC2B95-549B-4126-AF7D-75596E5D7808}" dt="2025-11-26T06:19:10.989" v="352" actId="14100"/>
          <ac:grpSpMkLst>
            <pc:docMk/>
            <pc:sldMk cId="1302636877" sldId="282"/>
            <ac:grpSpMk id="116" creationId="{8F9AF364-28EA-0EA4-D494-EF1011F32F3E}"/>
          </ac:grpSpMkLst>
        </pc:grpChg>
        <pc:grpChg chg="mod">
          <ac:chgData name="Pirsch, Svenja" userId="fd5452c0-984d-4cef-a7dd-534b55776c6f" providerId="ADAL" clId="{7CFC2B95-549B-4126-AF7D-75596E5D7808}" dt="2025-11-26T06:19:15.826" v="353" actId="14100"/>
          <ac:grpSpMkLst>
            <pc:docMk/>
            <pc:sldMk cId="1302636877" sldId="282"/>
            <ac:grpSpMk id="133" creationId="{C80D6546-A65F-BE1D-7634-19454DB71379}"/>
          </ac:grpSpMkLst>
        </pc:grpChg>
        <pc:grpChg chg="mod">
          <ac:chgData name="Pirsch, Svenja" userId="fd5452c0-984d-4cef-a7dd-534b55776c6f" providerId="ADAL" clId="{7CFC2B95-549B-4126-AF7D-75596E5D7808}" dt="2025-11-26T06:20:48.738" v="395" actId="1038"/>
          <ac:grpSpMkLst>
            <pc:docMk/>
            <pc:sldMk cId="1302636877" sldId="282"/>
            <ac:grpSpMk id="145" creationId="{A205718D-174F-BDE6-DB65-8E30812308FD}"/>
          </ac:grpSpMkLst>
        </pc:grpChg>
        <pc:picChg chg="mod">
          <ac:chgData name="Pirsch, Svenja" userId="fd5452c0-984d-4cef-a7dd-534b55776c6f" providerId="ADAL" clId="{7CFC2B95-549B-4126-AF7D-75596E5D7808}" dt="2025-11-26T06:20:39.372" v="372" actId="1036"/>
          <ac:picMkLst>
            <pc:docMk/>
            <pc:sldMk cId="1302636877" sldId="282"/>
            <ac:picMk id="7" creationId="{E41BA8C6-7766-229D-2F83-0FEE84DE18F6}"/>
          </ac:picMkLst>
        </pc:picChg>
      </pc:sldChg>
      <pc:sldChg chg="addSp delSp modSp add mod">
        <pc:chgData name="Pirsch, Svenja" userId="fd5452c0-984d-4cef-a7dd-534b55776c6f" providerId="ADAL" clId="{7CFC2B95-549B-4126-AF7D-75596E5D7808}" dt="2025-11-26T07:02:27.272" v="580" actId="1076"/>
        <pc:sldMkLst>
          <pc:docMk/>
          <pc:sldMk cId="4212793732" sldId="282"/>
        </pc:sldMkLst>
        <pc:spChg chg="add del mod">
          <ac:chgData name="Pirsch, Svenja" userId="fd5452c0-984d-4cef-a7dd-534b55776c6f" providerId="ADAL" clId="{7CFC2B95-549B-4126-AF7D-75596E5D7808}" dt="2025-11-26T06:50:40.025" v="404" actId="478"/>
          <ac:spMkLst>
            <pc:docMk/>
            <pc:sldMk cId="4212793732" sldId="282"/>
            <ac:spMk id="5" creationId="{DB8F282C-48A1-968D-1FED-9E0C221A6C73}"/>
          </ac:spMkLst>
        </pc:spChg>
        <pc:spChg chg="add mod">
          <ac:chgData name="Pirsch, Svenja" userId="fd5452c0-984d-4cef-a7dd-534b55776c6f" providerId="ADAL" clId="{7CFC2B95-549B-4126-AF7D-75596E5D7808}" dt="2025-11-26T06:54:06.012" v="438"/>
          <ac:spMkLst>
            <pc:docMk/>
            <pc:sldMk cId="4212793732" sldId="282"/>
            <ac:spMk id="10" creationId="{619C2DB6-72B9-1BCE-9A5A-87EAA89FE9B1}"/>
          </ac:spMkLst>
        </pc:spChg>
        <pc:spChg chg="del mod topLvl">
          <ac:chgData name="Pirsch, Svenja" userId="fd5452c0-984d-4cef-a7dd-534b55776c6f" providerId="ADAL" clId="{7CFC2B95-549B-4126-AF7D-75596E5D7808}" dt="2025-11-26T06:57:00.855" v="507" actId="478"/>
          <ac:spMkLst>
            <pc:docMk/>
            <pc:sldMk cId="4212793732" sldId="282"/>
            <ac:spMk id="12" creationId="{79FD8EBD-556F-FE4F-086B-8087289D82D8}"/>
          </ac:spMkLst>
        </pc:spChg>
        <pc:spChg chg="del mod topLvl">
          <ac:chgData name="Pirsch, Svenja" userId="fd5452c0-984d-4cef-a7dd-534b55776c6f" providerId="ADAL" clId="{7CFC2B95-549B-4126-AF7D-75596E5D7808}" dt="2025-11-26T06:57:06.360" v="509" actId="478"/>
          <ac:spMkLst>
            <pc:docMk/>
            <pc:sldMk cId="4212793732" sldId="282"/>
            <ac:spMk id="13" creationId="{24EDA192-215D-A0D3-2F8A-7FC9177E31F4}"/>
          </ac:spMkLst>
        </pc:spChg>
        <pc:spChg chg="add del mod">
          <ac:chgData name="Pirsch, Svenja" userId="fd5452c0-984d-4cef-a7dd-534b55776c6f" providerId="ADAL" clId="{7CFC2B95-549B-4126-AF7D-75596E5D7808}" dt="2025-11-26T06:56:55.445" v="506" actId="478"/>
          <ac:spMkLst>
            <pc:docMk/>
            <pc:sldMk cId="4212793732" sldId="282"/>
            <ac:spMk id="14" creationId="{5EFE7426-8C77-D19B-C4FB-CB686A7E61DB}"/>
          </ac:spMkLst>
        </pc:spChg>
        <pc:spChg chg="add del mod">
          <ac:chgData name="Pirsch, Svenja" userId="fd5452c0-984d-4cef-a7dd-534b55776c6f" providerId="ADAL" clId="{7CFC2B95-549B-4126-AF7D-75596E5D7808}" dt="2025-11-26T06:57:02.499" v="508" actId="478"/>
          <ac:spMkLst>
            <pc:docMk/>
            <pc:sldMk cId="4212793732" sldId="282"/>
            <ac:spMk id="15" creationId="{2D9BEA93-4B0A-2BD6-7BA2-CEB2C59FB048}"/>
          </ac:spMkLst>
        </pc:spChg>
        <pc:spChg chg="add mod">
          <ac:chgData name="Pirsch, Svenja" userId="fd5452c0-984d-4cef-a7dd-534b55776c6f" providerId="ADAL" clId="{7CFC2B95-549B-4126-AF7D-75596E5D7808}" dt="2025-11-26T06:54:06.012" v="438"/>
          <ac:spMkLst>
            <pc:docMk/>
            <pc:sldMk cId="4212793732" sldId="282"/>
            <ac:spMk id="16" creationId="{3B454FF6-6CDC-AA93-1A6F-C0E64C78F66C}"/>
          </ac:spMkLst>
        </pc:spChg>
        <pc:spChg chg="add mod">
          <ac:chgData name="Pirsch, Svenja" userId="fd5452c0-984d-4cef-a7dd-534b55776c6f" providerId="ADAL" clId="{7CFC2B95-549B-4126-AF7D-75596E5D7808}" dt="2025-11-26T06:55:51.869" v="460" actId="164"/>
          <ac:spMkLst>
            <pc:docMk/>
            <pc:sldMk cId="4212793732" sldId="282"/>
            <ac:spMk id="17" creationId="{F58D89F1-04F8-89FF-CD36-8CAA2395567A}"/>
          </ac:spMkLst>
        </pc:spChg>
        <pc:spChg chg="add del mod">
          <ac:chgData name="Pirsch, Svenja" userId="fd5452c0-984d-4cef-a7dd-534b55776c6f" providerId="ADAL" clId="{7CFC2B95-549B-4126-AF7D-75596E5D7808}" dt="2025-11-26T06:53:40.060" v="431" actId="478"/>
          <ac:spMkLst>
            <pc:docMk/>
            <pc:sldMk cId="4212793732" sldId="282"/>
            <ac:spMk id="18" creationId="{A769A310-7D56-E18C-B61A-2DC86BD705AD}"/>
          </ac:spMkLst>
        </pc:spChg>
        <pc:spChg chg="add mod">
          <ac:chgData name="Pirsch, Svenja" userId="fd5452c0-984d-4cef-a7dd-534b55776c6f" providerId="ADAL" clId="{7CFC2B95-549B-4126-AF7D-75596E5D7808}" dt="2025-11-26T06:56:04.689" v="471" actId="20577"/>
          <ac:spMkLst>
            <pc:docMk/>
            <pc:sldMk cId="4212793732" sldId="282"/>
            <ac:spMk id="20" creationId="{BE5C474B-F4C5-AA4A-76F8-A6D77C87E9B9}"/>
          </ac:spMkLst>
        </pc:spChg>
        <pc:spChg chg="add mod">
          <ac:chgData name="Pirsch, Svenja" userId="fd5452c0-984d-4cef-a7dd-534b55776c6f" providerId="ADAL" clId="{7CFC2B95-549B-4126-AF7D-75596E5D7808}" dt="2025-11-26T06:55:27.052" v="458"/>
          <ac:spMkLst>
            <pc:docMk/>
            <pc:sldMk cId="4212793732" sldId="282"/>
            <ac:spMk id="21" creationId="{187EEF03-95FE-B236-A40C-F22D05E29205}"/>
          </ac:spMkLst>
        </pc:spChg>
        <pc:spChg chg="mod">
          <ac:chgData name="Pirsch, Svenja" userId="fd5452c0-984d-4cef-a7dd-534b55776c6f" providerId="ADAL" clId="{7CFC2B95-549B-4126-AF7D-75596E5D7808}" dt="2025-11-26T06:55:54.778" v="461"/>
          <ac:spMkLst>
            <pc:docMk/>
            <pc:sldMk cId="4212793732" sldId="282"/>
            <ac:spMk id="24" creationId="{5627F989-6262-4489-4F1F-AC06C38750A7}"/>
          </ac:spMkLst>
        </pc:spChg>
        <pc:spChg chg="mod">
          <ac:chgData name="Pirsch, Svenja" userId="fd5452c0-984d-4cef-a7dd-534b55776c6f" providerId="ADAL" clId="{7CFC2B95-549B-4126-AF7D-75596E5D7808}" dt="2025-11-26T06:55:54.778" v="461"/>
          <ac:spMkLst>
            <pc:docMk/>
            <pc:sldMk cId="4212793732" sldId="282"/>
            <ac:spMk id="25" creationId="{D25056F0-977E-6E5E-9982-46081714BB1A}"/>
          </ac:spMkLst>
        </pc:spChg>
        <pc:spChg chg="mod">
          <ac:chgData name="Pirsch, Svenja" userId="fd5452c0-984d-4cef-a7dd-534b55776c6f" providerId="ADAL" clId="{7CFC2B95-549B-4126-AF7D-75596E5D7808}" dt="2025-11-26T06:56:07.629" v="472"/>
          <ac:spMkLst>
            <pc:docMk/>
            <pc:sldMk cId="4212793732" sldId="282"/>
            <ac:spMk id="27" creationId="{225EA8FB-28C0-B241-9D85-81A0F0FC6587}"/>
          </ac:spMkLst>
        </pc:spChg>
        <pc:spChg chg="mod">
          <ac:chgData name="Pirsch, Svenja" userId="fd5452c0-984d-4cef-a7dd-534b55776c6f" providerId="ADAL" clId="{7CFC2B95-549B-4126-AF7D-75596E5D7808}" dt="2025-11-26T07:01:32.894" v="554" actId="20577"/>
          <ac:spMkLst>
            <pc:docMk/>
            <pc:sldMk cId="4212793732" sldId="282"/>
            <ac:spMk id="28" creationId="{611F7B73-1EF6-9F99-1C6B-053FA8D4A369}"/>
          </ac:spMkLst>
        </pc:spChg>
        <pc:spChg chg="mod">
          <ac:chgData name="Pirsch, Svenja" userId="fd5452c0-984d-4cef-a7dd-534b55776c6f" providerId="ADAL" clId="{7CFC2B95-549B-4126-AF7D-75596E5D7808}" dt="2025-11-26T06:56:36.358" v="502"/>
          <ac:spMkLst>
            <pc:docMk/>
            <pc:sldMk cId="4212793732" sldId="282"/>
            <ac:spMk id="30" creationId="{7E34EAFA-1015-C5DD-7D79-8A5406E0111C}"/>
          </ac:spMkLst>
        </pc:spChg>
        <pc:spChg chg="mod">
          <ac:chgData name="Pirsch, Svenja" userId="fd5452c0-984d-4cef-a7dd-534b55776c6f" providerId="ADAL" clId="{7CFC2B95-549B-4126-AF7D-75596E5D7808}" dt="2025-11-26T06:56:51.709" v="505" actId="122"/>
          <ac:spMkLst>
            <pc:docMk/>
            <pc:sldMk cId="4212793732" sldId="282"/>
            <ac:spMk id="31" creationId="{98B0D281-DD6A-F741-0250-17DF78E270E1}"/>
          </ac:spMkLst>
        </pc:spChg>
        <pc:spChg chg="add mod">
          <ac:chgData name="Pirsch, Svenja" userId="fd5452c0-984d-4cef-a7dd-534b55776c6f" providerId="ADAL" clId="{7CFC2B95-549B-4126-AF7D-75596E5D7808}" dt="2025-11-26T07:02:27.272" v="580" actId="1076"/>
          <ac:spMkLst>
            <pc:docMk/>
            <pc:sldMk cId="4212793732" sldId="282"/>
            <ac:spMk id="47" creationId="{96C144DC-9081-8929-0CDF-4C5EA83B3ACA}"/>
          </ac:spMkLst>
        </pc:spChg>
        <pc:spChg chg="del">
          <ac:chgData name="Pirsch, Svenja" userId="fd5452c0-984d-4cef-a7dd-534b55776c6f" providerId="ADAL" clId="{7CFC2B95-549B-4126-AF7D-75596E5D7808}" dt="2025-11-26T06:50:29.307" v="402" actId="478"/>
          <ac:spMkLst>
            <pc:docMk/>
            <pc:sldMk cId="4212793732" sldId="282"/>
            <ac:spMk id="117" creationId="{994190E1-C541-037F-E5CF-63861FA54E91}"/>
          </ac:spMkLst>
        </pc:spChg>
        <pc:grpChg chg="add del mod">
          <ac:chgData name="Pirsch, Svenja" userId="fd5452c0-984d-4cef-a7dd-534b55776c6f" providerId="ADAL" clId="{7CFC2B95-549B-4126-AF7D-75596E5D7808}" dt="2025-11-26T06:52:07.060" v="417" actId="165"/>
          <ac:grpSpMkLst>
            <pc:docMk/>
            <pc:sldMk cId="4212793732" sldId="282"/>
            <ac:grpSpMk id="11" creationId="{4F70682F-4503-5B83-0887-8C90EE1D60C1}"/>
          </ac:grpSpMkLst>
        </pc:grpChg>
        <pc:grpChg chg="add mod">
          <ac:chgData name="Pirsch, Svenja" userId="fd5452c0-984d-4cef-a7dd-534b55776c6f" providerId="ADAL" clId="{7CFC2B95-549B-4126-AF7D-75596E5D7808}" dt="2025-11-26T06:54:13.764" v="439" actId="1076"/>
          <ac:grpSpMkLst>
            <pc:docMk/>
            <pc:sldMk cId="4212793732" sldId="282"/>
            <ac:grpSpMk id="19" creationId="{9CA56905-11E9-4703-6A0D-FAAC202F6269}"/>
          </ac:grpSpMkLst>
        </pc:grpChg>
        <pc:grpChg chg="add mod">
          <ac:chgData name="Pirsch, Svenja" userId="fd5452c0-984d-4cef-a7dd-534b55776c6f" providerId="ADAL" clId="{7CFC2B95-549B-4126-AF7D-75596E5D7808}" dt="2025-11-26T06:58:13.132" v="512" actId="1076"/>
          <ac:grpSpMkLst>
            <pc:docMk/>
            <pc:sldMk cId="4212793732" sldId="282"/>
            <ac:grpSpMk id="22" creationId="{C9E79F2F-AD09-C092-8309-9CB782C47883}"/>
          </ac:grpSpMkLst>
        </pc:grpChg>
        <pc:grpChg chg="add mod">
          <ac:chgData name="Pirsch, Svenja" userId="fd5452c0-984d-4cef-a7dd-534b55776c6f" providerId="ADAL" clId="{7CFC2B95-549B-4126-AF7D-75596E5D7808}" dt="2025-11-26T06:55:57.893" v="462" actId="1076"/>
          <ac:grpSpMkLst>
            <pc:docMk/>
            <pc:sldMk cId="4212793732" sldId="282"/>
            <ac:grpSpMk id="23" creationId="{DA9944D5-35AB-70B0-0823-F14562FA3919}"/>
          </ac:grpSpMkLst>
        </pc:grpChg>
        <pc:grpChg chg="add mod">
          <ac:chgData name="Pirsch, Svenja" userId="fd5452c0-984d-4cef-a7dd-534b55776c6f" providerId="ADAL" clId="{7CFC2B95-549B-4126-AF7D-75596E5D7808}" dt="2025-11-26T06:58:19.073" v="513" actId="1076"/>
          <ac:grpSpMkLst>
            <pc:docMk/>
            <pc:sldMk cId="4212793732" sldId="282"/>
            <ac:grpSpMk id="26" creationId="{1DD73F27-EB61-0EA2-906F-4A1BFAA4395D}"/>
          </ac:grpSpMkLst>
        </pc:grpChg>
        <pc:grpChg chg="add mod">
          <ac:chgData name="Pirsch, Svenja" userId="fd5452c0-984d-4cef-a7dd-534b55776c6f" providerId="ADAL" clId="{7CFC2B95-549B-4126-AF7D-75596E5D7808}" dt="2025-11-26T06:57:38.434" v="510" actId="1076"/>
          <ac:grpSpMkLst>
            <pc:docMk/>
            <pc:sldMk cId="4212793732" sldId="282"/>
            <ac:grpSpMk id="29" creationId="{7954A9F9-65CA-E742-352A-1C465F082D32}"/>
          </ac:grpSpMkLst>
        </pc:grpChg>
        <pc:grpChg chg="del">
          <ac:chgData name="Pirsch, Svenja" userId="fd5452c0-984d-4cef-a7dd-534b55776c6f" providerId="ADAL" clId="{7CFC2B95-549B-4126-AF7D-75596E5D7808}" dt="2025-11-26T06:50:25.009" v="398" actId="478"/>
          <ac:grpSpMkLst>
            <pc:docMk/>
            <pc:sldMk cId="4212793732" sldId="282"/>
            <ac:grpSpMk id="116" creationId="{96695167-EB60-7D19-B9C2-602C9798A5FB}"/>
          </ac:grpSpMkLst>
        </pc:grpChg>
        <pc:grpChg chg="del">
          <ac:chgData name="Pirsch, Svenja" userId="fd5452c0-984d-4cef-a7dd-534b55776c6f" providerId="ADAL" clId="{7CFC2B95-549B-4126-AF7D-75596E5D7808}" dt="2025-11-26T06:50:28.234" v="401" actId="478"/>
          <ac:grpSpMkLst>
            <pc:docMk/>
            <pc:sldMk cId="4212793732" sldId="282"/>
            <ac:grpSpMk id="133" creationId="{6DF7DB96-D9B8-D693-4E75-9D07DD113D61}"/>
          </ac:grpSpMkLst>
        </pc:grpChg>
        <pc:grpChg chg="del">
          <ac:chgData name="Pirsch, Svenja" userId="fd5452c0-984d-4cef-a7dd-534b55776c6f" providerId="ADAL" clId="{7CFC2B95-549B-4126-AF7D-75596E5D7808}" dt="2025-11-26T06:50:26.143" v="399" actId="478"/>
          <ac:grpSpMkLst>
            <pc:docMk/>
            <pc:sldMk cId="4212793732" sldId="282"/>
            <ac:grpSpMk id="139" creationId="{40226025-23C8-F1E8-57A4-B7F422C8518D}"/>
          </ac:grpSpMkLst>
        </pc:grpChg>
        <pc:grpChg chg="del">
          <ac:chgData name="Pirsch, Svenja" userId="fd5452c0-984d-4cef-a7dd-534b55776c6f" providerId="ADAL" clId="{7CFC2B95-549B-4126-AF7D-75596E5D7808}" dt="2025-11-26T06:50:27.183" v="400" actId="478"/>
          <ac:grpSpMkLst>
            <pc:docMk/>
            <pc:sldMk cId="4212793732" sldId="282"/>
            <ac:grpSpMk id="145" creationId="{3C677A04-BF90-E10C-6438-B7D95044C116}"/>
          </ac:grpSpMkLst>
        </pc:grpChg>
        <pc:cxnChg chg="add mod">
          <ac:chgData name="Pirsch, Svenja" userId="fd5452c0-984d-4cef-a7dd-534b55776c6f" providerId="ADAL" clId="{7CFC2B95-549B-4126-AF7D-75596E5D7808}" dt="2025-11-26T06:59:00.928" v="520" actId="1076"/>
          <ac:cxnSpMkLst>
            <pc:docMk/>
            <pc:sldMk cId="4212793732" sldId="282"/>
            <ac:cxnSpMk id="33" creationId="{A1AA0CF3-300B-77ED-E7C7-CFE062CB7992}"/>
          </ac:cxnSpMkLst>
        </pc:cxnChg>
        <pc:cxnChg chg="add mod">
          <ac:chgData name="Pirsch, Svenja" userId="fd5452c0-984d-4cef-a7dd-534b55776c6f" providerId="ADAL" clId="{7CFC2B95-549B-4126-AF7D-75596E5D7808}" dt="2025-11-26T07:00:19.674" v="528" actId="1076"/>
          <ac:cxnSpMkLst>
            <pc:docMk/>
            <pc:sldMk cId="4212793732" sldId="282"/>
            <ac:cxnSpMk id="36" creationId="{C7DD4EF6-9C34-16ED-17C8-CDEACFC1A5D0}"/>
          </ac:cxnSpMkLst>
        </pc:cxnChg>
        <pc:cxnChg chg="add mod">
          <ac:chgData name="Pirsch, Svenja" userId="fd5452c0-984d-4cef-a7dd-534b55776c6f" providerId="ADAL" clId="{7CFC2B95-549B-4126-AF7D-75596E5D7808}" dt="2025-11-26T07:01:16.468" v="540" actId="1076"/>
          <ac:cxnSpMkLst>
            <pc:docMk/>
            <pc:sldMk cId="4212793732" sldId="282"/>
            <ac:cxnSpMk id="40" creationId="{44871238-5118-DAD9-4358-BDC639BC1C42}"/>
          </ac:cxnSpMkLst>
        </pc:cxnChg>
        <pc:cxnChg chg="add mod">
          <ac:chgData name="Pirsch, Svenja" userId="fd5452c0-984d-4cef-a7dd-534b55776c6f" providerId="ADAL" clId="{7CFC2B95-549B-4126-AF7D-75596E5D7808}" dt="2025-11-26T07:01:06.377" v="539" actId="1076"/>
          <ac:cxnSpMkLst>
            <pc:docMk/>
            <pc:sldMk cId="4212793732" sldId="282"/>
            <ac:cxnSpMk id="43" creationId="{9EC73226-0DE1-986A-761E-CC1CC3FE46D6}"/>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77062B-A394-4CF2-AF96-384DDD6FB008}" type="datetimeFigureOut">
              <a:rPr lang="de-DE" smtClean="0"/>
              <a:t>25.11.2025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EDA945-45BE-47D8-9720-72AD031E0E4F}" type="slidenum">
              <a:rPr lang="de-DE" smtClean="0"/>
              <a:t>‹Nr.›</a:t>
            </a:fld>
            <a:endParaRPr lang="de-DE"/>
          </a:p>
        </p:txBody>
      </p:sp>
    </p:spTree>
    <p:extLst>
      <p:ext uri="{BB962C8B-B14F-4D97-AF65-F5344CB8AC3E}">
        <p14:creationId xmlns:p14="http://schemas.microsoft.com/office/powerpoint/2010/main" val="3747035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059B6-A85D-55D4-74E6-DA881FEBECA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D2690160-3472-CE46-77FD-51FE94C010B5}"/>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F33A8A1-C98D-7F26-D2B8-BA0307C53B63}"/>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FEA39BCF-7940-492A-BCC7-2EDD5835D54F}"/>
              </a:ext>
            </a:extLst>
          </p:cNvPr>
          <p:cNvSpPr>
            <a:spLocks noGrp="1"/>
          </p:cNvSpPr>
          <p:nvPr>
            <p:ph type="sldNum" sz="quarter" idx="5"/>
          </p:nvPr>
        </p:nvSpPr>
        <p:spPr/>
        <p:txBody>
          <a:bodyPr/>
          <a:lstStyle/>
          <a:p>
            <a:fld id="{47EDA945-45BE-47D8-9720-72AD031E0E4F}" type="slidenum">
              <a:rPr lang="de-DE" smtClean="0"/>
              <a:t>2</a:t>
            </a:fld>
            <a:endParaRPr lang="de-DE"/>
          </a:p>
        </p:txBody>
      </p:sp>
    </p:spTree>
    <p:extLst>
      <p:ext uri="{BB962C8B-B14F-4D97-AF65-F5344CB8AC3E}">
        <p14:creationId xmlns:p14="http://schemas.microsoft.com/office/powerpoint/2010/main" val="7357499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4F3CB-E2FF-362A-B0D7-1ADCA909A12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0AE3C07C-1150-79D7-74B7-F8DA59B25072}"/>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FFC784AC-6925-12D7-870C-88DF2426B73A}"/>
              </a:ext>
            </a:extLst>
          </p:cNvPr>
          <p:cNvSpPr>
            <a:spLocks noGrp="1"/>
          </p:cNvSpPr>
          <p:nvPr>
            <p:ph type="body" idx="1"/>
          </p:nvPr>
        </p:nvSpPr>
        <p:spPr/>
        <p:txBody>
          <a:bodyPr/>
          <a:lstStyle/>
          <a:p>
            <a:r>
              <a:rPr lang="de-DE" sz="1200" b="0" i="0" kern="1200" dirty="0">
                <a:solidFill>
                  <a:schemeClr val="tx1"/>
                </a:solidFill>
                <a:effectLst/>
                <a:latin typeface="+mn-lt"/>
                <a:ea typeface="+mn-ea"/>
                <a:cs typeface="+mn-cs"/>
              </a:rPr>
              <a:t>Welche bisherigen Erfahrungen und Erlebnisse haben dich besonders in deiner Entscheidung beeinflusst, jetzt Praxiserfahrungen bei UNITY sammeln zu wollen? Führe uns dazu prägnant durch deinen Werdegang.</a:t>
            </a:r>
          </a:p>
          <a:p>
            <a:endParaRPr lang="de-DE" sz="1200" b="0" i="0" kern="1200" dirty="0">
              <a:solidFill>
                <a:schemeClr val="tx1"/>
              </a:solidFill>
              <a:effectLst/>
              <a:latin typeface="+mn-lt"/>
              <a:ea typeface="+mn-ea"/>
              <a:cs typeface="+mn-cs"/>
            </a:endParaRPr>
          </a:p>
          <a:p>
            <a:r>
              <a:rPr lang="de-DE" sz="1200" b="0" i="0" kern="1200" dirty="0">
                <a:solidFill>
                  <a:schemeClr val="tx1"/>
                </a:solidFill>
                <a:effectLst/>
                <a:latin typeface="+mn-lt"/>
                <a:ea typeface="+mn-ea"/>
                <a:cs typeface="+mn-cs"/>
              </a:rPr>
              <a:t>Warum möchtest du zur UNITY AG? Was sind deine Erwartungen an die gemeinsame Zeit bei uns?</a:t>
            </a:r>
          </a:p>
          <a:p>
            <a:endParaRPr lang="de-DE" sz="1200" b="0" i="0" kern="1200" dirty="0">
              <a:solidFill>
                <a:schemeClr val="tx1"/>
              </a:solidFill>
              <a:effectLst/>
              <a:latin typeface="+mn-lt"/>
              <a:ea typeface="+mn-ea"/>
              <a:cs typeface="+mn-cs"/>
            </a:endParaRPr>
          </a:p>
          <a:p>
            <a:r>
              <a:rPr lang="de-DE" sz="1200" b="0" i="0" kern="1200" dirty="0">
                <a:solidFill>
                  <a:schemeClr val="tx1"/>
                </a:solidFill>
                <a:effectLst/>
                <a:latin typeface="+mn-lt"/>
                <a:ea typeface="+mn-ea"/>
                <a:cs typeface="+mn-cs"/>
              </a:rPr>
              <a:t>Welche deiner Stärken und/oder Leidenschaftsthemen möchtest du bei UNITY einbringen und wie konntest du diese bereits in der Vergangenheit erfolgreich in Projekten einsetzen?</a:t>
            </a:r>
          </a:p>
          <a:p>
            <a:endParaRPr lang="de-DE" dirty="0"/>
          </a:p>
          <a:p>
            <a:endParaRPr lang="de-DE" dirty="0"/>
          </a:p>
        </p:txBody>
      </p:sp>
      <p:sp>
        <p:nvSpPr>
          <p:cNvPr id="4" name="Foliennummernplatzhalter 3">
            <a:extLst>
              <a:ext uri="{FF2B5EF4-FFF2-40B4-BE49-F238E27FC236}">
                <a16:creationId xmlns:a16="http://schemas.microsoft.com/office/drawing/2014/main" id="{28D8C90D-4538-4E85-A24E-6A5916768A71}"/>
              </a:ext>
            </a:extLst>
          </p:cNvPr>
          <p:cNvSpPr>
            <a:spLocks noGrp="1"/>
          </p:cNvSpPr>
          <p:nvPr>
            <p:ph type="sldNum" sz="quarter" idx="5"/>
          </p:nvPr>
        </p:nvSpPr>
        <p:spPr/>
        <p:txBody>
          <a:bodyPr/>
          <a:lstStyle/>
          <a:p>
            <a:fld id="{47EDA945-45BE-47D8-9720-72AD031E0E4F}" type="slidenum">
              <a:rPr lang="de-DE" smtClean="0"/>
              <a:t>3</a:t>
            </a:fld>
            <a:endParaRPr lang="de-DE"/>
          </a:p>
        </p:txBody>
      </p:sp>
    </p:spTree>
    <p:extLst>
      <p:ext uri="{BB962C8B-B14F-4D97-AF65-F5344CB8AC3E}">
        <p14:creationId xmlns:p14="http://schemas.microsoft.com/office/powerpoint/2010/main" val="16802217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66611-BF05-D7EB-0751-8D3CEF2E03F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B771D89-9991-EEAE-F3DA-C4F4A26D5AB4}"/>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379EF94-9C81-9343-BEDC-EFC1948AB1B9}"/>
              </a:ext>
            </a:extLst>
          </p:cNvPr>
          <p:cNvSpPr>
            <a:spLocks noGrp="1"/>
          </p:cNvSpPr>
          <p:nvPr>
            <p:ph type="body" idx="1"/>
          </p:nvPr>
        </p:nvSpPr>
        <p:spPr/>
        <p:txBody>
          <a:bodyPr/>
          <a:lstStyle/>
          <a:p>
            <a:r>
              <a:rPr lang="de-DE" sz="1200" b="0" i="0" kern="1200" dirty="0">
                <a:solidFill>
                  <a:schemeClr val="tx1"/>
                </a:solidFill>
                <a:effectLst/>
                <a:latin typeface="+mn-lt"/>
                <a:ea typeface="+mn-ea"/>
                <a:cs typeface="+mn-cs"/>
              </a:rPr>
              <a:t>Welche bisherigen Erfahrungen und Erlebnisse haben dich besonders in deiner Entscheidung beeinflusst, jetzt Praxiserfahrungen bei UNITY sammeln zu wollen? Führe uns dazu prägnant durch deinen Werdegang.</a:t>
            </a:r>
          </a:p>
          <a:p>
            <a:endParaRPr lang="de-DE" sz="1200" b="0" i="0" kern="1200" dirty="0">
              <a:solidFill>
                <a:schemeClr val="tx1"/>
              </a:solidFill>
              <a:effectLst/>
              <a:latin typeface="+mn-lt"/>
              <a:ea typeface="+mn-ea"/>
              <a:cs typeface="+mn-cs"/>
            </a:endParaRPr>
          </a:p>
          <a:p>
            <a:r>
              <a:rPr lang="de-DE" sz="1200" b="0" i="0" kern="1200" dirty="0">
                <a:solidFill>
                  <a:schemeClr val="tx1"/>
                </a:solidFill>
                <a:effectLst/>
                <a:latin typeface="+mn-lt"/>
                <a:ea typeface="+mn-ea"/>
                <a:cs typeface="+mn-cs"/>
              </a:rPr>
              <a:t>Warum möchtest du zur UNITY AG? Was sind deine Erwartungen an die gemeinsame Zeit bei uns?</a:t>
            </a:r>
          </a:p>
          <a:p>
            <a:endParaRPr lang="de-DE" sz="1200" b="0" i="0" kern="1200" dirty="0">
              <a:solidFill>
                <a:schemeClr val="tx1"/>
              </a:solidFill>
              <a:effectLst/>
              <a:latin typeface="+mn-lt"/>
              <a:ea typeface="+mn-ea"/>
              <a:cs typeface="+mn-cs"/>
            </a:endParaRPr>
          </a:p>
          <a:p>
            <a:r>
              <a:rPr lang="de-DE" sz="1200" b="0" i="0" kern="1200" dirty="0">
                <a:solidFill>
                  <a:schemeClr val="tx1"/>
                </a:solidFill>
                <a:effectLst/>
                <a:latin typeface="+mn-lt"/>
                <a:ea typeface="+mn-ea"/>
                <a:cs typeface="+mn-cs"/>
              </a:rPr>
              <a:t>Welche deiner Stärken und/oder Leidenschaftsthemen möchtest du bei UNITY einbringen und wie konntest du diese bereits in der Vergangenheit erfolgreich in Projekten einsetzen?</a:t>
            </a:r>
          </a:p>
          <a:p>
            <a:endParaRPr lang="de-DE" dirty="0"/>
          </a:p>
          <a:p>
            <a:endParaRPr lang="de-DE" dirty="0"/>
          </a:p>
        </p:txBody>
      </p:sp>
      <p:sp>
        <p:nvSpPr>
          <p:cNvPr id="4" name="Foliennummernplatzhalter 3">
            <a:extLst>
              <a:ext uri="{FF2B5EF4-FFF2-40B4-BE49-F238E27FC236}">
                <a16:creationId xmlns:a16="http://schemas.microsoft.com/office/drawing/2014/main" id="{0328E6FE-54F9-6768-91AC-39D7594D76B3}"/>
              </a:ext>
            </a:extLst>
          </p:cNvPr>
          <p:cNvSpPr>
            <a:spLocks noGrp="1"/>
          </p:cNvSpPr>
          <p:nvPr>
            <p:ph type="sldNum" sz="quarter" idx="5"/>
          </p:nvPr>
        </p:nvSpPr>
        <p:spPr/>
        <p:txBody>
          <a:bodyPr/>
          <a:lstStyle/>
          <a:p>
            <a:fld id="{47EDA945-45BE-47D8-9720-72AD031E0E4F}" type="slidenum">
              <a:rPr lang="de-DE" smtClean="0"/>
              <a:t>4</a:t>
            </a:fld>
            <a:endParaRPr lang="de-DE"/>
          </a:p>
        </p:txBody>
      </p:sp>
    </p:spTree>
    <p:extLst>
      <p:ext uri="{BB962C8B-B14F-4D97-AF65-F5344CB8AC3E}">
        <p14:creationId xmlns:p14="http://schemas.microsoft.com/office/powerpoint/2010/main" val="26995967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D3C7F-B997-C325-BEDE-6D3F5B9D1D9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BEEBB0C-CBC3-D145-9F0E-17772385CD4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AB011DB4-4560-49D5-A3E1-46946F392CB6}"/>
              </a:ext>
            </a:extLst>
          </p:cNvPr>
          <p:cNvSpPr>
            <a:spLocks noGrp="1"/>
          </p:cNvSpPr>
          <p:nvPr>
            <p:ph type="body" idx="1"/>
          </p:nvPr>
        </p:nvSpPr>
        <p:spPr/>
        <p:txBody>
          <a:bodyPr/>
          <a:lstStyle/>
          <a:p>
            <a:r>
              <a:rPr lang="de-DE" sz="1200" b="0" i="0" kern="1200" dirty="0">
                <a:solidFill>
                  <a:schemeClr val="tx1"/>
                </a:solidFill>
                <a:effectLst/>
                <a:latin typeface="+mn-lt"/>
                <a:ea typeface="+mn-ea"/>
                <a:cs typeface="+mn-cs"/>
              </a:rPr>
              <a:t>Welche bisherigen Erfahrungen und Erlebnisse haben dich besonders in deiner Entscheidung beeinflusst, jetzt Praxiserfahrungen bei UNITY sammeln zu wollen? Führe uns dazu prägnant durch deinen Werdegang.</a:t>
            </a:r>
          </a:p>
          <a:p>
            <a:endParaRPr lang="de-DE" sz="1200" b="0" i="0" kern="1200" dirty="0">
              <a:solidFill>
                <a:schemeClr val="tx1"/>
              </a:solidFill>
              <a:effectLst/>
              <a:latin typeface="+mn-lt"/>
              <a:ea typeface="+mn-ea"/>
              <a:cs typeface="+mn-cs"/>
            </a:endParaRPr>
          </a:p>
          <a:p>
            <a:r>
              <a:rPr lang="de-DE" sz="1200" b="0" i="0" kern="1200" dirty="0">
                <a:solidFill>
                  <a:schemeClr val="tx1"/>
                </a:solidFill>
                <a:effectLst/>
                <a:latin typeface="+mn-lt"/>
                <a:ea typeface="+mn-ea"/>
                <a:cs typeface="+mn-cs"/>
              </a:rPr>
              <a:t>Warum möchtest du zur UNITY AG? Was sind deine Erwartungen an die gemeinsame Zeit bei uns?</a:t>
            </a:r>
          </a:p>
          <a:p>
            <a:endParaRPr lang="de-DE" sz="1200" b="0" i="0" kern="1200" dirty="0">
              <a:solidFill>
                <a:schemeClr val="tx1"/>
              </a:solidFill>
              <a:effectLst/>
              <a:latin typeface="+mn-lt"/>
              <a:ea typeface="+mn-ea"/>
              <a:cs typeface="+mn-cs"/>
            </a:endParaRPr>
          </a:p>
          <a:p>
            <a:r>
              <a:rPr lang="de-DE" sz="1200" b="0" i="0" kern="1200" dirty="0">
                <a:solidFill>
                  <a:schemeClr val="tx1"/>
                </a:solidFill>
                <a:effectLst/>
                <a:latin typeface="+mn-lt"/>
                <a:ea typeface="+mn-ea"/>
                <a:cs typeface="+mn-cs"/>
              </a:rPr>
              <a:t>Welche deiner Stärken und/oder Leidenschaftsthemen möchtest du bei UNITY einbringen und wie konntest du diese bereits in der Vergangenheit erfolgreich in Projekten einsetzen?</a:t>
            </a:r>
          </a:p>
          <a:p>
            <a:endParaRPr lang="de-DE" dirty="0"/>
          </a:p>
          <a:p>
            <a:endParaRPr lang="de-DE" dirty="0"/>
          </a:p>
        </p:txBody>
      </p:sp>
      <p:sp>
        <p:nvSpPr>
          <p:cNvPr id="4" name="Foliennummernplatzhalter 3">
            <a:extLst>
              <a:ext uri="{FF2B5EF4-FFF2-40B4-BE49-F238E27FC236}">
                <a16:creationId xmlns:a16="http://schemas.microsoft.com/office/drawing/2014/main" id="{48F258C2-531E-758A-842F-E15BCBC25AA4}"/>
              </a:ext>
            </a:extLst>
          </p:cNvPr>
          <p:cNvSpPr>
            <a:spLocks noGrp="1"/>
          </p:cNvSpPr>
          <p:nvPr>
            <p:ph type="sldNum" sz="quarter" idx="5"/>
          </p:nvPr>
        </p:nvSpPr>
        <p:spPr/>
        <p:txBody>
          <a:bodyPr/>
          <a:lstStyle/>
          <a:p>
            <a:fld id="{47EDA945-45BE-47D8-9720-72AD031E0E4F}" type="slidenum">
              <a:rPr lang="de-DE" smtClean="0"/>
              <a:t>5</a:t>
            </a:fld>
            <a:endParaRPr lang="de-DE"/>
          </a:p>
        </p:txBody>
      </p:sp>
    </p:spTree>
    <p:extLst>
      <p:ext uri="{BB962C8B-B14F-4D97-AF65-F5344CB8AC3E}">
        <p14:creationId xmlns:p14="http://schemas.microsoft.com/office/powerpoint/2010/main" val="30487012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6A667-C9AE-BD00-169E-F8AD7FC0D85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88833485-8ED5-D3E5-4D5E-F5747397723E}"/>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ECCEE796-23FA-37BA-B433-82B90C0F62F1}"/>
              </a:ext>
            </a:extLst>
          </p:cNvPr>
          <p:cNvSpPr>
            <a:spLocks noGrp="1"/>
          </p:cNvSpPr>
          <p:nvPr>
            <p:ph type="body" idx="1"/>
          </p:nvPr>
        </p:nvSpPr>
        <p:spPr/>
        <p:txBody>
          <a:bodyPr/>
          <a:lstStyle/>
          <a:p>
            <a:r>
              <a:rPr lang="de-DE" sz="1200" b="0" i="0" kern="1200" dirty="0">
                <a:solidFill>
                  <a:schemeClr val="tx1"/>
                </a:solidFill>
                <a:effectLst/>
                <a:latin typeface="+mn-lt"/>
                <a:ea typeface="+mn-ea"/>
                <a:cs typeface="+mn-cs"/>
              </a:rPr>
              <a:t>Welche bisherigen Erfahrungen und Erlebnisse haben dich besonders in deiner Entscheidung beeinflusst, jetzt Praxiserfahrungen bei UNITY sammeln zu wollen? Führe uns dazu prägnant durch deinen Werdegang.</a:t>
            </a:r>
          </a:p>
          <a:p>
            <a:endParaRPr lang="de-DE" sz="1200" b="0" i="0" kern="1200" dirty="0">
              <a:solidFill>
                <a:schemeClr val="tx1"/>
              </a:solidFill>
              <a:effectLst/>
              <a:latin typeface="+mn-lt"/>
              <a:ea typeface="+mn-ea"/>
              <a:cs typeface="+mn-cs"/>
            </a:endParaRPr>
          </a:p>
          <a:p>
            <a:r>
              <a:rPr lang="de-DE" sz="1200" b="0" i="0" kern="1200" dirty="0">
                <a:solidFill>
                  <a:schemeClr val="tx1"/>
                </a:solidFill>
                <a:effectLst/>
                <a:latin typeface="+mn-lt"/>
                <a:ea typeface="+mn-ea"/>
                <a:cs typeface="+mn-cs"/>
              </a:rPr>
              <a:t>Warum möchtest du zur UNITY AG? Was sind deine Erwartungen an die gemeinsame Zeit bei uns?</a:t>
            </a:r>
          </a:p>
          <a:p>
            <a:endParaRPr lang="de-DE" sz="1200" b="0" i="0" kern="1200" dirty="0">
              <a:solidFill>
                <a:schemeClr val="tx1"/>
              </a:solidFill>
              <a:effectLst/>
              <a:latin typeface="+mn-lt"/>
              <a:ea typeface="+mn-ea"/>
              <a:cs typeface="+mn-cs"/>
            </a:endParaRPr>
          </a:p>
          <a:p>
            <a:r>
              <a:rPr lang="de-DE" sz="1200" b="0" i="0" kern="1200" dirty="0">
                <a:solidFill>
                  <a:schemeClr val="tx1"/>
                </a:solidFill>
                <a:effectLst/>
                <a:latin typeface="+mn-lt"/>
                <a:ea typeface="+mn-ea"/>
                <a:cs typeface="+mn-cs"/>
              </a:rPr>
              <a:t>Welche deiner Stärken und/oder Leidenschaftsthemen möchtest du bei UNITY einbringen und wie konntest du diese bereits in der Vergangenheit erfolgreich in Projekten einsetzen?</a:t>
            </a:r>
          </a:p>
          <a:p>
            <a:endParaRPr lang="de-DE" dirty="0"/>
          </a:p>
          <a:p>
            <a:endParaRPr lang="de-DE" dirty="0"/>
          </a:p>
        </p:txBody>
      </p:sp>
      <p:sp>
        <p:nvSpPr>
          <p:cNvPr id="4" name="Foliennummernplatzhalter 3">
            <a:extLst>
              <a:ext uri="{FF2B5EF4-FFF2-40B4-BE49-F238E27FC236}">
                <a16:creationId xmlns:a16="http://schemas.microsoft.com/office/drawing/2014/main" id="{5427E2B5-308B-CDAB-667A-E61DA73345EA}"/>
              </a:ext>
            </a:extLst>
          </p:cNvPr>
          <p:cNvSpPr>
            <a:spLocks noGrp="1"/>
          </p:cNvSpPr>
          <p:nvPr>
            <p:ph type="sldNum" sz="quarter" idx="5"/>
          </p:nvPr>
        </p:nvSpPr>
        <p:spPr/>
        <p:txBody>
          <a:bodyPr/>
          <a:lstStyle/>
          <a:p>
            <a:fld id="{47EDA945-45BE-47D8-9720-72AD031E0E4F}" type="slidenum">
              <a:rPr lang="de-DE" smtClean="0"/>
              <a:t>6</a:t>
            </a:fld>
            <a:endParaRPr lang="de-DE"/>
          </a:p>
        </p:txBody>
      </p:sp>
    </p:spTree>
    <p:extLst>
      <p:ext uri="{BB962C8B-B14F-4D97-AF65-F5344CB8AC3E}">
        <p14:creationId xmlns:p14="http://schemas.microsoft.com/office/powerpoint/2010/main" val="42769423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AFFCA-92CA-97AE-AA09-59D2E4441AD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6B09D3B-D95F-69D5-EE37-76220958630E}"/>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BE4AE017-99EA-4E01-AA14-6795F46AA46B}"/>
              </a:ext>
            </a:extLst>
          </p:cNvPr>
          <p:cNvSpPr>
            <a:spLocks noGrp="1"/>
          </p:cNvSpPr>
          <p:nvPr>
            <p:ph type="body" idx="1"/>
          </p:nvPr>
        </p:nvSpPr>
        <p:spPr/>
        <p:txBody>
          <a:bodyPr/>
          <a:lstStyle/>
          <a:p>
            <a:r>
              <a:rPr lang="de-DE" sz="1200" b="0" i="0" kern="1200" dirty="0">
                <a:solidFill>
                  <a:schemeClr val="tx1"/>
                </a:solidFill>
                <a:effectLst/>
                <a:latin typeface="+mn-lt"/>
                <a:ea typeface="+mn-ea"/>
                <a:cs typeface="+mn-cs"/>
              </a:rPr>
              <a:t>Welche bisherigen Erfahrungen und Erlebnisse haben dich besonders in deiner Entscheidung beeinflusst, jetzt Praxiserfahrungen bei UNITY sammeln zu wollen? Führe uns dazu prägnant durch deinen Werdegang.</a:t>
            </a:r>
          </a:p>
          <a:p>
            <a:endParaRPr lang="de-DE" sz="1200" b="0" i="0" kern="1200" dirty="0">
              <a:solidFill>
                <a:schemeClr val="tx1"/>
              </a:solidFill>
              <a:effectLst/>
              <a:latin typeface="+mn-lt"/>
              <a:ea typeface="+mn-ea"/>
              <a:cs typeface="+mn-cs"/>
            </a:endParaRPr>
          </a:p>
          <a:p>
            <a:r>
              <a:rPr lang="de-DE" sz="1200" b="0" i="0" kern="1200" dirty="0">
                <a:solidFill>
                  <a:schemeClr val="tx1"/>
                </a:solidFill>
                <a:effectLst/>
                <a:latin typeface="+mn-lt"/>
                <a:ea typeface="+mn-ea"/>
                <a:cs typeface="+mn-cs"/>
              </a:rPr>
              <a:t>Warum möchtest du zur UNITY AG? Was sind deine Erwartungen an die gemeinsame Zeit bei uns?</a:t>
            </a:r>
          </a:p>
          <a:p>
            <a:endParaRPr lang="de-DE" sz="1200" b="0" i="0" kern="1200" dirty="0">
              <a:solidFill>
                <a:schemeClr val="tx1"/>
              </a:solidFill>
              <a:effectLst/>
              <a:latin typeface="+mn-lt"/>
              <a:ea typeface="+mn-ea"/>
              <a:cs typeface="+mn-cs"/>
            </a:endParaRPr>
          </a:p>
          <a:p>
            <a:r>
              <a:rPr lang="de-DE" sz="1200" b="0" i="0" kern="1200" dirty="0">
                <a:solidFill>
                  <a:schemeClr val="tx1"/>
                </a:solidFill>
                <a:effectLst/>
                <a:latin typeface="+mn-lt"/>
                <a:ea typeface="+mn-ea"/>
                <a:cs typeface="+mn-cs"/>
              </a:rPr>
              <a:t>Welche deiner Stärken und/oder Leidenschaftsthemen möchtest du bei UNITY einbringen und wie konntest du diese bereits in der Vergangenheit erfolgreich in Projekten einsetzen?</a:t>
            </a:r>
          </a:p>
          <a:p>
            <a:endParaRPr lang="de-DE" dirty="0"/>
          </a:p>
          <a:p>
            <a:endParaRPr lang="de-DE" dirty="0"/>
          </a:p>
        </p:txBody>
      </p:sp>
      <p:sp>
        <p:nvSpPr>
          <p:cNvPr id="4" name="Foliennummernplatzhalter 3">
            <a:extLst>
              <a:ext uri="{FF2B5EF4-FFF2-40B4-BE49-F238E27FC236}">
                <a16:creationId xmlns:a16="http://schemas.microsoft.com/office/drawing/2014/main" id="{42CD5AFE-FFE7-340D-21F1-EE4FA1B418D2}"/>
              </a:ext>
            </a:extLst>
          </p:cNvPr>
          <p:cNvSpPr>
            <a:spLocks noGrp="1"/>
          </p:cNvSpPr>
          <p:nvPr>
            <p:ph type="sldNum" sz="quarter" idx="5"/>
          </p:nvPr>
        </p:nvSpPr>
        <p:spPr/>
        <p:txBody>
          <a:bodyPr/>
          <a:lstStyle/>
          <a:p>
            <a:fld id="{47EDA945-45BE-47D8-9720-72AD031E0E4F}" type="slidenum">
              <a:rPr lang="de-DE" smtClean="0"/>
              <a:t>7</a:t>
            </a:fld>
            <a:endParaRPr lang="de-DE"/>
          </a:p>
        </p:txBody>
      </p:sp>
    </p:spTree>
    <p:extLst>
      <p:ext uri="{BB962C8B-B14F-4D97-AF65-F5344CB8AC3E}">
        <p14:creationId xmlns:p14="http://schemas.microsoft.com/office/powerpoint/2010/main" val="20762033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FB469-671C-2F5A-1D73-D113EB10086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8D4BE360-C59C-9EA1-016C-A01548701822}"/>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041EA8BC-3E32-3FC9-48EA-076563EA3360}"/>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F7DE596B-495B-BF8F-3E16-873D1018C6C2}"/>
              </a:ext>
            </a:extLst>
          </p:cNvPr>
          <p:cNvSpPr>
            <a:spLocks noGrp="1"/>
          </p:cNvSpPr>
          <p:nvPr>
            <p:ph type="sldNum" sz="quarter" idx="5"/>
          </p:nvPr>
        </p:nvSpPr>
        <p:spPr/>
        <p:txBody>
          <a:bodyPr/>
          <a:lstStyle/>
          <a:p>
            <a:fld id="{47EDA945-45BE-47D8-9720-72AD031E0E4F}" type="slidenum">
              <a:rPr lang="de-DE" smtClean="0"/>
              <a:t>9</a:t>
            </a:fld>
            <a:endParaRPr lang="de-DE"/>
          </a:p>
        </p:txBody>
      </p:sp>
    </p:spTree>
    <p:extLst>
      <p:ext uri="{BB962C8B-B14F-4D97-AF65-F5344CB8AC3E}">
        <p14:creationId xmlns:p14="http://schemas.microsoft.com/office/powerpoint/2010/main" val="41276336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11BCB-CB95-061E-FB9D-B3D89365420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F321DFE-1EF0-6033-8FD4-436DEA27C5CE}"/>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FA84B268-8E92-B4A8-80C0-5CF529C8D2BD}"/>
              </a:ext>
            </a:extLst>
          </p:cNvPr>
          <p:cNvSpPr>
            <a:spLocks noGrp="1"/>
          </p:cNvSpPr>
          <p:nvPr>
            <p:ph type="body" idx="1"/>
          </p:nvPr>
        </p:nvSpPr>
        <p:spPr/>
        <p:txBody>
          <a:bodyPr/>
          <a:lstStyle/>
          <a:p>
            <a:r>
              <a:rPr lang="de-DE" sz="1200" b="0" i="0" kern="1200" dirty="0">
                <a:solidFill>
                  <a:schemeClr val="tx1"/>
                </a:solidFill>
                <a:effectLst/>
                <a:latin typeface="+mn-lt"/>
                <a:ea typeface="+mn-ea"/>
                <a:cs typeface="+mn-cs"/>
              </a:rPr>
              <a:t>Welche bisherigen Erfahrungen und Erlebnisse haben dich besonders in deiner Entscheidung beeinflusst, jetzt Praxiserfahrungen bei UNITY sammeln zu wollen? Führe uns dazu prägnant durch deinen Werdegang.</a:t>
            </a:r>
          </a:p>
          <a:p>
            <a:endParaRPr lang="de-DE" sz="1200" b="0" i="0" kern="1200" dirty="0">
              <a:solidFill>
                <a:schemeClr val="tx1"/>
              </a:solidFill>
              <a:effectLst/>
              <a:latin typeface="+mn-lt"/>
              <a:ea typeface="+mn-ea"/>
              <a:cs typeface="+mn-cs"/>
            </a:endParaRPr>
          </a:p>
          <a:p>
            <a:r>
              <a:rPr lang="de-DE" sz="1200" b="0" i="0" kern="1200" dirty="0">
                <a:solidFill>
                  <a:schemeClr val="tx1"/>
                </a:solidFill>
                <a:effectLst/>
                <a:latin typeface="+mn-lt"/>
                <a:ea typeface="+mn-ea"/>
                <a:cs typeface="+mn-cs"/>
              </a:rPr>
              <a:t>Warum möchtest du zur UNITY AG? Was sind deine Erwartungen an die gemeinsame Zeit bei uns?</a:t>
            </a:r>
          </a:p>
          <a:p>
            <a:endParaRPr lang="de-DE" sz="1200" b="0" i="0" kern="1200" dirty="0">
              <a:solidFill>
                <a:schemeClr val="tx1"/>
              </a:solidFill>
              <a:effectLst/>
              <a:latin typeface="+mn-lt"/>
              <a:ea typeface="+mn-ea"/>
              <a:cs typeface="+mn-cs"/>
            </a:endParaRPr>
          </a:p>
          <a:p>
            <a:r>
              <a:rPr lang="de-DE" sz="1200" b="0" i="0" kern="1200" dirty="0">
                <a:solidFill>
                  <a:schemeClr val="tx1"/>
                </a:solidFill>
                <a:effectLst/>
                <a:latin typeface="+mn-lt"/>
                <a:ea typeface="+mn-ea"/>
                <a:cs typeface="+mn-cs"/>
              </a:rPr>
              <a:t>Welche deiner Stärken und/oder Leidenschaftsthemen möchtest du bei UNITY einbringen und wie konntest du diese bereits in der Vergangenheit erfolgreich in Projekten einsetzen?</a:t>
            </a:r>
          </a:p>
          <a:p>
            <a:endParaRPr lang="de-DE" dirty="0"/>
          </a:p>
          <a:p>
            <a:endParaRPr lang="de-DE" dirty="0"/>
          </a:p>
        </p:txBody>
      </p:sp>
      <p:sp>
        <p:nvSpPr>
          <p:cNvPr id="4" name="Foliennummernplatzhalter 3">
            <a:extLst>
              <a:ext uri="{FF2B5EF4-FFF2-40B4-BE49-F238E27FC236}">
                <a16:creationId xmlns:a16="http://schemas.microsoft.com/office/drawing/2014/main" id="{3056BADC-D312-6576-2AF9-19C3100E5574}"/>
              </a:ext>
            </a:extLst>
          </p:cNvPr>
          <p:cNvSpPr>
            <a:spLocks noGrp="1"/>
          </p:cNvSpPr>
          <p:nvPr>
            <p:ph type="sldNum" sz="quarter" idx="5"/>
          </p:nvPr>
        </p:nvSpPr>
        <p:spPr/>
        <p:txBody>
          <a:bodyPr/>
          <a:lstStyle/>
          <a:p>
            <a:fld id="{47EDA945-45BE-47D8-9720-72AD031E0E4F}" type="slidenum">
              <a:rPr lang="de-DE" smtClean="0"/>
              <a:t>11</a:t>
            </a:fld>
            <a:endParaRPr lang="de-DE"/>
          </a:p>
        </p:txBody>
      </p:sp>
    </p:spTree>
    <p:extLst>
      <p:ext uri="{BB962C8B-B14F-4D97-AF65-F5344CB8AC3E}">
        <p14:creationId xmlns:p14="http://schemas.microsoft.com/office/powerpoint/2010/main" val="22487990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D372C-7F70-D0E6-E5E4-525E4447149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DBC1B41-29A8-72B8-E68B-675CE592D048}"/>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E6737DC4-DFDB-DB62-161D-0EE041178568}"/>
              </a:ext>
            </a:extLst>
          </p:cNvPr>
          <p:cNvSpPr>
            <a:spLocks noGrp="1"/>
          </p:cNvSpPr>
          <p:nvPr>
            <p:ph type="body" idx="1"/>
          </p:nvPr>
        </p:nvSpPr>
        <p:spPr/>
        <p:txBody>
          <a:bodyPr/>
          <a:lstStyle/>
          <a:p>
            <a:r>
              <a:rPr lang="de-DE" sz="1200" b="0" i="0" kern="1200" dirty="0">
                <a:solidFill>
                  <a:schemeClr val="tx1"/>
                </a:solidFill>
                <a:effectLst/>
                <a:latin typeface="+mn-lt"/>
                <a:ea typeface="+mn-ea"/>
                <a:cs typeface="+mn-cs"/>
              </a:rPr>
              <a:t>Welche bisherigen Erfahrungen und Erlebnisse haben dich besonders in deiner Entscheidung beeinflusst, jetzt Praxiserfahrungen bei UNITY sammeln zu wollen? Führe uns dazu prägnant durch deinen Werdegang.</a:t>
            </a:r>
          </a:p>
          <a:p>
            <a:endParaRPr lang="de-DE" sz="1200" b="0" i="0" kern="1200" dirty="0">
              <a:solidFill>
                <a:schemeClr val="tx1"/>
              </a:solidFill>
              <a:effectLst/>
              <a:latin typeface="+mn-lt"/>
              <a:ea typeface="+mn-ea"/>
              <a:cs typeface="+mn-cs"/>
            </a:endParaRPr>
          </a:p>
          <a:p>
            <a:r>
              <a:rPr lang="de-DE" sz="1200" b="0" i="0" kern="1200" dirty="0">
                <a:solidFill>
                  <a:schemeClr val="tx1"/>
                </a:solidFill>
                <a:effectLst/>
                <a:latin typeface="+mn-lt"/>
                <a:ea typeface="+mn-ea"/>
                <a:cs typeface="+mn-cs"/>
              </a:rPr>
              <a:t>Warum möchtest du zur UNITY AG? Was sind deine Erwartungen an die gemeinsame Zeit bei uns?</a:t>
            </a:r>
          </a:p>
          <a:p>
            <a:endParaRPr lang="de-DE" sz="1200" b="0" i="0" kern="1200" dirty="0">
              <a:solidFill>
                <a:schemeClr val="tx1"/>
              </a:solidFill>
              <a:effectLst/>
              <a:latin typeface="+mn-lt"/>
              <a:ea typeface="+mn-ea"/>
              <a:cs typeface="+mn-cs"/>
            </a:endParaRPr>
          </a:p>
          <a:p>
            <a:r>
              <a:rPr lang="de-DE" sz="1200" b="0" i="0" kern="1200" dirty="0">
                <a:solidFill>
                  <a:schemeClr val="tx1"/>
                </a:solidFill>
                <a:effectLst/>
                <a:latin typeface="+mn-lt"/>
                <a:ea typeface="+mn-ea"/>
                <a:cs typeface="+mn-cs"/>
              </a:rPr>
              <a:t>Welche deiner Stärken und/oder Leidenschaftsthemen möchtest du bei UNITY einbringen und wie konntest du diese bereits in der Vergangenheit erfolgreich in Projekten einsetzen?</a:t>
            </a:r>
          </a:p>
          <a:p>
            <a:endParaRPr lang="de-DE" dirty="0"/>
          </a:p>
          <a:p>
            <a:endParaRPr lang="de-DE" dirty="0"/>
          </a:p>
        </p:txBody>
      </p:sp>
      <p:sp>
        <p:nvSpPr>
          <p:cNvPr id="4" name="Foliennummernplatzhalter 3">
            <a:extLst>
              <a:ext uri="{FF2B5EF4-FFF2-40B4-BE49-F238E27FC236}">
                <a16:creationId xmlns:a16="http://schemas.microsoft.com/office/drawing/2014/main" id="{BFB852D6-D4F1-2879-C131-6792E7A968A6}"/>
              </a:ext>
            </a:extLst>
          </p:cNvPr>
          <p:cNvSpPr>
            <a:spLocks noGrp="1"/>
          </p:cNvSpPr>
          <p:nvPr>
            <p:ph type="sldNum" sz="quarter" idx="5"/>
          </p:nvPr>
        </p:nvSpPr>
        <p:spPr/>
        <p:txBody>
          <a:bodyPr/>
          <a:lstStyle/>
          <a:p>
            <a:fld id="{47EDA945-45BE-47D8-9720-72AD031E0E4F}" type="slidenum">
              <a:rPr lang="de-DE" smtClean="0"/>
              <a:t>12</a:t>
            </a:fld>
            <a:endParaRPr lang="de-DE"/>
          </a:p>
        </p:txBody>
      </p:sp>
    </p:spTree>
    <p:extLst>
      <p:ext uri="{BB962C8B-B14F-4D97-AF65-F5344CB8AC3E}">
        <p14:creationId xmlns:p14="http://schemas.microsoft.com/office/powerpoint/2010/main" val="6159245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60CF8-AC36-C3C4-E320-886EE5D8DF3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23864FD-7FFF-EDCD-9EBC-1BCCA19E3FB1}"/>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BB1BE26B-D05B-02E5-2190-ECB2A860ACCE}"/>
              </a:ext>
            </a:extLst>
          </p:cNvPr>
          <p:cNvSpPr>
            <a:spLocks noGrp="1"/>
          </p:cNvSpPr>
          <p:nvPr>
            <p:ph type="body" idx="1"/>
          </p:nvPr>
        </p:nvSpPr>
        <p:spPr/>
        <p:txBody>
          <a:bodyPr/>
          <a:lstStyle/>
          <a:p>
            <a:r>
              <a:rPr lang="de-DE" sz="1200" b="0" i="0" kern="1200" dirty="0">
                <a:solidFill>
                  <a:schemeClr val="tx1"/>
                </a:solidFill>
                <a:effectLst/>
                <a:latin typeface="+mn-lt"/>
                <a:ea typeface="+mn-ea"/>
                <a:cs typeface="+mn-cs"/>
              </a:rPr>
              <a:t>Welche bisherigen Erfahrungen und Erlebnisse haben dich besonders in deiner Entscheidung beeinflusst, jetzt Praxiserfahrungen bei UNITY sammeln zu wollen? Führe uns dazu prägnant durch deinen Werdegang.</a:t>
            </a:r>
          </a:p>
          <a:p>
            <a:endParaRPr lang="de-DE" sz="1200" b="0" i="0" kern="1200" dirty="0">
              <a:solidFill>
                <a:schemeClr val="tx1"/>
              </a:solidFill>
              <a:effectLst/>
              <a:latin typeface="+mn-lt"/>
              <a:ea typeface="+mn-ea"/>
              <a:cs typeface="+mn-cs"/>
            </a:endParaRPr>
          </a:p>
          <a:p>
            <a:r>
              <a:rPr lang="de-DE" sz="1200" b="0" i="0" kern="1200" dirty="0">
                <a:solidFill>
                  <a:schemeClr val="tx1"/>
                </a:solidFill>
                <a:effectLst/>
                <a:latin typeface="+mn-lt"/>
                <a:ea typeface="+mn-ea"/>
                <a:cs typeface="+mn-cs"/>
              </a:rPr>
              <a:t>Warum möchtest du zur UNITY AG? Was sind deine Erwartungen an die gemeinsame Zeit bei uns?</a:t>
            </a:r>
          </a:p>
          <a:p>
            <a:endParaRPr lang="de-DE" sz="1200" b="0" i="0" kern="1200" dirty="0">
              <a:solidFill>
                <a:schemeClr val="tx1"/>
              </a:solidFill>
              <a:effectLst/>
              <a:latin typeface="+mn-lt"/>
              <a:ea typeface="+mn-ea"/>
              <a:cs typeface="+mn-cs"/>
            </a:endParaRPr>
          </a:p>
          <a:p>
            <a:r>
              <a:rPr lang="de-DE" sz="1200" b="0" i="0" kern="1200" dirty="0">
                <a:solidFill>
                  <a:schemeClr val="tx1"/>
                </a:solidFill>
                <a:effectLst/>
                <a:latin typeface="+mn-lt"/>
                <a:ea typeface="+mn-ea"/>
                <a:cs typeface="+mn-cs"/>
              </a:rPr>
              <a:t>Welche deiner Stärken und/oder Leidenschaftsthemen möchtest du bei UNITY einbringen und wie konntest du diese bereits in der Vergangenheit erfolgreich in Projekten einsetzen?</a:t>
            </a:r>
          </a:p>
          <a:p>
            <a:endParaRPr lang="de-DE" dirty="0"/>
          </a:p>
          <a:p>
            <a:endParaRPr lang="de-DE" dirty="0"/>
          </a:p>
        </p:txBody>
      </p:sp>
      <p:sp>
        <p:nvSpPr>
          <p:cNvPr id="4" name="Foliennummernplatzhalter 3">
            <a:extLst>
              <a:ext uri="{FF2B5EF4-FFF2-40B4-BE49-F238E27FC236}">
                <a16:creationId xmlns:a16="http://schemas.microsoft.com/office/drawing/2014/main" id="{AB546400-FBF1-180C-8BEE-8610BE8BAF10}"/>
              </a:ext>
            </a:extLst>
          </p:cNvPr>
          <p:cNvSpPr>
            <a:spLocks noGrp="1"/>
          </p:cNvSpPr>
          <p:nvPr>
            <p:ph type="sldNum" sz="quarter" idx="5"/>
          </p:nvPr>
        </p:nvSpPr>
        <p:spPr/>
        <p:txBody>
          <a:bodyPr/>
          <a:lstStyle/>
          <a:p>
            <a:fld id="{47EDA945-45BE-47D8-9720-72AD031E0E4F}" type="slidenum">
              <a:rPr lang="de-DE" smtClean="0"/>
              <a:t>13</a:t>
            </a:fld>
            <a:endParaRPr lang="de-DE"/>
          </a:p>
        </p:txBody>
      </p:sp>
    </p:spTree>
    <p:extLst>
      <p:ext uri="{BB962C8B-B14F-4D97-AF65-F5344CB8AC3E}">
        <p14:creationId xmlns:p14="http://schemas.microsoft.com/office/powerpoint/2010/main" val="26282747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B60A1-14FF-C179-76C6-CD2D58646C7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0A149B1-083F-83BE-5D12-0539DC840B8F}"/>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635F9FEC-6C7C-182F-83D9-718B059C35B2}"/>
              </a:ext>
            </a:extLst>
          </p:cNvPr>
          <p:cNvSpPr>
            <a:spLocks noGrp="1"/>
          </p:cNvSpPr>
          <p:nvPr>
            <p:ph type="body" idx="1"/>
          </p:nvPr>
        </p:nvSpPr>
        <p:spPr/>
        <p:txBody>
          <a:bodyPr/>
          <a:lstStyle/>
          <a:p>
            <a:r>
              <a:rPr lang="de-DE" sz="1200" b="0" i="0" kern="1200" dirty="0">
                <a:solidFill>
                  <a:schemeClr val="tx1"/>
                </a:solidFill>
                <a:effectLst/>
                <a:latin typeface="+mn-lt"/>
                <a:ea typeface="+mn-ea"/>
                <a:cs typeface="+mn-cs"/>
              </a:rPr>
              <a:t>Welche bisherigen Erfahrungen und Erlebnisse haben dich besonders in deiner Entscheidung beeinflusst, jetzt Praxiserfahrungen bei UNITY sammeln zu wollen? Führe uns dazu prägnant durch deinen Werdegang.</a:t>
            </a:r>
          </a:p>
          <a:p>
            <a:endParaRPr lang="de-DE" sz="1200" b="0" i="0" kern="1200" dirty="0">
              <a:solidFill>
                <a:schemeClr val="tx1"/>
              </a:solidFill>
              <a:effectLst/>
              <a:latin typeface="+mn-lt"/>
              <a:ea typeface="+mn-ea"/>
              <a:cs typeface="+mn-cs"/>
            </a:endParaRPr>
          </a:p>
          <a:p>
            <a:r>
              <a:rPr lang="de-DE" sz="1200" b="0" i="0" kern="1200" dirty="0">
                <a:solidFill>
                  <a:schemeClr val="tx1"/>
                </a:solidFill>
                <a:effectLst/>
                <a:latin typeface="+mn-lt"/>
                <a:ea typeface="+mn-ea"/>
                <a:cs typeface="+mn-cs"/>
              </a:rPr>
              <a:t>Warum möchtest du zur UNITY AG? Was sind deine Erwartungen an die gemeinsame Zeit bei uns?</a:t>
            </a:r>
          </a:p>
          <a:p>
            <a:endParaRPr lang="de-DE" sz="1200" b="0" i="0" kern="1200" dirty="0">
              <a:solidFill>
                <a:schemeClr val="tx1"/>
              </a:solidFill>
              <a:effectLst/>
              <a:latin typeface="+mn-lt"/>
              <a:ea typeface="+mn-ea"/>
              <a:cs typeface="+mn-cs"/>
            </a:endParaRPr>
          </a:p>
          <a:p>
            <a:r>
              <a:rPr lang="de-DE" sz="1200" b="0" i="0" kern="1200" dirty="0">
                <a:solidFill>
                  <a:schemeClr val="tx1"/>
                </a:solidFill>
                <a:effectLst/>
                <a:latin typeface="+mn-lt"/>
                <a:ea typeface="+mn-ea"/>
                <a:cs typeface="+mn-cs"/>
              </a:rPr>
              <a:t>Welche deiner Stärken und/oder Leidenschaftsthemen möchtest du bei UNITY einbringen und wie konntest du diese bereits in der Vergangenheit erfolgreich in Projekten einsetzen?</a:t>
            </a:r>
          </a:p>
          <a:p>
            <a:endParaRPr lang="de-DE" dirty="0"/>
          </a:p>
          <a:p>
            <a:endParaRPr lang="de-DE" dirty="0"/>
          </a:p>
        </p:txBody>
      </p:sp>
      <p:sp>
        <p:nvSpPr>
          <p:cNvPr id="4" name="Foliennummernplatzhalter 3">
            <a:extLst>
              <a:ext uri="{FF2B5EF4-FFF2-40B4-BE49-F238E27FC236}">
                <a16:creationId xmlns:a16="http://schemas.microsoft.com/office/drawing/2014/main" id="{841F3A12-9E37-6E31-CED4-BAB360D65F11}"/>
              </a:ext>
            </a:extLst>
          </p:cNvPr>
          <p:cNvSpPr>
            <a:spLocks noGrp="1"/>
          </p:cNvSpPr>
          <p:nvPr>
            <p:ph type="sldNum" sz="quarter" idx="5"/>
          </p:nvPr>
        </p:nvSpPr>
        <p:spPr/>
        <p:txBody>
          <a:bodyPr/>
          <a:lstStyle/>
          <a:p>
            <a:fld id="{47EDA945-45BE-47D8-9720-72AD031E0E4F}" type="slidenum">
              <a:rPr lang="de-DE" smtClean="0"/>
              <a:t>14</a:t>
            </a:fld>
            <a:endParaRPr lang="de-DE"/>
          </a:p>
        </p:txBody>
      </p:sp>
    </p:spTree>
    <p:extLst>
      <p:ext uri="{BB962C8B-B14F-4D97-AF65-F5344CB8AC3E}">
        <p14:creationId xmlns:p14="http://schemas.microsoft.com/office/powerpoint/2010/main" val="199763250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12.xml"/><Relationship Id="rId7" Type="http://schemas.openxmlformats.org/officeDocument/2006/relationships/image" Target="../media/image5.wmf"/><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4.emf"/><Relationship Id="rId5" Type="http://schemas.openxmlformats.org/officeDocument/2006/relationships/oleObject" Target="../embeddings/oleObject2.bin"/><Relationship Id="rId4"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7.wmf"/><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6.jpeg"/><Relationship Id="rId5" Type="http://schemas.openxmlformats.org/officeDocument/2006/relationships/image" Target="../media/image4.emf"/><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image" Target="../media/image7.wmf"/><Relationship Id="rId5" Type="http://schemas.openxmlformats.org/officeDocument/2006/relationships/image" Target="../media/image4.emf"/><Relationship Id="rId4" Type="http://schemas.openxmlformats.org/officeDocument/2006/relationships/oleObject" Target="../embeddings/oleObject3.bin"/></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19.xml"/><Relationship Id="rId7" Type="http://schemas.openxmlformats.org/officeDocument/2006/relationships/image" Target="../media/image9.jpeg"/><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8.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1.xml"/><Relationship Id="rId1" Type="http://schemas.openxmlformats.org/officeDocument/2006/relationships/tags" Target="../tags/tag20.xml"/><Relationship Id="rId5" Type="http://schemas.openxmlformats.org/officeDocument/2006/relationships/image" Target="../media/image8.emf"/><Relationship Id="rId4" Type="http://schemas.openxmlformats.org/officeDocument/2006/relationships/oleObject" Target="../embeddings/oleObject5.bin"/></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22.xml"/><Relationship Id="rId5" Type="http://schemas.openxmlformats.org/officeDocument/2006/relationships/image" Target="../media/image9.jpeg"/><Relationship Id="rId4" Type="http://schemas.openxmlformats.org/officeDocument/2006/relationships/image" Target="../media/image8.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23.xml"/><Relationship Id="rId4" Type="http://schemas.openxmlformats.org/officeDocument/2006/relationships/image" Target="../media/image8.emf"/></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26.xml"/><Relationship Id="rId7" Type="http://schemas.openxmlformats.org/officeDocument/2006/relationships/image" Target="../media/image10.emf"/><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oleObject" Target="../embeddings/oleObject8.bin"/><Relationship Id="rId5" Type="http://schemas.openxmlformats.org/officeDocument/2006/relationships/slideMaster" Target="../slideMasters/slideMaster1.xml"/><Relationship Id="rId4" Type="http://schemas.openxmlformats.org/officeDocument/2006/relationships/tags" Target="../tags/tag27.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30.xml"/><Relationship Id="rId7" Type="http://schemas.openxmlformats.org/officeDocument/2006/relationships/image" Target="../media/image10.emf"/><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oleObject" Target="../embeddings/oleObject8.bin"/><Relationship Id="rId5" Type="http://schemas.openxmlformats.org/officeDocument/2006/relationships/slideMaster" Target="../slideMasters/slideMaster1.xml"/><Relationship Id="rId4" Type="http://schemas.openxmlformats.org/officeDocument/2006/relationships/tags" Target="../tags/tag31.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34.xml"/><Relationship Id="rId7" Type="http://schemas.openxmlformats.org/officeDocument/2006/relationships/image" Target="../media/image10.emf"/><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oleObject" Target="../embeddings/oleObject9.bin"/><Relationship Id="rId5" Type="http://schemas.openxmlformats.org/officeDocument/2006/relationships/slideMaster" Target="../slideMasters/slideMaster1.xml"/><Relationship Id="rId4" Type="http://schemas.openxmlformats.org/officeDocument/2006/relationships/tags" Target="../tags/tag35.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38.xml"/><Relationship Id="rId7" Type="http://schemas.openxmlformats.org/officeDocument/2006/relationships/image" Target="../media/image10.emf"/><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oleObject" Target="../embeddings/oleObject10.bin"/><Relationship Id="rId5" Type="http://schemas.openxmlformats.org/officeDocument/2006/relationships/slideMaster" Target="../slideMasters/slideMaster1.xml"/><Relationship Id="rId4" Type="http://schemas.openxmlformats.org/officeDocument/2006/relationships/tags" Target="../tags/tag39.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42.xml"/><Relationship Id="rId7" Type="http://schemas.openxmlformats.org/officeDocument/2006/relationships/tags" Target="../tags/tag46.xml"/><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tags" Target="../tags/tag45.xml"/><Relationship Id="rId5" Type="http://schemas.openxmlformats.org/officeDocument/2006/relationships/tags" Target="../tags/tag44.xml"/><Relationship Id="rId10" Type="http://schemas.openxmlformats.org/officeDocument/2006/relationships/image" Target="../media/image10.emf"/><Relationship Id="rId4" Type="http://schemas.openxmlformats.org/officeDocument/2006/relationships/tags" Target="../tags/tag43.xml"/><Relationship Id="rId9" Type="http://schemas.openxmlformats.org/officeDocument/2006/relationships/oleObject" Target="../embeddings/oleObject11.bin"/></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49.xml"/><Relationship Id="rId7" Type="http://schemas.openxmlformats.org/officeDocument/2006/relationships/image" Target="../media/image8.emf"/><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oleObject" Target="../embeddings/oleObject12.bin"/><Relationship Id="rId5" Type="http://schemas.openxmlformats.org/officeDocument/2006/relationships/slideMaster" Target="../slideMasters/slideMaster1.xml"/><Relationship Id="rId4" Type="http://schemas.openxmlformats.org/officeDocument/2006/relationships/tags" Target="../tags/tag50.xml"/></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tags" Target="../tags/tag53.xml"/><Relationship Id="rId7" Type="http://schemas.openxmlformats.org/officeDocument/2006/relationships/oleObject" Target="../embeddings/oleObject13.bin"/><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slideMaster" Target="../slideMasters/slideMaster1.xml"/><Relationship Id="rId5" Type="http://schemas.openxmlformats.org/officeDocument/2006/relationships/tags" Target="../tags/tag55.xml"/><Relationship Id="rId10" Type="http://schemas.openxmlformats.org/officeDocument/2006/relationships/image" Target="../media/image3.svg"/><Relationship Id="rId4" Type="http://schemas.openxmlformats.org/officeDocument/2006/relationships/tags" Target="../tags/tag54.xml"/><Relationship Id="rId9"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58.xml"/><Relationship Id="rId7" Type="http://schemas.openxmlformats.org/officeDocument/2006/relationships/image" Target="../media/image8.emf"/><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oleObject" Target="../embeddings/oleObject14.bin"/><Relationship Id="rId5" Type="http://schemas.openxmlformats.org/officeDocument/2006/relationships/slideMaster" Target="../slideMasters/slideMaster1.xml"/><Relationship Id="rId4" Type="http://schemas.openxmlformats.org/officeDocument/2006/relationships/tags" Target="../tags/tag59.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tags" Target="../tags/tag62.xml"/><Relationship Id="rId7" Type="http://schemas.openxmlformats.org/officeDocument/2006/relationships/oleObject" Target="../embeddings/oleObject13.bin"/><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slideMaster" Target="../slideMasters/slideMaster1.xml"/><Relationship Id="rId5" Type="http://schemas.openxmlformats.org/officeDocument/2006/relationships/tags" Target="../tags/tag64.xml"/><Relationship Id="rId10" Type="http://schemas.openxmlformats.org/officeDocument/2006/relationships/image" Target="../media/image3.svg"/><Relationship Id="rId4" Type="http://schemas.openxmlformats.org/officeDocument/2006/relationships/tags" Target="../tags/tag63.xml"/><Relationship Id="rId9"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tags" Target="../tags/tag67.xml"/><Relationship Id="rId7" Type="http://schemas.openxmlformats.org/officeDocument/2006/relationships/image" Target="../media/image8.emf"/><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oleObject" Target="../embeddings/oleObject12.bin"/><Relationship Id="rId5" Type="http://schemas.openxmlformats.org/officeDocument/2006/relationships/slideMaster" Target="../slideMasters/slideMaster1.xml"/><Relationship Id="rId4" Type="http://schemas.openxmlformats.org/officeDocument/2006/relationships/tags" Target="../tags/tag68.xml"/></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tags" Target="../tags/tag71.xml"/><Relationship Id="rId7" Type="http://schemas.openxmlformats.org/officeDocument/2006/relationships/image" Target="../media/image12.emf"/><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oleObject" Target="../embeddings/oleObject2.bin"/><Relationship Id="rId5" Type="http://schemas.openxmlformats.org/officeDocument/2006/relationships/slideMaster" Target="../slideMasters/slideMaster1.xml"/><Relationship Id="rId10" Type="http://schemas.openxmlformats.org/officeDocument/2006/relationships/image" Target="../media/image14.svg"/><Relationship Id="rId4" Type="http://schemas.openxmlformats.org/officeDocument/2006/relationships/tags" Target="../tags/tag72.xml"/><Relationship Id="rId9" Type="http://schemas.openxmlformats.org/officeDocument/2006/relationships/image" Target="../media/image13.pn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tags" Target="../tags/tag75.xml"/><Relationship Id="rId7" Type="http://schemas.openxmlformats.org/officeDocument/2006/relationships/image" Target="../media/image8.emf"/><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oleObject" Target="../embeddings/oleObject14.bin"/><Relationship Id="rId5" Type="http://schemas.openxmlformats.org/officeDocument/2006/relationships/slideMaster" Target="../slideMasters/slideMaster1.xml"/><Relationship Id="rId4" Type="http://schemas.openxmlformats.org/officeDocument/2006/relationships/tags" Target="../tags/tag76.xml"/></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tags" Target="../tags/tag79.xml"/><Relationship Id="rId7" Type="http://schemas.openxmlformats.org/officeDocument/2006/relationships/oleObject" Target="../embeddings/oleObject15.bin"/><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slideMaster" Target="../slideMasters/slideMaster1.xml"/><Relationship Id="rId11" Type="http://schemas.openxmlformats.org/officeDocument/2006/relationships/image" Target="../media/image14.svg"/><Relationship Id="rId5" Type="http://schemas.openxmlformats.org/officeDocument/2006/relationships/tags" Target="../tags/tag81.xml"/><Relationship Id="rId10" Type="http://schemas.openxmlformats.org/officeDocument/2006/relationships/image" Target="../media/image13.png"/><Relationship Id="rId4" Type="http://schemas.openxmlformats.org/officeDocument/2006/relationships/tags" Target="../tags/tag80.xml"/><Relationship Id="rId9" Type="http://schemas.openxmlformats.org/officeDocument/2006/relationships/image" Target="../media/image11.jpeg"/></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tags" Target="../tags/tag84.xml"/><Relationship Id="rId7" Type="http://schemas.openxmlformats.org/officeDocument/2006/relationships/image" Target="../media/image8.emf"/><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oleObject" Target="../embeddings/oleObject12.bin"/><Relationship Id="rId5" Type="http://schemas.openxmlformats.org/officeDocument/2006/relationships/slideMaster" Target="../slideMasters/slideMaster1.xml"/><Relationship Id="rId4" Type="http://schemas.openxmlformats.org/officeDocument/2006/relationships/tags" Target="../tags/tag85.xml"/></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tags" Target="../tags/tag88.xml"/><Relationship Id="rId7" Type="http://schemas.openxmlformats.org/officeDocument/2006/relationships/oleObject" Target="../embeddings/oleObject15.bin"/><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slideMaster" Target="../slideMasters/slideMaster1.xml"/><Relationship Id="rId11" Type="http://schemas.openxmlformats.org/officeDocument/2006/relationships/image" Target="../media/image14.svg"/><Relationship Id="rId5" Type="http://schemas.openxmlformats.org/officeDocument/2006/relationships/tags" Target="../tags/tag90.xml"/><Relationship Id="rId10" Type="http://schemas.openxmlformats.org/officeDocument/2006/relationships/image" Target="../media/image13.png"/><Relationship Id="rId4" Type="http://schemas.openxmlformats.org/officeDocument/2006/relationships/tags" Target="../tags/tag89.xml"/><Relationship Id="rId9" Type="http://schemas.openxmlformats.org/officeDocument/2006/relationships/image" Target="../media/image15.jpeg"/></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tags" Target="../tags/tag93.xml"/><Relationship Id="rId7" Type="http://schemas.openxmlformats.org/officeDocument/2006/relationships/image" Target="../media/image8.emf"/><Relationship Id="rId2" Type="http://schemas.openxmlformats.org/officeDocument/2006/relationships/tags" Target="../tags/tag92.xml"/><Relationship Id="rId1" Type="http://schemas.openxmlformats.org/officeDocument/2006/relationships/tags" Target="../tags/tag91.xml"/><Relationship Id="rId6" Type="http://schemas.openxmlformats.org/officeDocument/2006/relationships/oleObject" Target="../embeddings/oleObject15.bin"/><Relationship Id="rId5" Type="http://schemas.openxmlformats.org/officeDocument/2006/relationships/slideMaster" Target="../slideMasters/slideMaster1.xml"/><Relationship Id="rId4" Type="http://schemas.openxmlformats.org/officeDocument/2006/relationships/tags" Target="../tags/tag94.xml"/></Relationships>
</file>

<file path=ppt/slideLayouts/_rels/slideLayout24.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tags" Target="../tags/tag97.xml"/><Relationship Id="rId7" Type="http://schemas.openxmlformats.org/officeDocument/2006/relationships/oleObject" Target="../embeddings/oleObject15.bin"/><Relationship Id="rId2" Type="http://schemas.openxmlformats.org/officeDocument/2006/relationships/tags" Target="../tags/tag96.xml"/><Relationship Id="rId1" Type="http://schemas.openxmlformats.org/officeDocument/2006/relationships/tags" Target="../tags/tag95.xml"/><Relationship Id="rId6" Type="http://schemas.openxmlformats.org/officeDocument/2006/relationships/slideMaster" Target="../slideMasters/slideMaster1.xml"/><Relationship Id="rId11" Type="http://schemas.openxmlformats.org/officeDocument/2006/relationships/image" Target="../media/image14.svg"/><Relationship Id="rId5" Type="http://schemas.openxmlformats.org/officeDocument/2006/relationships/tags" Target="../tags/tag99.xml"/><Relationship Id="rId10" Type="http://schemas.openxmlformats.org/officeDocument/2006/relationships/image" Target="../media/image13.png"/><Relationship Id="rId4" Type="http://schemas.openxmlformats.org/officeDocument/2006/relationships/tags" Target="../tags/tag98.xml"/><Relationship Id="rId9" Type="http://schemas.openxmlformats.org/officeDocument/2006/relationships/image" Target="../media/image16.jpeg"/></Relationships>
</file>

<file path=ppt/slideLayouts/_rels/slideLayout25.xml.rels><?xml version="1.0" encoding="UTF-8" standalone="yes"?>
<Relationships xmlns="http://schemas.openxmlformats.org/package/2006/relationships"><Relationship Id="rId3" Type="http://schemas.openxmlformats.org/officeDocument/2006/relationships/tags" Target="../tags/tag102.xml"/><Relationship Id="rId7" Type="http://schemas.openxmlformats.org/officeDocument/2006/relationships/image" Target="../media/image8.emf"/><Relationship Id="rId2" Type="http://schemas.openxmlformats.org/officeDocument/2006/relationships/tags" Target="../tags/tag101.xml"/><Relationship Id="rId1" Type="http://schemas.openxmlformats.org/officeDocument/2006/relationships/tags" Target="../tags/tag100.xml"/><Relationship Id="rId6" Type="http://schemas.openxmlformats.org/officeDocument/2006/relationships/oleObject" Target="../embeddings/oleObject16.bin"/><Relationship Id="rId5" Type="http://schemas.openxmlformats.org/officeDocument/2006/relationships/slideMaster" Target="../slideMasters/slideMaster1.xml"/><Relationship Id="rId4" Type="http://schemas.openxmlformats.org/officeDocument/2006/relationships/tags" Target="../tags/tag103.xml"/></Relationships>
</file>

<file path=ppt/slideLayouts/_rels/slideLayout26.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tags" Target="../tags/tag106.xml"/><Relationship Id="rId7" Type="http://schemas.openxmlformats.org/officeDocument/2006/relationships/oleObject" Target="../embeddings/oleObject17.bin"/><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slideMaster" Target="../slideMasters/slideMaster1.xml"/><Relationship Id="rId5" Type="http://schemas.openxmlformats.org/officeDocument/2006/relationships/tags" Target="../tags/tag108.xml"/><Relationship Id="rId10" Type="http://schemas.openxmlformats.org/officeDocument/2006/relationships/image" Target="../media/image14.svg"/><Relationship Id="rId4" Type="http://schemas.openxmlformats.org/officeDocument/2006/relationships/tags" Target="../tags/tag107.xml"/><Relationship Id="rId9" Type="http://schemas.openxmlformats.org/officeDocument/2006/relationships/image" Target="../media/image13.png"/></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111.xml"/><Relationship Id="rId7" Type="http://schemas.openxmlformats.org/officeDocument/2006/relationships/image" Target="../media/image8.emf"/><Relationship Id="rId2" Type="http://schemas.openxmlformats.org/officeDocument/2006/relationships/tags" Target="../tags/tag110.xml"/><Relationship Id="rId1" Type="http://schemas.openxmlformats.org/officeDocument/2006/relationships/tags" Target="../tags/tag109.xml"/><Relationship Id="rId6" Type="http://schemas.openxmlformats.org/officeDocument/2006/relationships/oleObject" Target="../embeddings/oleObject18.bin"/><Relationship Id="rId5" Type="http://schemas.openxmlformats.org/officeDocument/2006/relationships/slideMaster" Target="../slideMasters/slideMaster1.xml"/><Relationship Id="rId4" Type="http://schemas.openxmlformats.org/officeDocument/2006/relationships/tags" Target="../tags/tag112.xml"/></Relationships>
</file>

<file path=ppt/slideLayouts/_rels/slideLayout28.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tags" Target="../tags/tag115.xml"/><Relationship Id="rId7" Type="http://schemas.openxmlformats.org/officeDocument/2006/relationships/oleObject" Target="../embeddings/oleObject19.bin"/><Relationship Id="rId2" Type="http://schemas.openxmlformats.org/officeDocument/2006/relationships/tags" Target="../tags/tag114.xml"/><Relationship Id="rId1" Type="http://schemas.openxmlformats.org/officeDocument/2006/relationships/tags" Target="../tags/tag113.xml"/><Relationship Id="rId6" Type="http://schemas.openxmlformats.org/officeDocument/2006/relationships/slideMaster" Target="../slideMasters/slideMaster1.xml"/><Relationship Id="rId5" Type="http://schemas.openxmlformats.org/officeDocument/2006/relationships/tags" Target="../tags/tag117.xml"/><Relationship Id="rId10" Type="http://schemas.openxmlformats.org/officeDocument/2006/relationships/image" Target="../media/image14.svg"/><Relationship Id="rId4" Type="http://schemas.openxmlformats.org/officeDocument/2006/relationships/tags" Target="../tags/tag116.xml"/><Relationship Id="rId9" Type="http://schemas.openxmlformats.org/officeDocument/2006/relationships/image" Target="../media/image13.png"/></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1.xml"/><Relationship Id="rId1" Type="http://schemas.openxmlformats.org/officeDocument/2006/relationships/tags" Target="../tags/tag118.xml"/><Relationship Id="rId4" Type="http://schemas.openxmlformats.org/officeDocument/2006/relationships/image" Target="../media/image8.emf"/></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slideMaster" Target="../slideMasters/slideMaster1.xml"/><Relationship Id="rId7" Type="http://schemas.openxmlformats.org/officeDocument/2006/relationships/image" Target="../media/image13.png"/><Relationship Id="rId2" Type="http://schemas.openxmlformats.org/officeDocument/2006/relationships/tags" Target="../tags/tag120.xml"/><Relationship Id="rId1" Type="http://schemas.openxmlformats.org/officeDocument/2006/relationships/tags" Target="../tags/tag119.xml"/><Relationship Id="rId6" Type="http://schemas.openxmlformats.org/officeDocument/2006/relationships/image" Target="../media/image17.jpeg"/><Relationship Id="rId5" Type="http://schemas.openxmlformats.org/officeDocument/2006/relationships/image" Target="../media/image8.emf"/><Relationship Id="rId4" Type="http://schemas.openxmlformats.org/officeDocument/2006/relationships/oleObject" Target="../embeddings/oleObject21.bin"/></Relationships>
</file>

<file path=ppt/slideLayouts/_rels/slideLayout31.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tags" Target="../tags/tag123.xml"/><Relationship Id="rId7" Type="http://schemas.openxmlformats.org/officeDocument/2006/relationships/slideMaster" Target="../slideMasters/slideMaster1.xml"/><Relationship Id="rId12" Type="http://schemas.openxmlformats.org/officeDocument/2006/relationships/image" Target="../media/image14.svg"/><Relationship Id="rId2" Type="http://schemas.openxmlformats.org/officeDocument/2006/relationships/tags" Target="../tags/tag122.xml"/><Relationship Id="rId1" Type="http://schemas.openxmlformats.org/officeDocument/2006/relationships/tags" Target="../tags/tag121.xml"/><Relationship Id="rId6" Type="http://schemas.openxmlformats.org/officeDocument/2006/relationships/tags" Target="../tags/tag126.xml"/><Relationship Id="rId11" Type="http://schemas.openxmlformats.org/officeDocument/2006/relationships/image" Target="../media/image13.png"/><Relationship Id="rId5" Type="http://schemas.openxmlformats.org/officeDocument/2006/relationships/tags" Target="../tags/tag125.xml"/><Relationship Id="rId10" Type="http://schemas.openxmlformats.org/officeDocument/2006/relationships/image" Target="../media/image17.jpeg"/><Relationship Id="rId4" Type="http://schemas.openxmlformats.org/officeDocument/2006/relationships/tags" Target="../tags/tag124.xml"/><Relationship Id="rId9" Type="http://schemas.openxmlformats.org/officeDocument/2006/relationships/image" Target="../media/image8.emf"/></Relationships>
</file>

<file path=ppt/slideLayouts/_rels/slideLayout32.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tags" Target="../tags/tag129.xml"/><Relationship Id="rId7" Type="http://schemas.openxmlformats.org/officeDocument/2006/relationships/oleObject" Target="../embeddings/oleObject22.bin"/><Relationship Id="rId2" Type="http://schemas.openxmlformats.org/officeDocument/2006/relationships/tags" Target="../tags/tag128.xml"/><Relationship Id="rId1" Type="http://schemas.openxmlformats.org/officeDocument/2006/relationships/tags" Target="../tags/tag127.xml"/><Relationship Id="rId6" Type="http://schemas.openxmlformats.org/officeDocument/2006/relationships/slideMaster" Target="../slideMasters/slideMaster1.xml"/><Relationship Id="rId11" Type="http://schemas.openxmlformats.org/officeDocument/2006/relationships/image" Target="../media/image14.svg"/><Relationship Id="rId5" Type="http://schemas.openxmlformats.org/officeDocument/2006/relationships/tags" Target="../tags/tag131.xml"/><Relationship Id="rId10" Type="http://schemas.openxmlformats.org/officeDocument/2006/relationships/image" Target="../media/image13.png"/><Relationship Id="rId4" Type="http://schemas.openxmlformats.org/officeDocument/2006/relationships/tags" Target="../tags/tag130.xml"/><Relationship Id="rId9" Type="http://schemas.openxmlformats.org/officeDocument/2006/relationships/image" Target="../media/image17.jpeg"/></Relationships>
</file>

<file path=ppt/slideLayouts/_rels/slideLayout33.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14.svg"/><Relationship Id="rId2" Type="http://schemas.openxmlformats.org/officeDocument/2006/relationships/tags" Target="../tags/tag133.xml"/><Relationship Id="rId1" Type="http://schemas.openxmlformats.org/officeDocument/2006/relationships/tags" Target="../tags/tag132.xml"/><Relationship Id="rId6" Type="http://schemas.openxmlformats.org/officeDocument/2006/relationships/image" Target="../media/image13.png"/><Relationship Id="rId5" Type="http://schemas.openxmlformats.org/officeDocument/2006/relationships/image" Target="../media/image8.emf"/><Relationship Id="rId4" Type="http://schemas.openxmlformats.org/officeDocument/2006/relationships/oleObject" Target="../embeddings/oleObject20.bin"/></Relationships>
</file>

<file path=ppt/slideLayouts/_rels/slideLayout34.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tags" Target="../tags/tag136.xml"/><Relationship Id="rId7" Type="http://schemas.openxmlformats.org/officeDocument/2006/relationships/oleObject" Target="../embeddings/oleObject20.bin"/><Relationship Id="rId2" Type="http://schemas.openxmlformats.org/officeDocument/2006/relationships/tags" Target="../tags/tag135.xml"/><Relationship Id="rId1" Type="http://schemas.openxmlformats.org/officeDocument/2006/relationships/tags" Target="../tags/tag134.xml"/><Relationship Id="rId6" Type="http://schemas.openxmlformats.org/officeDocument/2006/relationships/slideMaster" Target="../slideMasters/slideMaster1.xml"/><Relationship Id="rId5" Type="http://schemas.openxmlformats.org/officeDocument/2006/relationships/tags" Target="../tags/tag138.xml"/><Relationship Id="rId10" Type="http://schemas.openxmlformats.org/officeDocument/2006/relationships/image" Target="../media/image14.svg"/><Relationship Id="rId4" Type="http://schemas.openxmlformats.org/officeDocument/2006/relationships/tags" Target="../tags/tag137.xml"/><Relationship Id="rId9" Type="http://schemas.openxmlformats.org/officeDocument/2006/relationships/image" Target="../media/image13.png"/></Relationships>
</file>

<file path=ppt/slideLayouts/_rels/slideLayout35.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tags" Target="../tags/tag141.xml"/><Relationship Id="rId7" Type="http://schemas.openxmlformats.org/officeDocument/2006/relationships/oleObject" Target="../embeddings/oleObject23.bin"/><Relationship Id="rId2" Type="http://schemas.openxmlformats.org/officeDocument/2006/relationships/tags" Target="../tags/tag140.xml"/><Relationship Id="rId1" Type="http://schemas.openxmlformats.org/officeDocument/2006/relationships/tags" Target="../tags/tag139.xml"/><Relationship Id="rId6" Type="http://schemas.openxmlformats.org/officeDocument/2006/relationships/slideMaster" Target="../slideMasters/slideMaster1.xml"/><Relationship Id="rId5" Type="http://schemas.openxmlformats.org/officeDocument/2006/relationships/tags" Target="../tags/tag143.xml"/><Relationship Id="rId10" Type="http://schemas.openxmlformats.org/officeDocument/2006/relationships/image" Target="../media/image14.svg"/><Relationship Id="rId4" Type="http://schemas.openxmlformats.org/officeDocument/2006/relationships/tags" Target="../tags/tag142.xml"/><Relationship Id="rId9" Type="http://schemas.openxmlformats.org/officeDocument/2006/relationships/image" Target="../media/image13.png"/></Relationships>
</file>

<file path=ppt/slideLayouts/_rels/slideLayout36.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tags" Target="../tags/tag146.xml"/><Relationship Id="rId7" Type="http://schemas.openxmlformats.org/officeDocument/2006/relationships/image" Target="../media/image13.png"/><Relationship Id="rId2" Type="http://schemas.openxmlformats.org/officeDocument/2006/relationships/tags" Target="../tags/tag145.xml"/><Relationship Id="rId1" Type="http://schemas.openxmlformats.org/officeDocument/2006/relationships/tags" Target="../tags/tag144.xml"/><Relationship Id="rId6" Type="http://schemas.openxmlformats.org/officeDocument/2006/relationships/image" Target="../media/image8.emf"/><Relationship Id="rId5" Type="http://schemas.openxmlformats.org/officeDocument/2006/relationships/oleObject" Target="../embeddings/oleObject24.bin"/><Relationship Id="rId4"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7.wmf"/><Relationship Id="rId2" Type="http://schemas.openxmlformats.org/officeDocument/2006/relationships/tags" Target="../tags/tag148.xml"/><Relationship Id="rId1" Type="http://schemas.openxmlformats.org/officeDocument/2006/relationships/tags" Target="../tags/tag147.xml"/><Relationship Id="rId6" Type="http://schemas.openxmlformats.org/officeDocument/2006/relationships/image" Target="../media/image17.jpeg"/><Relationship Id="rId5" Type="http://schemas.openxmlformats.org/officeDocument/2006/relationships/image" Target="../media/image12.emf"/><Relationship Id="rId4" Type="http://schemas.openxmlformats.org/officeDocument/2006/relationships/oleObject" Target="../embeddings/oleObject21.bin"/></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1.xml"/><Relationship Id="rId1" Type="http://schemas.openxmlformats.org/officeDocument/2006/relationships/tags" Target="../tags/tag149.xml"/><Relationship Id="rId5" Type="http://schemas.openxmlformats.org/officeDocument/2006/relationships/image" Target="../media/image7.wmf"/><Relationship Id="rId4" Type="http://schemas.openxmlformats.org/officeDocument/2006/relationships/image" Target="../media/image12.emf"/></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graphicFrame>
        <p:nvGraphicFramePr>
          <p:cNvPr id="3" name="Objekt 2" hidden="1"/>
          <p:cNvGraphicFramePr>
            <a:graphicFrameLocks noChangeAspect="1"/>
          </p:cNvGraphicFramePr>
          <p:nvPr>
            <p:custDataLst>
              <p:tags r:id="rId1"/>
            </p:custDataLst>
            <p:extLst>
              <p:ext uri="{D42A27DB-BD31-4B8C-83A1-F6EECF244321}">
                <p14:modId xmlns:p14="http://schemas.microsoft.com/office/powerpoint/2010/main" val="3396980883"/>
              </p:ext>
            </p:extLst>
          </p:nvPr>
        </p:nvGraphicFramePr>
        <p:xfrm>
          <a:off x="1958" y="1589"/>
          <a:ext cx="1953" cy="1587"/>
        </p:xfrm>
        <a:graphic>
          <a:graphicData uri="http://schemas.openxmlformats.org/presentationml/2006/ole">
            <mc:AlternateContent xmlns:mc="http://schemas.openxmlformats.org/markup-compatibility/2006">
              <mc:Choice xmlns:v="urn:schemas-microsoft-com:vml" Requires="v">
                <p:oleObj name="think-cell Slide" r:id="rId5" imgW="244" imgH="245" progId="TCLayout.ActiveDocument.1">
                  <p:embed/>
                </p:oleObj>
              </mc:Choice>
              <mc:Fallback>
                <p:oleObj name="think-cell Slide" r:id="rId5" imgW="244" imgH="245" progId="TCLayout.ActiveDocument.1">
                  <p:embed/>
                  <p:pic>
                    <p:nvPicPr>
                      <p:cNvPr id="3" name="Objekt 2" hidden="1"/>
                      <p:cNvPicPr/>
                      <p:nvPr/>
                    </p:nvPicPr>
                    <p:blipFill>
                      <a:blip r:embed="rId6"/>
                      <a:stretch>
                        <a:fillRect/>
                      </a:stretch>
                    </p:blipFill>
                    <p:spPr>
                      <a:xfrm>
                        <a:off x="1958" y="1589"/>
                        <a:ext cx="1953" cy="1587"/>
                      </a:xfrm>
                      <a:prstGeom prst="rect">
                        <a:avLst/>
                      </a:prstGeom>
                    </p:spPr>
                  </p:pic>
                </p:oleObj>
              </mc:Fallback>
            </mc:AlternateContent>
          </a:graphicData>
        </a:graphic>
      </p:graphicFrame>
      <p:sp>
        <p:nvSpPr>
          <p:cNvPr id="21" name="Rectangle 20" hidden="1">
            <a:extLst>
              <a:ext uri="{FF2B5EF4-FFF2-40B4-BE49-F238E27FC236}">
                <a16:creationId xmlns:a16="http://schemas.microsoft.com/office/drawing/2014/main" id="{9B2ABA2A-5D99-42F6-8110-55826050891D}"/>
              </a:ext>
            </a:extLst>
          </p:cNvPr>
          <p:cNvSpPr/>
          <p:nvPr>
            <p:custDataLst>
              <p:tags r:id="rId2"/>
            </p:custDataLst>
          </p:nvPr>
        </p:nvSpPr>
        <p:spPr bwMode="auto">
          <a:xfrm>
            <a:off x="1" y="1"/>
            <a:ext cx="211667" cy="211667"/>
          </a:xfrm>
          <a:prstGeom prst="rect">
            <a:avLst/>
          </a:prstGeom>
          <a:solidFill>
            <a:schemeClr val="bg1"/>
          </a:solidFill>
          <a:ln w="9525" cap="flat" cmpd="sng" algn="ctr">
            <a:solidFill>
              <a:schemeClr val="accent3"/>
            </a:solidFill>
            <a:prstDash val="solid"/>
            <a:round/>
            <a:headEnd type="none" w="med" len="med"/>
            <a:tailEnd type="none" w="med" len="med"/>
          </a:ln>
          <a:effectLst/>
        </p:spPr>
        <p:txBody>
          <a:bodyPr vert="horz" wrap="none" lIns="0" tIns="0" rIns="0" bIns="0" numCol="1" spcCol="0" rtlCol="0" anchor="ctr" anchorCtr="0" compatLnSpc="1">
            <a:prstTxWarp prst="textNoShape">
              <a:avLst/>
            </a:prstTxWarp>
            <a:noAutofit/>
          </a:bodyPr>
          <a:lstStyle/>
          <a:p>
            <a:pPr marL="0" marR="0" lvl="0" indent="0" algn="l" defTabSz="1219140" rtl="0" eaLnBrk="0" fontAlgn="base" latinLnBrk="0" hangingPunct="0">
              <a:lnSpc>
                <a:spcPct val="100000"/>
              </a:lnSpc>
              <a:spcBef>
                <a:spcPct val="50000"/>
              </a:spcBef>
              <a:spcAft>
                <a:spcPct val="0"/>
              </a:spcAft>
              <a:buClr>
                <a:schemeClr val="accent1"/>
              </a:buClr>
              <a:buSzPct val="80000"/>
              <a:buFont typeface="Wingdings" pitchFamily="2" charset="2"/>
              <a:buNone/>
              <a:tabLst/>
            </a:pPr>
            <a:endParaRPr kumimoji="0" lang="en-US" sz="2667" b="1" i="0" u="none" strike="noStrike" cap="none" normalizeH="0" baseline="0" dirty="0">
              <a:ln>
                <a:noFill/>
              </a:ln>
              <a:solidFill>
                <a:schemeClr val="tx1"/>
              </a:solidFill>
              <a:effectLst/>
              <a:latin typeface="Arial" panose="020B0604020202020204" pitchFamily="34" charset="0"/>
              <a:ea typeface="+mj-ea"/>
              <a:cs typeface="+mj-cs"/>
              <a:sym typeface="Arial" panose="020B0604020202020204" pitchFamily="34" charset="0"/>
            </a:endParaRPr>
          </a:p>
        </p:txBody>
      </p:sp>
      <p:sp>
        <p:nvSpPr>
          <p:cNvPr id="3074" name="Rectangle 2"/>
          <p:cNvSpPr>
            <a:spLocks noGrp="1" noChangeArrowheads="1"/>
          </p:cNvSpPr>
          <p:nvPr>
            <p:ph type="ctrTitle" sz="quarter" hasCustomPrompt="1"/>
          </p:nvPr>
        </p:nvSpPr>
        <p:spPr>
          <a:xfrm>
            <a:off x="278400" y="2292275"/>
            <a:ext cx="6576000" cy="816000"/>
          </a:xfrm>
        </p:spPr>
        <p:txBody>
          <a:bodyPr vert="horz" anchor="t" anchorCtr="0"/>
          <a:lstStyle>
            <a:lvl1pPr>
              <a:lnSpc>
                <a:spcPct val="100000"/>
              </a:lnSpc>
              <a:defRPr cap="all" baseline="0">
                <a:solidFill>
                  <a:schemeClr val="accent1"/>
                </a:solidFill>
              </a:defRPr>
            </a:lvl1pPr>
          </a:lstStyle>
          <a:p>
            <a:r>
              <a:rPr lang="en-US" dirty="0"/>
              <a:t>CLICK TO ADD PRESENTATION TITLE max. 2 lines</a:t>
            </a:r>
          </a:p>
        </p:txBody>
      </p:sp>
      <p:sp>
        <p:nvSpPr>
          <p:cNvPr id="3075" name="Rectangle 3"/>
          <p:cNvSpPr>
            <a:spLocks noGrp="1" noChangeArrowheads="1"/>
          </p:cNvSpPr>
          <p:nvPr>
            <p:ph type="subTitle" sz="quarter" idx="1" hasCustomPrompt="1"/>
          </p:nvPr>
        </p:nvSpPr>
        <p:spPr>
          <a:xfrm>
            <a:off x="278400" y="3143175"/>
            <a:ext cx="6576000" cy="710400"/>
          </a:xfrm>
        </p:spPr>
        <p:txBody>
          <a:bodyPr wrap="none" tIns="39600" bIns="39600" anchor="t" anchorCtr="0"/>
          <a:lstStyle>
            <a:lvl1pPr>
              <a:lnSpc>
                <a:spcPct val="100000"/>
              </a:lnSpc>
              <a:spcBef>
                <a:spcPts val="0"/>
              </a:spcBef>
              <a:defRPr sz="2667" b="0" i="1" cap="all" baseline="0">
                <a:solidFill>
                  <a:schemeClr val="accent1"/>
                </a:solidFill>
              </a:defRPr>
            </a:lvl1pPr>
          </a:lstStyle>
          <a:p>
            <a:r>
              <a:rPr lang="en-US" dirty="0"/>
              <a:t>CLICK TO ADD Subtitle max. 1 line</a:t>
            </a:r>
          </a:p>
        </p:txBody>
      </p:sp>
      <p:sp>
        <p:nvSpPr>
          <p:cNvPr id="15" name="Textplatzhalter 14"/>
          <p:cNvSpPr>
            <a:spLocks noGrp="1"/>
          </p:cNvSpPr>
          <p:nvPr>
            <p:ph type="body" sz="quarter" idx="12" hasCustomPrompt="1"/>
          </p:nvPr>
        </p:nvSpPr>
        <p:spPr>
          <a:xfrm>
            <a:off x="278399" y="6091928"/>
            <a:ext cx="4800000" cy="288000"/>
          </a:xfrm>
        </p:spPr>
        <p:txBody>
          <a:bodyPr/>
          <a:lstStyle>
            <a:lvl1pPr algn="l" defTabSz="857208" rtl="0" eaLnBrk="0" fontAlgn="base" hangingPunct="0">
              <a:spcBef>
                <a:spcPct val="40000"/>
              </a:spcBef>
              <a:spcAft>
                <a:spcPct val="0"/>
              </a:spcAft>
              <a:buClrTx/>
              <a:buSzTx/>
              <a:buFontTx/>
              <a:buNone/>
              <a:defRPr lang="de-DE" sz="1867" b="0" kern="1200" baseline="0" dirty="0">
                <a:solidFill>
                  <a:schemeClr val="accent1"/>
                </a:solidFill>
                <a:latin typeface="+mn-lt"/>
                <a:ea typeface="+mn-ea"/>
                <a:cs typeface="+mn-cs"/>
              </a:defRPr>
            </a:lvl1pPr>
          </a:lstStyle>
          <a:p>
            <a:pPr lvl="0"/>
            <a:r>
              <a:rPr lang="en-US" dirty="0"/>
              <a:t>Location, Date [Month d, YYYY]</a:t>
            </a:r>
          </a:p>
        </p:txBody>
      </p:sp>
      <p:sp>
        <p:nvSpPr>
          <p:cNvPr id="13" name="Textplatzhalter 12"/>
          <p:cNvSpPr>
            <a:spLocks noGrp="1"/>
          </p:cNvSpPr>
          <p:nvPr>
            <p:ph type="body" sz="quarter" idx="11" hasCustomPrompt="1"/>
          </p:nvPr>
        </p:nvSpPr>
        <p:spPr>
          <a:xfrm>
            <a:off x="278400" y="4195201"/>
            <a:ext cx="4800000" cy="574516"/>
          </a:xfrm>
        </p:spPr>
        <p:txBody>
          <a:bodyPr anchor="t">
            <a:spAutoFit/>
          </a:bodyPr>
          <a:lstStyle>
            <a:lvl1pPr algn="l" defTabSz="857208" rtl="0" eaLnBrk="0" fontAlgn="base" hangingPunct="0">
              <a:spcBef>
                <a:spcPct val="0"/>
              </a:spcBef>
              <a:spcAft>
                <a:spcPct val="0"/>
              </a:spcAft>
              <a:buClrTx/>
              <a:buSzTx/>
              <a:buFontTx/>
              <a:buNone/>
              <a:defRPr lang="de-DE" sz="1867" b="0" kern="1200" baseline="0" dirty="0">
                <a:solidFill>
                  <a:schemeClr val="accent1"/>
                </a:solidFill>
                <a:latin typeface="+mn-lt"/>
                <a:ea typeface="+mn-ea"/>
                <a:cs typeface="+mn-cs"/>
              </a:defRPr>
            </a:lvl1pPr>
          </a:lstStyle>
          <a:p>
            <a:pPr lvl="0"/>
            <a:r>
              <a:rPr lang="en-US" dirty="0"/>
              <a:t>Author/Presenter</a:t>
            </a:r>
            <a:br>
              <a:rPr lang="en-US" dirty="0"/>
            </a:br>
            <a:r>
              <a:rPr lang="en-US" dirty="0"/>
              <a:t>(Title) First Name Last Name</a:t>
            </a:r>
          </a:p>
        </p:txBody>
      </p:sp>
      <p:pic>
        <p:nvPicPr>
          <p:cNvPr id="10" name="Picture 9">
            <a:extLst>
              <a:ext uri="{FF2B5EF4-FFF2-40B4-BE49-F238E27FC236}">
                <a16:creationId xmlns:a16="http://schemas.microsoft.com/office/drawing/2014/main" id="{259B81FD-F716-B662-176F-47270583E0D9}"/>
              </a:ext>
            </a:extLst>
          </p:cNvPr>
          <p:cNvPicPr>
            <a:picLocks noGrp="1" noRot="1" noChangeAspect="1" noMove="1" noResize="1" noEditPoints="1" noAdjustHandles="1" noChangeArrowheads="1" noChangeShapeType="1" noCrop="1"/>
          </p:cNvPicPr>
          <p:nvPr/>
        </p:nvPicPr>
        <p:blipFill>
          <a:blip r:embed="rId7" cstate="print">
            <a:extLst>
              <a:ext uri="{28A0092B-C50C-407E-A947-70E740481C1C}">
                <a14:useLocalDpi xmlns:a14="http://schemas.microsoft.com/office/drawing/2010/main" val="0"/>
              </a:ext>
            </a:extLst>
          </a:blip>
          <a:stretch>
            <a:fillRect/>
          </a:stretch>
        </p:blipFill>
        <p:spPr>
          <a:xfrm>
            <a:off x="4946510" y="332937"/>
            <a:ext cx="2298983" cy="552000"/>
          </a:xfrm>
          <a:prstGeom prst="rect">
            <a:avLst/>
          </a:prstGeom>
        </p:spPr>
      </p:pic>
      <p:sp>
        <p:nvSpPr>
          <p:cNvPr id="12" name="Cover Copyright">
            <a:extLst>
              <a:ext uri="{FF2B5EF4-FFF2-40B4-BE49-F238E27FC236}">
                <a16:creationId xmlns:a16="http://schemas.microsoft.com/office/drawing/2014/main" id="{432E2346-7057-D54D-565B-4D70EB839679}"/>
              </a:ext>
            </a:extLst>
          </p:cNvPr>
          <p:cNvSpPr>
            <a:spLocks noGrp="1" noRot="1" noMove="1" noResize="1" noEditPoints="1" noAdjustHandles="1" noChangeArrowheads="1" noChangeShapeType="1"/>
          </p:cNvSpPr>
          <p:nvPr/>
        </p:nvSpPr>
        <p:spPr bwMode="gray">
          <a:xfrm>
            <a:off x="11009746" y="1"/>
            <a:ext cx="1182255" cy="6858000"/>
          </a:xfrm>
          <a:prstGeom prst="rect">
            <a:avLst/>
          </a:prstGeom>
          <a:solidFill>
            <a:schemeClr val="bg1"/>
          </a:solidFill>
          <a:ln w="9525" cap="flat" cmpd="sng" algn="ctr">
            <a:noFill/>
            <a:prstDash val="solid"/>
            <a:round/>
            <a:headEnd type="none" w="med" len="med"/>
            <a:tailEnd type="none" w="med" len="med"/>
          </a:ln>
          <a:effectLst/>
        </p:spPr>
        <p:txBody>
          <a:bodyPr vert="horz" wrap="square" lIns="96000" tIns="96000" rIns="96000" bIns="96000" numCol="1" rtlCol="0" anchor="t" anchorCtr="0" compatLnSpc="1">
            <a:prstTxWarp prst="textNoShape">
              <a:avLst/>
            </a:prstTxWarp>
          </a:bodyPr>
          <a:lstStyle/>
          <a:p>
            <a:pPr marL="2117" algn="l" defTabSz="1142971" fontAlgn="base">
              <a:spcBef>
                <a:spcPct val="40000"/>
              </a:spcBef>
              <a:spcAft>
                <a:spcPct val="0"/>
              </a:spcAft>
              <a:buClr>
                <a:schemeClr val="accent1"/>
              </a:buClr>
              <a:buSzPct val="70000"/>
            </a:pPr>
            <a:endParaRPr lang="en-US" sz="1867" dirty="0"/>
          </a:p>
        </p:txBody>
      </p:sp>
      <p:sp>
        <p:nvSpPr>
          <p:cNvPr id="5" name="Textplatzhalter 30">
            <a:extLst>
              <a:ext uri="{FF2B5EF4-FFF2-40B4-BE49-F238E27FC236}">
                <a16:creationId xmlns:a16="http://schemas.microsoft.com/office/drawing/2014/main" id="{B3F6EBC8-71F0-F926-118A-292B0D82BD31}"/>
              </a:ext>
            </a:extLst>
          </p:cNvPr>
          <p:cNvSpPr>
            <a:spLocks noGrp="1"/>
          </p:cNvSpPr>
          <p:nvPr>
            <p:ph type="body" sz="quarter" idx="15" hasCustomPrompt="1"/>
          </p:nvPr>
        </p:nvSpPr>
        <p:spPr bwMode="gray">
          <a:xfrm>
            <a:off x="278400" y="1810796"/>
            <a:ext cx="6576000" cy="287259"/>
          </a:xfrm>
          <a:prstGeom prst="rect">
            <a:avLst/>
          </a:prstGeom>
          <a:noFill/>
          <a:ln w="9525">
            <a:noFill/>
            <a:miter lim="800000"/>
            <a:headEnd/>
            <a:tailEnd/>
          </a:ln>
        </p:spPr>
        <p:txBody>
          <a:bodyPr wrap="none" lIns="0" tIns="0" rIns="0" bIns="0" anchor="ctr">
            <a:noAutofit/>
          </a:bodyPr>
          <a:lstStyle>
            <a:lvl1pPr algn="l" rtl="0">
              <a:defRPr sz="1867" b="0" i="0" cap="none" baseline="0">
                <a:solidFill>
                  <a:schemeClr val="accent1"/>
                </a:solidFill>
              </a:defRPr>
            </a:lvl1pPr>
          </a:lstStyle>
          <a:p>
            <a:pPr lvl="0"/>
            <a:r>
              <a:rPr lang="en-US" dirty="0"/>
              <a:t>Click to add Horváth Content Format</a:t>
            </a:r>
          </a:p>
        </p:txBody>
      </p:sp>
      <p:sp>
        <p:nvSpPr>
          <p:cNvPr id="2" name="MIO_Placeholder_Mapping" hidden="1">
            <a:extLst>
              <a:ext uri="{FF2B5EF4-FFF2-40B4-BE49-F238E27FC236}">
                <a16:creationId xmlns:a16="http://schemas.microsoft.com/office/drawing/2014/main" id="{23A07EB7-8FF6-5699-5D9C-34D346FD7DBF}"/>
              </a:ext>
            </a:extLst>
          </p:cNvPr>
          <p:cNvSpPr/>
          <p:nvPr>
            <p:custDataLst>
              <p:tags r:id="rId3"/>
            </p:custDataLst>
          </p:nvPr>
        </p:nvSpPr>
        <p:spPr bwMode="auto">
          <a:xfrm>
            <a:off x="0" y="0"/>
            <a:ext cx="0" cy="0"/>
          </a:xfrm>
          <a:prstGeom prst="rect">
            <a:avLst/>
          </a:prstGeom>
          <a:solidFill>
            <a:schemeClr val="bg1"/>
          </a:solidFill>
          <a:ln w="9525" cap="flat" cmpd="sng" algn="ctr">
            <a:solidFill>
              <a:schemeClr val="accent3"/>
            </a:solidFill>
            <a:prstDash val="solid"/>
            <a:miter lim="800000"/>
            <a:headEnd type="none" w="med" len="med"/>
            <a:tailEnd type="none" w="med" len="med"/>
          </a:ln>
          <a:effectLst/>
        </p:spPr>
        <p:txBody>
          <a:bodyPr vert="horz" wrap="square" lIns="192000" tIns="192000" rIns="192000" bIns="192000" numCol="1" rtlCol="0" anchor="t" anchorCtr="0" compatLnSpc="1">
            <a:prstTxWarp prst="textNoShape">
              <a:avLst/>
            </a:prstTxWarp>
          </a:bodyPr>
          <a:lstStyle/>
          <a:p>
            <a:pPr marL="2117" algn="l" defTabSz="1142971" fontAlgn="base">
              <a:spcBef>
                <a:spcPct val="40000"/>
              </a:spcBef>
              <a:spcAft>
                <a:spcPct val="0"/>
              </a:spcAft>
              <a:buClr>
                <a:schemeClr val="accent1"/>
              </a:buClr>
              <a:buSzPct val="70000"/>
            </a:pPr>
            <a:endParaRPr lang="de-DE" sz="1600" dirty="0" err="1"/>
          </a:p>
        </p:txBody>
      </p:sp>
    </p:spTree>
    <p:extLst>
      <p:ext uri="{BB962C8B-B14F-4D97-AF65-F5344CB8AC3E}">
        <p14:creationId xmlns:p14="http://schemas.microsoft.com/office/powerpoint/2010/main" val="310914920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HOR Group">
    <p:spTree>
      <p:nvGrpSpPr>
        <p:cNvPr id="1" name=""/>
        <p:cNvGrpSpPr/>
        <p:nvPr/>
      </p:nvGrpSpPr>
      <p:grpSpPr>
        <a:xfrm>
          <a:off x="0" y="0"/>
          <a:ext cx="0" cy="0"/>
          <a:chOff x="0" y="0"/>
          <a:chExt cx="0" cy="0"/>
        </a:xfrm>
      </p:grpSpPr>
      <p:graphicFrame>
        <p:nvGraphicFramePr>
          <p:cNvPr id="3" name="Objekt 2" hidden="1"/>
          <p:cNvGraphicFramePr>
            <a:graphicFrameLocks noChangeAspect="1"/>
          </p:cNvGraphicFramePr>
          <p:nvPr>
            <p:custDataLst>
              <p:tags r:id="rId1"/>
            </p:custDataLst>
            <p:extLst>
              <p:ext uri="{D42A27DB-BD31-4B8C-83A1-F6EECF244321}">
                <p14:modId xmlns:p14="http://schemas.microsoft.com/office/powerpoint/2010/main" val="3077071061"/>
              </p:ext>
            </p:extLst>
          </p:nvPr>
        </p:nvGraphicFramePr>
        <p:xfrm>
          <a:off x="1958" y="1589"/>
          <a:ext cx="1953" cy="1587"/>
        </p:xfrm>
        <a:graphic>
          <a:graphicData uri="http://schemas.openxmlformats.org/presentationml/2006/ole">
            <mc:AlternateContent xmlns:mc="http://schemas.openxmlformats.org/markup-compatibility/2006">
              <mc:Choice xmlns:v="urn:schemas-microsoft-com:vml" Requires="v">
                <p:oleObj name="think-cell Slide" r:id="rId4" imgW="244" imgH="245" progId="TCLayout.ActiveDocument.1">
                  <p:embed/>
                </p:oleObj>
              </mc:Choice>
              <mc:Fallback>
                <p:oleObj name="think-cell Slide" r:id="rId4" imgW="244" imgH="245" progId="TCLayout.ActiveDocument.1">
                  <p:embed/>
                  <p:pic>
                    <p:nvPicPr>
                      <p:cNvPr id="3" name="Objekt 2" hidden="1"/>
                      <p:cNvPicPr/>
                      <p:nvPr/>
                    </p:nvPicPr>
                    <p:blipFill>
                      <a:blip r:embed="rId5"/>
                      <a:stretch>
                        <a:fillRect/>
                      </a:stretch>
                    </p:blipFill>
                    <p:spPr>
                      <a:xfrm>
                        <a:off x="1958" y="1589"/>
                        <a:ext cx="1953" cy="1587"/>
                      </a:xfrm>
                      <a:prstGeom prst="rect">
                        <a:avLst/>
                      </a:prstGeom>
                    </p:spPr>
                  </p:pic>
                </p:oleObj>
              </mc:Fallback>
            </mc:AlternateContent>
          </a:graphicData>
        </a:graphic>
      </p:graphicFrame>
      <p:pic>
        <p:nvPicPr>
          <p:cNvPr id="8" name="Picture 7">
            <a:extLst>
              <a:ext uri="{FF2B5EF4-FFF2-40B4-BE49-F238E27FC236}">
                <a16:creationId xmlns:a16="http://schemas.microsoft.com/office/drawing/2014/main" id="{A9B708A3-81E9-6774-1D66-80D9BBC48E20}"/>
              </a:ext>
            </a:extLst>
          </p:cNvPr>
          <p:cNvPicPr>
            <a:picLocks noGrp="1" noRot="1" noChangeAspect="1" noMove="1" noResize="1" noEditPoints="1" noAdjustHandles="1" noChangeArrowheads="1" noChangeShapeType="1" noCrop="1"/>
          </p:cNvPicPr>
          <p:nvPr/>
        </p:nvPicPr>
        <p:blipFill>
          <a:blip r:embed="rId6"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1" name="Rectangle 20" hidden="1">
            <a:extLst>
              <a:ext uri="{FF2B5EF4-FFF2-40B4-BE49-F238E27FC236}">
                <a16:creationId xmlns:a16="http://schemas.microsoft.com/office/drawing/2014/main" id="{9B2ABA2A-5D99-42F6-8110-55826050891D}"/>
              </a:ext>
            </a:extLst>
          </p:cNvPr>
          <p:cNvSpPr/>
          <p:nvPr>
            <p:custDataLst>
              <p:tags r:id="rId2"/>
            </p:custDataLst>
          </p:nvPr>
        </p:nvSpPr>
        <p:spPr bwMode="auto">
          <a:xfrm>
            <a:off x="1" y="1"/>
            <a:ext cx="211667" cy="211667"/>
          </a:xfrm>
          <a:prstGeom prst="rect">
            <a:avLst/>
          </a:prstGeom>
          <a:solidFill>
            <a:schemeClr val="bg1"/>
          </a:solidFill>
          <a:ln w="9525" cap="flat" cmpd="sng" algn="ctr">
            <a:solidFill>
              <a:schemeClr val="accent3"/>
            </a:solidFill>
            <a:prstDash val="solid"/>
            <a:round/>
            <a:headEnd type="none" w="med" len="med"/>
            <a:tailEnd type="none" w="med" len="med"/>
          </a:ln>
          <a:effectLst/>
        </p:spPr>
        <p:txBody>
          <a:bodyPr vert="horz" wrap="none" lIns="0" tIns="0" rIns="0" bIns="0" numCol="1" spcCol="0" rtlCol="0" anchor="ctr" anchorCtr="0" compatLnSpc="1">
            <a:prstTxWarp prst="textNoShape">
              <a:avLst/>
            </a:prstTxWarp>
            <a:noAutofit/>
          </a:bodyPr>
          <a:lstStyle/>
          <a:p>
            <a:pPr marL="0" marR="0" lvl="0" indent="0" algn="l" defTabSz="1219140" rtl="0" eaLnBrk="0" fontAlgn="base" latinLnBrk="0" hangingPunct="0">
              <a:lnSpc>
                <a:spcPct val="100000"/>
              </a:lnSpc>
              <a:spcBef>
                <a:spcPct val="50000"/>
              </a:spcBef>
              <a:spcAft>
                <a:spcPct val="0"/>
              </a:spcAft>
              <a:buClr>
                <a:schemeClr val="accent1"/>
              </a:buClr>
              <a:buSzPct val="80000"/>
              <a:buFont typeface="Wingdings" pitchFamily="2" charset="2"/>
              <a:buNone/>
              <a:tabLst/>
            </a:pPr>
            <a:endParaRPr kumimoji="0" lang="en-US" sz="2667" b="1" i="0" u="none" strike="noStrike" cap="none" normalizeH="0" baseline="0" dirty="0">
              <a:ln>
                <a:noFill/>
              </a:ln>
              <a:solidFill>
                <a:schemeClr val="tx1"/>
              </a:solidFill>
              <a:effectLst/>
              <a:latin typeface="Arial" panose="020B0604020202020204" pitchFamily="34" charset="0"/>
              <a:ea typeface="+mj-ea"/>
              <a:cs typeface="+mj-cs"/>
              <a:sym typeface="Arial" panose="020B0604020202020204" pitchFamily="34" charset="0"/>
            </a:endParaRPr>
          </a:p>
        </p:txBody>
      </p:sp>
      <p:sp>
        <p:nvSpPr>
          <p:cNvPr id="3074" name="Rectangle 2"/>
          <p:cNvSpPr>
            <a:spLocks noGrp="1" noChangeArrowheads="1"/>
          </p:cNvSpPr>
          <p:nvPr>
            <p:ph type="ctrTitle" sz="quarter" hasCustomPrompt="1"/>
          </p:nvPr>
        </p:nvSpPr>
        <p:spPr>
          <a:xfrm>
            <a:off x="278400" y="2292275"/>
            <a:ext cx="6576000" cy="816000"/>
          </a:xfrm>
        </p:spPr>
        <p:txBody>
          <a:bodyPr vert="horz" anchor="t" anchorCtr="0"/>
          <a:lstStyle>
            <a:lvl1pPr>
              <a:lnSpc>
                <a:spcPct val="100000"/>
              </a:lnSpc>
              <a:defRPr cap="all" baseline="0">
                <a:solidFill>
                  <a:schemeClr val="bg1"/>
                </a:solidFill>
              </a:defRPr>
            </a:lvl1pPr>
          </a:lstStyle>
          <a:p>
            <a:r>
              <a:rPr lang="en-US" dirty="0"/>
              <a:t>CLICK TO ADD PRESENTATION TITLE max. 2 lines</a:t>
            </a:r>
          </a:p>
        </p:txBody>
      </p:sp>
      <p:sp>
        <p:nvSpPr>
          <p:cNvPr id="3075" name="Rectangle 3"/>
          <p:cNvSpPr>
            <a:spLocks noGrp="1" noChangeArrowheads="1"/>
          </p:cNvSpPr>
          <p:nvPr>
            <p:ph type="subTitle" sz="quarter" idx="1" hasCustomPrompt="1"/>
          </p:nvPr>
        </p:nvSpPr>
        <p:spPr>
          <a:xfrm>
            <a:off x="278400" y="3143175"/>
            <a:ext cx="6576000" cy="710400"/>
          </a:xfrm>
        </p:spPr>
        <p:txBody>
          <a:bodyPr wrap="none" tIns="39600" bIns="39600" anchor="t" anchorCtr="0"/>
          <a:lstStyle>
            <a:lvl1pPr>
              <a:lnSpc>
                <a:spcPct val="100000"/>
              </a:lnSpc>
              <a:spcBef>
                <a:spcPts val="0"/>
              </a:spcBef>
              <a:defRPr sz="2667" b="0" i="1" cap="all" baseline="0">
                <a:solidFill>
                  <a:schemeClr val="bg1"/>
                </a:solidFill>
              </a:defRPr>
            </a:lvl1pPr>
          </a:lstStyle>
          <a:p>
            <a:r>
              <a:rPr lang="en-US" dirty="0"/>
              <a:t>CLICK TO ADD Subtitle max. 1 line</a:t>
            </a:r>
          </a:p>
        </p:txBody>
      </p:sp>
      <p:sp>
        <p:nvSpPr>
          <p:cNvPr id="15" name="Textplatzhalter 14"/>
          <p:cNvSpPr>
            <a:spLocks noGrp="1"/>
          </p:cNvSpPr>
          <p:nvPr>
            <p:ph type="body" sz="quarter" idx="12" hasCustomPrompt="1"/>
          </p:nvPr>
        </p:nvSpPr>
        <p:spPr>
          <a:xfrm>
            <a:off x="278399" y="6091928"/>
            <a:ext cx="4800000" cy="288000"/>
          </a:xfrm>
        </p:spPr>
        <p:txBody>
          <a:bodyPr/>
          <a:lstStyle>
            <a:lvl1pPr algn="l" defTabSz="857208" rtl="0" eaLnBrk="0" fontAlgn="base" hangingPunct="0">
              <a:spcBef>
                <a:spcPct val="40000"/>
              </a:spcBef>
              <a:spcAft>
                <a:spcPct val="0"/>
              </a:spcAft>
              <a:buClrTx/>
              <a:buSzTx/>
              <a:buFontTx/>
              <a:buNone/>
              <a:defRPr lang="de-DE" sz="1867" b="0" kern="1200" baseline="0" dirty="0">
                <a:solidFill>
                  <a:schemeClr val="bg1"/>
                </a:solidFill>
                <a:latin typeface="+mn-lt"/>
                <a:ea typeface="+mn-ea"/>
                <a:cs typeface="+mn-cs"/>
              </a:defRPr>
            </a:lvl1pPr>
          </a:lstStyle>
          <a:p>
            <a:pPr lvl="0"/>
            <a:r>
              <a:rPr lang="en-US" dirty="0"/>
              <a:t>Location, Date [Month d, YYYY]</a:t>
            </a:r>
          </a:p>
        </p:txBody>
      </p:sp>
      <p:pic>
        <p:nvPicPr>
          <p:cNvPr id="2" name="Picture 1">
            <a:extLst>
              <a:ext uri="{FF2B5EF4-FFF2-40B4-BE49-F238E27FC236}">
                <a16:creationId xmlns:a16="http://schemas.microsoft.com/office/drawing/2014/main" id="{6EF21331-46F4-E6C3-F591-743F764F02AB}"/>
              </a:ext>
            </a:extLst>
          </p:cNvPr>
          <p:cNvPicPr>
            <a:picLocks noGrp="1" noRot="1" noChangeAspect="1" noMove="1" noResize="1" noEditPoints="1" noAdjustHandles="1" noChangeArrowheads="1" noChangeShapeType="1" noCrop="1"/>
          </p:cNvPicPr>
          <p:nvPr/>
        </p:nvPicPr>
        <p:blipFill>
          <a:blip r:embed="rId7" cstate="print">
            <a:extLst>
              <a:ext uri="{28A0092B-C50C-407E-A947-70E740481C1C}">
                <a14:useLocalDpi xmlns:a14="http://schemas.microsoft.com/office/drawing/2010/main" val="0"/>
              </a:ext>
            </a:extLst>
          </a:blip>
          <a:stretch>
            <a:fillRect/>
          </a:stretch>
        </p:blipFill>
        <p:spPr>
          <a:xfrm>
            <a:off x="4946510" y="332937"/>
            <a:ext cx="2298983" cy="552000"/>
          </a:xfrm>
          <a:prstGeom prst="rect">
            <a:avLst/>
          </a:prstGeom>
        </p:spPr>
      </p:pic>
      <p:sp>
        <p:nvSpPr>
          <p:cNvPr id="13" name="Textplatzhalter 12"/>
          <p:cNvSpPr>
            <a:spLocks noGrp="1"/>
          </p:cNvSpPr>
          <p:nvPr>
            <p:ph type="body" sz="quarter" idx="11" hasCustomPrompt="1"/>
          </p:nvPr>
        </p:nvSpPr>
        <p:spPr>
          <a:xfrm>
            <a:off x="278400" y="4197086"/>
            <a:ext cx="4800000" cy="574516"/>
          </a:xfrm>
        </p:spPr>
        <p:txBody>
          <a:bodyPr anchor="t">
            <a:spAutoFit/>
          </a:bodyPr>
          <a:lstStyle>
            <a:lvl1pPr algn="l" defTabSz="857208" rtl="0" eaLnBrk="0" fontAlgn="base" hangingPunct="0">
              <a:spcBef>
                <a:spcPct val="0"/>
              </a:spcBef>
              <a:spcAft>
                <a:spcPct val="0"/>
              </a:spcAft>
              <a:buClrTx/>
              <a:buSzTx/>
              <a:buFontTx/>
              <a:buNone/>
              <a:defRPr lang="de-DE" sz="1867" b="0" kern="1200" baseline="0" dirty="0">
                <a:solidFill>
                  <a:schemeClr val="bg1"/>
                </a:solidFill>
                <a:latin typeface="+mn-lt"/>
                <a:ea typeface="+mn-ea"/>
                <a:cs typeface="+mn-cs"/>
              </a:defRPr>
            </a:lvl1pPr>
          </a:lstStyle>
          <a:p>
            <a:pPr lvl="0"/>
            <a:r>
              <a:rPr lang="en-US" dirty="0"/>
              <a:t>Author/Presenter</a:t>
            </a:r>
            <a:br>
              <a:rPr lang="en-US" dirty="0"/>
            </a:br>
            <a:r>
              <a:rPr lang="en-US" dirty="0"/>
              <a:t>(Title) First Name Last Name</a:t>
            </a:r>
          </a:p>
        </p:txBody>
      </p:sp>
      <p:sp>
        <p:nvSpPr>
          <p:cNvPr id="4" name="Textplatzhalter 30">
            <a:extLst>
              <a:ext uri="{FF2B5EF4-FFF2-40B4-BE49-F238E27FC236}">
                <a16:creationId xmlns:a16="http://schemas.microsoft.com/office/drawing/2014/main" id="{95FC28BD-4115-41BC-7E77-7BD669F9F3AD}"/>
              </a:ext>
            </a:extLst>
          </p:cNvPr>
          <p:cNvSpPr>
            <a:spLocks noGrp="1"/>
          </p:cNvSpPr>
          <p:nvPr>
            <p:ph type="body" sz="quarter" idx="15" hasCustomPrompt="1"/>
          </p:nvPr>
        </p:nvSpPr>
        <p:spPr bwMode="gray">
          <a:xfrm>
            <a:off x="278400" y="1810796"/>
            <a:ext cx="6576000" cy="287259"/>
          </a:xfrm>
          <a:prstGeom prst="rect">
            <a:avLst/>
          </a:prstGeom>
          <a:noFill/>
          <a:ln w="9525">
            <a:noFill/>
            <a:miter lim="800000"/>
            <a:headEnd/>
            <a:tailEnd/>
          </a:ln>
        </p:spPr>
        <p:txBody>
          <a:bodyPr wrap="none" lIns="0" tIns="0" rIns="0" bIns="0" anchor="ctr">
            <a:noAutofit/>
          </a:bodyPr>
          <a:lstStyle>
            <a:lvl1pPr algn="l" rtl="0">
              <a:defRPr sz="1867" b="0" i="0" cap="none" baseline="0">
                <a:solidFill>
                  <a:schemeClr val="bg1"/>
                </a:solidFill>
              </a:defRPr>
            </a:lvl1pPr>
          </a:lstStyle>
          <a:p>
            <a:pPr lvl="0"/>
            <a:r>
              <a:rPr lang="en-US" dirty="0"/>
              <a:t>Click to add Horváth Content Format</a:t>
            </a:r>
          </a:p>
        </p:txBody>
      </p:sp>
      <p:sp>
        <p:nvSpPr>
          <p:cNvPr id="23" name="Text Placeholder 17">
            <a:extLst>
              <a:ext uri="{FF2B5EF4-FFF2-40B4-BE49-F238E27FC236}">
                <a16:creationId xmlns:a16="http://schemas.microsoft.com/office/drawing/2014/main" id="{365BFF6C-8E43-074D-6A2E-D19876C51CEE}"/>
              </a:ext>
            </a:extLst>
          </p:cNvPr>
          <p:cNvSpPr>
            <a:spLocks noGrp="1"/>
          </p:cNvSpPr>
          <p:nvPr>
            <p:ph type="body" sz="quarter" idx="24" hasCustomPrompt="1"/>
          </p:nvPr>
        </p:nvSpPr>
        <p:spPr bwMode="gray">
          <a:xfrm rot="10800000">
            <a:off x="7030533" y="5587200"/>
            <a:ext cx="5161467" cy="240000"/>
          </a:xfrm>
          <a:custGeom>
            <a:avLst/>
            <a:gdLst>
              <a:gd name="connsiteX0" fmla="*/ 0 w 3871100"/>
              <a:gd name="connsiteY0" fmla="*/ 0 h 180000"/>
              <a:gd name="connsiteX1" fmla="*/ 3871100 w 3871100"/>
              <a:gd name="connsiteY1" fmla="*/ 0 h 180000"/>
              <a:gd name="connsiteX2" fmla="*/ 3871100 w 3871100"/>
              <a:gd name="connsiteY2" fmla="*/ 180000 h 180000"/>
              <a:gd name="connsiteX3" fmla="*/ 0 w 3871100"/>
              <a:gd name="connsiteY3" fmla="*/ 180000 h 180000"/>
              <a:gd name="connsiteX4" fmla="*/ 0 w 3871100"/>
              <a:gd name="connsiteY4" fmla="*/ 0 h 180000"/>
              <a:gd name="connsiteX0" fmla="*/ 44879 w 3871100"/>
              <a:gd name="connsiteY0" fmla="*/ 0 h 180000"/>
              <a:gd name="connsiteX1" fmla="*/ 3871100 w 3871100"/>
              <a:gd name="connsiteY1" fmla="*/ 0 h 180000"/>
              <a:gd name="connsiteX2" fmla="*/ 3871100 w 3871100"/>
              <a:gd name="connsiteY2" fmla="*/ 180000 h 180000"/>
              <a:gd name="connsiteX3" fmla="*/ 0 w 3871100"/>
              <a:gd name="connsiteY3" fmla="*/ 180000 h 180000"/>
              <a:gd name="connsiteX4" fmla="*/ 0 w 3871100"/>
              <a:gd name="connsiteY4" fmla="*/ 0 h 180000"/>
              <a:gd name="connsiteX0" fmla="*/ 44879 w 3871100"/>
              <a:gd name="connsiteY0" fmla="*/ 0 h 180000"/>
              <a:gd name="connsiteX1" fmla="*/ 3871100 w 3871100"/>
              <a:gd name="connsiteY1" fmla="*/ 0 h 180000"/>
              <a:gd name="connsiteX2" fmla="*/ 3871100 w 3871100"/>
              <a:gd name="connsiteY2" fmla="*/ 180000 h 180000"/>
              <a:gd name="connsiteX3" fmla="*/ 0 w 3871100"/>
              <a:gd name="connsiteY3" fmla="*/ 180000 h 180000"/>
              <a:gd name="connsiteX4" fmla="*/ 0 w 3871100"/>
              <a:gd name="connsiteY4" fmla="*/ 0 h 180000"/>
              <a:gd name="connsiteX0" fmla="*/ 44879 w 3871100"/>
              <a:gd name="connsiteY0" fmla="*/ 0 h 180000"/>
              <a:gd name="connsiteX1" fmla="*/ 3871100 w 3871100"/>
              <a:gd name="connsiteY1" fmla="*/ 0 h 180000"/>
              <a:gd name="connsiteX2" fmla="*/ 3826221 w 3871100"/>
              <a:gd name="connsiteY2" fmla="*/ 180000 h 180000"/>
              <a:gd name="connsiteX3" fmla="*/ 0 w 3871100"/>
              <a:gd name="connsiteY3" fmla="*/ 180000 h 180000"/>
              <a:gd name="connsiteX4" fmla="*/ 0 w 3871100"/>
              <a:gd name="connsiteY4" fmla="*/ 0 h 180000"/>
              <a:gd name="connsiteX0" fmla="*/ 44879 w 3871100"/>
              <a:gd name="connsiteY0" fmla="*/ 0 h 180000"/>
              <a:gd name="connsiteX1" fmla="*/ 3871100 w 3871100"/>
              <a:gd name="connsiteY1" fmla="*/ 0 h 180000"/>
              <a:gd name="connsiteX2" fmla="*/ 3826221 w 3871100"/>
              <a:gd name="connsiteY2" fmla="*/ 180000 h 180000"/>
              <a:gd name="connsiteX3" fmla="*/ 0 w 3871100"/>
              <a:gd name="connsiteY3" fmla="*/ 180000 h 180000"/>
              <a:gd name="connsiteX4" fmla="*/ 0 w 3871100"/>
              <a:gd name="connsiteY4" fmla="*/ 0 h 180000"/>
              <a:gd name="connsiteX0" fmla="*/ 44879 w 3871100"/>
              <a:gd name="connsiteY0" fmla="*/ 0 h 180000"/>
              <a:gd name="connsiteX1" fmla="*/ 3871100 w 3871100"/>
              <a:gd name="connsiteY1" fmla="*/ 0 h 180000"/>
              <a:gd name="connsiteX2" fmla="*/ 3826221 w 3871100"/>
              <a:gd name="connsiteY2" fmla="*/ 180000 h 180000"/>
              <a:gd name="connsiteX3" fmla="*/ 0 w 3871100"/>
              <a:gd name="connsiteY3" fmla="*/ 180000 h 180000"/>
              <a:gd name="connsiteX4" fmla="*/ 0 w 3871100"/>
              <a:gd name="connsiteY4" fmla="*/ 0 h 18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1100" h="180000">
                <a:moveTo>
                  <a:pt x="44879" y="0"/>
                </a:moveTo>
                <a:lnTo>
                  <a:pt x="3871100" y="0"/>
                </a:lnTo>
                <a:lnTo>
                  <a:pt x="3826221" y="180000"/>
                </a:lnTo>
                <a:lnTo>
                  <a:pt x="0" y="180000"/>
                </a:lnTo>
                <a:lnTo>
                  <a:pt x="0" y="0"/>
                </a:lnTo>
                <a:close/>
              </a:path>
            </a:pathLst>
          </a:custGeom>
          <a:solidFill>
            <a:schemeClr val="bg1"/>
          </a:solidFill>
          <a:ln w="9525">
            <a:solidFill>
              <a:schemeClr val="bg1"/>
            </a:solidFill>
            <a:miter lim="800000"/>
            <a:headEnd/>
            <a:tailEnd/>
          </a:ln>
        </p:spPr>
        <p:txBody>
          <a:bodyPr/>
          <a:lstStyle>
            <a:lvl1pPr>
              <a:defRPr/>
            </a:lvl1pPr>
          </a:lstStyle>
          <a:p>
            <a:pPr lvl="0"/>
            <a:r>
              <a:rPr lang="en-US" dirty="0"/>
              <a:t>  </a:t>
            </a:r>
          </a:p>
        </p:txBody>
      </p:sp>
      <p:sp>
        <p:nvSpPr>
          <p:cNvPr id="24" name="Text Placeholder 17">
            <a:extLst>
              <a:ext uri="{FF2B5EF4-FFF2-40B4-BE49-F238E27FC236}">
                <a16:creationId xmlns:a16="http://schemas.microsoft.com/office/drawing/2014/main" id="{8F93523E-9F32-04AA-B535-F1F629D5EEBE}"/>
              </a:ext>
            </a:extLst>
          </p:cNvPr>
          <p:cNvSpPr>
            <a:spLocks noGrp="1"/>
          </p:cNvSpPr>
          <p:nvPr>
            <p:ph type="body" sz="quarter" idx="18" hasCustomPrompt="1"/>
          </p:nvPr>
        </p:nvSpPr>
        <p:spPr bwMode="gray">
          <a:xfrm rot="10800000">
            <a:off x="6908825" y="5587200"/>
            <a:ext cx="5280000" cy="720000"/>
          </a:xfrm>
          <a:custGeom>
            <a:avLst/>
            <a:gdLst>
              <a:gd name="connsiteX0" fmla="*/ 0 w 3960000"/>
              <a:gd name="connsiteY0" fmla="*/ 0 h 540000"/>
              <a:gd name="connsiteX1" fmla="*/ 3960000 w 3960000"/>
              <a:gd name="connsiteY1" fmla="*/ 0 h 540000"/>
              <a:gd name="connsiteX2" fmla="*/ 3960000 w 3960000"/>
              <a:gd name="connsiteY2" fmla="*/ 540000 h 540000"/>
              <a:gd name="connsiteX3" fmla="*/ 0 w 3960000"/>
              <a:gd name="connsiteY3" fmla="*/ 540000 h 540000"/>
              <a:gd name="connsiteX4" fmla="*/ 0 w 3960000"/>
              <a:gd name="connsiteY4" fmla="*/ 0 h 540000"/>
              <a:gd name="connsiteX0" fmla="*/ 134637 w 3960000"/>
              <a:gd name="connsiteY0" fmla="*/ 0 h 540000"/>
              <a:gd name="connsiteX1" fmla="*/ 3960000 w 3960000"/>
              <a:gd name="connsiteY1" fmla="*/ 0 h 540000"/>
              <a:gd name="connsiteX2" fmla="*/ 3960000 w 3960000"/>
              <a:gd name="connsiteY2" fmla="*/ 540000 h 540000"/>
              <a:gd name="connsiteX3" fmla="*/ 0 w 3960000"/>
              <a:gd name="connsiteY3" fmla="*/ 540000 h 540000"/>
              <a:gd name="connsiteX4" fmla="*/ 0 w 3960000"/>
              <a:gd name="connsiteY4" fmla="*/ 0 h 540000"/>
              <a:gd name="connsiteX0" fmla="*/ 134637 w 3960000"/>
              <a:gd name="connsiteY0" fmla="*/ 0 h 540000"/>
              <a:gd name="connsiteX1" fmla="*/ 3960000 w 3960000"/>
              <a:gd name="connsiteY1" fmla="*/ 0 h 540000"/>
              <a:gd name="connsiteX2" fmla="*/ 3960000 w 3960000"/>
              <a:gd name="connsiteY2" fmla="*/ 540000 h 540000"/>
              <a:gd name="connsiteX3" fmla="*/ 0 w 3960000"/>
              <a:gd name="connsiteY3" fmla="*/ 540000 h 540000"/>
              <a:gd name="connsiteX4" fmla="*/ 0 w 3960000"/>
              <a:gd name="connsiteY4" fmla="*/ 0 h 540000"/>
              <a:gd name="connsiteX0" fmla="*/ 134637 w 3960000"/>
              <a:gd name="connsiteY0" fmla="*/ 0 h 540000"/>
              <a:gd name="connsiteX1" fmla="*/ 3960000 w 3960000"/>
              <a:gd name="connsiteY1" fmla="*/ 0 h 540000"/>
              <a:gd name="connsiteX2" fmla="*/ 3825363 w 3960000"/>
              <a:gd name="connsiteY2" fmla="*/ 540000 h 540000"/>
              <a:gd name="connsiteX3" fmla="*/ 0 w 3960000"/>
              <a:gd name="connsiteY3" fmla="*/ 540000 h 540000"/>
              <a:gd name="connsiteX4" fmla="*/ 0 w 3960000"/>
              <a:gd name="connsiteY4" fmla="*/ 0 h 540000"/>
              <a:gd name="connsiteX0" fmla="*/ 134637 w 3960000"/>
              <a:gd name="connsiteY0" fmla="*/ 0 h 540000"/>
              <a:gd name="connsiteX1" fmla="*/ 3960000 w 3960000"/>
              <a:gd name="connsiteY1" fmla="*/ 0 h 540000"/>
              <a:gd name="connsiteX2" fmla="*/ 3825363 w 3960000"/>
              <a:gd name="connsiteY2" fmla="*/ 540000 h 540000"/>
              <a:gd name="connsiteX3" fmla="*/ 0 w 3960000"/>
              <a:gd name="connsiteY3" fmla="*/ 540000 h 540000"/>
              <a:gd name="connsiteX4" fmla="*/ 0 w 3960000"/>
              <a:gd name="connsiteY4" fmla="*/ 0 h 540000"/>
              <a:gd name="connsiteX0" fmla="*/ 134637 w 3960000"/>
              <a:gd name="connsiteY0" fmla="*/ 0 h 540000"/>
              <a:gd name="connsiteX1" fmla="*/ 3960000 w 3960000"/>
              <a:gd name="connsiteY1" fmla="*/ 0 h 540000"/>
              <a:gd name="connsiteX2" fmla="*/ 3825363 w 3960000"/>
              <a:gd name="connsiteY2" fmla="*/ 540000 h 540000"/>
              <a:gd name="connsiteX3" fmla="*/ 0 w 3960000"/>
              <a:gd name="connsiteY3" fmla="*/ 540000 h 540000"/>
              <a:gd name="connsiteX4" fmla="*/ 0 w 3960000"/>
              <a:gd name="connsiteY4" fmla="*/ 0 h 54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0000" h="540000">
                <a:moveTo>
                  <a:pt x="134637" y="0"/>
                </a:moveTo>
                <a:lnTo>
                  <a:pt x="3960000" y="0"/>
                </a:lnTo>
                <a:lnTo>
                  <a:pt x="3825363" y="540000"/>
                </a:lnTo>
                <a:lnTo>
                  <a:pt x="0" y="540000"/>
                </a:lnTo>
                <a:lnTo>
                  <a:pt x="0" y="0"/>
                </a:lnTo>
                <a:close/>
              </a:path>
            </a:pathLst>
          </a:custGeom>
          <a:solidFill>
            <a:schemeClr val="bg1"/>
          </a:solidFill>
          <a:ln w="9525">
            <a:solidFill>
              <a:schemeClr val="bg1"/>
            </a:solidFill>
            <a:miter lim="800000"/>
            <a:headEnd/>
            <a:tailEnd/>
          </a:ln>
        </p:spPr>
        <p:txBody>
          <a:bodyPr/>
          <a:lstStyle>
            <a:lvl1pPr>
              <a:defRPr/>
            </a:lvl1pPr>
          </a:lstStyle>
          <a:p>
            <a:pPr lvl="0"/>
            <a:r>
              <a:rPr lang="en-US" dirty="0"/>
              <a:t>  </a:t>
            </a:r>
          </a:p>
        </p:txBody>
      </p:sp>
      <p:sp>
        <p:nvSpPr>
          <p:cNvPr id="26" name="Text Placeholder 21">
            <a:extLst>
              <a:ext uri="{FF2B5EF4-FFF2-40B4-BE49-F238E27FC236}">
                <a16:creationId xmlns:a16="http://schemas.microsoft.com/office/drawing/2014/main" id="{13781441-E8D3-13B4-F28F-83D258056D95}"/>
              </a:ext>
            </a:extLst>
          </p:cNvPr>
          <p:cNvSpPr>
            <a:spLocks noGrp="1"/>
          </p:cNvSpPr>
          <p:nvPr>
            <p:ph type="body" sz="quarter" idx="19" hasCustomPrompt="1"/>
          </p:nvPr>
        </p:nvSpPr>
        <p:spPr>
          <a:xfrm>
            <a:off x="7245492" y="5768343"/>
            <a:ext cx="4668109" cy="357717"/>
          </a:xfrm>
        </p:spPr>
        <p:txBody>
          <a:bodyPr anchor="ctr" anchorCtr="0"/>
          <a:lstStyle>
            <a:lvl1pPr algn="ctr" rtl="0">
              <a:lnSpc>
                <a:spcPct val="90000"/>
              </a:lnSpc>
              <a:spcBef>
                <a:spcPts val="0"/>
              </a:spcBef>
              <a:defRPr sz="2667" b="1" i="1" cap="all">
                <a:solidFill>
                  <a:schemeClr val="accent1"/>
                </a:solidFill>
              </a:defRPr>
            </a:lvl1pPr>
            <a:lvl2pPr>
              <a:defRPr sz="2667" b="1" i="1" cap="all">
                <a:solidFill>
                  <a:schemeClr val="accent1"/>
                </a:solidFill>
              </a:defRPr>
            </a:lvl2pPr>
            <a:lvl3pPr>
              <a:defRPr sz="2667" b="1" i="1" cap="all">
                <a:solidFill>
                  <a:schemeClr val="accent1"/>
                </a:solidFill>
              </a:defRPr>
            </a:lvl3pPr>
            <a:lvl4pPr>
              <a:defRPr sz="2667" b="1" i="1" cap="all">
                <a:solidFill>
                  <a:schemeClr val="accent1"/>
                </a:solidFill>
              </a:defRPr>
            </a:lvl4pPr>
            <a:lvl5pPr>
              <a:defRPr sz="2667" b="1" i="1" cap="all">
                <a:solidFill>
                  <a:schemeClr val="accent1"/>
                </a:solidFill>
              </a:defRPr>
            </a:lvl5pPr>
          </a:lstStyle>
          <a:p>
            <a:pPr lvl="0"/>
            <a:r>
              <a:rPr lang="en-US" dirty="0"/>
              <a:t>ADD CLIENT NAME/Logo </a:t>
            </a:r>
          </a:p>
        </p:txBody>
      </p:sp>
      <p:sp>
        <p:nvSpPr>
          <p:cNvPr id="27" name="Text Placeholder 17">
            <a:extLst>
              <a:ext uri="{FF2B5EF4-FFF2-40B4-BE49-F238E27FC236}">
                <a16:creationId xmlns:a16="http://schemas.microsoft.com/office/drawing/2014/main" id="{B7A0EE5F-BE19-C27C-ADB0-F713CBD07586}"/>
              </a:ext>
            </a:extLst>
          </p:cNvPr>
          <p:cNvSpPr>
            <a:spLocks noGrp="1"/>
          </p:cNvSpPr>
          <p:nvPr>
            <p:ph type="body" sz="quarter" idx="22" hasCustomPrompt="1"/>
          </p:nvPr>
        </p:nvSpPr>
        <p:spPr bwMode="gray">
          <a:xfrm>
            <a:off x="-9524" y="5523577"/>
            <a:ext cx="7094400" cy="48000"/>
          </a:xfrm>
          <a:custGeom>
            <a:avLst/>
            <a:gdLst>
              <a:gd name="connsiteX0" fmla="*/ 0 w 5320800"/>
              <a:gd name="connsiteY0" fmla="*/ 0 h 36000"/>
              <a:gd name="connsiteX1" fmla="*/ 5320800 w 5320800"/>
              <a:gd name="connsiteY1" fmla="*/ 0 h 36000"/>
              <a:gd name="connsiteX2" fmla="*/ 5320800 w 5320800"/>
              <a:gd name="connsiteY2" fmla="*/ 36000 h 36000"/>
              <a:gd name="connsiteX3" fmla="*/ 0 w 5320800"/>
              <a:gd name="connsiteY3" fmla="*/ 36000 h 36000"/>
              <a:gd name="connsiteX4" fmla="*/ 0 w 5320800"/>
              <a:gd name="connsiteY4" fmla="*/ 0 h 36000"/>
              <a:gd name="connsiteX0" fmla="*/ 8976 w 5320800"/>
              <a:gd name="connsiteY0" fmla="*/ 0 h 36000"/>
              <a:gd name="connsiteX1" fmla="*/ 5320800 w 5320800"/>
              <a:gd name="connsiteY1" fmla="*/ 0 h 36000"/>
              <a:gd name="connsiteX2" fmla="*/ 5320800 w 5320800"/>
              <a:gd name="connsiteY2" fmla="*/ 36000 h 36000"/>
              <a:gd name="connsiteX3" fmla="*/ 0 w 5320800"/>
              <a:gd name="connsiteY3" fmla="*/ 36000 h 36000"/>
              <a:gd name="connsiteX4" fmla="*/ 0 w 5320800"/>
              <a:gd name="connsiteY4" fmla="*/ 0 h 36000"/>
              <a:gd name="connsiteX0" fmla="*/ 8976 w 5320800"/>
              <a:gd name="connsiteY0" fmla="*/ 0 h 36000"/>
              <a:gd name="connsiteX1" fmla="*/ 5320800 w 5320800"/>
              <a:gd name="connsiteY1" fmla="*/ 0 h 36000"/>
              <a:gd name="connsiteX2" fmla="*/ 5320800 w 5320800"/>
              <a:gd name="connsiteY2" fmla="*/ 36000 h 36000"/>
              <a:gd name="connsiteX3" fmla="*/ 0 w 5320800"/>
              <a:gd name="connsiteY3" fmla="*/ 36000 h 36000"/>
              <a:gd name="connsiteX4" fmla="*/ 0 w 5320800"/>
              <a:gd name="connsiteY4" fmla="*/ 0 h 36000"/>
              <a:gd name="connsiteX0" fmla="*/ 8976 w 5320800"/>
              <a:gd name="connsiteY0" fmla="*/ 0 h 36000"/>
              <a:gd name="connsiteX1" fmla="*/ 5320800 w 5320800"/>
              <a:gd name="connsiteY1" fmla="*/ 0 h 36000"/>
              <a:gd name="connsiteX2" fmla="*/ 5311824 w 5320800"/>
              <a:gd name="connsiteY2" fmla="*/ 36000 h 36000"/>
              <a:gd name="connsiteX3" fmla="*/ 0 w 5320800"/>
              <a:gd name="connsiteY3" fmla="*/ 36000 h 36000"/>
              <a:gd name="connsiteX4" fmla="*/ 0 w 5320800"/>
              <a:gd name="connsiteY4" fmla="*/ 0 h 36000"/>
              <a:gd name="connsiteX0" fmla="*/ 8976 w 5320800"/>
              <a:gd name="connsiteY0" fmla="*/ 0 h 36000"/>
              <a:gd name="connsiteX1" fmla="*/ 5320800 w 5320800"/>
              <a:gd name="connsiteY1" fmla="*/ 0 h 36000"/>
              <a:gd name="connsiteX2" fmla="*/ 5311824 w 5320800"/>
              <a:gd name="connsiteY2" fmla="*/ 36000 h 36000"/>
              <a:gd name="connsiteX3" fmla="*/ 0 w 5320800"/>
              <a:gd name="connsiteY3" fmla="*/ 36000 h 36000"/>
              <a:gd name="connsiteX4" fmla="*/ 0 w 5320800"/>
              <a:gd name="connsiteY4" fmla="*/ 0 h 36000"/>
              <a:gd name="connsiteX0" fmla="*/ 8976 w 5320800"/>
              <a:gd name="connsiteY0" fmla="*/ 0 h 36000"/>
              <a:gd name="connsiteX1" fmla="*/ 5320800 w 5320800"/>
              <a:gd name="connsiteY1" fmla="*/ 0 h 36000"/>
              <a:gd name="connsiteX2" fmla="*/ 5311824 w 5320800"/>
              <a:gd name="connsiteY2" fmla="*/ 36000 h 36000"/>
              <a:gd name="connsiteX3" fmla="*/ 0 w 5320800"/>
              <a:gd name="connsiteY3" fmla="*/ 36000 h 36000"/>
              <a:gd name="connsiteX4" fmla="*/ 0 w 5320800"/>
              <a:gd name="connsiteY4" fmla="*/ 0 h 3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0800" h="36000">
                <a:moveTo>
                  <a:pt x="8976" y="0"/>
                </a:moveTo>
                <a:lnTo>
                  <a:pt x="5320800" y="0"/>
                </a:lnTo>
                <a:lnTo>
                  <a:pt x="5311824" y="36000"/>
                </a:lnTo>
                <a:lnTo>
                  <a:pt x="0" y="36000"/>
                </a:lnTo>
                <a:lnTo>
                  <a:pt x="0" y="0"/>
                </a:lnTo>
                <a:close/>
              </a:path>
            </a:pathLst>
          </a:custGeom>
          <a:solidFill>
            <a:schemeClr val="bg1"/>
          </a:solidFill>
          <a:ln w="9525">
            <a:solidFill>
              <a:schemeClr val="bg1"/>
            </a:solidFill>
            <a:miter lim="800000"/>
            <a:headEnd/>
            <a:tailEnd/>
          </a:ln>
        </p:spPr>
        <p:txBody>
          <a:bodyPr/>
          <a:lstStyle>
            <a:lvl1pPr>
              <a:defRPr/>
            </a:lvl1pPr>
          </a:lstStyle>
          <a:p>
            <a:pPr lvl="0"/>
            <a:r>
              <a:rPr lang="en-US" dirty="0"/>
              <a:t>   </a:t>
            </a:r>
          </a:p>
        </p:txBody>
      </p:sp>
    </p:spTree>
    <p:extLst>
      <p:ext uri="{BB962C8B-B14F-4D97-AF65-F5344CB8AC3E}">
        <p14:creationId xmlns:p14="http://schemas.microsoft.com/office/powerpoint/2010/main" val="85075403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icture">
    <p:spTree>
      <p:nvGrpSpPr>
        <p:cNvPr id="1" name=""/>
        <p:cNvGrpSpPr/>
        <p:nvPr/>
      </p:nvGrpSpPr>
      <p:grpSpPr>
        <a:xfrm>
          <a:off x="0" y="0"/>
          <a:ext cx="0" cy="0"/>
          <a:chOff x="0" y="0"/>
          <a:chExt cx="0" cy="0"/>
        </a:xfrm>
      </p:grpSpPr>
      <p:graphicFrame>
        <p:nvGraphicFramePr>
          <p:cNvPr id="3" name="Objekt 2" hidden="1"/>
          <p:cNvGraphicFramePr>
            <a:graphicFrameLocks noChangeAspect="1"/>
          </p:cNvGraphicFramePr>
          <p:nvPr>
            <p:custDataLst>
              <p:tags r:id="rId1"/>
            </p:custDataLst>
            <p:extLst>
              <p:ext uri="{D42A27DB-BD31-4B8C-83A1-F6EECF244321}">
                <p14:modId xmlns:p14="http://schemas.microsoft.com/office/powerpoint/2010/main" val="1264540845"/>
              </p:ext>
            </p:extLst>
          </p:nvPr>
        </p:nvGraphicFramePr>
        <p:xfrm>
          <a:off x="1958" y="1589"/>
          <a:ext cx="1953" cy="1587"/>
        </p:xfrm>
        <a:graphic>
          <a:graphicData uri="http://schemas.openxmlformats.org/presentationml/2006/ole">
            <mc:AlternateContent xmlns:mc="http://schemas.openxmlformats.org/markup-compatibility/2006">
              <mc:Choice xmlns:v="urn:schemas-microsoft-com:vml" Requires="v">
                <p:oleObj name="think-cell Slide" r:id="rId4" imgW="244" imgH="245" progId="TCLayout.ActiveDocument.1">
                  <p:embed/>
                </p:oleObj>
              </mc:Choice>
              <mc:Fallback>
                <p:oleObj name="think-cell Slide" r:id="rId4" imgW="244" imgH="245" progId="TCLayout.ActiveDocument.1">
                  <p:embed/>
                  <p:pic>
                    <p:nvPicPr>
                      <p:cNvPr id="3" name="Objekt 2" hidden="1"/>
                      <p:cNvPicPr/>
                      <p:nvPr/>
                    </p:nvPicPr>
                    <p:blipFill>
                      <a:blip r:embed="rId5"/>
                      <a:stretch>
                        <a:fillRect/>
                      </a:stretch>
                    </p:blipFill>
                    <p:spPr>
                      <a:xfrm>
                        <a:off x="1958" y="1589"/>
                        <a:ext cx="1953" cy="1587"/>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B76AAB47-8832-56FC-3CBF-6294D0E4AC0F}"/>
              </a:ext>
            </a:extLst>
          </p:cNvPr>
          <p:cNvPicPr/>
          <p:nvPr/>
        </p:nvPicPr>
        <p:blipFill>
          <a:blip r:embed="rId6" cstate="print">
            <a:extLst>
              <a:ext uri="{28A0092B-C50C-407E-A947-70E740481C1C}">
                <a14:useLocalDpi xmlns:a14="http://schemas.microsoft.com/office/drawing/2010/main" val="0"/>
              </a:ext>
            </a:extLst>
          </a:blip>
          <a:stretch>
            <a:fillRect/>
          </a:stretch>
        </p:blipFill>
        <p:spPr>
          <a:xfrm>
            <a:off x="4946510" y="332937"/>
            <a:ext cx="2298983" cy="552000"/>
          </a:xfrm>
          <a:prstGeom prst="rect">
            <a:avLst/>
          </a:prstGeom>
        </p:spPr>
      </p:pic>
      <p:sp>
        <p:nvSpPr>
          <p:cNvPr id="8" name="Bildplatzhalter">
            <a:extLst>
              <a:ext uri="{FF2B5EF4-FFF2-40B4-BE49-F238E27FC236}">
                <a16:creationId xmlns:a16="http://schemas.microsoft.com/office/drawing/2014/main" id="{87FFD124-4F28-E039-4A93-773B0E1BAB63}"/>
              </a:ext>
            </a:extLst>
          </p:cNvPr>
          <p:cNvSpPr>
            <a:spLocks noGrp="1"/>
          </p:cNvSpPr>
          <p:nvPr>
            <p:ph type="pic" sz="quarter" idx="23"/>
          </p:nvPr>
        </p:nvSpPr>
        <p:spPr bwMode="gray">
          <a:xfrm>
            <a:off x="-11641" y="0"/>
            <a:ext cx="12203641" cy="6858000"/>
          </a:xfrm>
          <a:custGeom>
            <a:avLst/>
            <a:gdLst>
              <a:gd name="connsiteX0" fmla="*/ 5026286 w 9137327"/>
              <a:gd name="connsiteY0" fmla="*/ 392447 h 5143500"/>
              <a:gd name="connsiteX1" fmla="*/ 5055857 w 9137327"/>
              <a:gd name="connsiteY1" fmla="*/ 475518 h 5143500"/>
              <a:gd name="connsiteX2" fmla="*/ 5047862 w 9137327"/>
              <a:gd name="connsiteY2" fmla="*/ 475008 h 5143500"/>
              <a:gd name="connsiteX3" fmla="*/ 5040119 w 9137327"/>
              <a:gd name="connsiteY3" fmla="*/ 474626 h 5143500"/>
              <a:gd name="connsiteX4" fmla="*/ 5032759 w 9137327"/>
              <a:gd name="connsiteY4" fmla="*/ 474626 h 5143500"/>
              <a:gd name="connsiteX5" fmla="*/ 5025778 w 9137327"/>
              <a:gd name="connsiteY5" fmla="*/ 474372 h 5143500"/>
              <a:gd name="connsiteX6" fmla="*/ 5018418 w 9137327"/>
              <a:gd name="connsiteY6" fmla="*/ 474372 h 5143500"/>
              <a:gd name="connsiteX7" fmla="*/ 5010548 w 9137327"/>
              <a:gd name="connsiteY7" fmla="*/ 474626 h 5143500"/>
              <a:gd name="connsiteX8" fmla="*/ 5002807 w 9137327"/>
              <a:gd name="connsiteY8" fmla="*/ 475008 h 5143500"/>
              <a:gd name="connsiteX9" fmla="*/ 4995445 w 9137327"/>
              <a:gd name="connsiteY9" fmla="*/ 475518 h 5143500"/>
              <a:gd name="connsiteX10" fmla="*/ 4049034 w 9137327"/>
              <a:gd name="connsiteY10" fmla="*/ 385822 h 5143500"/>
              <a:gd name="connsiteX11" fmla="*/ 4141268 w 9137327"/>
              <a:gd name="connsiteY11" fmla="*/ 385822 h 5143500"/>
              <a:gd name="connsiteX12" fmla="*/ 4073021 w 9137327"/>
              <a:gd name="connsiteY12" fmla="*/ 640387 h 5143500"/>
              <a:gd name="connsiteX13" fmla="*/ 3818302 w 9137327"/>
              <a:gd name="connsiteY13" fmla="*/ 640387 h 5143500"/>
              <a:gd name="connsiteX14" fmla="*/ 3842415 w 9137327"/>
              <a:gd name="connsiteY14" fmla="*/ 550562 h 5143500"/>
              <a:gd name="connsiteX15" fmla="*/ 4004868 w 9137327"/>
              <a:gd name="connsiteY15" fmla="*/ 550562 h 5143500"/>
              <a:gd name="connsiteX16" fmla="*/ 4141303 w 9137327"/>
              <a:gd name="connsiteY16" fmla="*/ 385694 h 5143500"/>
              <a:gd name="connsiteX17" fmla="*/ 4141429 w 9137327"/>
              <a:gd name="connsiteY17" fmla="*/ 385822 h 5143500"/>
              <a:gd name="connsiteX18" fmla="*/ 4141268 w 9137327"/>
              <a:gd name="connsiteY18" fmla="*/ 385822 h 5143500"/>
              <a:gd name="connsiteX19" fmla="*/ 3886455 w 9137327"/>
              <a:gd name="connsiteY19" fmla="*/ 385694 h 5143500"/>
              <a:gd name="connsiteX20" fmla="*/ 4025682 w 9137327"/>
              <a:gd name="connsiteY20" fmla="*/ 385694 h 5143500"/>
              <a:gd name="connsiteX21" fmla="*/ 3987733 w 9137327"/>
              <a:gd name="connsiteY21" fmla="*/ 527247 h 5143500"/>
              <a:gd name="connsiteX22" fmla="*/ 3848507 w 9137327"/>
              <a:gd name="connsiteY22" fmla="*/ 527247 h 5143500"/>
              <a:gd name="connsiteX23" fmla="*/ 4681963 w 9137327"/>
              <a:gd name="connsiteY23" fmla="*/ 383018 h 5143500"/>
              <a:gd name="connsiteX24" fmla="*/ 4694274 w 9137327"/>
              <a:gd name="connsiteY24" fmla="*/ 383018 h 5143500"/>
              <a:gd name="connsiteX25" fmla="*/ 4700239 w 9137327"/>
              <a:gd name="connsiteY25" fmla="*/ 383273 h 5143500"/>
              <a:gd name="connsiteX26" fmla="*/ 4705697 w 9137327"/>
              <a:gd name="connsiteY26" fmla="*/ 383655 h 5143500"/>
              <a:gd name="connsiteX27" fmla="*/ 4708107 w 9137327"/>
              <a:gd name="connsiteY27" fmla="*/ 383910 h 5143500"/>
              <a:gd name="connsiteX28" fmla="*/ 4710519 w 9137327"/>
              <a:gd name="connsiteY28" fmla="*/ 384164 h 5143500"/>
              <a:gd name="connsiteX29" fmla="*/ 4712804 w 9137327"/>
              <a:gd name="connsiteY29" fmla="*/ 384547 h 5143500"/>
              <a:gd name="connsiteX30" fmla="*/ 4714961 w 9137327"/>
              <a:gd name="connsiteY30" fmla="*/ 385056 h 5143500"/>
              <a:gd name="connsiteX31" fmla="*/ 4716992 w 9137327"/>
              <a:gd name="connsiteY31" fmla="*/ 385566 h 5143500"/>
              <a:gd name="connsiteX32" fmla="*/ 4718896 w 9137327"/>
              <a:gd name="connsiteY32" fmla="*/ 386076 h 5143500"/>
              <a:gd name="connsiteX33" fmla="*/ 4720799 w 9137327"/>
              <a:gd name="connsiteY33" fmla="*/ 386585 h 5143500"/>
              <a:gd name="connsiteX34" fmla="*/ 4722450 w 9137327"/>
              <a:gd name="connsiteY34" fmla="*/ 387222 h 5143500"/>
              <a:gd name="connsiteX35" fmla="*/ 4723973 w 9137327"/>
              <a:gd name="connsiteY35" fmla="*/ 387860 h 5143500"/>
              <a:gd name="connsiteX36" fmla="*/ 4725368 w 9137327"/>
              <a:gd name="connsiteY36" fmla="*/ 388751 h 5143500"/>
              <a:gd name="connsiteX37" fmla="*/ 4726764 w 9137327"/>
              <a:gd name="connsiteY37" fmla="*/ 389643 h 5143500"/>
              <a:gd name="connsiteX38" fmla="*/ 4727907 w 9137327"/>
              <a:gd name="connsiteY38" fmla="*/ 390535 h 5143500"/>
              <a:gd name="connsiteX39" fmla="*/ 4729049 w 9137327"/>
              <a:gd name="connsiteY39" fmla="*/ 391555 h 5143500"/>
              <a:gd name="connsiteX40" fmla="*/ 4730065 w 9137327"/>
              <a:gd name="connsiteY40" fmla="*/ 392447 h 5143500"/>
              <a:gd name="connsiteX41" fmla="*/ 4730953 w 9137327"/>
              <a:gd name="connsiteY41" fmla="*/ 393466 h 5143500"/>
              <a:gd name="connsiteX42" fmla="*/ 4731714 w 9137327"/>
              <a:gd name="connsiteY42" fmla="*/ 394612 h 5143500"/>
              <a:gd name="connsiteX43" fmla="*/ 4732603 w 9137327"/>
              <a:gd name="connsiteY43" fmla="*/ 395759 h 5143500"/>
              <a:gd name="connsiteX44" fmla="*/ 4733237 w 9137327"/>
              <a:gd name="connsiteY44" fmla="*/ 397034 h 5143500"/>
              <a:gd name="connsiteX45" fmla="*/ 4733745 w 9137327"/>
              <a:gd name="connsiteY45" fmla="*/ 398307 h 5143500"/>
              <a:gd name="connsiteX46" fmla="*/ 4734126 w 9137327"/>
              <a:gd name="connsiteY46" fmla="*/ 399836 h 5143500"/>
              <a:gd name="connsiteX47" fmla="*/ 4734634 w 9137327"/>
              <a:gd name="connsiteY47" fmla="*/ 401238 h 5143500"/>
              <a:gd name="connsiteX48" fmla="*/ 4734887 w 9137327"/>
              <a:gd name="connsiteY48" fmla="*/ 402767 h 5143500"/>
              <a:gd name="connsiteX49" fmla="*/ 4734887 w 9137327"/>
              <a:gd name="connsiteY49" fmla="*/ 404423 h 5143500"/>
              <a:gd name="connsiteX50" fmla="*/ 4735268 w 9137327"/>
              <a:gd name="connsiteY50" fmla="*/ 406080 h 5143500"/>
              <a:gd name="connsiteX51" fmla="*/ 4735268 w 9137327"/>
              <a:gd name="connsiteY51" fmla="*/ 415125 h 5143500"/>
              <a:gd name="connsiteX52" fmla="*/ 4734760 w 9137327"/>
              <a:gd name="connsiteY52" fmla="*/ 416910 h 5143500"/>
              <a:gd name="connsiteX53" fmla="*/ 4734253 w 9137327"/>
              <a:gd name="connsiteY53" fmla="*/ 418438 h 5143500"/>
              <a:gd name="connsiteX54" fmla="*/ 4733745 w 9137327"/>
              <a:gd name="connsiteY54" fmla="*/ 420094 h 5143500"/>
              <a:gd name="connsiteX55" fmla="*/ 4733237 w 9137327"/>
              <a:gd name="connsiteY55" fmla="*/ 421623 h 5143500"/>
              <a:gd name="connsiteX56" fmla="*/ 4732603 w 9137327"/>
              <a:gd name="connsiteY56" fmla="*/ 423152 h 5143500"/>
              <a:gd name="connsiteX57" fmla="*/ 4731969 w 9137327"/>
              <a:gd name="connsiteY57" fmla="*/ 424681 h 5143500"/>
              <a:gd name="connsiteX58" fmla="*/ 4731080 w 9137327"/>
              <a:gd name="connsiteY58" fmla="*/ 425955 h 5143500"/>
              <a:gd name="connsiteX59" fmla="*/ 4730318 w 9137327"/>
              <a:gd name="connsiteY59" fmla="*/ 427229 h 5143500"/>
              <a:gd name="connsiteX60" fmla="*/ 4729429 w 9137327"/>
              <a:gd name="connsiteY60" fmla="*/ 428503 h 5143500"/>
              <a:gd name="connsiteX61" fmla="*/ 4728414 w 9137327"/>
              <a:gd name="connsiteY61" fmla="*/ 429651 h 5143500"/>
              <a:gd name="connsiteX62" fmla="*/ 4728542 w 9137327"/>
              <a:gd name="connsiteY62" fmla="*/ 429522 h 5143500"/>
              <a:gd name="connsiteX63" fmla="*/ 4727400 w 9137327"/>
              <a:gd name="connsiteY63" fmla="*/ 430670 h 5143500"/>
              <a:gd name="connsiteX64" fmla="*/ 4726256 w 9137327"/>
              <a:gd name="connsiteY64" fmla="*/ 431689 h 5143500"/>
              <a:gd name="connsiteX65" fmla="*/ 4724988 w 9137327"/>
              <a:gd name="connsiteY65" fmla="*/ 432835 h 5143500"/>
              <a:gd name="connsiteX66" fmla="*/ 4723718 w 9137327"/>
              <a:gd name="connsiteY66" fmla="*/ 433728 h 5143500"/>
              <a:gd name="connsiteX67" fmla="*/ 4722323 w 9137327"/>
              <a:gd name="connsiteY67" fmla="*/ 434620 h 5143500"/>
              <a:gd name="connsiteX68" fmla="*/ 4720927 w 9137327"/>
              <a:gd name="connsiteY68" fmla="*/ 435511 h 5143500"/>
              <a:gd name="connsiteX69" fmla="*/ 4719277 w 9137327"/>
              <a:gd name="connsiteY69" fmla="*/ 436403 h 5143500"/>
              <a:gd name="connsiteX70" fmla="*/ 4717626 w 9137327"/>
              <a:gd name="connsiteY70" fmla="*/ 437167 h 5143500"/>
              <a:gd name="connsiteX71" fmla="*/ 4715977 w 9137327"/>
              <a:gd name="connsiteY71" fmla="*/ 437805 h 5143500"/>
              <a:gd name="connsiteX72" fmla="*/ 4714200 w 9137327"/>
              <a:gd name="connsiteY72" fmla="*/ 438314 h 5143500"/>
              <a:gd name="connsiteX73" fmla="*/ 4712423 w 9137327"/>
              <a:gd name="connsiteY73" fmla="*/ 438824 h 5143500"/>
              <a:gd name="connsiteX74" fmla="*/ 4710519 w 9137327"/>
              <a:gd name="connsiteY74" fmla="*/ 439334 h 5143500"/>
              <a:gd name="connsiteX75" fmla="*/ 4708488 w 9137327"/>
              <a:gd name="connsiteY75" fmla="*/ 439843 h 5143500"/>
              <a:gd name="connsiteX76" fmla="*/ 4706458 w 9137327"/>
              <a:gd name="connsiteY76" fmla="*/ 440097 h 5143500"/>
              <a:gd name="connsiteX77" fmla="*/ 4704427 w 9137327"/>
              <a:gd name="connsiteY77" fmla="*/ 440353 h 5143500"/>
              <a:gd name="connsiteX78" fmla="*/ 4702143 w 9137327"/>
              <a:gd name="connsiteY78" fmla="*/ 440607 h 5143500"/>
              <a:gd name="connsiteX79" fmla="*/ 4697448 w 9137327"/>
              <a:gd name="connsiteY79" fmla="*/ 440607 h 5143500"/>
              <a:gd name="connsiteX80" fmla="*/ 4695036 w 9137327"/>
              <a:gd name="connsiteY80" fmla="*/ 440863 h 5143500"/>
              <a:gd name="connsiteX81" fmla="*/ 4676126 w 9137327"/>
              <a:gd name="connsiteY81" fmla="*/ 440863 h 5143500"/>
              <a:gd name="connsiteX82" fmla="*/ 4676126 w 9137327"/>
              <a:gd name="connsiteY82" fmla="*/ 383273 h 5143500"/>
              <a:gd name="connsiteX83" fmla="*/ 4679172 w 9137327"/>
              <a:gd name="connsiteY83" fmla="*/ 383273 h 5143500"/>
              <a:gd name="connsiteX84" fmla="*/ 4526618 w 9137327"/>
              <a:gd name="connsiteY84" fmla="*/ 379960 h 5143500"/>
              <a:gd name="connsiteX85" fmla="*/ 4532583 w 9137327"/>
              <a:gd name="connsiteY85" fmla="*/ 379960 h 5143500"/>
              <a:gd name="connsiteX86" fmla="*/ 4535629 w 9137327"/>
              <a:gd name="connsiteY86" fmla="*/ 380214 h 5143500"/>
              <a:gd name="connsiteX87" fmla="*/ 4538422 w 9137327"/>
              <a:gd name="connsiteY87" fmla="*/ 380597 h 5143500"/>
              <a:gd name="connsiteX88" fmla="*/ 4541214 w 9137327"/>
              <a:gd name="connsiteY88" fmla="*/ 381106 h 5143500"/>
              <a:gd name="connsiteX89" fmla="*/ 4543879 w 9137327"/>
              <a:gd name="connsiteY89" fmla="*/ 381999 h 5143500"/>
              <a:gd name="connsiteX90" fmla="*/ 4546417 w 9137327"/>
              <a:gd name="connsiteY90" fmla="*/ 382891 h 5143500"/>
              <a:gd name="connsiteX91" fmla="*/ 4548955 w 9137327"/>
              <a:gd name="connsiteY91" fmla="*/ 383783 h 5143500"/>
              <a:gd name="connsiteX92" fmla="*/ 4551367 w 9137327"/>
              <a:gd name="connsiteY92" fmla="*/ 385056 h 5143500"/>
              <a:gd name="connsiteX93" fmla="*/ 4553652 w 9137327"/>
              <a:gd name="connsiteY93" fmla="*/ 386331 h 5143500"/>
              <a:gd name="connsiteX94" fmla="*/ 4555936 w 9137327"/>
              <a:gd name="connsiteY94" fmla="*/ 387860 h 5143500"/>
              <a:gd name="connsiteX95" fmla="*/ 4558093 w 9137327"/>
              <a:gd name="connsiteY95" fmla="*/ 389516 h 5143500"/>
              <a:gd name="connsiteX96" fmla="*/ 4559997 w 9137327"/>
              <a:gd name="connsiteY96" fmla="*/ 391299 h 5143500"/>
              <a:gd name="connsiteX97" fmla="*/ 4562028 w 9137327"/>
              <a:gd name="connsiteY97" fmla="*/ 393338 h 5143500"/>
              <a:gd name="connsiteX98" fmla="*/ 4563932 w 9137327"/>
              <a:gd name="connsiteY98" fmla="*/ 395376 h 5143500"/>
              <a:gd name="connsiteX99" fmla="*/ 4565582 w 9137327"/>
              <a:gd name="connsiteY99" fmla="*/ 397670 h 5143500"/>
              <a:gd name="connsiteX100" fmla="*/ 4567359 w 9137327"/>
              <a:gd name="connsiteY100" fmla="*/ 399963 h 5143500"/>
              <a:gd name="connsiteX101" fmla="*/ 4569009 w 9137327"/>
              <a:gd name="connsiteY101" fmla="*/ 402384 h 5143500"/>
              <a:gd name="connsiteX102" fmla="*/ 4570405 w 9137327"/>
              <a:gd name="connsiteY102" fmla="*/ 405059 h 5143500"/>
              <a:gd name="connsiteX103" fmla="*/ 4571928 w 9137327"/>
              <a:gd name="connsiteY103" fmla="*/ 407735 h 5143500"/>
              <a:gd name="connsiteX104" fmla="*/ 4573197 w 9137327"/>
              <a:gd name="connsiteY104" fmla="*/ 410665 h 5143500"/>
              <a:gd name="connsiteX105" fmla="*/ 4574466 w 9137327"/>
              <a:gd name="connsiteY105" fmla="*/ 413723 h 5143500"/>
              <a:gd name="connsiteX106" fmla="*/ 4575608 w 9137327"/>
              <a:gd name="connsiteY106" fmla="*/ 416908 h 5143500"/>
              <a:gd name="connsiteX107" fmla="*/ 4576497 w 9137327"/>
              <a:gd name="connsiteY107" fmla="*/ 420094 h 5143500"/>
              <a:gd name="connsiteX108" fmla="*/ 4577511 w 9137327"/>
              <a:gd name="connsiteY108" fmla="*/ 423535 h 5143500"/>
              <a:gd name="connsiteX109" fmla="*/ 4578273 w 9137327"/>
              <a:gd name="connsiteY109" fmla="*/ 427102 h 5143500"/>
              <a:gd name="connsiteX110" fmla="*/ 4578907 w 9137327"/>
              <a:gd name="connsiteY110" fmla="*/ 430924 h 5143500"/>
              <a:gd name="connsiteX111" fmla="*/ 4579543 w 9137327"/>
              <a:gd name="connsiteY111" fmla="*/ 434618 h 5143500"/>
              <a:gd name="connsiteX112" fmla="*/ 4580051 w 9137327"/>
              <a:gd name="connsiteY112" fmla="*/ 438696 h 5143500"/>
              <a:gd name="connsiteX113" fmla="*/ 4580430 w 9137327"/>
              <a:gd name="connsiteY113" fmla="*/ 442646 h 5143500"/>
              <a:gd name="connsiteX114" fmla="*/ 4580685 w 9137327"/>
              <a:gd name="connsiteY114" fmla="*/ 446850 h 5143500"/>
              <a:gd name="connsiteX115" fmla="*/ 4580685 w 9137327"/>
              <a:gd name="connsiteY115" fmla="*/ 460100 h 5143500"/>
              <a:gd name="connsiteX116" fmla="*/ 4580938 w 9137327"/>
              <a:gd name="connsiteY116" fmla="*/ 459719 h 5143500"/>
              <a:gd name="connsiteX117" fmla="*/ 4580938 w 9137327"/>
              <a:gd name="connsiteY117" fmla="*/ 464051 h 5143500"/>
              <a:gd name="connsiteX118" fmla="*/ 4580430 w 9137327"/>
              <a:gd name="connsiteY118" fmla="*/ 468255 h 5143500"/>
              <a:gd name="connsiteX119" fmla="*/ 4580051 w 9137327"/>
              <a:gd name="connsiteY119" fmla="*/ 472460 h 5143500"/>
              <a:gd name="connsiteX120" fmla="*/ 4579543 w 9137327"/>
              <a:gd name="connsiteY120" fmla="*/ 476409 h 5143500"/>
              <a:gd name="connsiteX121" fmla="*/ 4578907 w 9137327"/>
              <a:gd name="connsiteY121" fmla="*/ 480232 h 5143500"/>
              <a:gd name="connsiteX122" fmla="*/ 4578147 w 9137327"/>
              <a:gd name="connsiteY122" fmla="*/ 484054 h 5143500"/>
              <a:gd name="connsiteX123" fmla="*/ 4577258 w 9137327"/>
              <a:gd name="connsiteY123" fmla="*/ 487621 h 5143500"/>
              <a:gd name="connsiteX124" fmla="*/ 4576242 w 9137327"/>
              <a:gd name="connsiteY124" fmla="*/ 491061 h 5143500"/>
              <a:gd name="connsiteX125" fmla="*/ 4575227 w 9137327"/>
              <a:gd name="connsiteY125" fmla="*/ 494502 h 5143500"/>
              <a:gd name="connsiteX126" fmla="*/ 4573957 w 9137327"/>
              <a:gd name="connsiteY126" fmla="*/ 497814 h 5143500"/>
              <a:gd name="connsiteX127" fmla="*/ 4572689 w 9137327"/>
              <a:gd name="connsiteY127" fmla="*/ 500872 h 5143500"/>
              <a:gd name="connsiteX128" fmla="*/ 4571292 w 9137327"/>
              <a:gd name="connsiteY128" fmla="*/ 503929 h 5143500"/>
              <a:gd name="connsiteX129" fmla="*/ 4569769 w 9137327"/>
              <a:gd name="connsiteY129" fmla="*/ 506733 h 5143500"/>
              <a:gd name="connsiteX130" fmla="*/ 4568246 w 9137327"/>
              <a:gd name="connsiteY130" fmla="*/ 509408 h 5143500"/>
              <a:gd name="connsiteX131" fmla="*/ 4566597 w 9137327"/>
              <a:gd name="connsiteY131" fmla="*/ 511957 h 5143500"/>
              <a:gd name="connsiteX132" fmla="*/ 4564693 w 9137327"/>
              <a:gd name="connsiteY132" fmla="*/ 514249 h 5143500"/>
              <a:gd name="connsiteX133" fmla="*/ 4562790 w 9137327"/>
              <a:gd name="connsiteY133" fmla="*/ 516670 h 5143500"/>
              <a:gd name="connsiteX134" fmla="*/ 4560886 w 9137327"/>
              <a:gd name="connsiteY134" fmla="*/ 518837 h 5143500"/>
              <a:gd name="connsiteX135" fmla="*/ 4558855 w 9137327"/>
              <a:gd name="connsiteY135" fmla="*/ 520876 h 5143500"/>
              <a:gd name="connsiteX136" fmla="*/ 4556570 w 9137327"/>
              <a:gd name="connsiteY136" fmla="*/ 522659 h 5143500"/>
              <a:gd name="connsiteX137" fmla="*/ 4554286 w 9137327"/>
              <a:gd name="connsiteY137" fmla="*/ 524443 h 5143500"/>
              <a:gd name="connsiteX138" fmla="*/ 4551875 w 9137327"/>
              <a:gd name="connsiteY138" fmla="*/ 526099 h 5143500"/>
              <a:gd name="connsiteX139" fmla="*/ 4549591 w 9137327"/>
              <a:gd name="connsiteY139" fmla="*/ 527373 h 5143500"/>
              <a:gd name="connsiteX140" fmla="*/ 4547052 w 9137327"/>
              <a:gd name="connsiteY140" fmla="*/ 528648 h 5143500"/>
              <a:gd name="connsiteX141" fmla="*/ 4544386 w 9137327"/>
              <a:gd name="connsiteY141" fmla="*/ 529667 h 5143500"/>
              <a:gd name="connsiteX142" fmla="*/ 4541721 w 9137327"/>
              <a:gd name="connsiteY142" fmla="*/ 530559 h 5143500"/>
              <a:gd name="connsiteX143" fmla="*/ 4538929 w 9137327"/>
              <a:gd name="connsiteY143" fmla="*/ 531323 h 5143500"/>
              <a:gd name="connsiteX144" fmla="*/ 4536137 w 9137327"/>
              <a:gd name="connsiteY144" fmla="*/ 531960 h 5143500"/>
              <a:gd name="connsiteX145" fmla="*/ 4533218 w 9137327"/>
              <a:gd name="connsiteY145" fmla="*/ 532342 h 5143500"/>
              <a:gd name="connsiteX146" fmla="*/ 4530172 w 9137327"/>
              <a:gd name="connsiteY146" fmla="*/ 532598 h 5143500"/>
              <a:gd name="connsiteX147" fmla="*/ 4524208 w 9137327"/>
              <a:gd name="connsiteY147" fmla="*/ 532598 h 5143500"/>
              <a:gd name="connsiteX148" fmla="*/ 4521162 w 9137327"/>
              <a:gd name="connsiteY148" fmla="*/ 532342 h 5143500"/>
              <a:gd name="connsiteX149" fmla="*/ 4518369 w 9137327"/>
              <a:gd name="connsiteY149" fmla="*/ 531960 h 5143500"/>
              <a:gd name="connsiteX150" fmla="*/ 4515704 w 9137327"/>
              <a:gd name="connsiteY150" fmla="*/ 531323 h 5143500"/>
              <a:gd name="connsiteX151" fmla="*/ 4513038 w 9137327"/>
              <a:gd name="connsiteY151" fmla="*/ 530686 h 5143500"/>
              <a:gd name="connsiteX152" fmla="*/ 4510499 w 9137327"/>
              <a:gd name="connsiteY152" fmla="*/ 529794 h 5143500"/>
              <a:gd name="connsiteX153" fmla="*/ 4507962 w 9137327"/>
              <a:gd name="connsiteY153" fmla="*/ 528902 h 5143500"/>
              <a:gd name="connsiteX154" fmla="*/ 4505551 w 9137327"/>
              <a:gd name="connsiteY154" fmla="*/ 527628 h 5143500"/>
              <a:gd name="connsiteX155" fmla="*/ 4503265 w 9137327"/>
              <a:gd name="connsiteY155" fmla="*/ 526354 h 5143500"/>
              <a:gd name="connsiteX156" fmla="*/ 4500982 w 9137327"/>
              <a:gd name="connsiteY156" fmla="*/ 524825 h 5143500"/>
              <a:gd name="connsiteX157" fmla="*/ 4498951 w 9137327"/>
              <a:gd name="connsiteY157" fmla="*/ 523169 h 5143500"/>
              <a:gd name="connsiteX158" fmla="*/ 4496920 w 9137327"/>
              <a:gd name="connsiteY158" fmla="*/ 521257 h 5143500"/>
              <a:gd name="connsiteX159" fmla="*/ 4495016 w 9137327"/>
              <a:gd name="connsiteY159" fmla="*/ 519219 h 5143500"/>
              <a:gd name="connsiteX160" fmla="*/ 4493112 w 9137327"/>
              <a:gd name="connsiteY160" fmla="*/ 517180 h 5143500"/>
              <a:gd name="connsiteX161" fmla="*/ 4491336 w 9137327"/>
              <a:gd name="connsiteY161" fmla="*/ 515014 h 5143500"/>
              <a:gd name="connsiteX162" fmla="*/ 4489685 w 9137327"/>
              <a:gd name="connsiteY162" fmla="*/ 512593 h 5143500"/>
              <a:gd name="connsiteX163" fmla="*/ 4488163 w 9137327"/>
              <a:gd name="connsiteY163" fmla="*/ 510045 h 5143500"/>
              <a:gd name="connsiteX164" fmla="*/ 4486640 w 9137327"/>
              <a:gd name="connsiteY164" fmla="*/ 507370 h 5143500"/>
              <a:gd name="connsiteX165" fmla="*/ 4485244 w 9137327"/>
              <a:gd name="connsiteY165" fmla="*/ 504568 h 5143500"/>
              <a:gd name="connsiteX166" fmla="*/ 4483974 w 9137327"/>
              <a:gd name="connsiteY166" fmla="*/ 501637 h 5143500"/>
              <a:gd name="connsiteX167" fmla="*/ 4482706 w 9137327"/>
              <a:gd name="connsiteY167" fmla="*/ 498579 h 5143500"/>
              <a:gd name="connsiteX168" fmla="*/ 4481564 w 9137327"/>
              <a:gd name="connsiteY168" fmla="*/ 495394 h 5143500"/>
              <a:gd name="connsiteX169" fmla="*/ 4480549 w 9137327"/>
              <a:gd name="connsiteY169" fmla="*/ 492208 h 5143500"/>
              <a:gd name="connsiteX170" fmla="*/ 4479660 w 9137327"/>
              <a:gd name="connsiteY170" fmla="*/ 488640 h 5143500"/>
              <a:gd name="connsiteX171" fmla="*/ 4478771 w 9137327"/>
              <a:gd name="connsiteY171" fmla="*/ 485201 h 5143500"/>
              <a:gd name="connsiteX172" fmla="*/ 4478137 w 9137327"/>
              <a:gd name="connsiteY172" fmla="*/ 481505 h 5143500"/>
              <a:gd name="connsiteX173" fmla="*/ 4477629 w 9137327"/>
              <a:gd name="connsiteY173" fmla="*/ 477811 h 5143500"/>
              <a:gd name="connsiteX174" fmla="*/ 4477121 w 9137327"/>
              <a:gd name="connsiteY174" fmla="*/ 473734 h 5143500"/>
              <a:gd name="connsiteX175" fmla="*/ 4476740 w 9137327"/>
              <a:gd name="connsiteY175" fmla="*/ 469784 h 5143500"/>
              <a:gd name="connsiteX176" fmla="*/ 4476359 w 9137327"/>
              <a:gd name="connsiteY176" fmla="*/ 465579 h 5143500"/>
              <a:gd name="connsiteX177" fmla="*/ 4476359 w 9137327"/>
              <a:gd name="connsiteY177" fmla="*/ 448379 h 5143500"/>
              <a:gd name="connsiteX178" fmla="*/ 4476740 w 9137327"/>
              <a:gd name="connsiteY178" fmla="*/ 444175 h 5143500"/>
              <a:gd name="connsiteX179" fmla="*/ 4477248 w 9137327"/>
              <a:gd name="connsiteY179" fmla="*/ 440097 h 5143500"/>
              <a:gd name="connsiteX180" fmla="*/ 4477756 w 9137327"/>
              <a:gd name="connsiteY180" fmla="*/ 436147 h 5143500"/>
              <a:gd name="connsiteX181" fmla="*/ 4478390 w 9137327"/>
              <a:gd name="connsiteY181" fmla="*/ 432326 h 5143500"/>
              <a:gd name="connsiteX182" fmla="*/ 4479152 w 9137327"/>
              <a:gd name="connsiteY182" fmla="*/ 428631 h 5143500"/>
              <a:gd name="connsiteX183" fmla="*/ 4480041 w 9137327"/>
              <a:gd name="connsiteY183" fmla="*/ 425064 h 5143500"/>
              <a:gd name="connsiteX184" fmla="*/ 4480928 w 9137327"/>
              <a:gd name="connsiteY184" fmla="*/ 421623 h 5143500"/>
              <a:gd name="connsiteX185" fmla="*/ 4482072 w 9137327"/>
              <a:gd name="connsiteY185" fmla="*/ 418183 h 5143500"/>
              <a:gd name="connsiteX186" fmla="*/ 4483340 w 9137327"/>
              <a:gd name="connsiteY186" fmla="*/ 414998 h 5143500"/>
              <a:gd name="connsiteX187" fmla="*/ 4484610 w 9137327"/>
              <a:gd name="connsiteY187" fmla="*/ 411940 h 5143500"/>
              <a:gd name="connsiteX188" fmla="*/ 4486005 w 9137327"/>
              <a:gd name="connsiteY188" fmla="*/ 409009 h 5143500"/>
              <a:gd name="connsiteX189" fmla="*/ 4487528 w 9137327"/>
              <a:gd name="connsiteY189" fmla="*/ 406079 h 5143500"/>
              <a:gd name="connsiteX190" fmla="*/ 4489177 w 9137327"/>
              <a:gd name="connsiteY190" fmla="*/ 403403 h 5143500"/>
              <a:gd name="connsiteX191" fmla="*/ 4490955 w 9137327"/>
              <a:gd name="connsiteY191" fmla="*/ 400728 h 5143500"/>
              <a:gd name="connsiteX192" fmla="*/ 4492605 w 9137327"/>
              <a:gd name="connsiteY192" fmla="*/ 398307 h 5143500"/>
              <a:gd name="connsiteX193" fmla="*/ 4494509 w 9137327"/>
              <a:gd name="connsiteY193" fmla="*/ 396014 h 5143500"/>
              <a:gd name="connsiteX194" fmla="*/ 4496539 w 9137327"/>
              <a:gd name="connsiteY194" fmla="*/ 393847 h 5143500"/>
              <a:gd name="connsiteX195" fmla="*/ 4498443 w 9137327"/>
              <a:gd name="connsiteY195" fmla="*/ 391809 h 5143500"/>
              <a:gd name="connsiteX196" fmla="*/ 4500601 w 9137327"/>
              <a:gd name="connsiteY196" fmla="*/ 389897 h 5143500"/>
              <a:gd name="connsiteX197" fmla="*/ 4502886 w 9137327"/>
              <a:gd name="connsiteY197" fmla="*/ 388241 h 5143500"/>
              <a:gd name="connsiteX198" fmla="*/ 4505170 w 9137327"/>
              <a:gd name="connsiteY198" fmla="*/ 386585 h 5143500"/>
              <a:gd name="connsiteX199" fmla="*/ 4507455 w 9137327"/>
              <a:gd name="connsiteY199" fmla="*/ 385183 h 5143500"/>
              <a:gd name="connsiteX200" fmla="*/ 4509993 w 9137327"/>
              <a:gd name="connsiteY200" fmla="*/ 383910 h 5143500"/>
              <a:gd name="connsiteX201" fmla="*/ 4512530 w 9137327"/>
              <a:gd name="connsiteY201" fmla="*/ 382891 h 5143500"/>
              <a:gd name="connsiteX202" fmla="*/ 4515196 w 9137327"/>
              <a:gd name="connsiteY202" fmla="*/ 381999 h 5143500"/>
              <a:gd name="connsiteX203" fmla="*/ 4517988 w 9137327"/>
              <a:gd name="connsiteY203" fmla="*/ 381106 h 5143500"/>
              <a:gd name="connsiteX204" fmla="*/ 4520781 w 9137327"/>
              <a:gd name="connsiteY204" fmla="*/ 380597 h 5143500"/>
              <a:gd name="connsiteX205" fmla="*/ 4523572 w 9137327"/>
              <a:gd name="connsiteY205" fmla="*/ 380214 h 5143500"/>
              <a:gd name="connsiteX206" fmla="*/ 4647442 w 9137327"/>
              <a:gd name="connsiteY206" fmla="*/ 362505 h 5143500"/>
              <a:gd name="connsiteX207" fmla="*/ 4647950 w 9137327"/>
              <a:gd name="connsiteY207" fmla="*/ 365308 h 5143500"/>
              <a:gd name="connsiteX208" fmla="*/ 4648457 w 9137327"/>
              <a:gd name="connsiteY208" fmla="*/ 368494 h 5143500"/>
              <a:gd name="connsiteX209" fmla="*/ 4648838 w 9137327"/>
              <a:gd name="connsiteY209" fmla="*/ 372061 h 5143500"/>
              <a:gd name="connsiteX210" fmla="*/ 4649092 w 9137327"/>
              <a:gd name="connsiteY210" fmla="*/ 375629 h 5143500"/>
              <a:gd name="connsiteX211" fmla="*/ 4649346 w 9137327"/>
              <a:gd name="connsiteY211" fmla="*/ 379450 h 5143500"/>
              <a:gd name="connsiteX212" fmla="*/ 4649346 w 9137327"/>
              <a:gd name="connsiteY212" fmla="*/ 383527 h 5143500"/>
              <a:gd name="connsiteX213" fmla="*/ 4649599 w 9137327"/>
              <a:gd name="connsiteY213" fmla="*/ 387732 h 5143500"/>
              <a:gd name="connsiteX214" fmla="*/ 4649599 w 9137327"/>
              <a:gd name="connsiteY214" fmla="*/ 529667 h 5143500"/>
              <a:gd name="connsiteX215" fmla="*/ 4649346 w 9137327"/>
              <a:gd name="connsiteY215" fmla="*/ 533871 h 5143500"/>
              <a:gd name="connsiteX216" fmla="*/ 4649092 w 9137327"/>
              <a:gd name="connsiteY216" fmla="*/ 537694 h 5143500"/>
              <a:gd name="connsiteX217" fmla="*/ 4648838 w 9137327"/>
              <a:gd name="connsiteY217" fmla="*/ 541389 h 5143500"/>
              <a:gd name="connsiteX218" fmla="*/ 4648457 w 9137327"/>
              <a:gd name="connsiteY218" fmla="*/ 544702 h 5143500"/>
              <a:gd name="connsiteX219" fmla="*/ 4647950 w 9137327"/>
              <a:gd name="connsiteY219" fmla="*/ 547887 h 5143500"/>
              <a:gd name="connsiteX220" fmla="*/ 4647442 w 9137327"/>
              <a:gd name="connsiteY220" fmla="*/ 550818 h 5143500"/>
              <a:gd name="connsiteX221" fmla="*/ 4678155 w 9137327"/>
              <a:gd name="connsiteY221" fmla="*/ 550818 h 5143500"/>
              <a:gd name="connsiteX222" fmla="*/ 4677647 w 9137327"/>
              <a:gd name="connsiteY222" fmla="*/ 547760 h 5143500"/>
              <a:gd name="connsiteX223" fmla="*/ 4677141 w 9137327"/>
              <a:gd name="connsiteY223" fmla="*/ 544574 h 5143500"/>
              <a:gd name="connsiteX224" fmla="*/ 4676760 w 9137327"/>
              <a:gd name="connsiteY224" fmla="*/ 541006 h 5143500"/>
              <a:gd name="connsiteX225" fmla="*/ 4676505 w 9137327"/>
              <a:gd name="connsiteY225" fmla="*/ 537439 h 5143500"/>
              <a:gd name="connsiteX226" fmla="*/ 4676252 w 9137327"/>
              <a:gd name="connsiteY226" fmla="*/ 533617 h 5143500"/>
              <a:gd name="connsiteX227" fmla="*/ 4676252 w 9137327"/>
              <a:gd name="connsiteY227" fmla="*/ 529540 h 5143500"/>
              <a:gd name="connsiteX228" fmla="*/ 4675998 w 9137327"/>
              <a:gd name="connsiteY228" fmla="*/ 525336 h 5143500"/>
              <a:gd name="connsiteX229" fmla="*/ 4675998 w 9137327"/>
              <a:gd name="connsiteY229" fmla="*/ 462012 h 5143500"/>
              <a:gd name="connsiteX230" fmla="*/ 4695289 w 9137327"/>
              <a:gd name="connsiteY230" fmla="*/ 462012 h 5143500"/>
              <a:gd name="connsiteX231" fmla="*/ 4699477 w 9137327"/>
              <a:gd name="connsiteY231" fmla="*/ 462267 h 5143500"/>
              <a:gd name="connsiteX232" fmla="*/ 4701509 w 9137327"/>
              <a:gd name="connsiteY232" fmla="*/ 462267 h 5143500"/>
              <a:gd name="connsiteX233" fmla="*/ 4703412 w 9137327"/>
              <a:gd name="connsiteY233" fmla="*/ 462650 h 5143500"/>
              <a:gd name="connsiteX234" fmla="*/ 4705189 w 9137327"/>
              <a:gd name="connsiteY234" fmla="*/ 462904 h 5143500"/>
              <a:gd name="connsiteX235" fmla="*/ 4706839 w 9137327"/>
              <a:gd name="connsiteY235" fmla="*/ 463160 h 5143500"/>
              <a:gd name="connsiteX236" fmla="*/ 4708488 w 9137327"/>
              <a:gd name="connsiteY236" fmla="*/ 463668 h 5143500"/>
              <a:gd name="connsiteX237" fmla="*/ 4710139 w 9137327"/>
              <a:gd name="connsiteY237" fmla="*/ 464179 h 5143500"/>
              <a:gd name="connsiteX238" fmla="*/ 4711534 w 9137327"/>
              <a:gd name="connsiteY238" fmla="*/ 464687 h 5143500"/>
              <a:gd name="connsiteX239" fmla="*/ 4712931 w 9137327"/>
              <a:gd name="connsiteY239" fmla="*/ 465198 h 5143500"/>
              <a:gd name="connsiteX240" fmla="*/ 4714200 w 9137327"/>
              <a:gd name="connsiteY240" fmla="*/ 465835 h 5143500"/>
              <a:gd name="connsiteX241" fmla="*/ 4715469 w 9137327"/>
              <a:gd name="connsiteY241" fmla="*/ 466726 h 5143500"/>
              <a:gd name="connsiteX242" fmla="*/ 4716611 w 9137327"/>
              <a:gd name="connsiteY242" fmla="*/ 467491 h 5143500"/>
              <a:gd name="connsiteX243" fmla="*/ 4717881 w 9137327"/>
              <a:gd name="connsiteY243" fmla="*/ 468383 h 5143500"/>
              <a:gd name="connsiteX244" fmla="*/ 4718896 w 9137327"/>
              <a:gd name="connsiteY244" fmla="*/ 469402 h 5143500"/>
              <a:gd name="connsiteX245" fmla="*/ 4719911 w 9137327"/>
              <a:gd name="connsiteY245" fmla="*/ 470422 h 5143500"/>
              <a:gd name="connsiteX246" fmla="*/ 4721053 w 9137327"/>
              <a:gd name="connsiteY246" fmla="*/ 471568 h 5143500"/>
              <a:gd name="connsiteX247" fmla="*/ 4721942 w 9137327"/>
              <a:gd name="connsiteY247" fmla="*/ 472841 h 5143500"/>
              <a:gd name="connsiteX248" fmla="*/ 4722831 w 9137327"/>
              <a:gd name="connsiteY248" fmla="*/ 474243 h 5143500"/>
              <a:gd name="connsiteX249" fmla="*/ 4723718 w 9137327"/>
              <a:gd name="connsiteY249" fmla="*/ 475772 h 5143500"/>
              <a:gd name="connsiteX250" fmla="*/ 4724607 w 9137327"/>
              <a:gd name="connsiteY250" fmla="*/ 477428 h 5143500"/>
              <a:gd name="connsiteX251" fmla="*/ 4725496 w 9137327"/>
              <a:gd name="connsiteY251" fmla="*/ 479086 h 5143500"/>
              <a:gd name="connsiteX252" fmla="*/ 4726384 w 9137327"/>
              <a:gd name="connsiteY252" fmla="*/ 480997 h 5143500"/>
              <a:gd name="connsiteX253" fmla="*/ 4727272 w 9137327"/>
              <a:gd name="connsiteY253" fmla="*/ 482907 h 5143500"/>
              <a:gd name="connsiteX254" fmla="*/ 4728921 w 9137327"/>
              <a:gd name="connsiteY254" fmla="*/ 487240 h 5143500"/>
              <a:gd name="connsiteX255" fmla="*/ 4730572 w 9137327"/>
              <a:gd name="connsiteY255" fmla="*/ 491954 h 5143500"/>
              <a:gd name="connsiteX256" fmla="*/ 4732348 w 9137327"/>
              <a:gd name="connsiteY256" fmla="*/ 497304 h 5143500"/>
              <a:gd name="connsiteX257" fmla="*/ 4741994 w 9137327"/>
              <a:gd name="connsiteY257" fmla="*/ 528011 h 5143500"/>
              <a:gd name="connsiteX258" fmla="*/ 4744406 w 9137327"/>
              <a:gd name="connsiteY258" fmla="*/ 535910 h 5143500"/>
              <a:gd name="connsiteX259" fmla="*/ 4746055 w 9137327"/>
              <a:gd name="connsiteY259" fmla="*/ 541898 h 5143500"/>
              <a:gd name="connsiteX260" fmla="*/ 4747071 w 9137327"/>
              <a:gd name="connsiteY260" fmla="*/ 545975 h 5143500"/>
              <a:gd name="connsiteX261" fmla="*/ 4747325 w 9137327"/>
              <a:gd name="connsiteY261" fmla="*/ 547377 h 5143500"/>
              <a:gd name="connsiteX262" fmla="*/ 4747325 w 9137327"/>
              <a:gd name="connsiteY262" fmla="*/ 549926 h 5143500"/>
              <a:gd name="connsiteX263" fmla="*/ 4747071 w 9137327"/>
              <a:gd name="connsiteY263" fmla="*/ 550818 h 5143500"/>
              <a:gd name="connsiteX264" fmla="*/ 4778166 w 9137327"/>
              <a:gd name="connsiteY264" fmla="*/ 550818 h 5143500"/>
              <a:gd name="connsiteX265" fmla="*/ 4776896 w 9137327"/>
              <a:gd name="connsiteY265" fmla="*/ 548141 h 5143500"/>
              <a:gd name="connsiteX266" fmla="*/ 4775626 w 9137327"/>
              <a:gd name="connsiteY266" fmla="*/ 545721 h 5143500"/>
              <a:gd name="connsiteX267" fmla="*/ 4776134 w 9137327"/>
              <a:gd name="connsiteY267" fmla="*/ 545339 h 5143500"/>
              <a:gd name="connsiteX268" fmla="*/ 4774992 w 9137327"/>
              <a:gd name="connsiteY268" fmla="*/ 542790 h 5143500"/>
              <a:gd name="connsiteX269" fmla="*/ 4773850 w 9137327"/>
              <a:gd name="connsiteY269" fmla="*/ 540115 h 5143500"/>
              <a:gd name="connsiteX270" fmla="*/ 4772708 w 9137327"/>
              <a:gd name="connsiteY270" fmla="*/ 536929 h 5143500"/>
              <a:gd name="connsiteX271" fmla="*/ 4771312 w 9137327"/>
              <a:gd name="connsiteY271" fmla="*/ 532980 h 5143500"/>
              <a:gd name="connsiteX272" fmla="*/ 4767504 w 9137327"/>
              <a:gd name="connsiteY272" fmla="*/ 521640 h 5143500"/>
              <a:gd name="connsiteX273" fmla="*/ 4757478 w 9137327"/>
              <a:gd name="connsiteY273" fmla="*/ 489788 h 5143500"/>
              <a:gd name="connsiteX274" fmla="*/ 4755829 w 9137327"/>
              <a:gd name="connsiteY274" fmla="*/ 485074 h 5143500"/>
              <a:gd name="connsiteX275" fmla="*/ 4754432 w 9137327"/>
              <a:gd name="connsiteY275" fmla="*/ 480869 h 5143500"/>
              <a:gd name="connsiteX276" fmla="*/ 4752909 w 9137327"/>
              <a:gd name="connsiteY276" fmla="*/ 477047 h 5143500"/>
              <a:gd name="connsiteX277" fmla="*/ 4751640 w 9137327"/>
              <a:gd name="connsiteY277" fmla="*/ 473607 h 5143500"/>
              <a:gd name="connsiteX278" fmla="*/ 4750243 w 9137327"/>
              <a:gd name="connsiteY278" fmla="*/ 470549 h 5143500"/>
              <a:gd name="connsiteX279" fmla="*/ 4748975 w 9137327"/>
              <a:gd name="connsiteY279" fmla="*/ 467745 h 5143500"/>
              <a:gd name="connsiteX280" fmla="*/ 4747578 w 9137327"/>
              <a:gd name="connsiteY280" fmla="*/ 465198 h 5143500"/>
              <a:gd name="connsiteX281" fmla="*/ 4746182 w 9137327"/>
              <a:gd name="connsiteY281" fmla="*/ 463031 h 5143500"/>
              <a:gd name="connsiteX282" fmla="*/ 4744532 w 9137327"/>
              <a:gd name="connsiteY282" fmla="*/ 461120 h 5143500"/>
              <a:gd name="connsiteX283" fmla="*/ 4742883 w 9137327"/>
              <a:gd name="connsiteY283" fmla="*/ 459210 h 5143500"/>
              <a:gd name="connsiteX284" fmla="*/ 4741233 w 9137327"/>
              <a:gd name="connsiteY284" fmla="*/ 457554 h 5143500"/>
              <a:gd name="connsiteX285" fmla="*/ 4739203 w 9137327"/>
              <a:gd name="connsiteY285" fmla="*/ 456152 h 5143500"/>
              <a:gd name="connsiteX286" fmla="*/ 4737044 w 9137327"/>
              <a:gd name="connsiteY286" fmla="*/ 454623 h 5143500"/>
              <a:gd name="connsiteX287" fmla="*/ 4734760 w 9137327"/>
              <a:gd name="connsiteY287" fmla="*/ 453348 h 5143500"/>
              <a:gd name="connsiteX288" fmla="*/ 4732095 w 9137327"/>
              <a:gd name="connsiteY288" fmla="*/ 451946 h 5143500"/>
              <a:gd name="connsiteX289" fmla="*/ 4729302 w 9137327"/>
              <a:gd name="connsiteY289" fmla="*/ 450673 h 5143500"/>
              <a:gd name="connsiteX290" fmla="*/ 4733745 w 9137327"/>
              <a:gd name="connsiteY290" fmla="*/ 448761 h 5143500"/>
              <a:gd name="connsiteX291" fmla="*/ 4737806 w 9137327"/>
              <a:gd name="connsiteY291" fmla="*/ 446851 h 5143500"/>
              <a:gd name="connsiteX292" fmla="*/ 4741486 w 9137327"/>
              <a:gd name="connsiteY292" fmla="*/ 444940 h 5143500"/>
              <a:gd name="connsiteX293" fmla="*/ 4743264 w 9137327"/>
              <a:gd name="connsiteY293" fmla="*/ 443920 h 5143500"/>
              <a:gd name="connsiteX294" fmla="*/ 4744913 w 9137327"/>
              <a:gd name="connsiteY294" fmla="*/ 442773 h 5143500"/>
              <a:gd name="connsiteX295" fmla="*/ 4746563 w 9137327"/>
              <a:gd name="connsiteY295" fmla="*/ 441753 h 5143500"/>
              <a:gd name="connsiteX296" fmla="*/ 4747959 w 9137327"/>
              <a:gd name="connsiteY296" fmla="*/ 440607 h 5143500"/>
              <a:gd name="connsiteX297" fmla="*/ 4749482 w 9137327"/>
              <a:gd name="connsiteY297" fmla="*/ 439588 h 5143500"/>
              <a:gd name="connsiteX298" fmla="*/ 4750751 w 9137327"/>
              <a:gd name="connsiteY298" fmla="*/ 438441 h 5143500"/>
              <a:gd name="connsiteX299" fmla="*/ 4752021 w 9137327"/>
              <a:gd name="connsiteY299" fmla="*/ 437295 h 5143500"/>
              <a:gd name="connsiteX300" fmla="*/ 4753163 w 9137327"/>
              <a:gd name="connsiteY300" fmla="*/ 436147 h 5143500"/>
              <a:gd name="connsiteX301" fmla="*/ 4754432 w 9137327"/>
              <a:gd name="connsiteY301" fmla="*/ 434874 h 5143500"/>
              <a:gd name="connsiteX302" fmla="*/ 4755448 w 9137327"/>
              <a:gd name="connsiteY302" fmla="*/ 433728 h 5143500"/>
              <a:gd name="connsiteX303" fmla="*/ 4756337 w 9137327"/>
              <a:gd name="connsiteY303" fmla="*/ 432453 h 5143500"/>
              <a:gd name="connsiteX304" fmla="*/ 4757224 w 9137327"/>
              <a:gd name="connsiteY304" fmla="*/ 431179 h 5143500"/>
              <a:gd name="connsiteX305" fmla="*/ 4758113 w 9137327"/>
              <a:gd name="connsiteY305" fmla="*/ 429651 h 5143500"/>
              <a:gd name="connsiteX306" fmla="*/ 4758874 w 9137327"/>
              <a:gd name="connsiteY306" fmla="*/ 428376 h 5143500"/>
              <a:gd name="connsiteX307" fmla="*/ 4759509 w 9137327"/>
              <a:gd name="connsiteY307" fmla="*/ 426847 h 5143500"/>
              <a:gd name="connsiteX308" fmla="*/ 4760270 w 9137327"/>
              <a:gd name="connsiteY308" fmla="*/ 425445 h 5143500"/>
              <a:gd name="connsiteX309" fmla="*/ 4760778 w 9137327"/>
              <a:gd name="connsiteY309" fmla="*/ 423916 h 5143500"/>
              <a:gd name="connsiteX310" fmla="*/ 4761285 w 9137327"/>
              <a:gd name="connsiteY310" fmla="*/ 422388 h 5143500"/>
              <a:gd name="connsiteX311" fmla="*/ 4761793 w 9137327"/>
              <a:gd name="connsiteY311" fmla="*/ 420731 h 5143500"/>
              <a:gd name="connsiteX312" fmla="*/ 4762174 w 9137327"/>
              <a:gd name="connsiteY312" fmla="*/ 419202 h 5143500"/>
              <a:gd name="connsiteX313" fmla="*/ 4762427 w 9137327"/>
              <a:gd name="connsiteY313" fmla="*/ 417546 h 5143500"/>
              <a:gd name="connsiteX314" fmla="*/ 4762808 w 9137327"/>
              <a:gd name="connsiteY314" fmla="*/ 415762 h 5143500"/>
              <a:gd name="connsiteX315" fmla="*/ 4762808 w 9137327"/>
              <a:gd name="connsiteY315" fmla="*/ 413979 h 5143500"/>
              <a:gd name="connsiteX316" fmla="*/ 4763063 w 9137327"/>
              <a:gd name="connsiteY316" fmla="*/ 412067 h 5143500"/>
              <a:gd name="connsiteX317" fmla="*/ 4763063 w 9137327"/>
              <a:gd name="connsiteY317" fmla="*/ 402894 h 5143500"/>
              <a:gd name="connsiteX318" fmla="*/ 4762555 w 9137327"/>
              <a:gd name="connsiteY318" fmla="*/ 400346 h 5143500"/>
              <a:gd name="connsiteX319" fmla="*/ 4762047 w 9137327"/>
              <a:gd name="connsiteY319" fmla="*/ 397797 h 5143500"/>
              <a:gd name="connsiteX320" fmla="*/ 4761540 w 9137327"/>
              <a:gd name="connsiteY320" fmla="*/ 395249 h 5143500"/>
              <a:gd name="connsiteX321" fmla="*/ 4760778 w 9137327"/>
              <a:gd name="connsiteY321" fmla="*/ 392957 h 5143500"/>
              <a:gd name="connsiteX322" fmla="*/ 4759890 w 9137327"/>
              <a:gd name="connsiteY322" fmla="*/ 390662 h 5143500"/>
              <a:gd name="connsiteX323" fmla="*/ 4758747 w 9137327"/>
              <a:gd name="connsiteY323" fmla="*/ 388497 h 5143500"/>
              <a:gd name="connsiteX324" fmla="*/ 4757732 w 9137327"/>
              <a:gd name="connsiteY324" fmla="*/ 386331 h 5143500"/>
              <a:gd name="connsiteX325" fmla="*/ 4756337 w 9137327"/>
              <a:gd name="connsiteY325" fmla="*/ 384293 h 5143500"/>
              <a:gd name="connsiteX326" fmla="*/ 4755067 w 9137327"/>
              <a:gd name="connsiteY326" fmla="*/ 382381 h 5143500"/>
              <a:gd name="connsiteX327" fmla="*/ 4753417 w 9137327"/>
              <a:gd name="connsiteY327" fmla="*/ 380598 h 5143500"/>
              <a:gd name="connsiteX328" fmla="*/ 4751768 w 9137327"/>
              <a:gd name="connsiteY328" fmla="*/ 378814 h 5143500"/>
              <a:gd name="connsiteX329" fmla="*/ 4749864 w 9137327"/>
              <a:gd name="connsiteY329" fmla="*/ 377029 h 5143500"/>
              <a:gd name="connsiteX330" fmla="*/ 4747833 w 9137327"/>
              <a:gd name="connsiteY330" fmla="*/ 375500 h 5143500"/>
              <a:gd name="connsiteX331" fmla="*/ 4745802 w 9137327"/>
              <a:gd name="connsiteY331" fmla="*/ 373971 h 5143500"/>
              <a:gd name="connsiteX332" fmla="*/ 4743517 w 9137327"/>
              <a:gd name="connsiteY332" fmla="*/ 372571 h 5143500"/>
              <a:gd name="connsiteX333" fmla="*/ 4741105 w 9137327"/>
              <a:gd name="connsiteY333" fmla="*/ 371296 h 5143500"/>
              <a:gd name="connsiteX334" fmla="*/ 4738568 w 9137327"/>
              <a:gd name="connsiteY334" fmla="*/ 370150 h 5143500"/>
              <a:gd name="connsiteX335" fmla="*/ 4736030 w 9137327"/>
              <a:gd name="connsiteY335" fmla="*/ 369003 h 5143500"/>
              <a:gd name="connsiteX336" fmla="*/ 4733364 w 9137327"/>
              <a:gd name="connsiteY336" fmla="*/ 367857 h 5143500"/>
              <a:gd name="connsiteX337" fmla="*/ 4730446 w 9137327"/>
              <a:gd name="connsiteY337" fmla="*/ 366965 h 5143500"/>
              <a:gd name="connsiteX338" fmla="*/ 4727400 w 9137327"/>
              <a:gd name="connsiteY338" fmla="*/ 366073 h 5143500"/>
              <a:gd name="connsiteX339" fmla="*/ 4724352 w 9137327"/>
              <a:gd name="connsiteY339" fmla="*/ 365180 h 5143500"/>
              <a:gd name="connsiteX340" fmla="*/ 4721180 w 9137327"/>
              <a:gd name="connsiteY340" fmla="*/ 364544 h 5143500"/>
              <a:gd name="connsiteX341" fmla="*/ 4717754 w 9137327"/>
              <a:gd name="connsiteY341" fmla="*/ 364034 h 5143500"/>
              <a:gd name="connsiteX342" fmla="*/ 4714200 w 9137327"/>
              <a:gd name="connsiteY342" fmla="*/ 363524 h 5143500"/>
              <a:gd name="connsiteX343" fmla="*/ 4710647 w 9137327"/>
              <a:gd name="connsiteY343" fmla="*/ 363015 h 5143500"/>
              <a:gd name="connsiteX344" fmla="*/ 4706839 w 9137327"/>
              <a:gd name="connsiteY344" fmla="*/ 362759 h 5143500"/>
              <a:gd name="connsiteX345" fmla="*/ 4702904 w 9137327"/>
              <a:gd name="connsiteY345" fmla="*/ 362505 h 5143500"/>
              <a:gd name="connsiteX346" fmla="*/ 5281133 w 9137327"/>
              <a:gd name="connsiteY346" fmla="*/ 362378 h 5143500"/>
              <a:gd name="connsiteX347" fmla="*/ 5281641 w 9137327"/>
              <a:gd name="connsiteY347" fmla="*/ 365309 h 5143500"/>
              <a:gd name="connsiteX348" fmla="*/ 5282022 w 9137327"/>
              <a:gd name="connsiteY348" fmla="*/ 368494 h 5143500"/>
              <a:gd name="connsiteX349" fmla="*/ 5282529 w 9137327"/>
              <a:gd name="connsiteY349" fmla="*/ 371934 h 5143500"/>
              <a:gd name="connsiteX350" fmla="*/ 5282783 w 9137327"/>
              <a:gd name="connsiteY350" fmla="*/ 375373 h 5143500"/>
              <a:gd name="connsiteX351" fmla="*/ 5283037 w 9137327"/>
              <a:gd name="connsiteY351" fmla="*/ 379196 h 5143500"/>
              <a:gd name="connsiteX352" fmla="*/ 5283418 w 9137327"/>
              <a:gd name="connsiteY352" fmla="*/ 383273 h 5143500"/>
              <a:gd name="connsiteX353" fmla="*/ 5283418 w 9137327"/>
              <a:gd name="connsiteY353" fmla="*/ 387478 h 5143500"/>
              <a:gd name="connsiteX354" fmla="*/ 5283418 w 9137327"/>
              <a:gd name="connsiteY354" fmla="*/ 391937 h 5143500"/>
              <a:gd name="connsiteX355" fmla="*/ 5283418 w 9137327"/>
              <a:gd name="connsiteY355" fmla="*/ 520876 h 5143500"/>
              <a:gd name="connsiteX356" fmla="*/ 5283418 w 9137327"/>
              <a:gd name="connsiteY356" fmla="*/ 525336 h 5143500"/>
              <a:gd name="connsiteX357" fmla="*/ 5283418 w 9137327"/>
              <a:gd name="connsiteY357" fmla="*/ 529413 h 5143500"/>
              <a:gd name="connsiteX358" fmla="*/ 5283037 w 9137327"/>
              <a:gd name="connsiteY358" fmla="*/ 533490 h 5143500"/>
              <a:gd name="connsiteX359" fmla="*/ 5282783 w 9137327"/>
              <a:gd name="connsiteY359" fmla="*/ 537312 h 5143500"/>
              <a:gd name="connsiteX360" fmla="*/ 5282529 w 9137327"/>
              <a:gd name="connsiteY360" fmla="*/ 541008 h 5143500"/>
              <a:gd name="connsiteX361" fmla="*/ 5282022 w 9137327"/>
              <a:gd name="connsiteY361" fmla="*/ 544319 h 5143500"/>
              <a:gd name="connsiteX362" fmla="*/ 5281641 w 9137327"/>
              <a:gd name="connsiteY362" fmla="*/ 547504 h 5143500"/>
              <a:gd name="connsiteX363" fmla="*/ 5281133 w 9137327"/>
              <a:gd name="connsiteY363" fmla="*/ 550435 h 5143500"/>
              <a:gd name="connsiteX364" fmla="*/ 5311846 w 9137327"/>
              <a:gd name="connsiteY364" fmla="*/ 550435 h 5143500"/>
              <a:gd name="connsiteX365" fmla="*/ 5311338 w 9137327"/>
              <a:gd name="connsiteY365" fmla="*/ 547377 h 5143500"/>
              <a:gd name="connsiteX366" fmla="*/ 5310832 w 9137327"/>
              <a:gd name="connsiteY366" fmla="*/ 544319 h 5143500"/>
              <a:gd name="connsiteX367" fmla="*/ 5310451 w 9137327"/>
              <a:gd name="connsiteY367" fmla="*/ 541008 h 5143500"/>
              <a:gd name="connsiteX368" fmla="*/ 5310070 w 9137327"/>
              <a:gd name="connsiteY368" fmla="*/ 537440 h 5143500"/>
              <a:gd name="connsiteX369" fmla="*/ 5309817 w 9137327"/>
              <a:gd name="connsiteY369" fmla="*/ 533744 h 5143500"/>
              <a:gd name="connsiteX370" fmla="*/ 5309689 w 9137327"/>
              <a:gd name="connsiteY370" fmla="*/ 529667 h 5143500"/>
              <a:gd name="connsiteX371" fmla="*/ 5309562 w 9137327"/>
              <a:gd name="connsiteY371" fmla="*/ 525463 h 5143500"/>
              <a:gd name="connsiteX372" fmla="*/ 5309436 w 9137327"/>
              <a:gd name="connsiteY372" fmla="*/ 520876 h 5143500"/>
              <a:gd name="connsiteX373" fmla="*/ 5309436 w 9137327"/>
              <a:gd name="connsiteY373" fmla="*/ 463541 h 5143500"/>
              <a:gd name="connsiteX374" fmla="*/ 5324792 w 9137327"/>
              <a:gd name="connsiteY374" fmla="*/ 462904 h 5143500"/>
              <a:gd name="connsiteX375" fmla="*/ 5335072 w 9137327"/>
              <a:gd name="connsiteY375" fmla="*/ 462523 h 5143500"/>
              <a:gd name="connsiteX376" fmla="*/ 5343702 w 9137327"/>
              <a:gd name="connsiteY376" fmla="*/ 462523 h 5143500"/>
              <a:gd name="connsiteX377" fmla="*/ 5354110 w 9137327"/>
              <a:gd name="connsiteY377" fmla="*/ 462523 h 5143500"/>
              <a:gd name="connsiteX378" fmla="*/ 5363501 w 9137327"/>
              <a:gd name="connsiteY378" fmla="*/ 462523 h 5143500"/>
              <a:gd name="connsiteX379" fmla="*/ 5371497 w 9137327"/>
              <a:gd name="connsiteY379" fmla="*/ 462523 h 5143500"/>
              <a:gd name="connsiteX380" fmla="*/ 5382032 w 9137327"/>
              <a:gd name="connsiteY380" fmla="*/ 462904 h 5143500"/>
              <a:gd name="connsiteX381" fmla="*/ 5398911 w 9137327"/>
              <a:gd name="connsiteY381" fmla="*/ 463541 h 5143500"/>
              <a:gd name="connsiteX382" fmla="*/ 5398911 w 9137327"/>
              <a:gd name="connsiteY382" fmla="*/ 520876 h 5143500"/>
              <a:gd name="connsiteX383" fmla="*/ 5398784 w 9137327"/>
              <a:gd name="connsiteY383" fmla="*/ 529667 h 5143500"/>
              <a:gd name="connsiteX384" fmla="*/ 5398658 w 9137327"/>
              <a:gd name="connsiteY384" fmla="*/ 533617 h 5143500"/>
              <a:gd name="connsiteX385" fmla="*/ 5398530 w 9137327"/>
              <a:gd name="connsiteY385" fmla="*/ 537185 h 5143500"/>
              <a:gd name="connsiteX386" fmla="*/ 5398277 w 9137327"/>
              <a:gd name="connsiteY386" fmla="*/ 540625 h 5143500"/>
              <a:gd name="connsiteX387" fmla="*/ 5397769 w 9137327"/>
              <a:gd name="connsiteY387" fmla="*/ 543937 h 5143500"/>
              <a:gd name="connsiteX388" fmla="*/ 5397261 w 9137327"/>
              <a:gd name="connsiteY388" fmla="*/ 547250 h 5143500"/>
              <a:gd name="connsiteX389" fmla="*/ 5396626 w 9137327"/>
              <a:gd name="connsiteY389" fmla="*/ 550435 h 5143500"/>
              <a:gd name="connsiteX390" fmla="*/ 5427340 w 9137327"/>
              <a:gd name="connsiteY390" fmla="*/ 550435 h 5143500"/>
              <a:gd name="connsiteX391" fmla="*/ 5426833 w 9137327"/>
              <a:gd name="connsiteY391" fmla="*/ 547250 h 5143500"/>
              <a:gd name="connsiteX392" fmla="*/ 5426325 w 9137327"/>
              <a:gd name="connsiteY392" fmla="*/ 543810 h 5143500"/>
              <a:gd name="connsiteX393" fmla="*/ 5425817 w 9137327"/>
              <a:gd name="connsiteY393" fmla="*/ 540369 h 5143500"/>
              <a:gd name="connsiteX394" fmla="*/ 5425563 w 9137327"/>
              <a:gd name="connsiteY394" fmla="*/ 536802 h 5143500"/>
              <a:gd name="connsiteX395" fmla="*/ 5425436 w 9137327"/>
              <a:gd name="connsiteY395" fmla="*/ 533107 h 5143500"/>
              <a:gd name="connsiteX396" fmla="*/ 5425183 w 9137327"/>
              <a:gd name="connsiteY396" fmla="*/ 529157 h 5143500"/>
              <a:gd name="connsiteX397" fmla="*/ 5425056 w 9137327"/>
              <a:gd name="connsiteY397" fmla="*/ 525209 h 5143500"/>
              <a:gd name="connsiteX398" fmla="*/ 5425056 w 9137327"/>
              <a:gd name="connsiteY398" fmla="*/ 520876 h 5143500"/>
              <a:gd name="connsiteX399" fmla="*/ 5425056 w 9137327"/>
              <a:gd name="connsiteY399" fmla="*/ 391937 h 5143500"/>
              <a:gd name="connsiteX400" fmla="*/ 5425056 w 9137327"/>
              <a:gd name="connsiteY400" fmla="*/ 387605 h 5143500"/>
              <a:gd name="connsiteX401" fmla="*/ 5425183 w 9137327"/>
              <a:gd name="connsiteY401" fmla="*/ 383527 h 5143500"/>
              <a:gd name="connsiteX402" fmla="*/ 5425436 w 9137327"/>
              <a:gd name="connsiteY402" fmla="*/ 379706 h 5143500"/>
              <a:gd name="connsiteX403" fmla="*/ 5425563 w 9137327"/>
              <a:gd name="connsiteY403" fmla="*/ 376011 h 5143500"/>
              <a:gd name="connsiteX404" fmla="*/ 5425817 w 9137327"/>
              <a:gd name="connsiteY404" fmla="*/ 372444 h 5143500"/>
              <a:gd name="connsiteX405" fmla="*/ 5426325 w 9137327"/>
              <a:gd name="connsiteY405" fmla="*/ 369003 h 5143500"/>
              <a:gd name="connsiteX406" fmla="*/ 5426833 w 9137327"/>
              <a:gd name="connsiteY406" fmla="*/ 365563 h 5143500"/>
              <a:gd name="connsiteX407" fmla="*/ 5427340 w 9137327"/>
              <a:gd name="connsiteY407" fmla="*/ 362378 h 5143500"/>
              <a:gd name="connsiteX408" fmla="*/ 5396626 w 9137327"/>
              <a:gd name="connsiteY408" fmla="*/ 362378 h 5143500"/>
              <a:gd name="connsiteX409" fmla="*/ 5397261 w 9137327"/>
              <a:gd name="connsiteY409" fmla="*/ 365563 h 5143500"/>
              <a:gd name="connsiteX410" fmla="*/ 5397769 w 9137327"/>
              <a:gd name="connsiteY410" fmla="*/ 368749 h 5143500"/>
              <a:gd name="connsiteX411" fmla="*/ 5398277 w 9137327"/>
              <a:gd name="connsiteY411" fmla="*/ 372188 h 5143500"/>
              <a:gd name="connsiteX412" fmla="*/ 5398530 w 9137327"/>
              <a:gd name="connsiteY412" fmla="*/ 375629 h 5143500"/>
              <a:gd name="connsiteX413" fmla="*/ 5398658 w 9137327"/>
              <a:gd name="connsiteY413" fmla="*/ 379069 h 5143500"/>
              <a:gd name="connsiteX414" fmla="*/ 5398784 w 9137327"/>
              <a:gd name="connsiteY414" fmla="*/ 383146 h 5143500"/>
              <a:gd name="connsiteX415" fmla="*/ 5398911 w 9137327"/>
              <a:gd name="connsiteY415" fmla="*/ 391937 h 5143500"/>
              <a:gd name="connsiteX416" fmla="*/ 5398911 w 9137327"/>
              <a:gd name="connsiteY416" fmla="*/ 441628 h 5143500"/>
              <a:gd name="connsiteX417" fmla="*/ 5389773 w 9137327"/>
              <a:gd name="connsiteY417" fmla="*/ 441372 h 5143500"/>
              <a:gd name="connsiteX418" fmla="*/ 5377335 w 9137327"/>
              <a:gd name="connsiteY418" fmla="*/ 440990 h 5143500"/>
              <a:gd name="connsiteX419" fmla="*/ 5364390 w 9137327"/>
              <a:gd name="connsiteY419" fmla="*/ 440863 h 5143500"/>
              <a:gd name="connsiteX420" fmla="*/ 5353348 w 9137327"/>
              <a:gd name="connsiteY420" fmla="*/ 440863 h 5143500"/>
              <a:gd name="connsiteX421" fmla="*/ 5341545 w 9137327"/>
              <a:gd name="connsiteY421" fmla="*/ 440863 h 5143500"/>
              <a:gd name="connsiteX422" fmla="*/ 5328980 w 9137327"/>
              <a:gd name="connsiteY422" fmla="*/ 440990 h 5143500"/>
              <a:gd name="connsiteX423" fmla="*/ 5317558 w 9137327"/>
              <a:gd name="connsiteY423" fmla="*/ 441372 h 5143500"/>
              <a:gd name="connsiteX424" fmla="*/ 5309436 w 9137327"/>
              <a:gd name="connsiteY424" fmla="*/ 441628 h 5143500"/>
              <a:gd name="connsiteX425" fmla="*/ 5309436 w 9137327"/>
              <a:gd name="connsiteY425" fmla="*/ 391937 h 5143500"/>
              <a:gd name="connsiteX426" fmla="*/ 5309562 w 9137327"/>
              <a:gd name="connsiteY426" fmla="*/ 387223 h 5143500"/>
              <a:gd name="connsiteX427" fmla="*/ 5309689 w 9137327"/>
              <a:gd name="connsiteY427" fmla="*/ 383018 h 5143500"/>
              <a:gd name="connsiteX428" fmla="*/ 5309817 w 9137327"/>
              <a:gd name="connsiteY428" fmla="*/ 378942 h 5143500"/>
              <a:gd name="connsiteX429" fmla="*/ 5310070 w 9137327"/>
              <a:gd name="connsiteY429" fmla="*/ 375373 h 5143500"/>
              <a:gd name="connsiteX430" fmla="*/ 5310451 w 9137327"/>
              <a:gd name="connsiteY430" fmla="*/ 371806 h 5143500"/>
              <a:gd name="connsiteX431" fmla="*/ 5310832 w 9137327"/>
              <a:gd name="connsiteY431" fmla="*/ 368494 h 5143500"/>
              <a:gd name="connsiteX432" fmla="*/ 5311338 w 9137327"/>
              <a:gd name="connsiteY432" fmla="*/ 365309 h 5143500"/>
              <a:gd name="connsiteX433" fmla="*/ 5311846 w 9137327"/>
              <a:gd name="connsiteY433" fmla="*/ 362378 h 5143500"/>
              <a:gd name="connsiteX434" fmla="*/ 4786161 w 9137327"/>
              <a:gd name="connsiteY434" fmla="*/ 362378 h 5143500"/>
              <a:gd name="connsiteX435" fmla="*/ 4788446 w 9137327"/>
              <a:gd name="connsiteY435" fmla="*/ 365819 h 5143500"/>
              <a:gd name="connsiteX436" fmla="*/ 4790856 w 9137327"/>
              <a:gd name="connsiteY436" fmla="*/ 369386 h 5143500"/>
              <a:gd name="connsiteX437" fmla="*/ 4792887 w 9137327"/>
              <a:gd name="connsiteY437" fmla="*/ 373208 h 5143500"/>
              <a:gd name="connsiteX438" fmla="*/ 4794918 w 9137327"/>
              <a:gd name="connsiteY438" fmla="*/ 377031 h 5143500"/>
              <a:gd name="connsiteX439" fmla="*/ 4797076 w 9137327"/>
              <a:gd name="connsiteY439" fmla="*/ 381362 h 5143500"/>
              <a:gd name="connsiteX440" fmla="*/ 4799106 w 9137327"/>
              <a:gd name="connsiteY440" fmla="*/ 385822 h 5143500"/>
              <a:gd name="connsiteX441" fmla="*/ 4801138 w 9137327"/>
              <a:gd name="connsiteY441" fmla="*/ 390791 h 5143500"/>
              <a:gd name="connsiteX442" fmla="*/ 4803168 w 9137327"/>
              <a:gd name="connsiteY442" fmla="*/ 396014 h 5143500"/>
              <a:gd name="connsiteX443" fmla="*/ 4861422 w 9137327"/>
              <a:gd name="connsiteY443" fmla="*/ 550435 h 5143500"/>
              <a:gd name="connsiteX444" fmla="*/ 4884266 w 9137327"/>
              <a:gd name="connsiteY444" fmla="*/ 550435 h 5143500"/>
              <a:gd name="connsiteX445" fmla="*/ 4940491 w 9137327"/>
              <a:gd name="connsiteY445" fmla="*/ 398307 h 5143500"/>
              <a:gd name="connsiteX446" fmla="*/ 4943155 w 9137327"/>
              <a:gd name="connsiteY446" fmla="*/ 391555 h 5143500"/>
              <a:gd name="connsiteX447" fmla="*/ 4945567 w 9137327"/>
              <a:gd name="connsiteY447" fmla="*/ 385439 h 5143500"/>
              <a:gd name="connsiteX448" fmla="*/ 4947598 w 9137327"/>
              <a:gd name="connsiteY448" fmla="*/ 380088 h 5143500"/>
              <a:gd name="connsiteX449" fmla="*/ 4949755 w 9137327"/>
              <a:gd name="connsiteY449" fmla="*/ 375629 h 5143500"/>
              <a:gd name="connsiteX450" fmla="*/ 4951533 w 9137327"/>
              <a:gd name="connsiteY450" fmla="*/ 371552 h 5143500"/>
              <a:gd name="connsiteX451" fmla="*/ 4953437 w 9137327"/>
              <a:gd name="connsiteY451" fmla="*/ 368111 h 5143500"/>
              <a:gd name="connsiteX452" fmla="*/ 4954960 w 9137327"/>
              <a:gd name="connsiteY452" fmla="*/ 365053 h 5143500"/>
              <a:gd name="connsiteX453" fmla="*/ 4956736 w 9137327"/>
              <a:gd name="connsiteY453" fmla="*/ 362378 h 5143500"/>
              <a:gd name="connsiteX454" fmla="*/ 4924372 w 9137327"/>
              <a:gd name="connsiteY454" fmla="*/ 362378 h 5143500"/>
              <a:gd name="connsiteX455" fmla="*/ 4923864 w 9137327"/>
              <a:gd name="connsiteY455" fmla="*/ 365946 h 5143500"/>
              <a:gd name="connsiteX456" fmla="*/ 4923230 w 9137327"/>
              <a:gd name="connsiteY456" fmla="*/ 369386 h 5143500"/>
              <a:gd name="connsiteX457" fmla="*/ 4922596 w 9137327"/>
              <a:gd name="connsiteY457" fmla="*/ 372315 h 5143500"/>
              <a:gd name="connsiteX458" fmla="*/ 4921834 w 9137327"/>
              <a:gd name="connsiteY458" fmla="*/ 375373 h 5143500"/>
              <a:gd name="connsiteX459" fmla="*/ 4920818 w 9137327"/>
              <a:gd name="connsiteY459" fmla="*/ 378432 h 5143500"/>
              <a:gd name="connsiteX460" fmla="*/ 4919676 w 9137327"/>
              <a:gd name="connsiteY460" fmla="*/ 381744 h 5143500"/>
              <a:gd name="connsiteX461" fmla="*/ 4916757 w 9137327"/>
              <a:gd name="connsiteY461" fmla="*/ 390026 h 5143500"/>
              <a:gd name="connsiteX462" fmla="*/ 4873479 w 9137327"/>
              <a:gd name="connsiteY462" fmla="*/ 516289 h 5143500"/>
              <a:gd name="connsiteX463" fmla="*/ 4829565 w 9137327"/>
              <a:gd name="connsiteY463" fmla="*/ 389262 h 5143500"/>
              <a:gd name="connsiteX464" fmla="*/ 4827789 w 9137327"/>
              <a:gd name="connsiteY464" fmla="*/ 384802 h 5143500"/>
              <a:gd name="connsiteX465" fmla="*/ 4826393 w 9137327"/>
              <a:gd name="connsiteY465" fmla="*/ 380852 h 5143500"/>
              <a:gd name="connsiteX466" fmla="*/ 4825124 w 9137327"/>
              <a:gd name="connsiteY466" fmla="*/ 377158 h 5143500"/>
              <a:gd name="connsiteX467" fmla="*/ 4824109 w 9137327"/>
              <a:gd name="connsiteY467" fmla="*/ 373844 h 5143500"/>
              <a:gd name="connsiteX468" fmla="*/ 4823094 w 9137327"/>
              <a:gd name="connsiteY468" fmla="*/ 370786 h 5143500"/>
              <a:gd name="connsiteX469" fmla="*/ 4822331 w 9137327"/>
              <a:gd name="connsiteY469" fmla="*/ 367857 h 5143500"/>
              <a:gd name="connsiteX470" fmla="*/ 4821697 w 9137327"/>
              <a:gd name="connsiteY470" fmla="*/ 365053 h 5143500"/>
              <a:gd name="connsiteX471" fmla="*/ 4821190 w 9137327"/>
              <a:gd name="connsiteY471" fmla="*/ 362378 h 5143500"/>
              <a:gd name="connsiteX472" fmla="*/ 4265298 w 9137327"/>
              <a:gd name="connsiteY472" fmla="*/ 362378 h 5143500"/>
              <a:gd name="connsiteX473" fmla="*/ 4265932 w 9137327"/>
              <a:gd name="connsiteY473" fmla="*/ 365309 h 5143500"/>
              <a:gd name="connsiteX474" fmla="*/ 4266440 w 9137327"/>
              <a:gd name="connsiteY474" fmla="*/ 368494 h 5143500"/>
              <a:gd name="connsiteX475" fmla="*/ 4266821 w 9137327"/>
              <a:gd name="connsiteY475" fmla="*/ 371934 h 5143500"/>
              <a:gd name="connsiteX476" fmla="*/ 4267074 w 9137327"/>
              <a:gd name="connsiteY476" fmla="*/ 375373 h 5143500"/>
              <a:gd name="connsiteX477" fmla="*/ 4267328 w 9137327"/>
              <a:gd name="connsiteY477" fmla="*/ 379196 h 5143500"/>
              <a:gd name="connsiteX478" fmla="*/ 4267583 w 9137327"/>
              <a:gd name="connsiteY478" fmla="*/ 383273 h 5143500"/>
              <a:gd name="connsiteX479" fmla="*/ 4267583 w 9137327"/>
              <a:gd name="connsiteY479" fmla="*/ 387478 h 5143500"/>
              <a:gd name="connsiteX480" fmla="*/ 4267583 w 9137327"/>
              <a:gd name="connsiteY480" fmla="*/ 391937 h 5143500"/>
              <a:gd name="connsiteX481" fmla="*/ 4267583 w 9137327"/>
              <a:gd name="connsiteY481" fmla="*/ 520876 h 5143500"/>
              <a:gd name="connsiteX482" fmla="*/ 4267583 w 9137327"/>
              <a:gd name="connsiteY482" fmla="*/ 525336 h 5143500"/>
              <a:gd name="connsiteX483" fmla="*/ 4267583 w 9137327"/>
              <a:gd name="connsiteY483" fmla="*/ 529413 h 5143500"/>
              <a:gd name="connsiteX484" fmla="*/ 4267328 w 9137327"/>
              <a:gd name="connsiteY484" fmla="*/ 533490 h 5143500"/>
              <a:gd name="connsiteX485" fmla="*/ 4267074 w 9137327"/>
              <a:gd name="connsiteY485" fmla="*/ 537312 h 5143500"/>
              <a:gd name="connsiteX486" fmla="*/ 4266821 w 9137327"/>
              <a:gd name="connsiteY486" fmla="*/ 541008 h 5143500"/>
              <a:gd name="connsiteX487" fmla="*/ 4266440 w 9137327"/>
              <a:gd name="connsiteY487" fmla="*/ 544319 h 5143500"/>
              <a:gd name="connsiteX488" fmla="*/ 4265932 w 9137327"/>
              <a:gd name="connsiteY488" fmla="*/ 547504 h 5143500"/>
              <a:gd name="connsiteX489" fmla="*/ 4265298 w 9137327"/>
              <a:gd name="connsiteY489" fmla="*/ 550435 h 5143500"/>
              <a:gd name="connsiteX490" fmla="*/ 4296012 w 9137327"/>
              <a:gd name="connsiteY490" fmla="*/ 550435 h 5143500"/>
              <a:gd name="connsiteX491" fmla="*/ 4295504 w 9137327"/>
              <a:gd name="connsiteY491" fmla="*/ 547377 h 5143500"/>
              <a:gd name="connsiteX492" fmla="*/ 4295123 w 9137327"/>
              <a:gd name="connsiteY492" fmla="*/ 544319 h 5143500"/>
              <a:gd name="connsiteX493" fmla="*/ 4294616 w 9137327"/>
              <a:gd name="connsiteY493" fmla="*/ 541008 h 5143500"/>
              <a:gd name="connsiteX494" fmla="*/ 4294361 w 9137327"/>
              <a:gd name="connsiteY494" fmla="*/ 537440 h 5143500"/>
              <a:gd name="connsiteX495" fmla="*/ 4294108 w 9137327"/>
              <a:gd name="connsiteY495" fmla="*/ 533744 h 5143500"/>
              <a:gd name="connsiteX496" fmla="*/ 4293981 w 9137327"/>
              <a:gd name="connsiteY496" fmla="*/ 529667 h 5143500"/>
              <a:gd name="connsiteX497" fmla="*/ 4293853 w 9137327"/>
              <a:gd name="connsiteY497" fmla="*/ 525463 h 5143500"/>
              <a:gd name="connsiteX498" fmla="*/ 4293853 w 9137327"/>
              <a:gd name="connsiteY498" fmla="*/ 520876 h 5143500"/>
              <a:gd name="connsiteX499" fmla="*/ 4293853 w 9137327"/>
              <a:gd name="connsiteY499" fmla="*/ 463541 h 5143500"/>
              <a:gd name="connsiteX500" fmla="*/ 4309083 w 9137327"/>
              <a:gd name="connsiteY500" fmla="*/ 462904 h 5143500"/>
              <a:gd name="connsiteX501" fmla="*/ 4319365 w 9137327"/>
              <a:gd name="connsiteY501" fmla="*/ 462523 h 5143500"/>
              <a:gd name="connsiteX502" fmla="*/ 4327867 w 9137327"/>
              <a:gd name="connsiteY502" fmla="*/ 462523 h 5143500"/>
              <a:gd name="connsiteX503" fmla="*/ 4338148 w 9137327"/>
              <a:gd name="connsiteY503" fmla="*/ 462523 h 5143500"/>
              <a:gd name="connsiteX504" fmla="*/ 4347666 w 9137327"/>
              <a:gd name="connsiteY504" fmla="*/ 462523 h 5143500"/>
              <a:gd name="connsiteX505" fmla="*/ 4355788 w 9137327"/>
              <a:gd name="connsiteY505" fmla="*/ 462523 h 5143500"/>
              <a:gd name="connsiteX506" fmla="*/ 4366196 w 9137327"/>
              <a:gd name="connsiteY506" fmla="*/ 462904 h 5143500"/>
              <a:gd name="connsiteX507" fmla="*/ 4383202 w 9137327"/>
              <a:gd name="connsiteY507" fmla="*/ 463541 h 5143500"/>
              <a:gd name="connsiteX508" fmla="*/ 4383202 w 9137327"/>
              <a:gd name="connsiteY508" fmla="*/ 520876 h 5143500"/>
              <a:gd name="connsiteX509" fmla="*/ 4383202 w 9137327"/>
              <a:gd name="connsiteY509" fmla="*/ 525463 h 5143500"/>
              <a:gd name="connsiteX510" fmla="*/ 4383076 w 9137327"/>
              <a:gd name="connsiteY510" fmla="*/ 529667 h 5143500"/>
              <a:gd name="connsiteX511" fmla="*/ 4382823 w 9137327"/>
              <a:gd name="connsiteY511" fmla="*/ 533617 h 5143500"/>
              <a:gd name="connsiteX512" fmla="*/ 4382695 w 9137327"/>
              <a:gd name="connsiteY512" fmla="*/ 537185 h 5143500"/>
              <a:gd name="connsiteX513" fmla="*/ 4382441 w 9137327"/>
              <a:gd name="connsiteY513" fmla="*/ 540625 h 5143500"/>
              <a:gd name="connsiteX514" fmla="*/ 4381934 w 9137327"/>
              <a:gd name="connsiteY514" fmla="*/ 543937 h 5143500"/>
              <a:gd name="connsiteX515" fmla="*/ 4381426 w 9137327"/>
              <a:gd name="connsiteY515" fmla="*/ 547250 h 5143500"/>
              <a:gd name="connsiteX516" fmla="*/ 4380792 w 9137327"/>
              <a:gd name="connsiteY516" fmla="*/ 550435 h 5143500"/>
              <a:gd name="connsiteX517" fmla="*/ 4411505 w 9137327"/>
              <a:gd name="connsiteY517" fmla="*/ 550435 h 5143500"/>
              <a:gd name="connsiteX518" fmla="*/ 4410997 w 9137327"/>
              <a:gd name="connsiteY518" fmla="*/ 547250 h 5143500"/>
              <a:gd name="connsiteX519" fmla="*/ 4410490 w 9137327"/>
              <a:gd name="connsiteY519" fmla="*/ 543810 h 5143500"/>
              <a:gd name="connsiteX520" fmla="*/ 4410109 w 9137327"/>
              <a:gd name="connsiteY520" fmla="*/ 540369 h 5143500"/>
              <a:gd name="connsiteX521" fmla="*/ 4409729 w 9137327"/>
              <a:gd name="connsiteY521" fmla="*/ 536802 h 5143500"/>
              <a:gd name="connsiteX522" fmla="*/ 4409601 w 9137327"/>
              <a:gd name="connsiteY522" fmla="*/ 533107 h 5143500"/>
              <a:gd name="connsiteX523" fmla="*/ 4409348 w 9137327"/>
              <a:gd name="connsiteY523" fmla="*/ 529157 h 5143500"/>
              <a:gd name="connsiteX524" fmla="*/ 4409221 w 9137327"/>
              <a:gd name="connsiteY524" fmla="*/ 525209 h 5143500"/>
              <a:gd name="connsiteX525" fmla="*/ 4409221 w 9137327"/>
              <a:gd name="connsiteY525" fmla="*/ 520876 h 5143500"/>
              <a:gd name="connsiteX526" fmla="*/ 4409221 w 9137327"/>
              <a:gd name="connsiteY526" fmla="*/ 391937 h 5143500"/>
              <a:gd name="connsiteX527" fmla="*/ 4409221 w 9137327"/>
              <a:gd name="connsiteY527" fmla="*/ 387605 h 5143500"/>
              <a:gd name="connsiteX528" fmla="*/ 4409348 w 9137327"/>
              <a:gd name="connsiteY528" fmla="*/ 383527 h 5143500"/>
              <a:gd name="connsiteX529" fmla="*/ 4409601 w 9137327"/>
              <a:gd name="connsiteY529" fmla="*/ 379706 h 5143500"/>
              <a:gd name="connsiteX530" fmla="*/ 4409729 w 9137327"/>
              <a:gd name="connsiteY530" fmla="*/ 376011 h 5143500"/>
              <a:gd name="connsiteX531" fmla="*/ 4410109 w 9137327"/>
              <a:gd name="connsiteY531" fmla="*/ 372444 h 5143500"/>
              <a:gd name="connsiteX532" fmla="*/ 4410490 w 9137327"/>
              <a:gd name="connsiteY532" fmla="*/ 369003 h 5143500"/>
              <a:gd name="connsiteX533" fmla="*/ 4410997 w 9137327"/>
              <a:gd name="connsiteY533" fmla="*/ 365563 h 5143500"/>
              <a:gd name="connsiteX534" fmla="*/ 4411505 w 9137327"/>
              <a:gd name="connsiteY534" fmla="*/ 362378 h 5143500"/>
              <a:gd name="connsiteX535" fmla="*/ 4380792 w 9137327"/>
              <a:gd name="connsiteY535" fmla="*/ 362378 h 5143500"/>
              <a:gd name="connsiteX536" fmla="*/ 4381426 w 9137327"/>
              <a:gd name="connsiteY536" fmla="*/ 365563 h 5143500"/>
              <a:gd name="connsiteX537" fmla="*/ 4381934 w 9137327"/>
              <a:gd name="connsiteY537" fmla="*/ 368749 h 5143500"/>
              <a:gd name="connsiteX538" fmla="*/ 4382441 w 9137327"/>
              <a:gd name="connsiteY538" fmla="*/ 372188 h 5143500"/>
              <a:gd name="connsiteX539" fmla="*/ 4382695 w 9137327"/>
              <a:gd name="connsiteY539" fmla="*/ 375629 h 5143500"/>
              <a:gd name="connsiteX540" fmla="*/ 4382823 w 9137327"/>
              <a:gd name="connsiteY540" fmla="*/ 379069 h 5143500"/>
              <a:gd name="connsiteX541" fmla="*/ 4383076 w 9137327"/>
              <a:gd name="connsiteY541" fmla="*/ 383146 h 5143500"/>
              <a:gd name="connsiteX542" fmla="*/ 4383202 w 9137327"/>
              <a:gd name="connsiteY542" fmla="*/ 387223 h 5143500"/>
              <a:gd name="connsiteX543" fmla="*/ 4383202 w 9137327"/>
              <a:gd name="connsiteY543" fmla="*/ 391937 h 5143500"/>
              <a:gd name="connsiteX544" fmla="*/ 4383202 w 9137327"/>
              <a:gd name="connsiteY544" fmla="*/ 441628 h 5143500"/>
              <a:gd name="connsiteX545" fmla="*/ 4373938 w 9137327"/>
              <a:gd name="connsiteY545" fmla="*/ 441372 h 5143500"/>
              <a:gd name="connsiteX546" fmla="*/ 4361627 w 9137327"/>
              <a:gd name="connsiteY546" fmla="*/ 440990 h 5143500"/>
              <a:gd name="connsiteX547" fmla="*/ 4348681 w 9137327"/>
              <a:gd name="connsiteY547" fmla="*/ 440863 h 5143500"/>
              <a:gd name="connsiteX548" fmla="*/ 4337513 w 9137327"/>
              <a:gd name="connsiteY548" fmla="*/ 440863 h 5143500"/>
              <a:gd name="connsiteX549" fmla="*/ 4325964 w 9137327"/>
              <a:gd name="connsiteY549" fmla="*/ 440863 h 5143500"/>
              <a:gd name="connsiteX550" fmla="*/ 4313145 w 9137327"/>
              <a:gd name="connsiteY550" fmla="*/ 440990 h 5143500"/>
              <a:gd name="connsiteX551" fmla="*/ 4301723 w 9137327"/>
              <a:gd name="connsiteY551" fmla="*/ 441372 h 5143500"/>
              <a:gd name="connsiteX552" fmla="*/ 4293853 w 9137327"/>
              <a:gd name="connsiteY552" fmla="*/ 441628 h 5143500"/>
              <a:gd name="connsiteX553" fmla="*/ 4293853 w 9137327"/>
              <a:gd name="connsiteY553" fmla="*/ 391937 h 5143500"/>
              <a:gd name="connsiteX554" fmla="*/ 4293853 w 9137327"/>
              <a:gd name="connsiteY554" fmla="*/ 387223 h 5143500"/>
              <a:gd name="connsiteX555" fmla="*/ 4293981 w 9137327"/>
              <a:gd name="connsiteY555" fmla="*/ 383018 h 5143500"/>
              <a:gd name="connsiteX556" fmla="*/ 4294108 w 9137327"/>
              <a:gd name="connsiteY556" fmla="*/ 378942 h 5143500"/>
              <a:gd name="connsiteX557" fmla="*/ 4294361 w 9137327"/>
              <a:gd name="connsiteY557" fmla="*/ 375373 h 5143500"/>
              <a:gd name="connsiteX558" fmla="*/ 4294616 w 9137327"/>
              <a:gd name="connsiteY558" fmla="*/ 371806 h 5143500"/>
              <a:gd name="connsiteX559" fmla="*/ 4295123 w 9137327"/>
              <a:gd name="connsiteY559" fmla="*/ 368494 h 5143500"/>
              <a:gd name="connsiteX560" fmla="*/ 4295504 w 9137327"/>
              <a:gd name="connsiteY560" fmla="*/ 365309 h 5143500"/>
              <a:gd name="connsiteX561" fmla="*/ 4296012 w 9137327"/>
              <a:gd name="connsiteY561" fmla="*/ 362378 h 5143500"/>
              <a:gd name="connsiteX562" fmla="*/ 5012071 w 9137327"/>
              <a:gd name="connsiteY562" fmla="*/ 361995 h 5143500"/>
              <a:gd name="connsiteX563" fmla="*/ 5011182 w 9137327"/>
              <a:gd name="connsiteY563" fmla="*/ 366073 h 5143500"/>
              <a:gd name="connsiteX564" fmla="*/ 5010295 w 9137327"/>
              <a:gd name="connsiteY564" fmla="*/ 370150 h 5143500"/>
              <a:gd name="connsiteX565" fmla="*/ 5009152 w 9137327"/>
              <a:gd name="connsiteY565" fmla="*/ 374354 h 5143500"/>
              <a:gd name="connsiteX566" fmla="*/ 5008010 w 9137327"/>
              <a:gd name="connsiteY566" fmla="*/ 378558 h 5143500"/>
              <a:gd name="connsiteX567" fmla="*/ 5006741 w 9137327"/>
              <a:gd name="connsiteY567" fmla="*/ 382764 h 5143500"/>
              <a:gd name="connsiteX568" fmla="*/ 5005218 w 9137327"/>
              <a:gd name="connsiteY568" fmla="*/ 387095 h 5143500"/>
              <a:gd name="connsiteX569" fmla="*/ 5003567 w 9137327"/>
              <a:gd name="connsiteY569" fmla="*/ 391555 h 5143500"/>
              <a:gd name="connsiteX570" fmla="*/ 5001791 w 9137327"/>
              <a:gd name="connsiteY570" fmla="*/ 396141 h 5143500"/>
              <a:gd name="connsiteX571" fmla="*/ 4953182 w 9137327"/>
              <a:gd name="connsiteY571" fmla="*/ 522278 h 5143500"/>
              <a:gd name="connsiteX572" fmla="*/ 4949121 w 9137327"/>
              <a:gd name="connsiteY572" fmla="*/ 531323 h 5143500"/>
              <a:gd name="connsiteX573" fmla="*/ 4947217 w 9137327"/>
              <a:gd name="connsiteY573" fmla="*/ 535273 h 5143500"/>
              <a:gd name="connsiteX574" fmla="*/ 4945314 w 9137327"/>
              <a:gd name="connsiteY574" fmla="*/ 539223 h 5143500"/>
              <a:gd name="connsiteX575" fmla="*/ 4943410 w 9137327"/>
              <a:gd name="connsiteY575" fmla="*/ 542918 h 5143500"/>
              <a:gd name="connsiteX576" fmla="*/ 4941379 w 9137327"/>
              <a:gd name="connsiteY576" fmla="*/ 546485 h 5143500"/>
              <a:gd name="connsiteX577" fmla="*/ 4939222 w 9137327"/>
              <a:gd name="connsiteY577" fmla="*/ 550180 h 5143500"/>
              <a:gd name="connsiteX578" fmla="*/ 4936937 w 9137327"/>
              <a:gd name="connsiteY578" fmla="*/ 553875 h 5143500"/>
              <a:gd name="connsiteX579" fmla="*/ 4968412 w 9137327"/>
              <a:gd name="connsiteY579" fmla="*/ 553875 h 5143500"/>
              <a:gd name="connsiteX580" fmla="*/ 4970190 w 9137327"/>
              <a:gd name="connsiteY580" fmla="*/ 547249 h 5143500"/>
              <a:gd name="connsiteX581" fmla="*/ 4971839 w 9137327"/>
              <a:gd name="connsiteY581" fmla="*/ 541771 h 5143500"/>
              <a:gd name="connsiteX582" fmla="*/ 4973743 w 9137327"/>
              <a:gd name="connsiteY582" fmla="*/ 536038 h 5143500"/>
              <a:gd name="connsiteX583" fmla="*/ 4976408 w 9137327"/>
              <a:gd name="connsiteY583" fmla="*/ 528392 h 5143500"/>
              <a:gd name="connsiteX584" fmla="*/ 4986942 w 9137327"/>
              <a:gd name="connsiteY584" fmla="*/ 497815 h 5143500"/>
              <a:gd name="connsiteX585" fmla="*/ 5015244 w 9137327"/>
              <a:gd name="connsiteY585" fmla="*/ 496923 h 5143500"/>
              <a:gd name="connsiteX586" fmla="*/ 5026540 w 9137327"/>
              <a:gd name="connsiteY586" fmla="*/ 496667 h 5143500"/>
              <a:gd name="connsiteX587" fmla="*/ 5031870 w 9137327"/>
              <a:gd name="connsiteY587" fmla="*/ 496667 h 5143500"/>
              <a:gd name="connsiteX588" fmla="*/ 5039740 w 9137327"/>
              <a:gd name="connsiteY588" fmla="*/ 496923 h 5143500"/>
              <a:gd name="connsiteX589" fmla="*/ 5063853 w 9137327"/>
              <a:gd name="connsiteY589" fmla="*/ 497815 h 5143500"/>
              <a:gd name="connsiteX590" fmla="*/ 5072991 w 9137327"/>
              <a:gd name="connsiteY590" fmla="*/ 525207 h 5143500"/>
              <a:gd name="connsiteX591" fmla="*/ 5075656 w 9137327"/>
              <a:gd name="connsiteY591" fmla="*/ 533361 h 5143500"/>
              <a:gd name="connsiteX592" fmla="*/ 5078321 w 9137327"/>
              <a:gd name="connsiteY592" fmla="*/ 541898 h 5143500"/>
              <a:gd name="connsiteX593" fmla="*/ 5079845 w 9137327"/>
              <a:gd name="connsiteY593" fmla="*/ 547504 h 5143500"/>
              <a:gd name="connsiteX594" fmla="*/ 5080353 w 9137327"/>
              <a:gd name="connsiteY594" fmla="*/ 550307 h 5143500"/>
              <a:gd name="connsiteX595" fmla="*/ 5080860 w 9137327"/>
              <a:gd name="connsiteY595" fmla="*/ 553747 h 5143500"/>
              <a:gd name="connsiteX596" fmla="*/ 5115127 w 9137327"/>
              <a:gd name="connsiteY596" fmla="*/ 553747 h 5143500"/>
              <a:gd name="connsiteX597" fmla="*/ 5109035 w 9137327"/>
              <a:gd name="connsiteY597" fmla="*/ 542663 h 5143500"/>
              <a:gd name="connsiteX598" fmla="*/ 5106878 w 9137327"/>
              <a:gd name="connsiteY598" fmla="*/ 538458 h 5143500"/>
              <a:gd name="connsiteX599" fmla="*/ 5106878 w 9137327"/>
              <a:gd name="connsiteY599" fmla="*/ 538331 h 5143500"/>
              <a:gd name="connsiteX600" fmla="*/ 5104974 w 9137327"/>
              <a:gd name="connsiteY600" fmla="*/ 534508 h 5143500"/>
              <a:gd name="connsiteX601" fmla="*/ 5103070 w 9137327"/>
              <a:gd name="connsiteY601" fmla="*/ 530686 h 5143500"/>
              <a:gd name="connsiteX602" fmla="*/ 5101420 w 9137327"/>
              <a:gd name="connsiteY602" fmla="*/ 526865 h 5143500"/>
              <a:gd name="connsiteX603" fmla="*/ 5097232 w 9137327"/>
              <a:gd name="connsiteY603" fmla="*/ 516926 h 5143500"/>
              <a:gd name="connsiteX604" fmla="*/ 5038724 w 9137327"/>
              <a:gd name="connsiteY604" fmla="*/ 361995 h 5143500"/>
              <a:gd name="connsiteX605" fmla="*/ 5105989 w 9137327"/>
              <a:gd name="connsiteY605" fmla="*/ 359320 h 5143500"/>
              <a:gd name="connsiteX606" fmla="*/ 5105989 w 9137327"/>
              <a:gd name="connsiteY606" fmla="*/ 381871 h 5143500"/>
              <a:gd name="connsiteX607" fmla="*/ 5110558 w 9137327"/>
              <a:gd name="connsiteY607" fmla="*/ 381362 h 5143500"/>
              <a:gd name="connsiteX608" fmla="*/ 5115889 w 9137327"/>
              <a:gd name="connsiteY608" fmla="*/ 380979 h 5143500"/>
              <a:gd name="connsiteX609" fmla="*/ 5122742 w 9137327"/>
              <a:gd name="connsiteY609" fmla="*/ 380725 h 5143500"/>
              <a:gd name="connsiteX610" fmla="*/ 5131880 w 9137327"/>
              <a:gd name="connsiteY610" fmla="*/ 380725 h 5143500"/>
              <a:gd name="connsiteX611" fmla="*/ 5164751 w 9137327"/>
              <a:gd name="connsiteY611" fmla="*/ 380725 h 5143500"/>
              <a:gd name="connsiteX612" fmla="*/ 5164751 w 9137327"/>
              <a:gd name="connsiteY612" fmla="*/ 520620 h 5143500"/>
              <a:gd name="connsiteX613" fmla="*/ 5164625 w 9137327"/>
              <a:gd name="connsiteY613" fmla="*/ 524953 h 5143500"/>
              <a:gd name="connsiteX614" fmla="*/ 5164497 w 9137327"/>
              <a:gd name="connsiteY614" fmla="*/ 529030 h 5143500"/>
              <a:gd name="connsiteX615" fmla="*/ 5164370 w 9137327"/>
              <a:gd name="connsiteY615" fmla="*/ 532980 h 5143500"/>
              <a:gd name="connsiteX616" fmla="*/ 5164117 w 9137327"/>
              <a:gd name="connsiteY616" fmla="*/ 536675 h 5143500"/>
              <a:gd name="connsiteX617" fmla="*/ 5163736 w 9137327"/>
              <a:gd name="connsiteY617" fmla="*/ 540115 h 5143500"/>
              <a:gd name="connsiteX618" fmla="*/ 5163355 w 9137327"/>
              <a:gd name="connsiteY618" fmla="*/ 543683 h 5143500"/>
              <a:gd name="connsiteX619" fmla="*/ 5162847 w 9137327"/>
              <a:gd name="connsiteY619" fmla="*/ 547122 h 5143500"/>
              <a:gd name="connsiteX620" fmla="*/ 5162340 w 9137327"/>
              <a:gd name="connsiteY620" fmla="*/ 550435 h 5143500"/>
              <a:gd name="connsiteX621" fmla="*/ 5192926 w 9137327"/>
              <a:gd name="connsiteY621" fmla="*/ 550435 h 5143500"/>
              <a:gd name="connsiteX622" fmla="*/ 5192418 w 9137327"/>
              <a:gd name="connsiteY622" fmla="*/ 547122 h 5143500"/>
              <a:gd name="connsiteX623" fmla="*/ 5192039 w 9137327"/>
              <a:gd name="connsiteY623" fmla="*/ 543683 h 5143500"/>
              <a:gd name="connsiteX624" fmla="*/ 5191531 w 9137327"/>
              <a:gd name="connsiteY624" fmla="*/ 540242 h 5143500"/>
              <a:gd name="connsiteX625" fmla="*/ 5191150 w 9137327"/>
              <a:gd name="connsiteY625" fmla="*/ 536802 h 5143500"/>
              <a:gd name="connsiteX626" fmla="*/ 5190895 w 9137327"/>
              <a:gd name="connsiteY626" fmla="*/ 533234 h 5143500"/>
              <a:gd name="connsiteX627" fmla="*/ 5190642 w 9137327"/>
              <a:gd name="connsiteY627" fmla="*/ 529284 h 5143500"/>
              <a:gd name="connsiteX628" fmla="*/ 5190642 w 9137327"/>
              <a:gd name="connsiteY628" fmla="*/ 525207 h 5143500"/>
              <a:gd name="connsiteX629" fmla="*/ 5190516 w 9137327"/>
              <a:gd name="connsiteY629" fmla="*/ 520620 h 5143500"/>
              <a:gd name="connsiteX630" fmla="*/ 5190516 w 9137327"/>
              <a:gd name="connsiteY630" fmla="*/ 380725 h 5143500"/>
              <a:gd name="connsiteX631" fmla="*/ 5223514 w 9137327"/>
              <a:gd name="connsiteY631" fmla="*/ 380725 h 5143500"/>
              <a:gd name="connsiteX632" fmla="*/ 5229732 w 9137327"/>
              <a:gd name="connsiteY632" fmla="*/ 380725 h 5143500"/>
              <a:gd name="connsiteX633" fmla="*/ 5235698 w 9137327"/>
              <a:gd name="connsiteY633" fmla="*/ 380979 h 5143500"/>
              <a:gd name="connsiteX634" fmla="*/ 5242043 w 9137327"/>
              <a:gd name="connsiteY634" fmla="*/ 381362 h 5143500"/>
              <a:gd name="connsiteX635" fmla="*/ 5249150 w 9137327"/>
              <a:gd name="connsiteY635" fmla="*/ 381871 h 5143500"/>
              <a:gd name="connsiteX636" fmla="*/ 5249150 w 9137327"/>
              <a:gd name="connsiteY636" fmla="*/ 359320 h 5143500"/>
              <a:gd name="connsiteX637" fmla="*/ 4524968 w 9137327"/>
              <a:gd name="connsiteY637" fmla="*/ 356517 h 5143500"/>
              <a:gd name="connsiteX638" fmla="*/ 4521288 w 9137327"/>
              <a:gd name="connsiteY638" fmla="*/ 357153 h 5143500"/>
              <a:gd name="connsiteX639" fmla="*/ 4517735 w 9137327"/>
              <a:gd name="connsiteY639" fmla="*/ 357663 h 5143500"/>
              <a:gd name="connsiteX640" fmla="*/ 4514181 w 9137327"/>
              <a:gd name="connsiteY640" fmla="*/ 358428 h 5143500"/>
              <a:gd name="connsiteX641" fmla="*/ 4510754 w 9137327"/>
              <a:gd name="connsiteY641" fmla="*/ 359320 h 5143500"/>
              <a:gd name="connsiteX642" fmla="*/ 4507327 w 9137327"/>
              <a:gd name="connsiteY642" fmla="*/ 360340 h 5143500"/>
              <a:gd name="connsiteX643" fmla="*/ 4504028 w 9137327"/>
              <a:gd name="connsiteY643" fmla="*/ 361613 h 5143500"/>
              <a:gd name="connsiteX644" fmla="*/ 4500727 w 9137327"/>
              <a:gd name="connsiteY644" fmla="*/ 363015 h 5143500"/>
              <a:gd name="connsiteX645" fmla="*/ 4497428 w 9137327"/>
              <a:gd name="connsiteY645" fmla="*/ 364544 h 5143500"/>
              <a:gd name="connsiteX646" fmla="*/ 4494255 w 9137327"/>
              <a:gd name="connsiteY646" fmla="*/ 366200 h 5143500"/>
              <a:gd name="connsiteX647" fmla="*/ 4491209 w 9137327"/>
              <a:gd name="connsiteY647" fmla="*/ 368238 h 5143500"/>
              <a:gd name="connsiteX648" fmla="*/ 4488163 w 9137327"/>
              <a:gd name="connsiteY648" fmla="*/ 370277 h 5143500"/>
              <a:gd name="connsiteX649" fmla="*/ 4485116 w 9137327"/>
              <a:gd name="connsiteY649" fmla="*/ 372442 h 5143500"/>
              <a:gd name="connsiteX650" fmla="*/ 4482198 w 9137327"/>
              <a:gd name="connsiteY650" fmla="*/ 374864 h 5143500"/>
              <a:gd name="connsiteX651" fmla="*/ 4479405 w 9137327"/>
              <a:gd name="connsiteY651" fmla="*/ 377412 h 5143500"/>
              <a:gd name="connsiteX652" fmla="*/ 4477629 w 9137327"/>
              <a:gd name="connsiteY652" fmla="*/ 379068 h 5143500"/>
              <a:gd name="connsiteX653" fmla="*/ 4475852 w 9137327"/>
              <a:gd name="connsiteY653" fmla="*/ 380979 h 5143500"/>
              <a:gd name="connsiteX654" fmla="*/ 4474202 w 9137327"/>
              <a:gd name="connsiteY654" fmla="*/ 382891 h 5143500"/>
              <a:gd name="connsiteX655" fmla="*/ 4472552 w 9137327"/>
              <a:gd name="connsiteY655" fmla="*/ 384674 h 5143500"/>
              <a:gd name="connsiteX656" fmla="*/ 4471029 w 9137327"/>
              <a:gd name="connsiteY656" fmla="*/ 386712 h 5143500"/>
              <a:gd name="connsiteX657" fmla="*/ 4469507 w 9137327"/>
              <a:gd name="connsiteY657" fmla="*/ 388751 h 5143500"/>
              <a:gd name="connsiteX658" fmla="*/ 4467984 w 9137327"/>
              <a:gd name="connsiteY658" fmla="*/ 390789 h 5143500"/>
              <a:gd name="connsiteX659" fmla="*/ 4466587 w 9137327"/>
              <a:gd name="connsiteY659" fmla="*/ 392828 h 5143500"/>
              <a:gd name="connsiteX660" fmla="*/ 4465191 w 9137327"/>
              <a:gd name="connsiteY660" fmla="*/ 395122 h 5143500"/>
              <a:gd name="connsiteX661" fmla="*/ 4463922 w 9137327"/>
              <a:gd name="connsiteY661" fmla="*/ 397415 h 5143500"/>
              <a:gd name="connsiteX662" fmla="*/ 4462652 w 9137327"/>
              <a:gd name="connsiteY662" fmla="*/ 399709 h 5143500"/>
              <a:gd name="connsiteX663" fmla="*/ 4461510 w 9137327"/>
              <a:gd name="connsiteY663" fmla="*/ 402130 h 5143500"/>
              <a:gd name="connsiteX664" fmla="*/ 4460369 w 9137327"/>
              <a:gd name="connsiteY664" fmla="*/ 404423 h 5143500"/>
              <a:gd name="connsiteX665" fmla="*/ 4459099 w 9137327"/>
              <a:gd name="connsiteY665" fmla="*/ 406971 h 5143500"/>
              <a:gd name="connsiteX666" fmla="*/ 4458210 w 9137327"/>
              <a:gd name="connsiteY666" fmla="*/ 409519 h 5143500"/>
              <a:gd name="connsiteX667" fmla="*/ 4457196 w 9137327"/>
              <a:gd name="connsiteY667" fmla="*/ 412067 h 5143500"/>
              <a:gd name="connsiteX668" fmla="*/ 4456307 w 9137327"/>
              <a:gd name="connsiteY668" fmla="*/ 414743 h 5143500"/>
              <a:gd name="connsiteX669" fmla="*/ 4455419 w 9137327"/>
              <a:gd name="connsiteY669" fmla="*/ 417418 h 5143500"/>
              <a:gd name="connsiteX670" fmla="*/ 4454658 w 9137327"/>
              <a:gd name="connsiteY670" fmla="*/ 420094 h 5143500"/>
              <a:gd name="connsiteX671" fmla="*/ 4453769 w 9137327"/>
              <a:gd name="connsiteY671" fmla="*/ 422897 h 5143500"/>
              <a:gd name="connsiteX672" fmla="*/ 4453135 w 9137327"/>
              <a:gd name="connsiteY672" fmla="*/ 425828 h 5143500"/>
              <a:gd name="connsiteX673" fmla="*/ 4452627 w 9137327"/>
              <a:gd name="connsiteY673" fmla="*/ 428631 h 5143500"/>
              <a:gd name="connsiteX674" fmla="*/ 4452119 w 9137327"/>
              <a:gd name="connsiteY674" fmla="*/ 431688 h 5143500"/>
              <a:gd name="connsiteX675" fmla="*/ 4451610 w 9137327"/>
              <a:gd name="connsiteY675" fmla="*/ 434747 h 5143500"/>
              <a:gd name="connsiteX676" fmla="*/ 4451103 w 9137327"/>
              <a:gd name="connsiteY676" fmla="*/ 437805 h 5143500"/>
              <a:gd name="connsiteX677" fmla="*/ 4450723 w 9137327"/>
              <a:gd name="connsiteY677" fmla="*/ 440863 h 5143500"/>
              <a:gd name="connsiteX678" fmla="*/ 4450342 w 9137327"/>
              <a:gd name="connsiteY678" fmla="*/ 443919 h 5143500"/>
              <a:gd name="connsiteX679" fmla="*/ 4450342 w 9137327"/>
              <a:gd name="connsiteY679" fmla="*/ 447359 h 5143500"/>
              <a:gd name="connsiteX680" fmla="*/ 4449834 w 9137327"/>
              <a:gd name="connsiteY680" fmla="*/ 450546 h 5143500"/>
              <a:gd name="connsiteX681" fmla="*/ 4449834 w 9137327"/>
              <a:gd name="connsiteY681" fmla="*/ 471695 h 5143500"/>
              <a:gd name="connsiteX682" fmla="*/ 4450342 w 9137327"/>
              <a:gd name="connsiteY682" fmla="*/ 476919 h 5143500"/>
              <a:gd name="connsiteX683" fmla="*/ 4450850 w 9137327"/>
              <a:gd name="connsiteY683" fmla="*/ 482015 h 5143500"/>
              <a:gd name="connsiteX684" fmla="*/ 4451610 w 9137327"/>
              <a:gd name="connsiteY684" fmla="*/ 486984 h 5143500"/>
              <a:gd name="connsiteX685" fmla="*/ 4452499 w 9137327"/>
              <a:gd name="connsiteY685" fmla="*/ 491698 h 5143500"/>
              <a:gd name="connsiteX686" fmla="*/ 4453514 w 9137327"/>
              <a:gd name="connsiteY686" fmla="*/ 496412 h 5143500"/>
              <a:gd name="connsiteX687" fmla="*/ 4454784 w 9137327"/>
              <a:gd name="connsiteY687" fmla="*/ 501000 h 5143500"/>
              <a:gd name="connsiteX688" fmla="*/ 4456053 w 9137327"/>
              <a:gd name="connsiteY688" fmla="*/ 505204 h 5143500"/>
              <a:gd name="connsiteX689" fmla="*/ 4457576 w 9137327"/>
              <a:gd name="connsiteY689" fmla="*/ 509408 h 5143500"/>
              <a:gd name="connsiteX690" fmla="*/ 4459099 w 9137327"/>
              <a:gd name="connsiteY690" fmla="*/ 513486 h 5143500"/>
              <a:gd name="connsiteX691" fmla="*/ 4460876 w 9137327"/>
              <a:gd name="connsiteY691" fmla="*/ 517309 h 5143500"/>
              <a:gd name="connsiteX692" fmla="*/ 4462907 w 9137327"/>
              <a:gd name="connsiteY692" fmla="*/ 521130 h 5143500"/>
              <a:gd name="connsiteX693" fmla="*/ 4464811 w 9137327"/>
              <a:gd name="connsiteY693" fmla="*/ 524571 h 5143500"/>
              <a:gd name="connsiteX694" fmla="*/ 4467095 w 9137327"/>
              <a:gd name="connsiteY694" fmla="*/ 528010 h 5143500"/>
              <a:gd name="connsiteX695" fmla="*/ 4469380 w 9137327"/>
              <a:gd name="connsiteY695" fmla="*/ 531069 h 5143500"/>
              <a:gd name="connsiteX696" fmla="*/ 4471918 w 9137327"/>
              <a:gd name="connsiteY696" fmla="*/ 534127 h 5143500"/>
              <a:gd name="connsiteX697" fmla="*/ 4474583 w 9137327"/>
              <a:gd name="connsiteY697" fmla="*/ 536929 h 5143500"/>
              <a:gd name="connsiteX698" fmla="*/ 4477248 w 9137327"/>
              <a:gd name="connsiteY698" fmla="*/ 539604 h 5143500"/>
              <a:gd name="connsiteX699" fmla="*/ 4480167 w 9137327"/>
              <a:gd name="connsiteY699" fmla="*/ 542153 h 5143500"/>
              <a:gd name="connsiteX700" fmla="*/ 4483213 w 9137327"/>
              <a:gd name="connsiteY700" fmla="*/ 544446 h 5143500"/>
              <a:gd name="connsiteX701" fmla="*/ 4486386 w 9137327"/>
              <a:gd name="connsiteY701" fmla="*/ 546612 h 5143500"/>
              <a:gd name="connsiteX702" fmla="*/ 4489685 w 9137327"/>
              <a:gd name="connsiteY702" fmla="*/ 548397 h 5143500"/>
              <a:gd name="connsiteX703" fmla="*/ 4492986 w 9137327"/>
              <a:gd name="connsiteY703" fmla="*/ 550180 h 5143500"/>
              <a:gd name="connsiteX704" fmla="*/ 4496666 w 9137327"/>
              <a:gd name="connsiteY704" fmla="*/ 551836 h 5143500"/>
              <a:gd name="connsiteX705" fmla="*/ 4500346 w 9137327"/>
              <a:gd name="connsiteY705" fmla="*/ 553110 h 5143500"/>
              <a:gd name="connsiteX706" fmla="*/ 4504028 w 9137327"/>
              <a:gd name="connsiteY706" fmla="*/ 554257 h 5143500"/>
              <a:gd name="connsiteX707" fmla="*/ 4507962 w 9137327"/>
              <a:gd name="connsiteY707" fmla="*/ 555276 h 5143500"/>
              <a:gd name="connsiteX708" fmla="*/ 4511896 w 9137327"/>
              <a:gd name="connsiteY708" fmla="*/ 555913 h 5143500"/>
              <a:gd name="connsiteX709" fmla="*/ 4516085 w 9137327"/>
              <a:gd name="connsiteY709" fmla="*/ 556422 h 5143500"/>
              <a:gd name="connsiteX710" fmla="*/ 4520146 w 9137327"/>
              <a:gd name="connsiteY710" fmla="*/ 556805 h 5143500"/>
              <a:gd name="connsiteX711" fmla="*/ 4531314 w 9137327"/>
              <a:gd name="connsiteY711" fmla="*/ 556805 h 5143500"/>
              <a:gd name="connsiteX712" fmla="*/ 4533599 w 9137327"/>
              <a:gd name="connsiteY712" fmla="*/ 556422 h 5143500"/>
              <a:gd name="connsiteX713" fmla="*/ 4535883 w 9137327"/>
              <a:gd name="connsiteY713" fmla="*/ 556168 h 5143500"/>
              <a:gd name="connsiteX714" fmla="*/ 4538041 w 9137327"/>
              <a:gd name="connsiteY714" fmla="*/ 555913 h 5143500"/>
              <a:gd name="connsiteX715" fmla="*/ 4540198 w 9137327"/>
              <a:gd name="connsiteY715" fmla="*/ 555532 h 5143500"/>
              <a:gd name="connsiteX716" fmla="*/ 4542356 w 9137327"/>
              <a:gd name="connsiteY716" fmla="*/ 555149 h 5143500"/>
              <a:gd name="connsiteX717" fmla="*/ 4544386 w 9137327"/>
              <a:gd name="connsiteY717" fmla="*/ 554511 h 5143500"/>
              <a:gd name="connsiteX718" fmla="*/ 4546545 w 9137327"/>
              <a:gd name="connsiteY718" fmla="*/ 554003 h 5143500"/>
              <a:gd name="connsiteX719" fmla="*/ 4548448 w 9137327"/>
              <a:gd name="connsiteY719" fmla="*/ 553492 h 5143500"/>
              <a:gd name="connsiteX720" fmla="*/ 4550478 w 9137327"/>
              <a:gd name="connsiteY720" fmla="*/ 552855 h 5143500"/>
              <a:gd name="connsiteX721" fmla="*/ 4552509 w 9137327"/>
              <a:gd name="connsiteY721" fmla="*/ 552218 h 5143500"/>
              <a:gd name="connsiteX722" fmla="*/ 4554413 w 9137327"/>
              <a:gd name="connsiteY722" fmla="*/ 551326 h 5143500"/>
              <a:gd name="connsiteX723" fmla="*/ 4556317 w 9137327"/>
              <a:gd name="connsiteY723" fmla="*/ 550435 h 5143500"/>
              <a:gd name="connsiteX724" fmla="*/ 4558221 w 9137327"/>
              <a:gd name="connsiteY724" fmla="*/ 549543 h 5143500"/>
              <a:gd name="connsiteX725" fmla="*/ 4560124 w 9137327"/>
              <a:gd name="connsiteY725" fmla="*/ 548651 h 5143500"/>
              <a:gd name="connsiteX726" fmla="*/ 4561901 w 9137327"/>
              <a:gd name="connsiteY726" fmla="*/ 547758 h 5143500"/>
              <a:gd name="connsiteX727" fmla="*/ 4563805 w 9137327"/>
              <a:gd name="connsiteY727" fmla="*/ 546739 h 5143500"/>
              <a:gd name="connsiteX728" fmla="*/ 4565708 w 9137327"/>
              <a:gd name="connsiteY728" fmla="*/ 545593 h 5143500"/>
              <a:gd name="connsiteX729" fmla="*/ 4567359 w 9137327"/>
              <a:gd name="connsiteY729" fmla="*/ 544574 h 5143500"/>
              <a:gd name="connsiteX730" fmla="*/ 4569135 w 9137327"/>
              <a:gd name="connsiteY730" fmla="*/ 543300 h 5143500"/>
              <a:gd name="connsiteX731" fmla="*/ 4570658 w 9137327"/>
              <a:gd name="connsiteY731" fmla="*/ 542025 h 5143500"/>
              <a:gd name="connsiteX732" fmla="*/ 4572308 w 9137327"/>
              <a:gd name="connsiteY732" fmla="*/ 540751 h 5143500"/>
              <a:gd name="connsiteX733" fmla="*/ 4575608 w 9137327"/>
              <a:gd name="connsiteY733" fmla="*/ 538075 h 5143500"/>
              <a:gd name="connsiteX734" fmla="*/ 4578654 w 9137327"/>
              <a:gd name="connsiteY734" fmla="*/ 535146 h 5143500"/>
              <a:gd name="connsiteX735" fmla="*/ 4581700 w 9137327"/>
              <a:gd name="connsiteY735" fmla="*/ 532088 h 5143500"/>
              <a:gd name="connsiteX736" fmla="*/ 4584492 w 9137327"/>
              <a:gd name="connsiteY736" fmla="*/ 528648 h 5143500"/>
              <a:gd name="connsiteX737" fmla="*/ 4587158 w 9137327"/>
              <a:gd name="connsiteY737" fmla="*/ 525207 h 5143500"/>
              <a:gd name="connsiteX738" fmla="*/ 4589695 w 9137327"/>
              <a:gd name="connsiteY738" fmla="*/ 521640 h 5143500"/>
              <a:gd name="connsiteX739" fmla="*/ 4591980 w 9137327"/>
              <a:gd name="connsiteY739" fmla="*/ 517945 h 5143500"/>
              <a:gd name="connsiteX740" fmla="*/ 4594264 w 9137327"/>
              <a:gd name="connsiteY740" fmla="*/ 513995 h 5143500"/>
              <a:gd name="connsiteX741" fmla="*/ 4596168 w 9137327"/>
              <a:gd name="connsiteY741" fmla="*/ 509918 h 5143500"/>
              <a:gd name="connsiteX742" fmla="*/ 4598072 w 9137327"/>
              <a:gd name="connsiteY742" fmla="*/ 505587 h 5143500"/>
              <a:gd name="connsiteX743" fmla="*/ 4599850 w 9137327"/>
              <a:gd name="connsiteY743" fmla="*/ 501254 h 5143500"/>
              <a:gd name="connsiteX744" fmla="*/ 4601373 w 9137327"/>
              <a:gd name="connsiteY744" fmla="*/ 496667 h 5143500"/>
              <a:gd name="connsiteX745" fmla="*/ 4602768 w 9137327"/>
              <a:gd name="connsiteY745" fmla="*/ 491954 h 5143500"/>
              <a:gd name="connsiteX746" fmla="*/ 4604037 w 9137327"/>
              <a:gd name="connsiteY746" fmla="*/ 487111 h 5143500"/>
              <a:gd name="connsiteX747" fmla="*/ 4605053 w 9137327"/>
              <a:gd name="connsiteY747" fmla="*/ 482143 h 5143500"/>
              <a:gd name="connsiteX748" fmla="*/ 4605941 w 9137327"/>
              <a:gd name="connsiteY748" fmla="*/ 477046 h 5143500"/>
              <a:gd name="connsiteX749" fmla="*/ 4606576 w 9137327"/>
              <a:gd name="connsiteY749" fmla="*/ 471822 h 5143500"/>
              <a:gd name="connsiteX750" fmla="*/ 4607083 w 9137327"/>
              <a:gd name="connsiteY750" fmla="*/ 466472 h 5143500"/>
              <a:gd name="connsiteX751" fmla="*/ 4607337 w 9137327"/>
              <a:gd name="connsiteY751" fmla="*/ 460993 h 5143500"/>
              <a:gd name="connsiteX752" fmla="*/ 4607337 w 9137327"/>
              <a:gd name="connsiteY752" fmla="*/ 444430 h 5143500"/>
              <a:gd name="connsiteX753" fmla="*/ 4607591 w 9137327"/>
              <a:gd name="connsiteY753" fmla="*/ 444302 h 5143500"/>
              <a:gd name="connsiteX754" fmla="*/ 4607083 w 9137327"/>
              <a:gd name="connsiteY754" fmla="*/ 438951 h 5143500"/>
              <a:gd name="connsiteX755" fmla="*/ 4606576 w 9137327"/>
              <a:gd name="connsiteY755" fmla="*/ 433726 h 5143500"/>
              <a:gd name="connsiteX756" fmla="*/ 4605814 w 9137327"/>
              <a:gd name="connsiteY756" fmla="*/ 428631 h 5143500"/>
              <a:gd name="connsiteX757" fmla="*/ 4604926 w 9137327"/>
              <a:gd name="connsiteY757" fmla="*/ 423789 h 5143500"/>
              <a:gd name="connsiteX758" fmla="*/ 4603910 w 9137327"/>
              <a:gd name="connsiteY758" fmla="*/ 419075 h 5143500"/>
              <a:gd name="connsiteX759" fmla="*/ 4602641 w 9137327"/>
              <a:gd name="connsiteY759" fmla="*/ 414361 h 5143500"/>
              <a:gd name="connsiteX760" fmla="*/ 4601245 w 9137327"/>
              <a:gd name="connsiteY760" fmla="*/ 409902 h 5143500"/>
              <a:gd name="connsiteX761" fmla="*/ 4599722 w 9137327"/>
              <a:gd name="connsiteY761" fmla="*/ 405569 h 5143500"/>
              <a:gd name="connsiteX762" fmla="*/ 4598072 w 9137327"/>
              <a:gd name="connsiteY762" fmla="*/ 401365 h 5143500"/>
              <a:gd name="connsiteX763" fmla="*/ 4596168 w 9137327"/>
              <a:gd name="connsiteY763" fmla="*/ 397415 h 5143500"/>
              <a:gd name="connsiteX764" fmla="*/ 4594264 w 9137327"/>
              <a:gd name="connsiteY764" fmla="*/ 393593 h 5143500"/>
              <a:gd name="connsiteX765" fmla="*/ 4592107 w 9137327"/>
              <a:gd name="connsiteY765" fmla="*/ 389770 h 5143500"/>
              <a:gd name="connsiteX766" fmla="*/ 4589823 w 9137327"/>
              <a:gd name="connsiteY766" fmla="*/ 386331 h 5143500"/>
              <a:gd name="connsiteX767" fmla="*/ 4587411 w 9137327"/>
              <a:gd name="connsiteY767" fmla="*/ 383018 h 5143500"/>
              <a:gd name="connsiteX768" fmla="*/ 4584873 w 9137327"/>
              <a:gd name="connsiteY768" fmla="*/ 379960 h 5143500"/>
              <a:gd name="connsiteX769" fmla="*/ 4582208 w 9137327"/>
              <a:gd name="connsiteY769" fmla="*/ 377029 h 5143500"/>
              <a:gd name="connsiteX770" fmla="*/ 4579415 w 9137327"/>
              <a:gd name="connsiteY770" fmla="*/ 374354 h 5143500"/>
              <a:gd name="connsiteX771" fmla="*/ 4576497 w 9137327"/>
              <a:gd name="connsiteY771" fmla="*/ 371679 h 5143500"/>
              <a:gd name="connsiteX772" fmla="*/ 4573450 w 9137327"/>
              <a:gd name="connsiteY772" fmla="*/ 369258 h 5143500"/>
              <a:gd name="connsiteX773" fmla="*/ 4570405 w 9137327"/>
              <a:gd name="connsiteY773" fmla="*/ 367092 h 5143500"/>
              <a:gd name="connsiteX774" fmla="*/ 4567105 w 9137327"/>
              <a:gd name="connsiteY774" fmla="*/ 365053 h 5143500"/>
              <a:gd name="connsiteX775" fmla="*/ 4563677 w 9137327"/>
              <a:gd name="connsiteY775" fmla="*/ 363269 h 5143500"/>
              <a:gd name="connsiteX776" fmla="*/ 4560124 w 9137327"/>
              <a:gd name="connsiteY776" fmla="*/ 361613 h 5143500"/>
              <a:gd name="connsiteX777" fmla="*/ 4556570 w 9137327"/>
              <a:gd name="connsiteY777" fmla="*/ 360340 h 5143500"/>
              <a:gd name="connsiteX778" fmla="*/ 4552890 w 9137327"/>
              <a:gd name="connsiteY778" fmla="*/ 359065 h 5143500"/>
              <a:gd name="connsiteX779" fmla="*/ 4548955 w 9137327"/>
              <a:gd name="connsiteY779" fmla="*/ 358173 h 5143500"/>
              <a:gd name="connsiteX780" fmla="*/ 4545022 w 9137327"/>
              <a:gd name="connsiteY780" fmla="*/ 357409 h 5143500"/>
              <a:gd name="connsiteX781" fmla="*/ 4540961 w 9137327"/>
              <a:gd name="connsiteY781" fmla="*/ 356899 h 5143500"/>
              <a:gd name="connsiteX782" fmla="*/ 4536771 w 9137327"/>
              <a:gd name="connsiteY782" fmla="*/ 356517 h 5143500"/>
              <a:gd name="connsiteX783" fmla="*/ 5066518 w 9137327"/>
              <a:gd name="connsiteY783" fmla="*/ 279816 h 5143500"/>
              <a:gd name="connsiteX784" fmla="*/ 5004964 w 9137327"/>
              <a:gd name="connsiteY784" fmla="*/ 320842 h 5143500"/>
              <a:gd name="connsiteX785" fmla="*/ 5015244 w 9137327"/>
              <a:gd name="connsiteY785" fmla="*/ 336642 h 5143500"/>
              <a:gd name="connsiteX786" fmla="*/ 5080479 w 9137327"/>
              <a:gd name="connsiteY786" fmla="*/ 301475 h 5143500"/>
              <a:gd name="connsiteX787" fmla="*/ 3801168 w 9137327"/>
              <a:gd name="connsiteY787" fmla="*/ 272554 h 5143500"/>
              <a:gd name="connsiteX788" fmla="*/ 4056015 w 9137327"/>
              <a:gd name="connsiteY788" fmla="*/ 272554 h 5143500"/>
              <a:gd name="connsiteX789" fmla="*/ 4031900 w 9137327"/>
              <a:gd name="connsiteY789" fmla="*/ 362378 h 5143500"/>
              <a:gd name="connsiteX790" fmla="*/ 3869448 w 9137327"/>
              <a:gd name="connsiteY790" fmla="*/ 362378 h 5143500"/>
              <a:gd name="connsiteX791" fmla="*/ 3825281 w 9137327"/>
              <a:gd name="connsiteY791" fmla="*/ 527119 h 5143500"/>
              <a:gd name="connsiteX792" fmla="*/ 3732886 w 9137327"/>
              <a:gd name="connsiteY792" fmla="*/ 527119 h 5143500"/>
              <a:gd name="connsiteX793" fmla="*/ 3784161 w 9137327"/>
              <a:gd name="connsiteY793" fmla="*/ 249238 h 5143500"/>
              <a:gd name="connsiteX794" fmla="*/ 3703315 w 9137327"/>
              <a:gd name="connsiteY794" fmla="*/ 550435 h 5143500"/>
              <a:gd name="connsiteX795" fmla="*/ 3818936 w 9137327"/>
              <a:gd name="connsiteY795" fmla="*/ 550435 h 5143500"/>
              <a:gd name="connsiteX796" fmla="*/ 3788603 w 9137327"/>
              <a:gd name="connsiteY796" fmla="*/ 663575 h 5143500"/>
              <a:gd name="connsiteX797" fmla="*/ 4090028 w 9137327"/>
              <a:gd name="connsiteY797" fmla="*/ 663575 h 5143500"/>
              <a:gd name="connsiteX798" fmla="*/ 4170874 w 9137327"/>
              <a:gd name="connsiteY798" fmla="*/ 362378 h 5143500"/>
              <a:gd name="connsiteX799" fmla="*/ 4055253 w 9137327"/>
              <a:gd name="connsiteY799" fmla="*/ 362378 h 5143500"/>
              <a:gd name="connsiteX800" fmla="*/ 4085586 w 9137327"/>
              <a:gd name="connsiteY800" fmla="*/ 249238 h 5143500"/>
              <a:gd name="connsiteX801" fmla="*/ 0 w 9137327"/>
              <a:gd name="connsiteY801" fmla="*/ 0 h 5143500"/>
              <a:gd name="connsiteX802" fmla="*/ 9137327 w 9137327"/>
              <a:gd name="connsiteY802" fmla="*/ 0 h 5143500"/>
              <a:gd name="connsiteX803" fmla="*/ 9137327 w 9137327"/>
              <a:gd name="connsiteY803" fmla="*/ 5143500 h 5143500"/>
              <a:gd name="connsiteX804" fmla="*/ 0 w 9137327"/>
              <a:gd name="connsiteY804"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Lst>
            <a:rect l="l" t="t" r="r" b="b"/>
            <a:pathLst>
              <a:path w="9137327" h="5143500">
                <a:moveTo>
                  <a:pt x="5026286" y="392447"/>
                </a:moveTo>
                <a:lnTo>
                  <a:pt x="5055857" y="475518"/>
                </a:lnTo>
                <a:lnTo>
                  <a:pt x="5047862" y="475008"/>
                </a:lnTo>
                <a:lnTo>
                  <a:pt x="5040119" y="474626"/>
                </a:lnTo>
                <a:lnTo>
                  <a:pt x="5032759" y="474626"/>
                </a:lnTo>
                <a:lnTo>
                  <a:pt x="5025778" y="474372"/>
                </a:lnTo>
                <a:lnTo>
                  <a:pt x="5018418" y="474372"/>
                </a:lnTo>
                <a:lnTo>
                  <a:pt x="5010548" y="474626"/>
                </a:lnTo>
                <a:lnTo>
                  <a:pt x="5002807" y="475008"/>
                </a:lnTo>
                <a:lnTo>
                  <a:pt x="4995445" y="475518"/>
                </a:lnTo>
                <a:close/>
                <a:moveTo>
                  <a:pt x="4049034" y="385822"/>
                </a:moveTo>
                <a:lnTo>
                  <a:pt x="4141268" y="385822"/>
                </a:lnTo>
                <a:lnTo>
                  <a:pt x="4073021" y="640387"/>
                </a:lnTo>
                <a:lnTo>
                  <a:pt x="3818302" y="640387"/>
                </a:lnTo>
                <a:lnTo>
                  <a:pt x="3842415" y="550562"/>
                </a:lnTo>
                <a:lnTo>
                  <a:pt x="4004868" y="550562"/>
                </a:lnTo>
                <a:close/>
                <a:moveTo>
                  <a:pt x="4141303" y="385694"/>
                </a:moveTo>
                <a:lnTo>
                  <a:pt x="4141429" y="385822"/>
                </a:lnTo>
                <a:lnTo>
                  <a:pt x="4141268" y="385822"/>
                </a:lnTo>
                <a:close/>
                <a:moveTo>
                  <a:pt x="3886455" y="385694"/>
                </a:moveTo>
                <a:lnTo>
                  <a:pt x="4025682" y="385694"/>
                </a:lnTo>
                <a:lnTo>
                  <a:pt x="3987733" y="527247"/>
                </a:lnTo>
                <a:lnTo>
                  <a:pt x="3848507" y="527247"/>
                </a:lnTo>
                <a:close/>
                <a:moveTo>
                  <a:pt x="4681963" y="383018"/>
                </a:moveTo>
                <a:lnTo>
                  <a:pt x="4694274" y="383018"/>
                </a:lnTo>
                <a:lnTo>
                  <a:pt x="4700239" y="383273"/>
                </a:lnTo>
                <a:lnTo>
                  <a:pt x="4705697" y="383655"/>
                </a:lnTo>
                <a:lnTo>
                  <a:pt x="4708107" y="383910"/>
                </a:lnTo>
                <a:lnTo>
                  <a:pt x="4710519" y="384164"/>
                </a:lnTo>
                <a:lnTo>
                  <a:pt x="4712804" y="384547"/>
                </a:lnTo>
                <a:lnTo>
                  <a:pt x="4714961" y="385056"/>
                </a:lnTo>
                <a:lnTo>
                  <a:pt x="4716992" y="385566"/>
                </a:lnTo>
                <a:lnTo>
                  <a:pt x="4718896" y="386076"/>
                </a:lnTo>
                <a:lnTo>
                  <a:pt x="4720799" y="386585"/>
                </a:lnTo>
                <a:lnTo>
                  <a:pt x="4722450" y="387222"/>
                </a:lnTo>
                <a:lnTo>
                  <a:pt x="4723973" y="387860"/>
                </a:lnTo>
                <a:lnTo>
                  <a:pt x="4725368" y="388751"/>
                </a:lnTo>
                <a:lnTo>
                  <a:pt x="4726764" y="389643"/>
                </a:lnTo>
                <a:lnTo>
                  <a:pt x="4727907" y="390535"/>
                </a:lnTo>
                <a:lnTo>
                  <a:pt x="4729049" y="391555"/>
                </a:lnTo>
                <a:lnTo>
                  <a:pt x="4730065" y="392447"/>
                </a:lnTo>
                <a:lnTo>
                  <a:pt x="4730953" y="393466"/>
                </a:lnTo>
                <a:lnTo>
                  <a:pt x="4731714" y="394612"/>
                </a:lnTo>
                <a:lnTo>
                  <a:pt x="4732603" y="395759"/>
                </a:lnTo>
                <a:lnTo>
                  <a:pt x="4733237" y="397034"/>
                </a:lnTo>
                <a:lnTo>
                  <a:pt x="4733745" y="398307"/>
                </a:lnTo>
                <a:lnTo>
                  <a:pt x="4734126" y="399836"/>
                </a:lnTo>
                <a:lnTo>
                  <a:pt x="4734634" y="401238"/>
                </a:lnTo>
                <a:lnTo>
                  <a:pt x="4734887" y="402767"/>
                </a:lnTo>
                <a:lnTo>
                  <a:pt x="4734887" y="404423"/>
                </a:lnTo>
                <a:lnTo>
                  <a:pt x="4735268" y="406080"/>
                </a:lnTo>
                <a:lnTo>
                  <a:pt x="4735268" y="415125"/>
                </a:lnTo>
                <a:lnTo>
                  <a:pt x="4734760" y="416910"/>
                </a:lnTo>
                <a:lnTo>
                  <a:pt x="4734253" y="418438"/>
                </a:lnTo>
                <a:lnTo>
                  <a:pt x="4733745" y="420094"/>
                </a:lnTo>
                <a:lnTo>
                  <a:pt x="4733237" y="421623"/>
                </a:lnTo>
                <a:lnTo>
                  <a:pt x="4732603" y="423152"/>
                </a:lnTo>
                <a:lnTo>
                  <a:pt x="4731969" y="424681"/>
                </a:lnTo>
                <a:lnTo>
                  <a:pt x="4731080" y="425955"/>
                </a:lnTo>
                <a:lnTo>
                  <a:pt x="4730318" y="427229"/>
                </a:lnTo>
                <a:lnTo>
                  <a:pt x="4729429" y="428503"/>
                </a:lnTo>
                <a:lnTo>
                  <a:pt x="4728414" y="429651"/>
                </a:lnTo>
                <a:lnTo>
                  <a:pt x="4728542" y="429522"/>
                </a:lnTo>
                <a:lnTo>
                  <a:pt x="4727400" y="430670"/>
                </a:lnTo>
                <a:lnTo>
                  <a:pt x="4726256" y="431689"/>
                </a:lnTo>
                <a:lnTo>
                  <a:pt x="4724988" y="432835"/>
                </a:lnTo>
                <a:lnTo>
                  <a:pt x="4723718" y="433728"/>
                </a:lnTo>
                <a:lnTo>
                  <a:pt x="4722323" y="434620"/>
                </a:lnTo>
                <a:lnTo>
                  <a:pt x="4720927" y="435511"/>
                </a:lnTo>
                <a:lnTo>
                  <a:pt x="4719277" y="436403"/>
                </a:lnTo>
                <a:lnTo>
                  <a:pt x="4717626" y="437167"/>
                </a:lnTo>
                <a:lnTo>
                  <a:pt x="4715977" y="437805"/>
                </a:lnTo>
                <a:lnTo>
                  <a:pt x="4714200" y="438314"/>
                </a:lnTo>
                <a:lnTo>
                  <a:pt x="4712423" y="438824"/>
                </a:lnTo>
                <a:lnTo>
                  <a:pt x="4710519" y="439334"/>
                </a:lnTo>
                <a:lnTo>
                  <a:pt x="4708488" y="439843"/>
                </a:lnTo>
                <a:lnTo>
                  <a:pt x="4706458" y="440097"/>
                </a:lnTo>
                <a:lnTo>
                  <a:pt x="4704427" y="440353"/>
                </a:lnTo>
                <a:lnTo>
                  <a:pt x="4702143" y="440607"/>
                </a:lnTo>
                <a:lnTo>
                  <a:pt x="4697448" y="440607"/>
                </a:lnTo>
                <a:lnTo>
                  <a:pt x="4695036" y="440863"/>
                </a:lnTo>
                <a:lnTo>
                  <a:pt x="4676126" y="440863"/>
                </a:lnTo>
                <a:lnTo>
                  <a:pt x="4676126" y="383273"/>
                </a:lnTo>
                <a:lnTo>
                  <a:pt x="4679172" y="383273"/>
                </a:lnTo>
                <a:close/>
                <a:moveTo>
                  <a:pt x="4526618" y="379960"/>
                </a:moveTo>
                <a:lnTo>
                  <a:pt x="4532583" y="379960"/>
                </a:lnTo>
                <a:lnTo>
                  <a:pt x="4535629" y="380214"/>
                </a:lnTo>
                <a:lnTo>
                  <a:pt x="4538422" y="380597"/>
                </a:lnTo>
                <a:lnTo>
                  <a:pt x="4541214" y="381106"/>
                </a:lnTo>
                <a:lnTo>
                  <a:pt x="4543879" y="381999"/>
                </a:lnTo>
                <a:lnTo>
                  <a:pt x="4546417" y="382891"/>
                </a:lnTo>
                <a:lnTo>
                  <a:pt x="4548955" y="383783"/>
                </a:lnTo>
                <a:lnTo>
                  <a:pt x="4551367" y="385056"/>
                </a:lnTo>
                <a:lnTo>
                  <a:pt x="4553652" y="386331"/>
                </a:lnTo>
                <a:lnTo>
                  <a:pt x="4555936" y="387860"/>
                </a:lnTo>
                <a:lnTo>
                  <a:pt x="4558093" y="389516"/>
                </a:lnTo>
                <a:lnTo>
                  <a:pt x="4559997" y="391299"/>
                </a:lnTo>
                <a:lnTo>
                  <a:pt x="4562028" y="393338"/>
                </a:lnTo>
                <a:lnTo>
                  <a:pt x="4563932" y="395376"/>
                </a:lnTo>
                <a:lnTo>
                  <a:pt x="4565582" y="397670"/>
                </a:lnTo>
                <a:lnTo>
                  <a:pt x="4567359" y="399963"/>
                </a:lnTo>
                <a:lnTo>
                  <a:pt x="4569009" y="402384"/>
                </a:lnTo>
                <a:lnTo>
                  <a:pt x="4570405" y="405059"/>
                </a:lnTo>
                <a:lnTo>
                  <a:pt x="4571928" y="407735"/>
                </a:lnTo>
                <a:lnTo>
                  <a:pt x="4573197" y="410665"/>
                </a:lnTo>
                <a:lnTo>
                  <a:pt x="4574466" y="413723"/>
                </a:lnTo>
                <a:lnTo>
                  <a:pt x="4575608" y="416908"/>
                </a:lnTo>
                <a:lnTo>
                  <a:pt x="4576497" y="420094"/>
                </a:lnTo>
                <a:lnTo>
                  <a:pt x="4577511" y="423535"/>
                </a:lnTo>
                <a:lnTo>
                  <a:pt x="4578273" y="427102"/>
                </a:lnTo>
                <a:lnTo>
                  <a:pt x="4578907" y="430924"/>
                </a:lnTo>
                <a:lnTo>
                  <a:pt x="4579543" y="434618"/>
                </a:lnTo>
                <a:lnTo>
                  <a:pt x="4580051" y="438696"/>
                </a:lnTo>
                <a:lnTo>
                  <a:pt x="4580430" y="442646"/>
                </a:lnTo>
                <a:lnTo>
                  <a:pt x="4580685" y="446850"/>
                </a:lnTo>
                <a:lnTo>
                  <a:pt x="4580685" y="460100"/>
                </a:lnTo>
                <a:lnTo>
                  <a:pt x="4580938" y="459719"/>
                </a:lnTo>
                <a:lnTo>
                  <a:pt x="4580938" y="464051"/>
                </a:lnTo>
                <a:lnTo>
                  <a:pt x="4580430" y="468255"/>
                </a:lnTo>
                <a:lnTo>
                  <a:pt x="4580051" y="472460"/>
                </a:lnTo>
                <a:lnTo>
                  <a:pt x="4579543" y="476409"/>
                </a:lnTo>
                <a:lnTo>
                  <a:pt x="4578907" y="480232"/>
                </a:lnTo>
                <a:lnTo>
                  <a:pt x="4578147" y="484054"/>
                </a:lnTo>
                <a:lnTo>
                  <a:pt x="4577258" y="487621"/>
                </a:lnTo>
                <a:lnTo>
                  <a:pt x="4576242" y="491061"/>
                </a:lnTo>
                <a:lnTo>
                  <a:pt x="4575227" y="494502"/>
                </a:lnTo>
                <a:lnTo>
                  <a:pt x="4573957" y="497814"/>
                </a:lnTo>
                <a:lnTo>
                  <a:pt x="4572689" y="500872"/>
                </a:lnTo>
                <a:lnTo>
                  <a:pt x="4571292" y="503929"/>
                </a:lnTo>
                <a:lnTo>
                  <a:pt x="4569769" y="506733"/>
                </a:lnTo>
                <a:lnTo>
                  <a:pt x="4568246" y="509408"/>
                </a:lnTo>
                <a:lnTo>
                  <a:pt x="4566597" y="511957"/>
                </a:lnTo>
                <a:lnTo>
                  <a:pt x="4564693" y="514249"/>
                </a:lnTo>
                <a:lnTo>
                  <a:pt x="4562790" y="516670"/>
                </a:lnTo>
                <a:lnTo>
                  <a:pt x="4560886" y="518837"/>
                </a:lnTo>
                <a:lnTo>
                  <a:pt x="4558855" y="520876"/>
                </a:lnTo>
                <a:lnTo>
                  <a:pt x="4556570" y="522659"/>
                </a:lnTo>
                <a:lnTo>
                  <a:pt x="4554286" y="524443"/>
                </a:lnTo>
                <a:lnTo>
                  <a:pt x="4551875" y="526099"/>
                </a:lnTo>
                <a:lnTo>
                  <a:pt x="4549591" y="527373"/>
                </a:lnTo>
                <a:lnTo>
                  <a:pt x="4547052" y="528648"/>
                </a:lnTo>
                <a:lnTo>
                  <a:pt x="4544386" y="529667"/>
                </a:lnTo>
                <a:lnTo>
                  <a:pt x="4541721" y="530559"/>
                </a:lnTo>
                <a:lnTo>
                  <a:pt x="4538929" y="531323"/>
                </a:lnTo>
                <a:lnTo>
                  <a:pt x="4536137" y="531960"/>
                </a:lnTo>
                <a:lnTo>
                  <a:pt x="4533218" y="532342"/>
                </a:lnTo>
                <a:lnTo>
                  <a:pt x="4530172" y="532598"/>
                </a:lnTo>
                <a:lnTo>
                  <a:pt x="4524208" y="532598"/>
                </a:lnTo>
                <a:lnTo>
                  <a:pt x="4521162" y="532342"/>
                </a:lnTo>
                <a:lnTo>
                  <a:pt x="4518369" y="531960"/>
                </a:lnTo>
                <a:lnTo>
                  <a:pt x="4515704" y="531323"/>
                </a:lnTo>
                <a:lnTo>
                  <a:pt x="4513038" y="530686"/>
                </a:lnTo>
                <a:lnTo>
                  <a:pt x="4510499" y="529794"/>
                </a:lnTo>
                <a:lnTo>
                  <a:pt x="4507962" y="528902"/>
                </a:lnTo>
                <a:lnTo>
                  <a:pt x="4505551" y="527628"/>
                </a:lnTo>
                <a:lnTo>
                  <a:pt x="4503265" y="526354"/>
                </a:lnTo>
                <a:lnTo>
                  <a:pt x="4500982" y="524825"/>
                </a:lnTo>
                <a:lnTo>
                  <a:pt x="4498951" y="523169"/>
                </a:lnTo>
                <a:lnTo>
                  <a:pt x="4496920" y="521257"/>
                </a:lnTo>
                <a:lnTo>
                  <a:pt x="4495016" y="519219"/>
                </a:lnTo>
                <a:lnTo>
                  <a:pt x="4493112" y="517180"/>
                </a:lnTo>
                <a:lnTo>
                  <a:pt x="4491336" y="515014"/>
                </a:lnTo>
                <a:lnTo>
                  <a:pt x="4489685" y="512593"/>
                </a:lnTo>
                <a:lnTo>
                  <a:pt x="4488163" y="510045"/>
                </a:lnTo>
                <a:lnTo>
                  <a:pt x="4486640" y="507370"/>
                </a:lnTo>
                <a:lnTo>
                  <a:pt x="4485244" y="504568"/>
                </a:lnTo>
                <a:lnTo>
                  <a:pt x="4483974" y="501637"/>
                </a:lnTo>
                <a:lnTo>
                  <a:pt x="4482706" y="498579"/>
                </a:lnTo>
                <a:lnTo>
                  <a:pt x="4481564" y="495394"/>
                </a:lnTo>
                <a:lnTo>
                  <a:pt x="4480549" y="492208"/>
                </a:lnTo>
                <a:lnTo>
                  <a:pt x="4479660" y="488640"/>
                </a:lnTo>
                <a:lnTo>
                  <a:pt x="4478771" y="485201"/>
                </a:lnTo>
                <a:lnTo>
                  <a:pt x="4478137" y="481505"/>
                </a:lnTo>
                <a:lnTo>
                  <a:pt x="4477629" y="477811"/>
                </a:lnTo>
                <a:lnTo>
                  <a:pt x="4477121" y="473734"/>
                </a:lnTo>
                <a:lnTo>
                  <a:pt x="4476740" y="469784"/>
                </a:lnTo>
                <a:lnTo>
                  <a:pt x="4476359" y="465579"/>
                </a:lnTo>
                <a:lnTo>
                  <a:pt x="4476359" y="448379"/>
                </a:lnTo>
                <a:lnTo>
                  <a:pt x="4476740" y="444175"/>
                </a:lnTo>
                <a:lnTo>
                  <a:pt x="4477248" y="440097"/>
                </a:lnTo>
                <a:lnTo>
                  <a:pt x="4477756" y="436147"/>
                </a:lnTo>
                <a:lnTo>
                  <a:pt x="4478390" y="432326"/>
                </a:lnTo>
                <a:lnTo>
                  <a:pt x="4479152" y="428631"/>
                </a:lnTo>
                <a:lnTo>
                  <a:pt x="4480041" y="425064"/>
                </a:lnTo>
                <a:lnTo>
                  <a:pt x="4480928" y="421623"/>
                </a:lnTo>
                <a:lnTo>
                  <a:pt x="4482072" y="418183"/>
                </a:lnTo>
                <a:lnTo>
                  <a:pt x="4483340" y="414998"/>
                </a:lnTo>
                <a:lnTo>
                  <a:pt x="4484610" y="411940"/>
                </a:lnTo>
                <a:lnTo>
                  <a:pt x="4486005" y="409009"/>
                </a:lnTo>
                <a:lnTo>
                  <a:pt x="4487528" y="406079"/>
                </a:lnTo>
                <a:lnTo>
                  <a:pt x="4489177" y="403403"/>
                </a:lnTo>
                <a:lnTo>
                  <a:pt x="4490955" y="400728"/>
                </a:lnTo>
                <a:lnTo>
                  <a:pt x="4492605" y="398307"/>
                </a:lnTo>
                <a:lnTo>
                  <a:pt x="4494509" y="396014"/>
                </a:lnTo>
                <a:lnTo>
                  <a:pt x="4496539" y="393847"/>
                </a:lnTo>
                <a:lnTo>
                  <a:pt x="4498443" y="391809"/>
                </a:lnTo>
                <a:lnTo>
                  <a:pt x="4500601" y="389897"/>
                </a:lnTo>
                <a:lnTo>
                  <a:pt x="4502886" y="388241"/>
                </a:lnTo>
                <a:lnTo>
                  <a:pt x="4505170" y="386585"/>
                </a:lnTo>
                <a:lnTo>
                  <a:pt x="4507455" y="385183"/>
                </a:lnTo>
                <a:lnTo>
                  <a:pt x="4509993" y="383910"/>
                </a:lnTo>
                <a:lnTo>
                  <a:pt x="4512530" y="382891"/>
                </a:lnTo>
                <a:lnTo>
                  <a:pt x="4515196" y="381999"/>
                </a:lnTo>
                <a:lnTo>
                  <a:pt x="4517988" y="381106"/>
                </a:lnTo>
                <a:lnTo>
                  <a:pt x="4520781" y="380597"/>
                </a:lnTo>
                <a:lnTo>
                  <a:pt x="4523572" y="380214"/>
                </a:lnTo>
                <a:close/>
                <a:moveTo>
                  <a:pt x="4647442" y="362505"/>
                </a:moveTo>
                <a:lnTo>
                  <a:pt x="4647950" y="365308"/>
                </a:lnTo>
                <a:lnTo>
                  <a:pt x="4648457" y="368494"/>
                </a:lnTo>
                <a:lnTo>
                  <a:pt x="4648838" y="372061"/>
                </a:lnTo>
                <a:lnTo>
                  <a:pt x="4649092" y="375629"/>
                </a:lnTo>
                <a:lnTo>
                  <a:pt x="4649346" y="379450"/>
                </a:lnTo>
                <a:lnTo>
                  <a:pt x="4649346" y="383527"/>
                </a:lnTo>
                <a:lnTo>
                  <a:pt x="4649599" y="387732"/>
                </a:lnTo>
                <a:lnTo>
                  <a:pt x="4649599" y="529667"/>
                </a:lnTo>
                <a:lnTo>
                  <a:pt x="4649346" y="533871"/>
                </a:lnTo>
                <a:lnTo>
                  <a:pt x="4649092" y="537694"/>
                </a:lnTo>
                <a:lnTo>
                  <a:pt x="4648838" y="541389"/>
                </a:lnTo>
                <a:lnTo>
                  <a:pt x="4648457" y="544702"/>
                </a:lnTo>
                <a:lnTo>
                  <a:pt x="4647950" y="547887"/>
                </a:lnTo>
                <a:lnTo>
                  <a:pt x="4647442" y="550818"/>
                </a:lnTo>
                <a:lnTo>
                  <a:pt x="4678155" y="550818"/>
                </a:lnTo>
                <a:lnTo>
                  <a:pt x="4677647" y="547760"/>
                </a:lnTo>
                <a:lnTo>
                  <a:pt x="4677141" y="544574"/>
                </a:lnTo>
                <a:lnTo>
                  <a:pt x="4676760" y="541006"/>
                </a:lnTo>
                <a:lnTo>
                  <a:pt x="4676505" y="537439"/>
                </a:lnTo>
                <a:lnTo>
                  <a:pt x="4676252" y="533617"/>
                </a:lnTo>
                <a:lnTo>
                  <a:pt x="4676252" y="529540"/>
                </a:lnTo>
                <a:lnTo>
                  <a:pt x="4675998" y="525336"/>
                </a:lnTo>
                <a:lnTo>
                  <a:pt x="4675998" y="462012"/>
                </a:lnTo>
                <a:lnTo>
                  <a:pt x="4695289" y="462012"/>
                </a:lnTo>
                <a:lnTo>
                  <a:pt x="4699477" y="462267"/>
                </a:lnTo>
                <a:lnTo>
                  <a:pt x="4701509" y="462267"/>
                </a:lnTo>
                <a:lnTo>
                  <a:pt x="4703412" y="462650"/>
                </a:lnTo>
                <a:lnTo>
                  <a:pt x="4705189" y="462904"/>
                </a:lnTo>
                <a:lnTo>
                  <a:pt x="4706839" y="463160"/>
                </a:lnTo>
                <a:lnTo>
                  <a:pt x="4708488" y="463668"/>
                </a:lnTo>
                <a:lnTo>
                  <a:pt x="4710139" y="464179"/>
                </a:lnTo>
                <a:lnTo>
                  <a:pt x="4711534" y="464687"/>
                </a:lnTo>
                <a:lnTo>
                  <a:pt x="4712931" y="465198"/>
                </a:lnTo>
                <a:lnTo>
                  <a:pt x="4714200" y="465835"/>
                </a:lnTo>
                <a:lnTo>
                  <a:pt x="4715469" y="466726"/>
                </a:lnTo>
                <a:lnTo>
                  <a:pt x="4716611" y="467491"/>
                </a:lnTo>
                <a:lnTo>
                  <a:pt x="4717881" y="468383"/>
                </a:lnTo>
                <a:lnTo>
                  <a:pt x="4718896" y="469402"/>
                </a:lnTo>
                <a:lnTo>
                  <a:pt x="4719911" y="470422"/>
                </a:lnTo>
                <a:lnTo>
                  <a:pt x="4721053" y="471568"/>
                </a:lnTo>
                <a:lnTo>
                  <a:pt x="4721942" y="472841"/>
                </a:lnTo>
                <a:lnTo>
                  <a:pt x="4722831" y="474243"/>
                </a:lnTo>
                <a:lnTo>
                  <a:pt x="4723718" y="475772"/>
                </a:lnTo>
                <a:lnTo>
                  <a:pt x="4724607" y="477428"/>
                </a:lnTo>
                <a:lnTo>
                  <a:pt x="4725496" y="479086"/>
                </a:lnTo>
                <a:lnTo>
                  <a:pt x="4726384" y="480997"/>
                </a:lnTo>
                <a:lnTo>
                  <a:pt x="4727272" y="482907"/>
                </a:lnTo>
                <a:lnTo>
                  <a:pt x="4728921" y="487240"/>
                </a:lnTo>
                <a:lnTo>
                  <a:pt x="4730572" y="491954"/>
                </a:lnTo>
                <a:lnTo>
                  <a:pt x="4732348" y="497304"/>
                </a:lnTo>
                <a:lnTo>
                  <a:pt x="4741994" y="528011"/>
                </a:lnTo>
                <a:lnTo>
                  <a:pt x="4744406" y="535910"/>
                </a:lnTo>
                <a:lnTo>
                  <a:pt x="4746055" y="541898"/>
                </a:lnTo>
                <a:lnTo>
                  <a:pt x="4747071" y="545975"/>
                </a:lnTo>
                <a:lnTo>
                  <a:pt x="4747325" y="547377"/>
                </a:lnTo>
                <a:lnTo>
                  <a:pt x="4747325" y="549926"/>
                </a:lnTo>
                <a:lnTo>
                  <a:pt x="4747071" y="550818"/>
                </a:lnTo>
                <a:lnTo>
                  <a:pt x="4778166" y="550818"/>
                </a:lnTo>
                <a:lnTo>
                  <a:pt x="4776896" y="548141"/>
                </a:lnTo>
                <a:lnTo>
                  <a:pt x="4775626" y="545721"/>
                </a:lnTo>
                <a:lnTo>
                  <a:pt x="4776134" y="545339"/>
                </a:lnTo>
                <a:lnTo>
                  <a:pt x="4774992" y="542790"/>
                </a:lnTo>
                <a:lnTo>
                  <a:pt x="4773850" y="540115"/>
                </a:lnTo>
                <a:lnTo>
                  <a:pt x="4772708" y="536929"/>
                </a:lnTo>
                <a:lnTo>
                  <a:pt x="4771312" y="532980"/>
                </a:lnTo>
                <a:lnTo>
                  <a:pt x="4767504" y="521640"/>
                </a:lnTo>
                <a:lnTo>
                  <a:pt x="4757478" y="489788"/>
                </a:lnTo>
                <a:lnTo>
                  <a:pt x="4755829" y="485074"/>
                </a:lnTo>
                <a:lnTo>
                  <a:pt x="4754432" y="480869"/>
                </a:lnTo>
                <a:lnTo>
                  <a:pt x="4752909" y="477047"/>
                </a:lnTo>
                <a:lnTo>
                  <a:pt x="4751640" y="473607"/>
                </a:lnTo>
                <a:lnTo>
                  <a:pt x="4750243" y="470549"/>
                </a:lnTo>
                <a:lnTo>
                  <a:pt x="4748975" y="467745"/>
                </a:lnTo>
                <a:lnTo>
                  <a:pt x="4747578" y="465198"/>
                </a:lnTo>
                <a:lnTo>
                  <a:pt x="4746182" y="463031"/>
                </a:lnTo>
                <a:lnTo>
                  <a:pt x="4744532" y="461120"/>
                </a:lnTo>
                <a:lnTo>
                  <a:pt x="4742883" y="459210"/>
                </a:lnTo>
                <a:lnTo>
                  <a:pt x="4741233" y="457554"/>
                </a:lnTo>
                <a:lnTo>
                  <a:pt x="4739203" y="456152"/>
                </a:lnTo>
                <a:lnTo>
                  <a:pt x="4737044" y="454623"/>
                </a:lnTo>
                <a:lnTo>
                  <a:pt x="4734760" y="453348"/>
                </a:lnTo>
                <a:lnTo>
                  <a:pt x="4732095" y="451946"/>
                </a:lnTo>
                <a:lnTo>
                  <a:pt x="4729302" y="450673"/>
                </a:lnTo>
                <a:lnTo>
                  <a:pt x="4733745" y="448761"/>
                </a:lnTo>
                <a:lnTo>
                  <a:pt x="4737806" y="446851"/>
                </a:lnTo>
                <a:lnTo>
                  <a:pt x="4741486" y="444940"/>
                </a:lnTo>
                <a:lnTo>
                  <a:pt x="4743264" y="443920"/>
                </a:lnTo>
                <a:lnTo>
                  <a:pt x="4744913" y="442773"/>
                </a:lnTo>
                <a:lnTo>
                  <a:pt x="4746563" y="441753"/>
                </a:lnTo>
                <a:lnTo>
                  <a:pt x="4747959" y="440607"/>
                </a:lnTo>
                <a:lnTo>
                  <a:pt x="4749482" y="439588"/>
                </a:lnTo>
                <a:lnTo>
                  <a:pt x="4750751" y="438441"/>
                </a:lnTo>
                <a:lnTo>
                  <a:pt x="4752021" y="437295"/>
                </a:lnTo>
                <a:lnTo>
                  <a:pt x="4753163" y="436147"/>
                </a:lnTo>
                <a:lnTo>
                  <a:pt x="4754432" y="434874"/>
                </a:lnTo>
                <a:lnTo>
                  <a:pt x="4755448" y="433728"/>
                </a:lnTo>
                <a:lnTo>
                  <a:pt x="4756337" y="432453"/>
                </a:lnTo>
                <a:lnTo>
                  <a:pt x="4757224" y="431179"/>
                </a:lnTo>
                <a:lnTo>
                  <a:pt x="4758113" y="429651"/>
                </a:lnTo>
                <a:lnTo>
                  <a:pt x="4758874" y="428376"/>
                </a:lnTo>
                <a:lnTo>
                  <a:pt x="4759509" y="426847"/>
                </a:lnTo>
                <a:lnTo>
                  <a:pt x="4760270" y="425445"/>
                </a:lnTo>
                <a:lnTo>
                  <a:pt x="4760778" y="423916"/>
                </a:lnTo>
                <a:lnTo>
                  <a:pt x="4761285" y="422388"/>
                </a:lnTo>
                <a:lnTo>
                  <a:pt x="4761793" y="420731"/>
                </a:lnTo>
                <a:lnTo>
                  <a:pt x="4762174" y="419202"/>
                </a:lnTo>
                <a:lnTo>
                  <a:pt x="4762427" y="417546"/>
                </a:lnTo>
                <a:lnTo>
                  <a:pt x="4762808" y="415762"/>
                </a:lnTo>
                <a:lnTo>
                  <a:pt x="4762808" y="413979"/>
                </a:lnTo>
                <a:lnTo>
                  <a:pt x="4763063" y="412067"/>
                </a:lnTo>
                <a:lnTo>
                  <a:pt x="4763063" y="402894"/>
                </a:lnTo>
                <a:lnTo>
                  <a:pt x="4762555" y="400346"/>
                </a:lnTo>
                <a:lnTo>
                  <a:pt x="4762047" y="397797"/>
                </a:lnTo>
                <a:lnTo>
                  <a:pt x="4761540" y="395249"/>
                </a:lnTo>
                <a:lnTo>
                  <a:pt x="4760778" y="392957"/>
                </a:lnTo>
                <a:lnTo>
                  <a:pt x="4759890" y="390662"/>
                </a:lnTo>
                <a:lnTo>
                  <a:pt x="4758747" y="388497"/>
                </a:lnTo>
                <a:lnTo>
                  <a:pt x="4757732" y="386331"/>
                </a:lnTo>
                <a:lnTo>
                  <a:pt x="4756337" y="384293"/>
                </a:lnTo>
                <a:lnTo>
                  <a:pt x="4755067" y="382381"/>
                </a:lnTo>
                <a:lnTo>
                  <a:pt x="4753417" y="380598"/>
                </a:lnTo>
                <a:lnTo>
                  <a:pt x="4751768" y="378814"/>
                </a:lnTo>
                <a:lnTo>
                  <a:pt x="4749864" y="377029"/>
                </a:lnTo>
                <a:lnTo>
                  <a:pt x="4747833" y="375500"/>
                </a:lnTo>
                <a:lnTo>
                  <a:pt x="4745802" y="373971"/>
                </a:lnTo>
                <a:lnTo>
                  <a:pt x="4743517" y="372571"/>
                </a:lnTo>
                <a:lnTo>
                  <a:pt x="4741105" y="371296"/>
                </a:lnTo>
                <a:lnTo>
                  <a:pt x="4738568" y="370150"/>
                </a:lnTo>
                <a:lnTo>
                  <a:pt x="4736030" y="369003"/>
                </a:lnTo>
                <a:lnTo>
                  <a:pt x="4733364" y="367857"/>
                </a:lnTo>
                <a:lnTo>
                  <a:pt x="4730446" y="366965"/>
                </a:lnTo>
                <a:lnTo>
                  <a:pt x="4727400" y="366073"/>
                </a:lnTo>
                <a:lnTo>
                  <a:pt x="4724352" y="365180"/>
                </a:lnTo>
                <a:lnTo>
                  <a:pt x="4721180" y="364544"/>
                </a:lnTo>
                <a:lnTo>
                  <a:pt x="4717754" y="364034"/>
                </a:lnTo>
                <a:lnTo>
                  <a:pt x="4714200" y="363524"/>
                </a:lnTo>
                <a:lnTo>
                  <a:pt x="4710647" y="363015"/>
                </a:lnTo>
                <a:lnTo>
                  <a:pt x="4706839" y="362759"/>
                </a:lnTo>
                <a:lnTo>
                  <a:pt x="4702904" y="362505"/>
                </a:lnTo>
                <a:close/>
                <a:moveTo>
                  <a:pt x="5281133" y="362378"/>
                </a:moveTo>
                <a:lnTo>
                  <a:pt x="5281641" y="365309"/>
                </a:lnTo>
                <a:lnTo>
                  <a:pt x="5282022" y="368494"/>
                </a:lnTo>
                <a:lnTo>
                  <a:pt x="5282529" y="371934"/>
                </a:lnTo>
                <a:lnTo>
                  <a:pt x="5282783" y="375373"/>
                </a:lnTo>
                <a:lnTo>
                  <a:pt x="5283037" y="379196"/>
                </a:lnTo>
                <a:lnTo>
                  <a:pt x="5283418" y="383273"/>
                </a:lnTo>
                <a:lnTo>
                  <a:pt x="5283418" y="387478"/>
                </a:lnTo>
                <a:lnTo>
                  <a:pt x="5283418" y="391937"/>
                </a:lnTo>
                <a:lnTo>
                  <a:pt x="5283418" y="520876"/>
                </a:lnTo>
                <a:lnTo>
                  <a:pt x="5283418" y="525336"/>
                </a:lnTo>
                <a:lnTo>
                  <a:pt x="5283418" y="529413"/>
                </a:lnTo>
                <a:lnTo>
                  <a:pt x="5283037" y="533490"/>
                </a:lnTo>
                <a:lnTo>
                  <a:pt x="5282783" y="537312"/>
                </a:lnTo>
                <a:lnTo>
                  <a:pt x="5282529" y="541008"/>
                </a:lnTo>
                <a:lnTo>
                  <a:pt x="5282022" y="544319"/>
                </a:lnTo>
                <a:lnTo>
                  <a:pt x="5281641" y="547504"/>
                </a:lnTo>
                <a:lnTo>
                  <a:pt x="5281133" y="550435"/>
                </a:lnTo>
                <a:lnTo>
                  <a:pt x="5311846" y="550435"/>
                </a:lnTo>
                <a:lnTo>
                  <a:pt x="5311338" y="547377"/>
                </a:lnTo>
                <a:lnTo>
                  <a:pt x="5310832" y="544319"/>
                </a:lnTo>
                <a:lnTo>
                  <a:pt x="5310451" y="541008"/>
                </a:lnTo>
                <a:lnTo>
                  <a:pt x="5310070" y="537440"/>
                </a:lnTo>
                <a:lnTo>
                  <a:pt x="5309817" y="533744"/>
                </a:lnTo>
                <a:lnTo>
                  <a:pt x="5309689" y="529667"/>
                </a:lnTo>
                <a:lnTo>
                  <a:pt x="5309562" y="525463"/>
                </a:lnTo>
                <a:lnTo>
                  <a:pt x="5309436" y="520876"/>
                </a:lnTo>
                <a:lnTo>
                  <a:pt x="5309436" y="463541"/>
                </a:lnTo>
                <a:lnTo>
                  <a:pt x="5324792" y="462904"/>
                </a:lnTo>
                <a:lnTo>
                  <a:pt x="5335072" y="462523"/>
                </a:lnTo>
                <a:lnTo>
                  <a:pt x="5343702" y="462523"/>
                </a:lnTo>
                <a:lnTo>
                  <a:pt x="5354110" y="462523"/>
                </a:lnTo>
                <a:lnTo>
                  <a:pt x="5363501" y="462523"/>
                </a:lnTo>
                <a:lnTo>
                  <a:pt x="5371497" y="462523"/>
                </a:lnTo>
                <a:lnTo>
                  <a:pt x="5382032" y="462904"/>
                </a:lnTo>
                <a:lnTo>
                  <a:pt x="5398911" y="463541"/>
                </a:lnTo>
                <a:lnTo>
                  <a:pt x="5398911" y="520876"/>
                </a:lnTo>
                <a:lnTo>
                  <a:pt x="5398784" y="529667"/>
                </a:lnTo>
                <a:lnTo>
                  <a:pt x="5398658" y="533617"/>
                </a:lnTo>
                <a:lnTo>
                  <a:pt x="5398530" y="537185"/>
                </a:lnTo>
                <a:lnTo>
                  <a:pt x="5398277" y="540625"/>
                </a:lnTo>
                <a:lnTo>
                  <a:pt x="5397769" y="543937"/>
                </a:lnTo>
                <a:lnTo>
                  <a:pt x="5397261" y="547250"/>
                </a:lnTo>
                <a:lnTo>
                  <a:pt x="5396626" y="550435"/>
                </a:lnTo>
                <a:lnTo>
                  <a:pt x="5427340" y="550435"/>
                </a:lnTo>
                <a:lnTo>
                  <a:pt x="5426833" y="547250"/>
                </a:lnTo>
                <a:lnTo>
                  <a:pt x="5426325" y="543810"/>
                </a:lnTo>
                <a:lnTo>
                  <a:pt x="5425817" y="540369"/>
                </a:lnTo>
                <a:lnTo>
                  <a:pt x="5425563" y="536802"/>
                </a:lnTo>
                <a:lnTo>
                  <a:pt x="5425436" y="533107"/>
                </a:lnTo>
                <a:lnTo>
                  <a:pt x="5425183" y="529157"/>
                </a:lnTo>
                <a:lnTo>
                  <a:pt x="5425056" y="525209"/>
                </a:lnTo>
                <a:lnTo>
                  <a:pt x="5425056" y="520876"/>
                </a:lnTo>
                <a:lnTo>
                  <a:pt x="5425056" y="391937"/>
                </a:lnTo>
                <a:lnTo>
                  <a:pt x="5425056" y="387605"/>
                </a:lnTo>
                <a:lnTo>
                  <a:pt x="5425183" y="383527"/>
                </a:lnTo>
                <a:lnTo>
                  <a:pt x="5425436" y="379706"/>
                </a:lnTo>
                <a:lnTo>
                  <a:pt x="5425563" y="376011"/>
                </a:lnTo>
                <a:lnTo>
                  <a:pt x="5425817" y="372444"/>
                </a:lnTo>
                <a:lnTo>
                  <a:pt x="5426325" y="369003"/>
                </a:lnTo>
                <a:lnTo>
                  <a:pt x="5426833" y="365563"/>
                </a:lnTo>
                <a:lnTo>
                  <a:pt x="5427340" y="362378"/>
                </a:lnTo>
                <a:lnTo>
                  <a:pt x="5396626" y="362378"/>
                </a:lnTo>
                <a:lnTo>
                  <a:pt x="5397261" y="365563"/>
                </a:lnTo>
                <a:lnTo>
                  <a:pt x="5397769" y="368749"/>
                </a:lnTo>
                <a:lnTo>
                  <a:pt x="5398277" y="372188"/>
                </a:lnTo>
                <a:lnTo>
                  <a:pt x="5398530" y="375629"/>
                </a:lnTo>
                <a:lnTo>
                  <a:pt x="5398658" y="379069"/>
                </a:lnTo>
                <a:lnTo>
                  <a:pt x="5398784" y="383146"/>
                </a:lnTo>
                <a:lnTo>
                  <a:pt x="5398911" y="391937"/>
                </a:lnTo>
                <a:lnTo>
                  <a:pt x="5398911" y="441628"/>
                </a:lnTo>
                <a:lnTo>
                  <a:pt x="5389773" y="441372"/>
                </a:lnTo>
                <a:lnTo>
                  <a:pt x="5377335" y="440990"/>
                </a:lnTo>
                <a:lnTo>
                  <a:pt x="5364390" y="440863"/>
                </a:lnTo>
                <a:lnTo>
                  <a:pt x="5353348" y="440863"/>
                </a:lnTo>
                <a:lnTo>
                  <a:pt x="5341545" y="440863"/>
                </a:lnTo>
                <a:lnTo>
                  <a:pt x="5328980" y="440990"/>
                </a:lnTo>
                <a:lnTo>
                  <a:pt x="5317558" y="441372"/>
                </a:lnTo>
                <a:lnTo>
                  <a:pt x="5309436" y="441628"/>
                </a:lnTo>
                <a:lnTo>
                  <a:pt x="5309436" y="391937"/>
                </a:lnTo>
                <a:lnTo>
                  <a:pt x="5309562" y="387223"/>
                </a:lnTo>
                <a:lnTo>
                  <a:pt x="5309689" y="383018"/>
                </a:lnTo>
                <a:lnTo>
                  <a:pt x="5309817" y="378942"/>
                </a:lnTo>
                <a:lnTo>
                  <a:pt x="5310070" y="375373"/>
                </a:lnTo>
                <a:lnTo>
                  <a:pt x="5310451" y="371806"/>
                </a:lnTo>
                <a:lnTo>
                  <a:pt x="5310832" y="368494"/>
                </a:lnTo>
                <a:lnTo>
                  <a:pt x="5311338" y="365309"/>
                </a:lnTo>
                <a:lnTo>
                  <a:pt x="5311846" y="362378"/>
                </a:lnTo>
                <a:close/>
                <a:moveTo>
                  <a:pt x="4786161" y="362378"/>
                </a:moveTo>
                <a:lnTo>
                  <a:pt x="4788446" y="365819"/>
                </a:lnTo>
                <a:lnTo>
                  <a:pt x="4790856" y="369386"/>
                </a:lnTo>
                <a:lnTo>
                  <a:pt x="4792887" y="373208"/>
                </a:lnTo>
                <a:lnTo>
                  <a:pt x="4794918" y="377031"/>
                </a:lnTo>
                <a:lnTo>
                  <a:pt x="4797076" y="381362"/>
                </a:lnTo>
                <a:lnTo>
                  <a:pt x="4799106" y="385822"/>
                </a:lnTo>
                <a:lnTo>
                  <a:pt x="4801138" y="390791"/>
                </a:lnTo>
                <a:lnTo>
                  <a:pt x="4803168" y="396014"/>
                </a:lnTo>
                <a:lnTo>
                  <a:pt x="4861422" y="550435"/>
                </a:lnTo>
                <a:lnTo>
                  <a:pt x="4884266" y="550435"/>
                </a:lnTo>
                <a:lnTo>
                  <a:pt x="4940491" y="398307"/>
                </a:lnTo>
                <a:lnTo>
                  <a:pt x="4943155" y="391555"/>
                </a:lnTo>
                <a:lnTo>
                  <a:pt x="4945567" y="385439"/>
                </a:lnTo>
                <a:lnTo>
                  <a:pt x="4947598" y="380088"/>
                </a:lnTo>
                <a:lnTo>
                  <a:pt x="4949755" y="375629"/>
                </a:lnTo>
                <a:lnTo>
                  <a:pt x="4951533" y="371552"/>
                </a:lnTo>
                <a:lnTo>
                  <a:pt x="4953437" y="368111"/>
                </a:lnTo>
                <a:lnTo>
                  <a:pt x="4954960" y="365053"/>
                </a:lnTo>
                <a:lnTo>
                  <a:pt x="4956736" y="362378"/>
                </a:lnTo>
                <a:lnTo>
                  <a:pt x="4924372" y="362378"/>
                </a:lnTo>
                <a:lnTo>
                  <a:pt x="4923864" y="365946"/>
                </a:lnTo>
                <a:lnTo>
                  <a:pt x="4923230" y="369386"/>
                </a:lnTo>
                <a:lnTo>
                  <a:pt x="4922596" y="372315"/>
                </a:lnTo>
                <a:lnTo>
                  <a:pt x="4921834" y="375373"/>
                </a:lnTo>
                <a:lnTo>
                  <a:pt x="4920818" y="378432"/>
                </a:lnTo>
                <a:lnTo>
                  <a:pt x="4919676" y="381744"/>
                </a:lnTo>
                <a:lnTo>
                  <a:pt x="4916757" y="390026"/>
                </a:lnTo>
                <a:lnTo>
                  <a:pt x="4873479" y="516289"/>
                </a:lnTo>
                <a:lnTo>
                  <a:pt x="4829565" y="389262"/>
                </a:lnTo>
                <a:lnTo>
                  <a:pt x="4827789" y="384802"/>
                </a:lnTo>
                <a:lnTo>
                  <a:pt x="4826393" y="380852"/>
                </a:lnTo>
                <a:lnTo>
                  <a:pt x="4825124" y="377158"/>
                </a:lnTo>
                <a:lnTo>
                  <a:pt x="4824109" y="373844"/>
                </a:lnTo>
                <a:lnTo>
                  <a:pt x="4823094" y="370786"/>
                </a:lnTo>
                <a:lnTo>
                  <a:pt x="4822331" y="367857"/>
                </a:lnTo>
                <a:lnTo>
                  <a:pt x="4821697" y="365053"/>
                </a:lnTo>
                <a:lnTo>
                  <a:pt x="4821190" y="362378"/>
                </a:lnTo>
                <a:close/>
                <a:moveTo>
                  <a:pt x="4265298" y="362378"/>
                </a:moveTo>
                <a:lnTo>
                  <a:pt x="4265932" y="365309"/>
                </a:lnTo>
                <a:lnTo>
                  <a:pt x="4266440" y="368494"/>
                </a:lnTo>
                <a:lnTo>
                  <a:pt x="4266821" y="371934"/>
                </a:lnTo>
                <a:lnTo>
                  <a:pt x="4267074" y="375373"/>
                </a:lnTo>
                <a:lnTo>
                  <a:pt x="4267328" y="379196"/>
                </a:lnTo>
                <a:lnTo>
                  <a:pt x="4267583" y="383273"/>
                </a:lnTo>
                <a:lnTo>
                  <a:pt x="4267583" y="387478"/>
                </a:lnTo>
                <a:lnTo>
                  <a:pt x="4267583" y="391937"/>
                </a:lnTo>
                <a:lnTo>
                  <a:pt x="4267583" y="520876"/>
                </a:lnTo>
                <a:lnTo>
                  <a:pt x="4267583" y="525336"/>
                </a:lnTo>
                <a:lnTo>
                  <a:pt x="4267583" y="529413"/>
                </a:lnTo>
                <a:lnTo>
                  <a:pt x="4267328" y="533490"/>
                </a:lnTo>
                <a:lnTo>
                  <a:pt x="4267074" y="537312"/>
                </a:lnTo>
                <a:lnTo>
                  <a:pt x="4266821" y="541008"/>
                </a:lnTo>
                <a:lnTo>
                  <a:pt x="4266440" y="544319"/>
                </a:lnTo>
                <a:lnTo>
                  <a:pt x="4265932" y="547504"/>
                </a:lnTo>
                <a:lnTo>
                  <a:pt x="4265298" y="550435"/>
                </a:lnTo>
                <a:lnTo>
                  <a:pt x="4296012" y="550435"/>
                </a:lnTo>
                <a:lnTo>
                  <a:pt x="4295504" y="547377"/>
                </a:lnTo>
                <a:lnTo>
                  <a:pt x="4295123" y="544319"/>
                </a:lnTo>
                <a:lnTo>
                  <a:pt x="4294616" y="541008"/>
                </a:lnTo>
                <a:lnTo>
                  <a:pt x="4294361" y="537440"/>
                </a:lnTo>
                <a:lnTo>
                  <a:pt x="4294108" y="533744"/>
                </a:lnTo>
                <a:lnTo>
                  <a:pt x="4293981" y="529667"/>
                </a:lnTo>
                <a:lnTo>
                  <a:pt x="4293853" y="525463"/>
                </a:lnTo>
                <a:lnTo>
                  <a:pt x="4293853" y="520876"/>
                </a:lnTo>
                <a:lnTo>
                  <a:pt x="4293853" y="463541"/>
                </a:lnTo>
                <a:lnTo>
                  <a:pt x="4309083" y="462904"/>
                </a:lnTo>
                <a:lnTo>
                  <a:pt x="4319365" y="462523"/>
                </a:lnTo>
                <a:lnTo>
                  <a:pt x="4327867" y="462523"/>
                </a:lnTo>
                <a:lnTo>
                  <a:pt x="4338148" y="462523"/>
                </a:lnTo>
                <a:lnTo>
                  <a:pt x="4347666" y="462523"/>
                </a:lnTo>
                <a:lnTo>
                  <a:pt x="4355788" y="462523"/>
                </a:lnTo>
                <a:lnTo>
                  <a:pt x="4366196" y="462904"/>
                </a:lnTo>
                <a:lnTo>
                  <a:pt x="4383202" y="463541"/>
                </a:lnTo>
                <a:lnTo>
                  <a:pt x="4383202" y="520876"/>
                </a:lnTo>
                <a:lnTo>
                  <a:pt x="4383202" y="525463"/>
                </a:lnTo>
                <a:lnTo>
                  <a:pt x="4383076" y="529667"/>
                </a:lnTo>
                <a:lnTo>
                  <a:pt x="4382823" y="533617"/>
                </a:lnTo>
                <a:lnTo>
                  <a:pt x="4382695" y="537185"/>
                </a:lnTo>
                <a:lnTo>
                  <a:pt x="4382441" y="540625"/>
                </a:lnTo>
                <a:lnTo>
                  <a:pt x="4381934" y="543937"/>
                </a:lnTo>
                <a:lnTo>
                  <a:pt x="4381426" y="547250"/>
                </a:lnTo>
                <a:lnTo>
                  <a:pt x="4380792" y="550435"/>
                </a:lnTo>
                <a:lnTo>
                  <a:pt x="4411505" y="550435"/>
                </a:lnTo>
                <a:lnTo>
                  <a:pt x="4410997" y="547250"/>
                </a:lnTo>
                <a:lnTo>
                  <a:pt x="4410490" y="543810"/>
                </a:lnTo>
                <a:lnTo>
                  <a:pt x="4410109" y="540369"/>
                </a:lnTo>
                <a:lnTo>
                  <a:pt x="4409729" y="536802"/>
                </a:lnTo>
                <a:lnTo>
                  <a:pt x="4409601" y="533107"/>
                </a:lnTo>
                <a:lnTo>
                  <a:pt x="4409348" y="529157"/>
                </a:lnTo>
                <a:lnTo>
                  <a:pt x="4409221" y="525209"/>
                </a:lnTo>
                <a:lnTo>
                  <a:pt x="4409221" y="520876"/>
                </a:lnTo>
                <a:lnTo>
                  <a:pt x="4409221" y="391937"/>
                </a:lnTo>
                <a:lnTo>
                  <a:pt x="4409221" y="387605"/>
                </a:lnTo>
                <a:lnTo>
                  <a:pt x="4409348" y="383527"/>
                </a:lnTo>
                <a:lnTo>
                  <a:pt x="4409601" y="379706"/>
                </a:lnTo>
                <a:lnTo>
                  <a:pt x="4409729" y="376011"/>
                </a:lnTo>
                <a:lnTo>
                  <a:pt x="4410109" y="372444"/>
                </a:lnTo>
                <a:lnTo>
                  <a:pt x="4410490" y="369003"/>
                </a:lnTo>
                <a:lnTo>
                  <a:pt x="4410997" y="365563"/>
                </a:lnTo>
                <a:lnTo>
                  <a:pt x="4411505" y="362378"/>
                </a:lnTo>
                <a:lnTo>
                  <a:pt x="4380792" y="362378"/>
                </a:lnTo>
                <a:lnTo>
                  <a:pt x="4381426" y="365563"/>
                </a:lnTo>
                <a:lnTo>
                  <a:pt x="4381934" y="368749"/>
                </a:lnTo>
                <a:lnTo>
                  <a:pt x="4382441" y="372188"/>
                </a:lnTo>
                <a:lnTo>
                  <a:pt x="4382695" y="375629"/>
                </a:lnTo>
                <a:lnTo>
                  <a:pt x="4382823" y="379069"/>
                </a:lnTo>
                <a:lnTo>
                  <a:pt x="4383076" y="383146"/>
                </a:lnTo>
                <a:lnTo>
                  <a:pt x="4383202" y="387223"/>
                </a:lnTo>
                <a:lnTo>
                  <a:pt x="4383202" y="391937"/>
                </a:lnTo>
                <a:lnTo>
                  <a:pt x="4383202" y="441628"/>
                </a:lnTo>
                <a:lnTo>
                  <a:pt x="4373938" y="441372"/>
                </a:lnTo>
                <a:lnTo>
                  <a:pt x="4361627" y="440990"/>
                </a:lnTo>
                <a:lnTo>
                  <a:pt x="4348681" y="440863"/>
                </a:lnTo>
                <a:lnTo>
                  <a:pt x="4337513" y="440863"/>
                </a:lnTo>
                <a:lnTo>
                  <a:pt x="4325964" y="440863"/>
                </a:lnTo>
                <a:lnTo>
                  <a:pt x="4313145" y="440990"/>
                </a:lnTo>
                <a:lnTo>
                  <a:pt x="4301723" y="441372"/>
                </a:lnTo>
                <a:lnTo>
                  <a:pt x="4293853" y="441628"/>
                </a:lnTo>
                <a:lnTo>
                  <a:pt x="4293853" y="391937"/>
                </a:lnTo>
                <a:lnTo>
                  <a:pt x="4293853" y="387223"/>
                </a:lnTo>
                <a:lnTo>
                  <a:pt x="4293981" y="383018"/>
                </a:lnTo>
                <a:lnTo>
                  <a:pt x="4294108" y="378942"/>
                </a:lnTo>
                <a:lnTo>
                  <a:pt x="4294361" y="375373"/>
                </a:lnTo>
                <a:lnTo>
                  <a:pt x="4294616" y="371806"/>
                </a:lnTo>
                <a:lnTo>
                  <a:pt x="4295123" y="368494"/>
                </a:lnTo>
                <a:lnTo>
                  <a:pt x="4295504" y="365309"/>
                </a:lnTo>
                <a:lnTo>
                  <a:pt x="4296012" y="362378"/>
                </a:lnTo>
                <a:close/>
                <a:moveTo>
                  <a:pt x="5012071" y="361995"/>
                </a:moveTo>
                <a:lnTo>
                  <a:pt x="5011182" y="366073"/>
                </a:lnTo>
                <a:lnTo>
                  <a:pt x="5010295" y="370150"/>
                </a:lnTo>
                <a:lnTo>
                  <a:pt x="5009152" y="374354"/>
                </a:lnTo>
                <a:lnTo>
                  <a:pt x="5008010" y="378558"/>
                </a:lnTo>
                <a:lnTo>
                  <a:pt x="5006741" y="382764"/>
                </a:lnTo>
                <a:lnTo>
                  <a:pt x="5005218" y="387095"/>
                </a:lnTo>
                <a:lnTo>
                  <a:pt x="5003567" y="391555"/>
                </a:lnTo>
                <a:lnTo>
                  <a:pt x="5001791" y="396141"/>
                </a:lnTo>
                <a:lnTo>
                  <a:pt x="4953182" y="522278"/>
                </a:lnTo>
                <a:lnTo>
                  <a:pt x="4949121" y="531323"/>
                </a:lnTo>
                <a:lnTo>
                  <a:pt x="4947217" y="535273"/>
                </a:lnTo>
                <a:lnTo>
                  <a:pt x="4945314" y="539223"/>
                </a:lnTo>
                <a:lnTo>
                  <a:pt x="4943410" y="542918"/>
                </a:lnTo>
                <a:lnTo>
                  <a:pt x="4941379" y="546485"/>
                </a:lnTo>
                <a:lnTo>
                  <a:pt x="4939222" y="550180"/>
                </a:lnTo>
                <a:lnTo>
                  <a:pt x="4936937" y="553875"/>
                </a:lnTo>
                <a:lnTo>
                  <a:pt x="4968412" y="553875"/>
                </a:lnTo>
                <a:lnTo>
                  <a:pt x="4970190" y="547249"/>
                </a:lnTo>
                <a:lnTo>
                  <a:pt x="4971839" y="541771"/>
                </a:lnTo>
                <a:lnTo>
                  <a:pt x="4973743" y="536038"/>
                </a:lnTo>
                <a:lnTo>
                  <a:pt x="4976408" y="528392"/>
                </a:lnTo>
                <a:lnTo>
                  <a:pt x="4986942" y="497815"/>
                </a:lnTo>
                <a:lnTo>
                  <a:pt x="5015244" y="496923"/>
                </a:lnTo>
                <a:lnTo>
                  <a:pt x="5026540" y="496667"/>
                </a:lnTo>
                <a:lnTo>
                  <a:pt x="5031870" y="496667"/>
                </a:lnTo>
                <a:lnTo>
                  <a:pt x="5039740" y="496923"/>
                </a:lnTo>
                <a:lnTo>
                  <a:pt x="5063853" y="497815"/>
                </a:lnTo>
                <a:lnTo>
                  <a:pt x="5072991" y="525207"/>
                </a:lnTo>
                <a:lnTo>
                  <a:pt x="5075656" y="533361"/>
                </a:lnTo>
                <a:lnTo>
                  <a:pt x="5078321" y="541898"/>
                </a:lnTo>
                <a:lnTo>
                  <a:pt x="5079845" y="547504"/>
                </a:lnTo>
                <a:lnTo>
                  <a:pt x="5080353" y="550307"/>
                </a:lnTo>
                <a:lnTo>
                  <a:pt x="5080860" y="553747"/>
                </a:lnTo>
                <a:lnTo>
                  <a:pt x="5115127" y="553747"/>
                </a:lnTo>
                <a:lnTo>
                  <a:pt x="5109035" y="542663"/>
                </a:lnTo>
                <a:lnTo>
                  <a:pt x="5106878" y="538458"/>
                </a:lnTo>
                <a:lnTo>
                  <a:pt x="5106878" y="538331"/>
                </a:lnTo>
                <a:lnTo>
                  <a:pt x="5104974" y="534508"/>
                </a:lnTo>
                <a:lnTo>
                  <a:pt x="5103070" y="530686"/>
                </a:lnTo>
                <a:lnTo>
                  <a:pt x="5101420" y="526865"/>
                </a:lnTo>
                <a:lnTo>
                  <a:pt x="5097232" y="516926"/>
                </a:lnTo>
                <a:lnTo>
                  <a:pt x="5038724" y="361995"/>
                </a:lnTo>
                <a:close/>
                <a:moveTo>
                  <a:pt x="5105989" y="359320"/>
                </a:moveTo>
                <a:lnTo>
                  <a:pt x="5105989" y="381871"/>
                </a:lnTo>
                <a:lnTo>
                  <a:pt x="5110558" y="381362"/>
                </a:lnTo>
                <a:lnTo>
                  <a:pt x="5115889" y="380979"/>
                </a:lnTo>
                <a:lnTo>
                  <a:pt x="5122742" y="380725"/>
                </a:lnTo>
                <a:lnTo>
                  <a:pt x="5131880" y="380725"/>
                </a:lnTo>
                <a:lnTo>
                  <a:pt x="5164751" y="380725"/>
                </a:lnTo>
                <a:lnTo>
                  <a:pt x="5164751" y="520620"/>
                </a:lnTo>
                <a:lnTo>
                  <a:pt x="5164625" y="524953"/>
                </a:lnTo>
                <a:lnTo>
                  <a:pt x="5164497" y="529030"/>
                </a:lnTo>
                <a:lnTo>
                  <a:pt x="5164370" y="532980"/>
                </a:lnTo>
                <a:lnTo>
                  <a:pt x="5164117" y="536675"/>
                </a:lnTo>
                <a:lnTo>
                  <a:pt x="5163736" y="540115"/>
                </a:lnTo>
                <a:lnTo>
                  <a:pt x="5163355" y="543683"/>
                </a:lnTo>
                <a:lnTo>
                  <a:pt x="5162847" y="547122"/>
                </a:lnTo>
                <a:lnTo>
                  <a:pt x="5162340" y="550435"/>
                </a:lnTo>
                <a:lnTo>
                  <a:pt x="5192926" y="550435"/>
                </a:lnTo>
                <a:lnTo>
                  <a:pt x="5192418" y="547122"/>
                </a:lnTo>
                <a:lnTo>
                  <a:pt x="5192039" y="543683"/>
                </a:lnTo>
                <a:lnTo>
                  <a:pt x="5191531" y="540242"/>
                </a:lnTo>
                <a:lnTo>
                  <a:pt x="5191150" y="536802"/>
                </a:lnTo>
                <a:lnTo>
                  <a:pt x="5190895" y="533234"/>
                </a:lnTo>
                <a:lnTo>
                  <a:pt x="5190642" y="529284"/>
                </a:lnTo>
                <a:lnTo>
                  <a:pt x="5190642" y="525207"/>
                </a:lnTo>
                <a:lnTo>
                  <a:pt x="5190516" y="520620"/>
                </a:lnTo>
                <a:lnTo>
                  <a:pt x="5190516" y="380725"/>
                </a:lnTo>
                <a:lnTo>
                  <a:pt x="5223514" y="380725"/>
                </a:lnTo>
                <a:lnTo>
                  <a:pt x="5229732" y="380725"/>
                </a:lnTo>
                <a:lnTo>
                  <a:pt x="5235698" y="380979"/>
                </a:lnTo>
                <a:lnTo>
                  <a:pt x="5242043" y="381362"/>
                </a:lnTo>
                <a:lnTo>
                  <a:pt x="5249150" y="381871"/>
                </a:lnTo>
                <a:lnTo>
                  <a:pt x="5249150" y="359320"/>
                </a:lnTo>
                <a:close/>
                <a:moveTo>
                  <a:pt x="4524968" y="356517"/>
                </a:moveTo>
                <a:lnTo>
                  <a:pt x="4521288" y="357153"/>
                </a:lnTo>
                <a:lnTo>
                  <a:pt x="4517735" y="357663"/>
                </a:lnTo>
                <a:lnTo>
                  <a:pt x="4514181" y="358428"/>
                </a:lnTo>
                <a:lnTo>
                  <a:pt x="4510754" y="359320"/>
                </a:lnTo>
                <a:lnTo>
                  <a:pt x="4507327" y="360340"/>
                </a:lnTo>
                <a:lnTo>
                  <a:pt x="4504028" y="361613"/>
                </a:lnTo>
                <a:lnTo>
                  <a:pt x="4500727" y="363015"/>
                </a:lnTo>
                <a:lnTo>
                  <a:pt x="4497428" y="364544"/>
                </a:lnTo>
                <a:lnTo>
                  <a:pt x="4494255" y="366200"/>
                </a:lnTo>
                <a:lnTo>
                  <a:pt x="4491209" y="368238"/>
                </a:lnTo>
                <a:lnTo>
                  <a:pt x="4488163" y="370277"/>
                </a:lnTo>
                <a:lnTo>
                  <a:pt x="4485116" y="372442"/>
                </a:lnTo>
                <a:lnTo>
                  <a:pt x="4482198" y="374864"/>
                </a:lnTo>
                <a:lnTo>
                  <a:pt x="4479405" y="377412"/>
                </a:lnTo>
                <a:lnTo>
                  <a:pt x="4477629" y="379068"/>
                </a:lnTo>
                <a:lnTo>
                  <a:pt x="4475852" y="380979"/>
                </a:lnTo>
                <a:lnTo>
                  <a:pt x="4474202" y="382891"/>
                </a:lnTo>
                <a:lnTo>
                  <a:pt x="4472552" y="384674"/>
                </a:lnTo>
                <a:lnTo>
                  <a:pt x="4471029" y="386712"/>
                </a:lnTo>
                <a:lnTo>
                  <a:pt x="4469507" y="388751"/>
                </a:lnTo>
                <a:lnTo>
                  <a:pt x="4467984" y="390789"/>
                </a:lnTo>
                <a:lnTo>
                  <a:pt x="4466587" y="392828"/>
                </a:lnTo>
                <a:lnTo>
                  <a:pt x="4465191" y="395122"/>
                </a:lnTo>
                <a:lnTo>
                  <a:pt x="4463922" y="397415"/>
                </a:lnTo>
                <a:lnTo>
                  <a:pt x="4462652" y="399709"/>
                </a:lnTo>
                <a:lnTo>
                  <a:pt x="4461510" y="402130"/>
                </a:lnTo>
                <a:lnTo>
                  <a:pt x="4460369" y="404423"/>
                </a:lnTo>
                <a:lnTo>
                  <a:pt x="4459099" y="406971"/>
                </a:lnTo>
                <a:lnTo>
                  <a:pt x="4458210" y="409519"/>
                </a:lnTo>
                <a:lnTo>
                  <a:pt x="4457196" y="412067"/>
                </a:lnTo>
                <a:lnTo>
                  <a:pt x="4456307" y="414743"/>
                </a:lnTo>
                <a:lnTo>
                  <a:pt x="4455419" y="417418"/>
                </a:lnTo>
                <a:lnTo>
                  <a:pt x="4454658" y="420094"/>
                </a:lnTo>
                <a:lnTo>
                  <a:pt x="4453769" y="422897"/>
                </a:lnTo>
                <a:lnTo>
                  <a:pt x="4453135" y="425828"/>
                </a:lnTo>
                <a:lnTo>
                  <a:pt x="4452627" y="428631"/>
                </a:lnTo>
                <a:lnTo>
                  <a:pt x="4452119" y="431688"/>
                </a:lnTo>
                <a:lnTo>
                  <a:pt x="4451610" y="434747"/>
                </a:lnTo>
                <a:lnTo>
                  <a:pt x="4451103" y="437805"/>
                </a:lnTo>
                <a:lnTo>
                  <a:pt x="4450723" y="440863"/>
                </a:lnTo>
                <a:lnTo>
                  <a:pt x="4450342" y="443919"/>
                </a:lnTo>
                <a:lnTo>
                  <a:pt x="4450342" y="447359"/>
                </a:lnTo>
                <a:lnTo>
                  <a:pt x="4449834" y="450546"/>
                </a:lnTo>
                <a:lnTo>
                  <a:pt x="4449834" y="471695"/>
                </a:lnTo>
                <a:lnTo>
                  <a:pt x="4450342" y="476919"/>
                </a:lnTo>
                <a:lnTo>
                  <a:pt x="4450850" y="482015"/>
                </a:lnTo>
                <a:lnTo>
                  <a:pt x="4451610" y="486984"/>
                </a:lnTo>
                <a:lnTo>
                  <a:pt x="4452499" y="491698"/>
                </a:lnTo>
                <a:lnTo>
                  <a:pt x="4453514" y="496412"/>
                </a:lnTo>
                <a:lnTo>
                  <a:pt x="4454784" y="501000"/>
                </a:lnTo>
                <a:lnTo>
                  <a:pt x="4456053" y="505204"/>
                </a:lnTo>
                <a:lnTo>
                  <a:pt x="4457576" y="509408"/>
                </a:lnTo>
                <a:lnTo>
                  <a:pt x="4459099" y="513486"/>
                </a:lnTo>
                <a:lnTo>
                  <a:pt x="4460876" y="517309"/>
                </a:lnTo>
                <a:lnTo>
                  <a:pt x="4462907" y="521130"/>
                </a:lnTo>
                <a:lnTo>
                  <a:pt x="4464811" y="524571"/>
                </a:lnTo>
                <a:lnTo>
                  <a:pt x="4467095" y="528010"/>
                </a:lnTo>
                <a:lnTo>
                  <a:pt x="4469380" y="531069"/>
                </a:lnTo>
                <a:lnTo>
                  <a:pt x="4471918" y="534127"/>
                </a:lnTo>
                <a:lnTo>
                  <a:pt x="4474583" y="536929"/>
                </a:lnTo>
                <a:lnTo>
                  <a:pt x="4477248" y="539604"/>
                </a:lnTo>
                <a:lnTo>
                  <a:pt x="4480167" y="542153"/>
                </a:lnTo>
                <a:lnTo>
                  <a:pt x="4483213" y="544446"/>
                </a:lnTo>
                <a:lnTo>
                  <a:pt x="4486386" y="546612"/>
                </a:lnTo>
                <a:lnTo>
                  <a:pt x="4489685" y="548397"/>
                </a:lnTo>
                <a:lnTo>
                  <a:pt x="4492986" y="550180"/>
                </a:lnTo>
                <a:lnTo>
                  <a:pt x="4496666" y="551836"/>
                </a:lnTo>
                <a:lnTo>
                  <a:pt x="4500346" y="553110"/>
                </a:lnTo>
                <a:lnTo>
                  <a:pt x="4504028" y="554257"/>
                </a:lnTo>
                <a:lnTo>
                  <a:pt x="4507962" y="555276"/>
                </a:lnTo>
                <a:lnTo>
                  <a:pt x="4511896" y="555913"/>
                </a:lnTo>
                <a:lnTo>
                  <a:pt x="4516085" y="556422"/>
                </a:lnTo>
                <a:lnTo>
                  <a:pt x="4520146" y="556805"/>
                </a:lnTo>
                <a:lnTo>
                  <a:pt x="4531314" y="556805"/>
                </a:lnTo>
                <a:lnTo>
                  <a:pt x="4533599" y="556422"/>
                </a:lnTo>
                <a:lnTo>
                  <a:pt x="4535883" y="556168"/>
                </a:lnTo>
                <a:lnTo>
                  <a:pt x="4538041" y="555913"/>
                </a:lnTo>
                <a:lnTo>
                  <a:pt x="4540198" y="555532"/>
                </a:lnTo>
                <a:lnTo>
                  <a:pt x="4542356" y="555149"/>
                </a:lnTo>
                <a:lnTo>
                  <a:pt x="4544386" y="554511"/>
                </a:lnTo>
                <a:lnTo>
                  <a:pt x="4546545" y="554003"/>
                </a:lnTo>
                <a:lnTo>
                  <a:pt x="4548448" y="553492"/>
                </a:lnTo>
                <a:lnTo>
                  <a:pt x="4550478" y="552855"/>
                </a:lnTo>
                <a:lnTo>
                  <a:pt x="4552509" y="552218"/>
                </a:lnTo>
                <a:lnTo>
                  <a:pt x="4554413" y="551326"/>
                </a:lnTo>
                <a:lnTo>
                  <a:pt x="4556317" y="550435"/>
                </a:lnTo>
                <a:lnTo>
                  <a:pt x="4558221" y="549543"/>
                </a:lnTo>
                <a:lnTo>
                  <a:pt x="4560124" y="548651"/>
                </a:lnTo>
                <a:lnTo>
                  <a:pt x="4561901" y="547758"/>
                </a:lnTo>
                <a:lnTo>
                  <a:pt x="4563805" y="546739"/>
                </a:lnTo>
                <a:lnTo>
                  <a:pt x="4565708" y="545593"/>
                </a:lnTo>
                <a:lnTo>
                  <a:pt x="4567359" y="544574"/>
                </a:lnTo>
                <a:lnTo>
                  <a:pt x="4569135" y="543300"/>
                </a:lnTo>
                <a:lnTo>
                  <a:pt x="4570658" y="542025"/>
                </a:lnTo>
                <a:lnTo>
                  <a:pt x="4572308" y="540751"/>
                </a:lnTo>
                <a:lnTo>
                  <a:pt x="4575608" y="538075"/>
                </a:lnTo>
                <a:lnTo>
                  <a:pt x="4578654" y="535146"/>
                </a:lnTo>
                <a:lnTo>
                  <a:pt x="4581700" y="532088"/>
                </a:lnTo>
                <a:lnTo>
                  <a:pt x="4584492" y="528648"/>
                </a:lnTo>
                <a:lnTo>
                  <a:pt x="4587158" y="525207"/>
                </a:lnTo>
                <a:lnTo>
                  <a:pt x="4589695" y="521640"/>
                </a:lnTo>
                <a:lnTo>
                  <a:pt x="4591980" y="517945"/>
                </a:lnTo>
                <a:lnTo>
                  <a:pt x="4594264" y="513995"/>
                </a:lnTo>
                <a:lnTo>
                  <a:pt x="4596168" y="509918"/>
                </a:lnTo>
                <a:lnTo>
                  <a:pt x="4598072" y="505587"/>
                </a:lnTo>
                <a:lnTo>
                  <a:pt x="4599850" y="501254"/>
                </a:lnTo>
                <a:lnTo>
                  <a:pt x="4601373" y="496667"/>
                </a:lnTo>
                <a:lnTo>
                  <a:pt x="4602768" y="491954"/>
                </a:lnTo>
                <a:lnTo>
                  <a:pt x="4604037" y="487111"/>
                </a:lnTo>
                <a:lnTo>
                  <a:pt x="4605053" y="482143"/>
                </a:lnTo>
                <a:lnTo>
                  <a:pt x="4605941" y="477046"/>
                </a:lnTo>
                <a:lnTo>
                  <a:pt x="4606576" y="471822"/>
                </a:lnTo>
                <a:lnTo>
                  <a:pt x="4607083" y="466472"/>
                </a:lnTo>
                <a:lnTo>
                  <a:pt x="4607337" y="460993"/>
                </a:lnTo>
                <a:lnTo>
                  <a:pt x="4607337" y="444430"/>
                </a:lnTo>
                <a:lnTo>
                  <a:pt x="4607591" y="444302"/>
                </a:lnTo>
                <a:lnTo>
                  <a:pt x="4607083" y="438951"/>
                </a:lnTo>
                <a:lnTo>
                  <a:pt x="4606576" y="433726"/>
                </a:lnTo>
                <a:lnTo>
                  <a:pt x="4605814" y="428631"/>
                </a:lnTo>
                <a:lnTo>
                  <a:pt x="4604926" y="423789"/>
                </a:lnTo>
                <a:lnTo>
                  <a:pt x="4603910" y="419075"/>
                </a:lnTo>
                <a:lnTo>
                  <a:pt x="4602641" y="414361"/>
                </a:lnTo>
                <a:lnTo>
                  <a:pt x="4601245" y="409902"/>
                </a:lnTo>
                <a:lnTo>
                  <a:pt x="4599722" y="405569"/>
                </a:lnTo>
                <a:lnTo>
                  <a:pt x="4598072" y="401365"/>
                </a:lnTo>
                <a:lnTo>
                  <a:pt x="4596168" y="397415"/>
                </a:lnTo>
                <a:lnTo>
                  <a:pt x="4594264" y="393593"/>
                </a:lnTo>
                <a:lnTo>
                  <a:pt x="4592107" y="389770"/>
                </a:lnTo>
                <a:lnTo>
                  <a:pt x="4589823" y="386331"/>
                </a:lnTo>
                <a:lnTo>
                  <a:pt x="4587411" y="383018"/>
                </a:lnTo>
                <a:lnTo>
                  <a:pt x="4584873" y="379960"/>
                </a:lnTo>
                <a:lnTo>
                  <a:pt x="4582208" y="377029"/>
                </a:lnTo>
                <a:lnTo>
                  <a:pt x="4579415" y="374354"/>
                </a:lnTo>
                <a:lnTo>
                  <a:pt x="4576497" y="371679"/>
                </a:lnTo>
                <a:lnTo>
                  <a:pt x="4573450" y="369258"/>
                </a:lnTo>
                <a:lnTo>
                  <a:pt x="4570405" y="367092"/>
                </a:lnTo>
                <a:lnTo>
                  <a:pt x="4567105" y="365053"/>
                </a:lnTo>
                <a:lnTo>
                  <a:pt x="4563677" y="363269"/>
                </a:lnTo>
                <a:lnTo>
                  <a:pt x="4560124" y="361613"/>
                </a:lnTo>
                <a:lnTo>
                  <a:pt x="4556570" y="360340"/>
                </a:lnTo>
                <a:lnTo>
                  <a:pt x="4552890" y="359065"/>
                </a:lnTo>
                <a:lnTo>
                  <a:pt x="4548955" y="358173"/>
                </a:lnTo>
                <a:lnTo>
                  <a:pt x="4545022" y="357409"/>
                </a:lnTo>
                <a:lnTo>
                  <a:pt x="4540961" y="356899"/>
                </a:lnTo>
                <a:lnTo>
                  <a:pt x="4536771" y="356517"/>
                </a:lnTo>
                <a:close/>
                <a:moveTo>
                  <a:pt x="5066518" y="279816"/>
                </a:moveTo>
                <a:lnTo>
                  <a:pt x="5004964" y="320842"/>
                </a:lnTo>
                <a:lnTo>
                  <a:pt x="5015244" y="336642"/>
                </a:lnTo>
                <a:lnTo>
                  <a:pt x="5080479" y="301475"/>
                </a:lnTo>
                <a:close/>
                <a:moveTo>
                  <a:pt x="3801168" y="272554"/>
                </a:moveTo>
                <a:lnTo>
                  <a:pt x="4056015" y="272554"/>
                </a:lnTo>
                <a:lnTo>
                  <a:pt x="4031900" y="362378"/>
                </a:lnTo>
                <a:lnTo>
                  <a:pt x="3869448" y="362378"/>
                </a:lnTo>
                <a:lnTo>
                  <a:pt x="3825281" y="527119"/>
                </a:lnTo>
                <a:lnTo>
                  <a:pt x="3732886" y="527119"/>
                </a:lnTo>
                <a:close/>
                <a:moveTo>
                  <a:pt x="3784161" y="249238"/>
                </a:moveTo>
                <a:lnTo>
                  <a:pt x="3703315" y="550435"/>
                </a:lnTo>
                <a:lnTo>
                  <a:pt x="3818936" y="550435"/>
                </a:lnTo>
                <a:lnTo>
                  <a:pt x="3788603" y="663575"/>
                </a:lnTo>
                <a:lnTo>
                  <a:pt x="4090028" y="663575"/>
                </a:lnTo>
                <a:lnTo>
                  <a:pt x="4170874" y="362378"/>
                </a:lnTo>
                <a:lnTo>
                  <a:pt x="4055253" y="362378"/>
                </a:lnTo>
                <a:lnTo>
                  <a:pt x="4085586" y="249238"/>
                </a:lnTo>
                <a:close/>
                <a:moveTo>
                  <a:pt x="0" y="0"/>
                </a:moveTo>
                <a:lnTo>
                  <a:pt x="9137327" y="0"/>
                </a:lnTo>
                <a:lnTo>
                  <a:pt x="9137327" y="5143500"/>
                </a:lnTo>
                <a:lnTo>
                  <a:pt x="0" y="5143500"/>
                </a:lnTo>
                <a:close/>
              </a:path>
            </a:pathLst>
          </a:custGeom>
          <a:solidFill>
            <a:srgbClr val="FFFFCC"/>
          </a:solidFill>
          <a:ln w="9525">
            <a:noFill/>
            <a:miter lim="800000"/>
            <a:headEnd/>
            <a:tailEnd/>
          </a:ln>
        </p:spPr>
        <p:txBody>
          <a:bodyPr wrap="square" bIns="0" anchor="ctr">
            <a:noAutofit/>
          </a:bodyPr>
          <a:lstStyle>
            <a:lvl1pPr algn="ctr" rtl="0">
              <a:defRPr/>
            </a:lvl1pPr>
          </a:lstStyle>
          <a:p>
            <a:r>
              <a:rPr lang="de-DE"/>
              <a:t>Bild durch Klicken auf Symbol hinzufügen</a:t>
            </a:r>
            <a:endParaRPr lang="en-US" dirty="0"/>
          </a:p>
        </p:txBody>
      </p:sp>
      <p:sp>
        <p:nvSpPr>
          <p:cNvPr id="4" name="Text Placeholder 17">
            <a:extLst>
              <a:ext uri="{FF2B5EF4-FFF2-40B4-BE49-F238E27FC236}">
                <a16:creationId xmlns:a16="http://schemas.microsoft.com/office/drawing/2014/main" id="{0B7E7F61-1BDE-064E-177D-C76D86D33036}"/>
              </a:ext>
            </a:extLst>
          </p:cNvPr>
          <p:cNvSpPr>
            <a:spLocks noGrp="1" noRot="1" noMove="1" noResize="1" noEditPoints="1" noAdjustHandles="1" noChangeArrowheads="1" noChangeShapeType="1"/>
          </p:cNvSpPr>
          <p:nvPr>
            <p:ph type="body" sz="quarter" idx="24" hasCustomPrompt="1"/>
          </p:nvPr>
        </p:nvSpPr>
        <p:spPr bwMode="gray">
          <a:xfrm rot="10800000">
            <a:off x="7030533" y="5587200"/>
            <a:ext cx="5161467" cy="240000"/>
          </a:xfrm>
          <a:custGeom>
            <a:avLst/>
            <a:gdLst>
              <a:gd name="connsiteX0" fmla="*/ 0 w 3871100"/>
              <a:gd name="connsiteY0" fmla="*/ 0 h 180000"/>
              <a:gd name="connsiteX1" fmla="*/ 3871100 w 3871100"/>
              <a:gd name="connsiteY1" fmla="*/ 0 h 180000"/>
              <a:gd name="connsiteX2" fmla="*/ 3871100 w 3871100"/>
              <a:gd name="connsiteY2" fmla="*/ 180000 h 180000"/>
              <a:gd name="connsiteX3" fmla="*/ 0 w 3871100"/>
              <a:gd name="connsiteY3" fmla="*/ 180000 h 180000"/>
              <a:gd name="connsiteX4" fmla="*/ 0 w 3871100"/>
              <a:gd name="connsiteY4" fmla="*/ 0 h 180000"/>
              <a:gd name="connsiteX0" fmla="*/ 44879 w 3871100"/>
              <a:gd name="connsiteY0" fmla="*/ 0 h 180000"/>
              <a:gd name="connsiteX1" fmla="*/ 3871100 w 3871100"/>
              <a:gd name="connsiteY1" fmla="*/ 0 h 180000"/>
              <a:gd name="connsiteX2" fmla="*/ 3871100 w 3871100"/>
              <a:gd name="connsiteY2" fmla="*/ 180000 h 180000"/>
              <a:gd name="connsiteX3" fmla="*/ 0 w 3871100"/>
              <a:gd name="connsiteY3" fmla="*/ 180000 h 180000"/>
              <a:gd name="connsiteX4" fmla="*/ 0 w 3871100"/>
              <a:gd name="connsiteY4" fmla="*/ 0 h 180000"/>
              <a:gd name="connsiteX0" fmla="*/ 44879 w 3871100"/>
              <a:gd name="connsiteY0" fmla="*/ 0 h 180000"/>
              <a:gd name="connsiteX1" fmla="*/ 3871100 w 3871100"/>
              <a:gd name="connsiteY1" fmla="*/ 0 h 180000"/>
              <a:gd name="connsiteX2" fmla="*/ 3871100 w 3871100"/>
              <a:gd name="connsiteY2" fmla="*/ 180000 h 180000"/>
              <a:gd name="connsiteX3" fmla="*/ 0 w 3871100"/>
              <a:gd name="connsiteY3" fmla="*/ 180000 h 180000"/>
              <a:gd name="connsiteX4" fmla="*/ 0 w 3871100"/>
              <a:gd name="connsiteY4" fmla="*/ 0 h 180000"/>
              <a:gd name="connsiteX0" fmla="*/ 44879 w 3871100"/>
              <a:gd name="connsiteY0" fmla="*/ 0 h 180000"/>
              <a:gd name="connsiteX1" fmla="*/ 3871100 w 3871100"/>
              <a:gd name="connsiteY1" fmla="*/ 0 h 180000"/>
              <a:gd name="connsiteX2" fmla="*/ 3826221 w 3871100"/>
              <a:gd name="connsiteY2" fmla="*/ 180000 h 180000"/>
              <a:gd name="connsiteX3" fmla="*/ 0 w 3871100"/>
              <a:gd name="connsiteY3" fmla="*/ 180000 h 180000"/>
              <a:gd name="connsiteX4" fmla="*/ 0 w 3871100"/>
              <a:gd name="connsiteY4" fmla="*/ 0 h 180000"/>
              <a:gd name="connsiteX0" fmla="*/ 44879 w 3871100"/>
              <a:gd name="connsiteY0" fmla="*/ 0 h 180000"/>
              <a:gd name="connsiteX1" fmla="*/ 3871100 w 3871100"/>
              <a:gd name="connsiteY1" fmla="*/ 0 h 180000"/>
              <a:gd name="connsiteX2" fmla="*/ 3826221 w 3871100"/>
              <a:gd name="connsiteY2" fmla="*/ 180000 h 180000"/>
              <a:gd name="connsiteX3" fmla="*/ 0 w 3871100"/>
              <a:gd name="connsiteY3" fmla="*/ 180000 h 180000"/>
              <a:gd name="connsiteX4" fmla="*/ 0 w 3871100"/>
              <a:gd name="connsiteY4" fmla="*/ 0 h 180000"/>
              <a:gd name="connsiteX0" fmla="*/ 44879 w 3871100"/>
              <a:gd name="connsiteY0" fmla="*/ 0 h 180000"/>
              <a:gd name="connsiteX1" fmla="*/ 3871100 w 3871100"/>
              <a:gd name="connsiteY1" fmla="*/ 0 h 180000"/>
              <a:gd name="connsiteX2" fmla="*/ 3826221 w 3871100"/>
              <a:gd name="connsiteY2" fmla="*/ 180000 h 180000"/>
              <a:gd name="connsiteX3" fmla="*/ 0 w 3871100"/>
              <a:gd name="connsiteY3" fmla="*/ 180000 h 180000"/>
              <a:gd name="connsiteX4" fmla="*/ 0 w 3871100"/>
              <a:gd name="connsiteY4" fmla="*/ 0 h 18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1100" h="180000">
                <a:moveTo>
                  <a:pt x="44879" y="0"/>
                </a:moveTo>
                <a:lnTo>
                  <a:pt x="3871100" y="0"/>
                </a:lnTo>
                <a:lnTo>
                  <a:pt x="3826221" y="180000"/>
                </a:lnTo>
                <a:lnTo>
                  <a:pt x="0" y="180000"/>
                </a:lnTo>
                <a:lnTo>
                  <a:pt x="0" y="0"/>
                </a:lnTo>
                <a:close/>
              </a:path>
            </a:pathLst>
          </a:custGeom>
          <a:solidFill>
            <a:schemeClr val="bg1"/>
          </a:solidFill>
          <a:ln w="9525">
            <a:solidFill>
              <a:schemeClr val="bg1"/>
            </a:solidFill>
            <a:miter lim="800000"/>
            <a:headEnd/>
            <a:tailEnd/>
          </a:ln>
        </p:spPr>
        <p:txBody>
          <a:bodyPr/>
          <a:lstStyle>
            <a:lvl1pPr>
              <a:defRPr/>
            </a:lvl1pPr>
          </a:lstStyle>
          <a:p>
            <a:pPr lvl="0"/>
            <a:r>
              <a:rPr lang="en-US" dirty="0"/>
              <a:t>  </a:t>
            </a:r>
          </a:p>
        </p:txBody>
      </p:sp>
      <p:sp>
        <p:nvSpPr>
          <p:cNvPr id="21" name="Rectangle 20" hidden="1">
            <a:extLst>
              <a:ext uri="{FF2B5EF4-FFF2-40B4-BE49-F238E27FC236}">
                <a16:creationId xmlns:a16="http://schemas.microsoft.com/office/drawing/2014/main" id="{9B2ABA2A-5D99-42F6-8110-55826050891D}"/>
              </a:ext>
            </a:extLst>
          </p:cNvPr>
          <p:cNvSpPr/>
          <p:nvPr>
            <p:custDataLst>
              <p:tags r:id="rId2"/>
            </p:custDataLst>
          </p:nvPr>
        </p:nvSpPr>
        <p:spPr bwMode="auto">
          <a:xfrm>
            <a:off x="1" y="1"/>
            <a:ext cx="211667" cy="211667"/>
          </a:xfrm>
          <a:prstGeom prst="rect">
            <a:avLst/>
          </a:prstGeom>
          <a:solidFill>
            <a:schemeClr val="bg1"/>
          </a:solidFill>
          <a:ln w="9525" cap="flat" cmpd="sng" algn="ctr">
            <a:solidFill>
              <a:schemeClr val="accent3"/>
            </a:solidFill>
            <a:prstDash val="solid"/>
            <a:round/>
            <a:headEnd type="none" w="med" len="med"/>
            <a:tailEnd type="none" w="med" len="med"/>
          </a:ln>
          <a:effectLst/>
        </p:spPr>
        <p:txBody>
          <a:bodyPr vert="horz" wrap="none" lIns="0" tIns="0" rIns="0" bIns="0" numCol="1" spcCol="0" rtlCol="0" anchor="ctr" anchorCtr="0" compatLnSpc="1">
            <a:prstTxWarp prst="textNoShape">
              <a:avLst/>
            </a:prstTxWarp>
            <a:noAutofit/>
          </a:bodyPr>
          <a:lstStyle/>
          <a:p>
            <a:pPr marL="0" marR="0" lvl="0" indent="0" algn="l" defTabSz="1219140" rtl="0" eaLnBrk="0" fontAlgn="base" latinLnBrk="0" hangingPunct="0">
              <a:lnSpc>
                <a:spcPct val="100000"/>
              </a:lnSpc>
              <a:spcBef>
                <a:spcPct val="50000"/>
              </a:spcBef>
              <a:spcAft>
                <a:spcPct val="0"/>
              </a:spcAft>
              <a:buClr>
                <a:schemeClr val="accent1"/>
              </a:buClr>
              <a:buSzPct val="80000"/>
              <a:buFont typeface="Wingdings" pitchFamily="2" charset="2"/>
              <a:buNone/>
              <a:tabLst/>
            </a:pPr>
            <a:endParaRPr kumimoji="0" lang="en-US" sz="2667" b="1" i="0" u="none" strike="noStrike" cap="none" normalizeH="0" baseline="0" dirty="0">
              <a:ln>
                <a:noFill/>
              </a:ln>
              <a:solidFill>
                <a:schemeClr val="tx1"/>
              </a:solidFill>
              <a:effectLst/>
              <a:latin typeface="Arial" panose="020B0604020202020204" pitchFamily="34" charset="0"/>
              <a:ea typeface="+mj-ea"/>
              <a:cs typeface="+mj-cs"/>
              <a:sym typeface="Arial" panose="020B0604020202020204" pitchFamily="34" charset="0"/>
            </a:endParaRPr>
          </a:p>
        </p:txBody>
      </p:sp>
      <p:sp>
        <p:nvSpPr>
          <p:cNvPr id="3074" name="Rectangle 2"/>
          <p:cNvSpPr>
            <a:spLocks noGrp="1" noChangeArrowheads="1"/>
          </p:cNvSpPr>
          <p:nvPr>
            <p:ph type="ctrTitle" sz="quarter" hasCustomPrompt="1"/>
          </p:nvPr>
        </p:nvSpPr>
        <p:spPr>
          <a:xfrm>
            <a:off x="278400" y="2292275"/>
            <a:ext cx="6576000" cy="816000"/>
          </a:xfrm>
        </p:spPr>
        <p:txBody>
          <a:bodyPr vert="horz" anchor="t" anchorCtr="0"/>
          <a:lstStyle>
            <a:lvl1pPr>
              <a:lnSpc>
                <a:spcPct val="100000"/>
              </a:lnSpc>
              <a:defRPr cap="all" baseline="0">
                <a:solidFill>
                  <a:schemeClr val="bg1"/>
                </a:solidFill>
              </a:defRPr>
            </a:lvl1pPr>
          </a:lstStyle>
          <a:p>
            <a:r>
              <a:rPr lang="en-US" dirty="0"/>
              <a:t>CLICK TO ADD PRESENTATION TITLE max. 2 lines</a:t>
            </a:r>
          </a:p>
        </p:txBody>
      </p:sp>
      <p:sp>
        <p:nvSpPr>
          <p:cNvPr id="3075" name="Rectangle 3"/>
          <p:cNvSpPr>
            <a:spLocks noGrp="1" noChangeArrowheads="1"/>
          </p:cNvSpPr>
          <p:nvPr>
            <p:ph type="subTitle" sz="quarter" idx="1" hasCustomPrompt="1"/>
          </p:nvPr>
        </p:nvSpPr>
        <p:spPr>
          <a:xfrm>
            <a:off x="278400" y="3143175"/>
            <a:ext cx="6576000" cy="710400"/>
          </a:xfrm>
        </p:spPr>
        <p:txBody>
          <a:bodyPr wrap="none" tIns="39600" bIns="39600" anchor="t" anchorCtr="0"/>
          <a:lstStyle>
            <a:lvl1pPr>
              <a:lnSpc>
                <a:spcPct val="100000"/>
              </a:lnSpc>
              <a:spcBef>
                <a:spcPts val="0"/>
              </a:spcBef>
              <a:defRPr sz="2667" b="0" i="1" cap="all" baseline="0">
                <a:solidFill>
                  <a:schemeClr val="bg1"/>
                </a:solidFill>
              </a:defRPr>
            </a:lvl1pPr>
          </a:lstStyle>
          <a:p>
            <a:r>
              <a:rPr lang="en-US" dirty="0"/>
              <a:t>CLICK TO ADD Subtitle max. 1 line</a:t>
            </a:r>
          </a:p>
        </p:txBody>
      </p:sp>
      <p:sp>
        <p:nvSpPr>
          <p:cNvPr id="15" name="Textplatzhalter 14"/>
          <p:cNvSpPr>
            <a:spLocks noGrp="1"/>
          </p:cNvSpPr>
          <p:nvPr>
            <p:ph type="body" sz="quarter" idx="12" hasCustomPrompt="1"/>
          </p:nvPr>
        </p:nvSpPr>
        <p:spPr>
          <a:xfrm>
            <a:off x="278399" y="6091928"/>
            <a:ext cx="4800000" cy="288000"/>
          </a:xfrm>
        </p:spPr>
        <p:txBody>
          <a:bodyPr/>
          <a:lstStyle>
            <a:lvl1pPr algn="l" defTabSz="857208" rtl="0" eaLnBrk="0" fontAlgn="base" hangingPunct="0">
              <a:spcBef>
                <a:spcPct val="40000"/>
              </a:spcBef>
              <a:spcAft>
                <a:spcPct val="0"/>
              </a:spcAft>
              <a:buClrTx/>
              <a:buSzTx/>
              <a:buFontTx/>
              <a:buNone/>
              <a:defRPr lang="de-DE" sz="1867" b="0" kern="1200" baseline="0" dirty="0">
                <a:solidFill>
                  <a:schemeClr val="bg1"/>
                </a:solidFill>
                <a:latin typeface="+mn-lt"/>
                <a:ea typeface="+mn-ea"/>
                <a:cs typeface="+mn-cs"/>
              </a:defRPr>
            </a:lvl1pPr>
          </a:lstStyle>
          <a:p>
            <a:pPr lvl="0"/>
            <a:r>
              <a:rPr lang="en-US" dirty="0"/>
              <a:t>Location, Date [Month d, YYYY]</a:t>
            </a:r>
          </a:p>
        </p:txBody>
      </p:sp>
      <p:sp>
        <p:nvSpPr>
          <p:cNvPr id="13" name="Textplatzhalter 12"/>
          <p:cNvSpPr>
            <a:spLocks noGrp="1"/>
          </p:cNvSpPr>
          <p:nvPr>
            <p:ph type="body" sz="quarter" idx="11" hasCustomPrompt="1"/>
          </p:nvPr>
        </p:nvSpPr>
        <p:spPr>
          <a:xfrm>
            <a:off x="278400" y="4197086"/>
            <a:ext cx="4800000" cy="574516"/>
          </a:xfrm>
        </p:spPr>
        <p:txBody>
          <a:bodyPr anchor="t">
            <a:spAutoFit/>
          </a:bodyPr>
          <a:lstStyle>
            <a:lvl1pPr algn="l" defTabSz="857208" rtl="0" eaLnBrk="0" fontAlgn="base" hangingPunct="0">
              <a:spcBef>
                <a:spcPct val="0"/>
              </a:spcBef>
              <a:spcAft>
                <a:spcPct val="0"/>
              </a:spcAft>
              <a:buClrTx/>
              <a:buSzTx/>
              <a:buFontTx/>
              <a:buNone/>
              <a:defRPr lang="de-DE" sz="1867" b="0" kern="1200" baseline="0" dirty="0">
                <a:solidFill>
                  <a:schemeClr val="bg1"/>
                </a:solidFill>
                <a:latin typeface="+mn-lt"/>
                <a:ea typeface="+mn-ea"/>
                <a:cs typeface="+mn-cs"/>
              </a:defRPr>
            </a:lvl1pPr>
          </a:lstStyle>
          <a:p>
            <a:pPr lvl="0"/>
            <a:r>
              <a:rPr lang="en-US" dirty="0"/>
              <a:t>Author/Presenter</a:t>
            </a:r>
            <a:br>
              <a:rPr lang="en-US" dirty="0"/>
            </a:br>
            <a:r>
              <a:rPr lang="en-US" dirty="0"/>
              <a:t>(Title) First Name Last Name</a:t>
            </a:r>
          </a:p>
        </p:txBody>
      </p:sp>
      <p:sp>
        <p:nvSpPr>
          <p:cNvPr id="5" name="Textplatzhalter 30">
            <a:extLst>
              <a:ext uri="{FF2B5EF4-FFF2-40B4-BE49-F238E27FC236}">
                <a16:creationId xmlns:a16="http://schemas.microsoft.com/office/drawing/2014/main" id="{9F809762-B5FD-269A-0DCE-C193D84AF924}"/>
              </a:ext>
            </a:extLst>
          </p:cNvPr>
          <p:cNvSpPr>
            <a:spLocks noGrp="1"/>
          </p:cNvSpPr>
          <p:nvPr>
            <p:ph type="body" sz="quarter" idx="16" hasCustomPrompt="1"/>
          </p:nvPr>
        </p:nvSpPr>
        <p:spPr bwMode="gray">
          <a:xfrm>
            <a:off x="278400" y="1810796"/>
            <a:ext cx="6576000" cy="287259"/>
          </a:xfrm>
          <a:prstGeom prst="rect">
            <a:avLst/>
          </a:prstGeom>
          <a:noFill/>
          <a:ln w="9525">
            <a:noFill/>
            <a:miter lim="800000"/>
            <a:headEnd/>
            <a:tailEnd/>
          </a:ln>
        </p:spPr>
        <p:txBody>
          <a:bodyPr wrap="none" lIns="0" tIns="0" rIns="0" bIns="0" anchor="ctr">
            <a:noAutofit/>
          </a:bodyPr>
          <a:lstStyle>
            <a:lvl1pPr algn="l" rtl="0">
              <a:defRPr sz="1867" b="0" i="0" cap="none" baseline="0">
                <a:solidFill>
                  <a:schemeClr val="bg1"/>
                </a:solidFill>
              </a:defRPr>
            </a:lvl1pPr>
          </a:lstStyle>
          <a:p>
            <a:pPr lvl="0"/>
            <a:r>
              <a:rPr lang="en-US" dirty="0"/>
              <a:t>Click to add Horváth Content Format</a:t>
            </a:r>
          </a:p>
        </p:txBody>
      </p:sp>
      <p:sp>
        <p:nvSpPr>
          <p:cNvPr id="12" name="Text Placeholder 17">
            <a:extLst>
              <a:ext uri="{FF2B5EF4-FFF2-40B4-BE49-F238E27FC236}">
                <a16:creationId xmlns:a16="http://schemas.microsoft.com/office/drawing/2014/main" id="{8EC6B591-ED6C-AA1C-E207-55C51AED9ACE}"/>
              </a:ext>
            </a:extLst>
          </p:cNvPr>
          <p:cNvSpPr>
            <a:spLocks noGrp="1"/>
          </p:cNvSpPr>
          <p:nvPr>
            <p:ph type="body" sz="quarter" idx="18" hasCustomPrompt="1"/>
          </p:nvPr>
        </p:nvSpPr>
        <p:spPr bwMode="gray">
          <a:xfrm rot="10800000">
            <a:off x="6907200" y="5587200"/>
            <a:ext cx="5280000" cy="720000"/>
          </a:xfrm>
          <a:custGeom>
            <a:avLst/>
            <a:gdLst>
              <a:gd name="connsiteX0" fmla="*/ 0 w 3960000"/>
              <a:gd name="connsiteY0" fmla="*/ 0 h 540000"/>
              <a:gd name="connsiteX1" fmla="*/ 3960000 w 3960000"/>
              <a:gd name="connsiteY1" fmla="*/ 0 h 540000"/>
              <a:gd name="connsiteX2" fmla="*/ 3960000 w 3960000"/>
              <a:gd name="connsiteY2" fmla="*/ 540000 h 540000"/>
              <a:gd name="connsiteX3" fmla="*/ 0 w 3960000"/>
              <a:gd name="connsiteY3" fmla="*/ 540000 h 540000"/>
              <a:gd name="connsiteX4" fmla="*/ 0 w 3960000"/>
              <a:gd name="connsiteY4" fmla="*/ 0 h 540000"/>
              <a:gd name="connsiteX0" fmla="*/ 134637 w 3960000"/>
              <a:gd name="connsiteY0" fmla="*/ 0 h 540000"/>
              <a:gd name="connsiteX1" fmla="*/ 3960000 w 3960000"/>
              <a:gd name="connsiteY1" fmla="*/ 0 h 540000"/>
              <a:gd name="connsiteX2" fmla="*/ 3960000 w 3960000"/>
              <a:gd name="connsiteY2" fmla="*/ 540000 h 540000"/>
              <a:gd name="connsiteX3" fmla="*/ 0 w 3960000"/>
              <a:gd name="connsiteY3" fmla="*/ 540000 h 540000"/>
              <a:gd name="connsiteX4" fmla="*/ 0 w 3960000"/>
              <a:gd name="connsiteY4" fmla="*/ 0 h 540000"/>
              <a:gd name="connsiteX0" fmla="*/ 134637 w 3960000"/>
              <a:gd name="connsiteY0" fmla="*/ 0 h 540000"/>
              <a:gd name="connsiteX1" fmla="*/ 3960000 w 3960000"/>
              <a:gd name="connsiteY1" fmla="*/ 0 h 540000"/>
              <a:gd name="connsiteX2" fmla="*/ 3960000 w 3960000"/>
              <a:gd name="connsiteY2" fmla="*/ 540000 h 540000"/>
              <a:gd name="connsiteX3" fmla="*/ 0 w 3960000"/>
              <a:gd name="connsiteY3" fmla="*/ 540000 h 540000"/>
              <a:gd name="connsiteX4" fmla="*/ 0 w 3960000"/>
              <a:gd name="connsiteY4" fmla="*/ 0 h 540000"/>
              <a:gd name="connsiteX0" fmla="*/ 134637 w 3960000"/>
              <a:gd name="connsiteY0" fmla="*/ 0 h 540000"/>
              <a:gd name="connsiteX1" fmla="*/ 3960000 w 3960000"/>
              <a:gd name="connsiteY1" fmla="*/ 0 h 540000"/>
              <a:gd name="connsiteX2" fmla="*/ 3825363 w 3960000"/>
              <a:gd name="connsiteY2" fmla="*/ 540000 h 540000"/>
              <a:gd name="connsiteX3" fmla="*/ 0 w 3960000"/>
              <a:gd name="connsiteY3" fmla="*/ 540000 h 540000"/>
              <a:gd name="connsiteX4" fmla="*/ 0 w 3960000"/>
              <a:gd name="connsiteY4" fmla="*/ 0 h 540000"/>
              <a:gd name="connsiteX0" fmla="*/ 134637 w 3960000"/>
              <a:gd name="connsiteY0" fmla="*/ 0 h 540000"/>
              <a:gd name="connsiteX1" fmla="*/ 3960000 w 3960000"/>
              <a:gd name="connsiteY1" fmla="*/ 0 h 540000"/>
              <a:gd name="connsiteX2" fmla="*/ 3825363 w 3960000"/>
              <a:gd name="connsiteY2" fmla="*/ 540000 h 540000"/>
              <a:gd name="connsiteX3" fmla="*/ 0 w 3960000"/>
              <a:gd name="connsiteY3" fmla="*/ 540000 h 540000"/>
              <a:gd name="connsiteX4" fmla="*/ 0 w 3960000"/>
              <a:gd name="connsiteY4" fmla="*/ 0 h 540000"/>
              <a:gd name="connsiteX0" fmla="*/ 134637 w 3960000"/>
              <a:gd name="connsiteY0" fmla="*/ 0 h 540000"/>
              <a:gd name="connsiteX1" fmla="*/ 3960000 w 3960000"/>
              <a:gd name="connsiteY1" fmla="*/ 0 h 540000"/>
              <a:gd name="connsiteX2" fmla="*/ 3825363 w 3960000"/>
              <a:gd name="connsiteY2" fmla="*/ 540000 h 540000"/>
              <a:gd name="connsiteX3" fmla="*/ 0 w 3960000"/>
              <a:gd name="connsiteY3" fmla="*/ 540000 h 540000"/>
              <a:gd name="connsiteX4" fmla="*/ 0 w 3960000"/>
              <a:gd name="connsiteY4" fmla="*/ 0 h 54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0000" h="540000">
                <a:moveTo>
                  <a:pt x="134637" y="0"/>
                </a:moveTo>
                <a:lnTo>
                  <a:pt x="3960000" y="0"/>
                </a:lnTo>
                <a:lnTo>
                  <a:pt x="3825363" y="540000"/>
                </a:lnTo>
                <a:lnTo>
                  <a:pt x="0" y="540000"/>
                </a:lnTo>
                <a:lnTo>
                  <a:pt x="0" y="0"/>
                </a:lnTo>
                <a:close/>
              </a:path>
            </a:pathLst>
          </a:custGeom>
          <a:solidFill>
            <a:schemeClr val="bg1"/>
          </a:solidFill>
          <a:ln w="9525">
            <a:solidFill>
              <a:schemeClr val="bg1"/>
            </a:solidFill>
            <a:miter lim="800000"/>
            <a:headEnd/>
            <a:tailEnd/>
          </a:ln>
        </p:spPr>
        <p:txBody>
          <a:bodyPr/>
          <a:lstStyle>
            <a:lvl1pPr>
              <a:defRPr/>
            </a:lvl1pPr>
          </a:lstStyle>
          <a:p>
            <a:pPr lvl="0"/>
            <a:r>
              <a:rPr lang="en-US" dirty="0"/>
              <a:t>  </a:t>
            </a:r>
          </a:p>
        </p:txBody>
      </p:sp>
      <p:sp>
        <p:nvSpPr>
          <p:cNvPr id="19" name="Text Placeholder 17">
            <a:extLst>
              <a:ext uri="{FF2B5EF4-FFF2-40B4-BE49-F238E27FC236}">
                <a16:creationId xmlns:a16="http://schemas.microsoft.com/office/drawing/2014/main" id="{2D425815-85C5-4612-0554-53E22F49E166}"/>
              </a:ext>
            </a:extLst>
          </p:cNvPr>
          <p:cNvSpPr>
            <a:spLocks noGrp="1" noRot="1" noMove="1" noResize="1" noEditPoints="1" noAdjustHandles="1" noChangeArrowheads="1" noChangeShapeType="1"/>
          </p:cNvSpPr>
          <p:nvPr>
            <p:ph type="body" sz="quarter" idx="22" hasCustomPrompt="1"/>
          </p:nvPr>
        </p:nvSpPr>
        <p:spPr bwMode="gray">
          <a:xfrm>
            <a:off x="-9524" y="5523577"/>
            <a:ext cx="7094400" cy="48000"/>
          </a:xfrm>
          <a:custGeom>
            <a:avLst/>
            <a:gdLst>
              <a:gd name="connsiteX0" fmla="*/ 0 w 5320800"/>
              <a:gd name="connsiteY0" fmla="*/ 0 h 36000"/>
              <a:gd name="connsiteX1" fmla="*/ 5320800 w 5320800"/>
              <a:gd name="connsiteY1" fmla="*/ 0 h 36000"/>
              <a:gd name="connsiteX2" fmla="*/ 5320800 w 5320800"/>
              <a:gd name="connsiteY2" fmla="*/ 36000 h 36000"/>
              <a:gd name="connsiteX3" fmla="*/ 0 w 5320800"/>
              <a:gd name="connsiteY3" fmla="*/ 36000 h 36000"/>
              <a:gd name="connsiteX4" fmla="*/ 0 w 5320800"/>
              <a:gd name="connsiteY4" fmla="*/ 0 h 36000"/>
              <a:gd name="connsiteX0" fmla="*/ 8976 w 5320800"/>
              <a:gd name="connsiteY0" fmla="*/ 0 h 36000"/>
              <a:gd name="connsiteX1" fmla="*/ 5320800 w 5320800"/>
              <a:gd name="connsiteY1" fmla="*/ 0 h 36000"/>
              <a:gd name="connsiteX2" fmla="*/ 5320800 w 5320800"/>
              <a:gd name="connsiteY2" fmla="*/ 36000 h 36000"/>
              <a:gd name="connsiteX3" fmla="*/ 0 w 5320800"/>
              <a:gd name="connsiteY3" fmla="*/ 36000 h 36000"/>
              <a:gd name="connsiteX4" fmla="*/ 0 w 5320800"/>
              <a:gd name="connsiteY4" fmla="*/ 0 h 36000"/>
              <a:gd name="connsiteX0" fmla="*/ 8976 w 5320800"/>
              <a:gd name="connsiteY0" fmla="*/ 0 h 36000"/>
              <a:gd name="connsiteX1" fmla="*/ 5320800 w 5320800"/>
              <a:gd name="connsiteY1" fmla="*/ 0 h 36000"/>
              <a:gd name="connsiteX2" fmla="*/ 5320800 w 5320800"/>
              <a:gd name="connsiteY2" fmla="*/ 36000 h 36000"/>
              <a:gd name="connsiteX3" fmla="*/ 0 w 5320800"/>
              <a:gd name="connsiteY3" fmla="*/ 36000 h 36000"/>
              <a:gd name="connsiteX4" fmla="*/ 0 w 5320800"/>
              <a:gd name="connsiteY4" fmla="*/ 0 h 36000"/>
              <a:gd name="connsiteX0" fmla="*/ 8976 w 5320800"/>
              <a:gd name="connsiteY0" fmla="*/ 0 h 36000"/>
              <a:gd name="connsiteX1" fmla="*/ 5320800 w 5320800"/>
              <a:gd name="connsiteY1" fmla="*/ 0 h 36000"/>
              <a:gd name="connsiteX2" fmla="*/ 5311824 w 5320800"/>
              <a:gd name="connsiteY2" fmla="*/ 36000 h 36000"/>
              <a:gd name="connsiteX3" fmla="*/ 0 w 5320800"/>
              <a:gd name="connsiteY3" fmla="*/ 36000 h 36000"/>
              <a:gd name="connsiteX4" fmla="*/ 0 w 5320800"/>
              <a:gd name="connsiteY4" fmla="*/ 0 h 36000"/>
              <a:gd name="connsiteX0" fmla="*/ 8976 w 5320800"/>
              <a:gd name="connsiteY0" fmla="*/ 0 h 36000"/>
              <a:gd name="connsiteX1" fmla="*/ 5320800 w 5320800"/>
              <a:gd name="connsiteY1" fmla="*/ 0 h 36000"/>
              <a:gd name="connsiteX2" fmla="*/ 5311824 w 5320800"/>
              <a:gd name="connsiteY2" fmla="*/ 36000 h 36000"/>
              <a:gd name="connsiteX3" fmla="*/ 0 w 5320800"/>
              <a:gd name="connsiteY3" fmla="*/ 36000 h 36000"/>
              <a:gd name="connsiteX4" fmla="*/ 0 w 5320800"/>
              <a:gd name="connsiteY4" fmla="*/ 0 h 36000"/>
              <a:gd name="connsiteX0" fmla="*/ 8976 w 5320800"/>
              <a:gd name="connsiteY0" fmla="*/ 0 h 36000"/>
              <a:gd name="connsiteX1" fmla="*/ 5320800 w 5320800"/>
              <a:gd name="connsiteY1" fmla="*/ 0 h 36000"/>
              <a:gd name="connsiteX2" fmla="*/ 5311824 w 5320800"/>
              <a:gd name="connsiteY2" fmla="*/ 36000 h 36000"/>
              <a:gd name="connsiteX3" fmla="*/ 0 w 5320800"/>
              <a:gd name="connsiteY3" fmla="*/ 36000 h 36000"/>
              <a:gd name="connsiteX4" fmla="*/ 0 w 5320800"/>
              <a:gd name="connsiteY4" fmla="*/ 0 h 3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0800" h="36000">
                <a:moveTo>
                  <a:pt x="8976" y="0"/>
                </a:moveTo>
                <a:lnTo>
                  <a:pt x="5320800" y="0"/>
                </a:lnTo>
                <a:lnTo>
                  <a:pt x="5311824" y="36000"/>
                </a:lnTo>
                <a:lnTo>
                  <a:pt x="0" y="36000"/>
                </a:lnTo>
                <a:lnTo>
                  <a:pt x="0" y="0"/>
                </a:lnTo>
                <a:close/>
              </a:path>
            </a:pathLst>
          </a:custGeom>
          <a:solidFill>
            <a:schemeClr val="bg1"/>
          </a:solidFill>
          <a:ln w="9525">
            <a:solidFill>
              <a:schemeClr val="bg1"/>
            </a:solidFill>
            <a:miter lim="800000"/>
            <a:headEnd/>
            <a:tailEnd/>
          </a:ln>
        </p:spPr>
        <p:txBody>
          <a:bodyPr/>
          <a:lstStyle>
            <a:lvl1pPr>
              <a:defRPr/>
            </a:lvl1pPr>
          </a:lstStyle>
          <a:p>
            <a:pPr lvl="0"/>
            <a:r>
              <a:rPr lang="en-US" dirty="0"/>
              <a:t>   </a:t>
            </a:r>
          </a:p>
        </p:txBody>
      </p:sp>
      <p:sp>
        <p:nvSpPr>
          <p:cNvPr id="2" name="Text Placeholder 21">
            <a:extLst>
              <a:ext uri="{FF2B5EF4-FFF2-40B4-BE49-F238E27FC236}">
                <a16:creationId xmlns:a16="http://schemas.microsoft.com/office/drawing/2014/main" id="{20BB783D-6463-2710-94DC-1336CED9DE14}"/>
              </a:ext>
            </a:extLst>
          </p:cNvPr>
          <p:cNvSpPr>
            <a:spLocks noGrp="1"/>
          </p:cNvSpPr>
          <p:nvPr>
            <p:ph type="body" sz="quarter" idx="19" hasCustomPrompt="1"/>
          </p:nvPr>
        </p:nvSpPr>
        <p:spPr>
          <a:xfrm>
            <a:off x="7245492" y="5768343"/>
            <a:ext cx="4668109" cy="357717"/>
          </a:xfrm>
        </p:spPr>
        <p:txBody>
          <a:bodyPr anchor="ctr" anchorCtr="0"/>
          <a:lstStyle>
            <a:lvl1pPr algn="ctr" rtl="0">
              <a:lnSpc>
                <a:spcPct val="90000"/>
              </a:lnSpc>
              <a:spcBef>
                <a:spcPts val="0"/>
              </a:spcBef>
              <a:defRPr sz="2667" b="1" i="1" cap="all">
                <a:solidFill>
                  <a:schemeClr val="accent1"/>
                </a:solidFill>
              </a:defRPr>
            </a:lvl1pPr>
            <a:lvl2pPr>
              <a:defRPr sz="2667" b="1" i="1" cap="all">
                <a:solidFill>
                  <a:schemeClr val="accent1"/>
                </a:solidFill>
              </a:defRPr>
            </a:lvl2pPr>
            <a:lvl3pPr>
              <a:defRPr sz="2667" b="1" i="1" cap="all">
                <a:solidFill>
                  <a:schemeClr val="accent1"/>
                </a:solidFill>
              </a:defRPr>
            </a:lvl3pPr>
            <a:lvl4pPr>
              <a:defRPr sz="2667" b="1" i="1" cap="all">
                <a:solidFill>
                  <a:schemeClr val="accent1"/>
                </a:solidFill>
              </a:defRPr>
            </a:lvl4pPr>
            <a:lvl5pPr>
              <a:defRPr sz="2667" b="1" i="1" cap="all">
                <a:solidFill>
                  <a:schemeClr val="accent1"/>
                </a:solidFill>
              </a:defRPr>
            </a:lvl5pPr>
          </a:lstStyle>
          <a:p>
            <a:pPr lvl="0"/>
            <a:r>
              <a:rPr lang="en-US" dirty="0"/>
              <a:t>Add CLIENT NAME/Logo </a:t>
            </a:r>
          </a:p>
        </p:txBody>
      </p:sp>
    </p:spTree>
    <p:extLst>
      <p:ext uri="{BB962C8B-B14F-4D97-AF65-F5344CB8AC3E}">
        <p14:creationId xmlns:p14="http://schemas.microsoft.com/office/powerpoint/2010/main" val="1581135138"/>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HOR Group">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670E4A55-4881-47A2-9281-C78C4648658F}"/>
              </a:ext>
            </a:extLst>
          </p:cNvPr>
          <p:cNvGraphicFramePr>
            <a:graphicFrameLocks noChangeAspect="1"/>
          </p:cNvGraphicFramePr>
          <p:nvPr>
            <p:custDataLst>
              <p:tags r:id="rId1"/>
            </p:custDataLst>
            <p:extLst>
              <p:ext uri="{D42A27DB-BD31-4B8C-83A1-F6EECF244321}">
                <p14:modId xmlns:p14="http://schemas.microsoft.com/office/powerpoint/2010/main" val="1443344698"/>
              </p:ext>
            </p:extLst>
          </p:nvPr>
        </p:nvGraphicFramePr>
        <p:xfrm>
          <a:off x="1956" y="1590"/>
          <a:ext cx="1955" cy="1588"/>
        </p:xfrm>
        <a:graphic>
          <a:graphicData uri="http://schemas.openxmlformats.org/presentationml/2006/ole">
            <mc:AlternateContent xmlns:mc="http://schemas.openxmlformats.org/markup-compatibility/2006">
              <mc:Choice xmlns:v="urn:schemas-microsoft-com:vml" Requires="v">
                <p:oleObj name="think-cell Slide" r:id="rId5" imgW="353" imgH="353" progId="TCLayout.ActiveDocument.1">
                  <p:embed/>
                </p:oleObj>
              </mc:Choice>
              <mc:Fallback>
                <p:oleObj name="think-cell Slide" r:id="rId5" imgW="353" imgH="353" progId="TCLayout.ActiveDocument.1">
                  <p:embed/>
                  <p:pic>
                    <p:nvPicPr>
                      <p:cNvPr id="2" name="Object 1" hidden="1">
                        <a:extLst>
                          <a:ext uri="{FF2B5EF4-FFF2-40B4-BE49-F238E27FC236}">
                            <a16:creationId xmlns:a16="http://schemas.microsoft.com/office/drawing/2014/main" id="{670E4A55-4881-47A2-9281-C78C4648658F}"/>
                          </a:ext>
                        </a:extLst>
                      </p:cNvPr>
                      <p:cNvPicPr/>
                      <p:nvPr/>
                    </p:nvPicPr>
                    <p:blipFill>
                      <a:blip r:embed="rId6"/>
                      <a:stretch>
                        <a:fillRect/>
                      </a:stretch>
                    </p:blipFill>
                    <p:spPr>
                      <a:xfrm>
                        <a:off x="1956" y="1590"/>
                        <a:ext cx="1955" cy="1588"/>
                      </a:xfrm>
                      <a:prstGeom prst="rect">
                        <a:avLst/>
                      </a:prstGeom>
                    </p:spPr>
                  </p:pic>
                </p:oleObj>
              </mc:Fallback>
            </mc:AlternateContent>
          </a:graphicData>
        </a:graphic>
      </p:graphicFrame>
      <p:pic>
        <p:nvPicPr>
          <p:cNvPr id="10" name="Picture 9">
            <a:extLst>
              <a:ext uri="{FF2B5EF4-FFF2-40B4-BE49-F238E27FC236}">
                <a16:creationId xmlns:a16="http://schemas.microsoft.com/office/drawing/2014/main" id="{062D1E59-979B-1F3D-AC67-26329094EDB8}"/>
              </a:ext>
            </a:extLst>
          </p:cNvPr>
          <p:cNvPicPr>
            <a:picLocks noGrp="1" noRot="1" noChangeAspect="1" noMove="1" noResize="1" noEditPoints="1" noAdjustHandles="1" noChangeArrowheads="1" noChangeShapeType="1" noCrop="1"/>
          </p:cNvPicPr>
          <p:nvPr/>
        </p:nvPicPr>
        <p:blipFill>
          <a:blip r:embed="rId7"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9" name="Textplatzhalter 3086">
            <a:extLst>
              <a:ext uri="{FF2B5EF4-FFF2-40B4-BE49-F238E27FC236}">
                <a16:creationId xmlns:a16="http://schemas.microsoft.com/office/drawing/2014/main" id="{F7D7B386-7271-C7F9-CF71-C00E73193E6A}"/>
              </a:ext>
            </a:extLst>
          </p:cNvPr>
          <p:cNvSpPr>
            <a:spLocks noGrp="1"/>
          </p:cNvSpPr>
          <p:nvPr>
            <p:ph type="body" sz="quarter" idx="13" hasCustomPrompt="1"/>
          </p:nvPr>
        </p:nvSpPr>
        <p:spPr bwMode="gray">
          <a:xfrm>
            <a:off x="-1" y="-3000"/>
            <a:ext cx="6729676" cy="6858000"/>
          </a:xfrm>
          <a:custGeom>
            <a:avLst/>
            <a:gdLst>
              <a:gd name="connsiteX0" fmla="*/ 0 w 5047257"/>
              <a:gd name="connsiteY0" fmla="*/ 0 h 5143500"/>
              <a:gd name="connsiteX1" fmla="*/ 5047257 w 5047257"/>
              <a:gd name="connsiteY1" fmla="*/ 0 h 5143500"/>
              <a:gd name="connsiteX2" fmla="*/ 5047257 w 5047257"/>
              <a:gd name="connsiteY2" fmla="*/ 5143500 h 5143500"/>
              <a:gd name="connsiteX3" fmla="*/ 0 w 5047257"/>
              <a:gd name="connsiteY3" fmla="*/ 5143500 h 5143500"/>
              <a:gd name="connsiteX4" fmla="*/ 0 w 5047257"/>
              <a:gd name="connsiteY4" fmla="*/ 0 h 5143500"/>
              <a:gd name="connsiteX0" fmla="*/ 1282419 w 5047257"/>
              <a:gd name="connsiteY0" fmla="*/ 0 h 5143500"/>
              <a:gd name="connsiteX1" fmla="*/ 5047257 w 5047257"/>
              <a:gd name="connsiteY1" fmla="*/ 0 h 5143500"/>
              <a:gd name="connsiteX2" fmla="*/ 5047257 w 5047257"/>
              <a:gd name="connsiteY2" fmla="*/ 5143500 h 5143500"/>
              <a:gd name="connsiteX3" fmla="*/ 0 w 5047257"/>
              <a:gd name="connsiteY3" fmla="*/ 5143500 h 5143500"/>
              <a:gd name="connsiteX4" fmla="*/ 0 w 5047257"/>
              <a:gd name="connsiteY4" fmla="*/ 0 h 5143500"/>
              <a:gd name="connsiteX0" fmla="*/ 1282419 w 5047257"/>
              <a:gd name="connsiteY0" fmla="*/ 0 h 5143500"/>
              <a:gd name="connsiteX1" fmla="*/ 5047257 w 5047257"/>
              <a:gd name="connsiteY1" fmla="*/ 0 h 5143500"/>
              <a:gd name="connsiteX2" fmla="*/ 5047257 w 5047257"/>
              <a:gd name="connsiteY2" fmla="*/ 5143500 h 5143500"/>
              <a:gd name="connsiteX3" fmla="*/ 0 w 5047257"/>
              <a:gd name="connsiteY3" fmla="*/ 5143500 h 5143500"/>
              <a:gd name="connsiteX4" fmla="*/ 0 w 5047257"/>
              <a:gd name="connsiteY4" fmla="*/ 0 h 5143500"/>
              <a:gd name="connsiteX0" fmla="*/ 1282419 w 5047257"/>
              <a:gd name="connsiteY0" fmla="*/ 0 h 5143500"/>
              <a:gd name="connsiteX1" fmla="*/ 5047257 w 5047257"/>
              <a:gd name="connsiteY1" fmla="*/ 0 h 5143500"/>
              <a:gd name="connsiteX2" fmla="*/ 3764838 w 5047257"/>
              <a:gd name="connsiteY2" fmla="*/ 5143500 h 5143500"/>
              <a:gd name="connsiteX3" fmla="*/ 0 w 5047257"/>
              <a:gd name="connsiteY3" fmla="*/ 5143500 h 5143500"/>
              <a:gd name="connsiteX4" fmla="*/ 0 w 5047257"/>
              <a:gd name="connsiteY4" fmla="*/ 0 h 5143500"/>
              <a:gd name="connsiteX0" fmla="*/ 1282419 w 5047257"/>
              <a:gd name="connsiteY0" fmla="*/ 0 h 5143500"/>
              <a:gd name="connsiteX1" fmla="*/ 5047257 w 5047257"/>
              <a:gd name="connsiteY1" fmla="*/ 0 h 5143500"/>
              <a:gd name="connsiteX2" fmla="*/ 3764838 w 5047257"/>
              <a:gd name="connsiteY2" fmla="*/ 5143500 h 5143500"/>
              <a:gd name="connsiteX3" fmla="*/ 0 w 5047257"/>
              <a:gd name="connsiteY3" fmla="*/ 5143500 h 5143500"/>
              <a:gd name="connsiteX4" fmla="*/ 0 w 5047257"/>
              <a:gd name="connsiteY4" fmla="*/ 0 h 5143500"/>
              <a:gd name="connsiteX0" fmla="*/ 1282419 w 5047257"/>
              <a:gd name="connsiteY0" fmla="*/ 0 h 5143500"/>
              <a:gd name="connsiteX1" fmla="*/ 5047257 w 5047257"/>
              <a:gd name="connsiteY1" fmla="*/ 0 h 5143500"/>
              <a:gd name="connsiteX2" fmla="*/ 3764838 w 5047257"/>
              <a:gd name="connsiteY2" fmla="*/ 5143500 h 5143500"/>
              <a:gd name="connsiteX3" fmla="*/ 0 w 5047257"/>
              <a:gd name="connsiteY3" fmla="*/ 5143500 h 5143500"/>
              <a:gd name="connsiteX4" fmla="*/ 0 w 5047257"/>
              <a:gd name="connsiteY4" fmla="*/ 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7257" h="5143500">
                <a:moveTo>
                  <a:pt x="1282419" y="0"/>
                </a:moveTo>
                <a:lnTo>
                  <a:pt x="5047257" y="0"/>
                </a:lnTo>
                <a:lnTo>
                  <a:pt x="3764838" y="5143500"/>
                </a:lnTo>
                <a:lnTo>
                  <a:pt x="0" y="5143500"/>
                </a:lnTo>
                <a:lnTo>
                  <a:pt x="0" y="0"/>
                </a:lnTo>
                <a:close/>
              </a:path>
            </a:pathLst>
          </a:custGeom>
          <a:gradFill>
            <a:gsLst>
              <a:gs pos="80000">
                <a:schemeClr val="accent6">
                  <a:alpha val="40000"/>
                </a:schemeClr>
              </a:gs>
              <a:gs pos="40000">
                <a:schemeClr val="accent6">
                  <a:alpha val="80000"/>
                </a:schemeClr>
              </a:gs>
              <a:gs pos="0">
                <a:schemeClr val="accent6"/>
              </a:gs>
              <a:gs pos="100000">
                <a:schemeClr val="accent6">
                  <a:alpha val="20000"/>
                </a:schemeClr>
              </a:gs>
            </a:gsLst>
            <a:lin ang="900000" scaled="0"/>
          </a:gradFill>
          <a:ln w="9525" cap="flat" cmpd="sng" algn="ctr">
            <a:noFill/>
            <a:prstDash val="solid"/>
            <a:round/>
            <a:headEnd type="none" w="med" len="med"/>
            <a:tailEnd type="none" w="med" len="med"/>
          </a:ln>
          <a:effectLst/>
        </p:spPr>
        <p:txBody>
          <a:bodyPr vert="horz" wrap="square" lIns="72000" tIns="72000" rIns="72000" bIns="72000" numCol="1" rtlCol="0" anchor="t" anchorCtr="0" compatLnSpc="1">
            <a:prstTxWarp prst="textNoShape">
              <a:avLst/>
            </a:prstTxWarp>
          </a:bodyPr>
          <a:lstStyle>
            <a:lvl1pPr>
              <a:defRPr lang="en-US"/>
            </a:lvl1pPr>
          </a:lstStyle>
          <a:p>
            <a:pPr marL="2117" lvl="0" defTabSz="1142971" latinLnBrk="0">
              <a:buSzPct val="70000"/>
            </a:pPr>
            <a:r>
              <a:rPr lang="en-US" dirty="0"/>
              <a:t> </a:t>
            </a:r>
          </a:p>
        </p:txBody>
      </p:sp>
      <p:sp>
        <p:nvSpPr>
          <p:cNvPr id="5" name="Text Placeholder 16">
            <a:extLst>
              <a:ext uri="{FF2B5EF4-FFF2-40B4-BE49-F238E27FC236}">
                <a16:creationId xmlns:a16="http://schemas.microsoft.com/office/drawing/2014/main" id="{0901C1A3-7260-C7DC-A371-E322D21E0841}"/>
              </a:ext>
            </a:extLst>
          </p:cNvPr>
          <p:cNvSpPr>
            <a:spLocks noGrp="1"/>
          </p:cNvSpPr>
          <p:nvPr>
            <p:ph type="body" sz="quarter" idx="39" hasCustomPrompt="1"/>
          </p:nvPr>
        </p:nvSpPr>
        <p:spPr>
          <a:xfrm rot="840000">
            <a:off x="5599275" y="-119916"/>
            <a:ext cx="4800" cy="7104000"/>
          </a:xfrm>
          <a:solidFill>
            <a:schemeClr val="bg1"/>
          </a:solidFill>
          <a:ln w="12700">
            <a:solidFill>
              <a:schemeClr val="bg1"/>
            </a:solidFill>
            <a:round/>
          </a:ln>
        </p:spPr>
        <p:txBody>
          <a:bodyPr/>
          <a:lstStyle>
            <a:lvl5pPr marL="0" indent="0">
              <a:buNone/>
              <a:defRPr sz="133"/>
            </a:lvl5pPr>
          </a:lstStyle>
          <a:p>
            <a:pPr lvl="4"/>
            <a:r>
              <a:rPr lang="en-US" dirty="0"/>
              <a:t>  </a:t>
            </a:r>
          </a:p>
        </p:txBody>
      </p:sp>
      <p:sp>
        <p:nvSpPr>
          <p:cNvPr id="4" name="Titel 1">
            <a:extLst>
              <a:ext uri="{FF2B5EF4-FFF2-40B4-BE49-F238E27FC236}">
                <a16:creationId xmlns:a16="http://schemas.microsoft.com/office/drawing/2014/main" id="{7E2F3E92-5EAF-0D33-4122-60C407D01FED}"/>
              </a:ext>
            </a:extLst>
          </p:cNvPr>
          <p:cNvSpPr>
            <a:spLocks noGrp="1"/>
          </p:cNvSpPr>
          <p:nvPr>
            <p:ph type="title" hasCustomPrompt="1"/>
          </p:nvPr>
        </p:nvSpPr>
        <p:spPr>
          <a:xfrm>
            <a:off x="278397" y="457200"/>
            <a:ext cx="5520000" cy="762000"/>
          </a:xfrm>
        </p:spPr>
        <p:txBody>
          <a:bodyPr vert="horz">
            <a:noAutofit/>
          </a:bodyPr>
          <a:lstStyle>
            <a:lvl1pPr rtl="0">
              <a:defRPr cap="all" baseline="0">
                <a:solidFill>
                  <a:schemeClr val="bg1"/>
                </a:solidFill>
              </a:defRPr>
            </a:lvl1pPr>
          </a:lstStyle>
          <a:p>
            <a:r>
              <a:rPr lang="en-US" dirty="0"/>
              <a:t>CLICK to ADD TITLE</a:t>
            </a:r>
          </a:p>
        </p:txBody>
      </p:sp>
      <p:sp>
        <p:nvSpPr>
          <p:cNvPr id="11" name="Textplatzhalter 1">
            <a:extLst>
              <a:ext uri="{FF2B5EF4-FFF2-40B4-BE49-F238E27FC236}">
                <a16:creationId xmlns:a16="http://schemas.microsoft.com/office/drawing/2014/main" id="{D47CF2AA-186C-951E-90C9-18149BA47EC8}"/>
              </a:ext>
            </a:extLst>
          </p:cNvPr>
          <p:cNvSpPr>
            <a:spLocks noGrp="1"/>
          </p:cNvSpPr>
          <p:nvPr>
            <p:ph type="body" sz="quarter" idx="12" hasCustomPrompt="1"/>
          </p:nvPr>
        </p:nvSpPr>
        <p:spPr bwMode="gray">
          <a:xfrm>
            <a:off x="275488" y="1411200"/>
            <a:ext cx="5536437" cy="432000"/>
          </a:xfrm>
          <a:prstGeom prst="rect">
            <a:avLst/>
          </a:prstGeom>
          <a:noFill/>
          <a:ln w="9525">
            <a:noFill/>
            <a:miter lim="800000"/>
            <a:headEnd/>
            <a:tailEnd/>
          </a:ln>
        </p:spPr>
        <p:txBody>
          <a:bodyPr wrap="none" lIns="0" tIns="0" rIns="0" bIns="0" anchor="ctr">
            <a:noAutofit/>
          </a:bodyPr>
          <a:lstStyle>
            <a:lvl1pPr algn="r" rtl="0">
              <a:defRPr sz="1867" b="0" i="1" cap="all" baseline="0">
                <a:solidFill>
                  <a:schemeClr val="bg1"/>
                </a:solidFill>
              </a:defRPr>
            </a:lvl1pPr>
          </a:lstStyle>
          <a:p>
            <a:pPr lvl="0"/>
            <a:r>
              <a:rPr lang="en-US" dirty="0"/>
              <a:t>CLICK to ADD Chapter</a:t>
            </a:r>
          </a:p>
        </p:txBody>
      </p:sp>
      <p:sp>
        <p:nvSpPr>
          <p:cNvPr id="12" name="Textplatzhalter 3">
            <a:extLst>
              <a:ext uri="{FF2B5EF4-FFF2-40B4-BE49-F238E27FC236}">
                <a16:creationId xmlns:a16="http://schemas.microsoft.com/office/drawing/2014/main" id="{48D40876-54A3-2E29-F4F7-138B0A0B2E59}"/>
              </a:ext>
            </a:extLst>
          </p:cNvPr>
          <p:cNvSpPr>
            <a:spLocks noGrp="1"/>
          </p:cNvSpPr>
          <p:nvPr>
            <p:ph type="body" sz="quarter" idx="24" hasCustomPrompt="1"/>
          </p:nvPr>
        </p:nvSpPr>
        <p:spPr bwMode="gray">
          <a:xfrm>
            <a:off x="275489" y="2045485"/>
            <a:ext cx="5380727" cy="432000"/>
          </a:xfrm>
          <a:prstGeom prst="rect">
            <a:avLst/>
          </a:prstGeom>
          <a:noFill/>
          <a:ln w="9525">
            <a:noFill/>
            <a:miter lim="800000"/>
            <a:headEnd/>
            <a:tailEnd/>
          </a:ln>
        </p:spPr>
        <p:txBody>
          <a:bodyPr wrap="none" lIns="0" tIns="0" rIns="0" bIns="0" anchor="ctr">
            <a:noAutofit/>
          </a:bodyPr>
          <a:lstStyle>
            <a:lvl1pPr algn="r" rtl="0">
              <a:defRPr sz="1867" b="0" i="1" cap="all" baseline="0">
                <a:solidFill>
                  <a:schemeClr val="bg1"/>
                </a:solidFill>
              </a:defRPr>
            </a:lvl1pPr>
          </a:lstStyle>
          <a:p>
            <a:pPr lvl="0"/>
            <a:r>
              <a:rPr lang="en-US" dirty="0"/>
              <a:t>CLICK to ADD Chapter</a:t>
            </a:r>
          </a:p>
        </p:txBody>
      </p:sp>
      <p:sp>
        <p:nvSpPr>
          <p:cNvPr id="13" name="Textplatzhalter 5">
            <a:extLst>
              <a:ext uri="{FF2B5EF4-FFF2-40B4-BE49-F238E27FC236}">
                <a16:creationId xmlns:a16="http://schemas.microsoft.com/office/drawing/2014/main" id="{052877DD-D137-A71D-7BBE-6E10886D1B25}"/>
              </a:ext>
            </a:extLst>
          </p:cNvPr>
          <p:cNvSpPr>
            <a:spLocks noGrp="1"/>
          </p:cNvSpPr>
          <p:nvPr>
            <p:ph type="body" sz="quarter" idx="25" hasCustomPrompt="1"/>
          </p:nvPr>
        </p:nvSpPr>
        <p:spPr bwMode="gray">
          <a:xfrm>
            <a:off x="275489" y="2679771"/>
            <a:ext cx="5214103" cy="432000"/>
          </a:xfrm>
          <a:prstGeom prst="rect">
            <a:avLst/>
          </a:prstGeom>
          <a:noFill/>
          <a:ln w="9525">
            <a:noFill/>
            <a:miter lim="800000"/>
            <a:headEnd/>
            <a:tailEnd/>
          </a:ln>
        </p:spPr>
        <p:txBody>
          <a:bodyPr wrap="none" lIns="0" tIns="0" rIns="0" bIns="0" anchor="ctr">
            <a:noAutofit/>
          </a:bodyPr>
          <a:lstStyle>
            <a:lvl1pPr algn="r" rtl="0">
              <a:defRPr sz="1867" b="0" i="1" cap="all" baseline="0">
                <a:solidFill>
                  <a:schemeClr val="bg1"/>
                </a:solidFill>
              </a:defRPr>
            </a:lvl1pPr>
          </a:lstStyle>
          <a:p>
            <a:pPr lvl="0"/>
            <a:r>
              <a:rPr lang="en-US" dirty="0"/>
              <a:t>CLICK to ADD Chapter</a:t>
            </a:r>
          </a:p>
        </p:txBody>
      </p:sp>
      <p:sp>
        <p:nvSpPr>
          <p:cNvPr id="15" name="Textplatzhalter 7">
            <a:extLst>
              <a:ext uri="{FF2B5EF4-FFF2-40B4-BE49-F238E27FC236}">
                <a16:creationId xmlns:a16="http://schemas.microsoft.com/office/drawing/2014/main" id="{1EA6B3B4-4789-2CDA-3836-40749DD45988}"/>
              </a:ext>
            </a:extLst>
          </p:cNvPr>
          <p:cNvSpPr>
            <a:spLocks noGrp="1"/>
          </p:cNvSpPr>
          <p:nvPr>
            <p:ph type="body" sz="quarter" idx="26" hasCustomPrompt="1"/>
          </p:nvPr>
        </p:nvSpPr>
        <p:spPr bwMode="gray">
          <a:xfrm>
            <a:off x="275488" y="3314056"/>
            <a:ext cx="5062328" cy="432000"/>
          </a:xfrm>
          <a:prstGeom prst="rect">
            <a:avLst/>
          </a:prstGeom>
          <a:noFill/>
          <a:ln w="9525">
            <a:noFill/>
            <a:miter lim="800000"/>
            <a:headEnd/>
            <a:tailEnd/>
          </a:ln>
        </p:spPr>
        <p:txBody>
          <a:bodyPr wrap="none" lIns="0" tIns="0" rIns="0" bIns="0" anchor="ctr">
            <a:noAutofit/>
          </a:bodyPr>
          <a:lstStyle>
            <a:lvl1pPr algn="r" rtl="0">
              <a:defRPr sz="1867" b="0" i="1" cap="all" baseline="0">
                <a:solidFill>
                  <a:schemeClr val="bg1"/>
                </a:solidFill>
              </a:defRPr>
            </a:lvl1pPr>
          </a:lstStyle>
          <a:p>
            <a:pPr lvl="0"/>
            <a:r>
              <a:rPr lang="en-US" dirty="0"/>
              <a:t>CLICK to ADD Chapter</a:t>
            </a:r>
          </a:p>
        </p:txBody>
      </p:sp>
      <p:sp>
        <p:nvSpPr>
          <p:cNvPr id="16" name="Textplatzhalter 9">
            <a:extLst>
              <a:ext uri="{FF2B5EF4-FFF2-40B4-BE49-F238E27FC236}">
                <a16:creationId xmlns:a16="http://schemas.microsoft.com/office/drawing/2014/main" id="{DBE3196F-DE32-DC87-465C-FEE9FBB0A5C6}"/>
              </a:ext>
            </a:extLst>
          </p:cNvPr>
          <p:cNvSpPr>
            <a:spLocks noGrp="1"/>
          </p:cNvSpPr>
          <p:nvPr>
            <p:ph type="body" sz="quarter" idx="27" hasCustomPrompt="1"/>
          </p:nvPr>
        </p:nvSpPr>
        <p:spPr bwMode="gray">
          <a:xfrm>
            <a:off x="275488" y="3948341"/>
            <a:ext cx="4899976" cy="432000"/>
          </a:xfrm>
          <a:prstGeom prst="rect">
            <a:avLst/>
          </a:prstGeom>
          <a:noFill/>
          <a:ln w="9525">
            <a:noFill/>
            <a:miter lim="800000"/>
            <a:headEnd/>
            <a:tailEnd/>
          </a:ln>
        </p:spPr>
        <p:txBody>
          <a:bodyPr wrap="none" lIns="0" tIns="0" rIns="0" bIns="0" anchor="ctr">
            <a:noAutofit/>
          </a:bodyPr>
          <a:lstStyle>
            <a:lvl1pPr algn="r" rtl="0">
              <a:defRPr sz="1867" b="0" i="1" cap="all" baseline="0">
                <a:solidFill>
                  <a:schemeClr val="bg1"/>
                </a:solidFill>
              </a:defRPr>
            </a:lvl1pPr>
          </a:lstStyle>
          <a:p>
            <a:pPr lvl="0"/>
            <a:r>
              <a:rPr lang="en-US" dirty="0"/>
              <a:t>CLICK to ADD Chapter</a:t>
            </a:r>
          </a:p>
        </p:txBody>
      </p:sp>
      <p:sp>
        <p:nvSpPr>
          <p:cNvPr id="17" name="Textplatzhalter 15">
            <a:extLst>
              <a:ext uri="{FF2B5EF4-FFF2-40B4-BE49-F238E27FC236}">
                <a16:creationId xmlns:a16="http://schemas.microsoft.com/office/drawing/2014/main" id="{69F9B044-20C5-2E85-7A1C-A99696034F8D}"/>
              </a:ext>
            </a:extLst>
          </p:cNvPr>
          <p:cNvSpPr>
            <a:spLocks noGrp="1"/>
          </p:cNvSpPr>
          <p:nvPr>
            <p:ph type="body" sz="quarter" idx="28" hasCustomPrompt="1"/>
          </p:nvPr>
        </p:nvSpPr>
        <p:spPr bwMode="gray">
          <a:xfrm>
            <a:off x="275489" y="4582627"/>
            <a:ext cx="4744599" cy="432000"/>
          </a:xfrm>
          <a:prstGeom prst="rect">
            <a:avLst/>
          </a:prstGeom>
          <a:noFill/>
          <a:ln w="9525">
            <a:noFill/>
            <a:miter lim="800000"/>
            <a:headEnd/>
            <a:tailEnd/>
          </a:ln>
        </p:spPr>
        <p:txBody>
          <a:bodyPr wrap="none" lIns="0" tIns="0" rIns="0" bIns="0" anchor="ctr">
            <a:noAutofit/>
          </a:bodyPr>
          <a:lstStyle>
            <a:lvl1pPr algn="r" rtl="0">
              <a:defRPr sz="1867" b="0" i="1" cap="all" baseline="0">
                <a:solidFill>
                  <a:schemeClr val="bg1"/>
                </a:solidFill>
              </a:defRPr>
            </a:lvl1pPr>
          </a:lstStyle>
          <a:p>
            <a:pPr lvl="0"/>
            <a:r>
              <a:rPr lang="en-US" dirty="0"/>
              <a:t>CLICK to ADD Chapter</a:t>
            </a:r>
          </a:p>
        </p:txBody>
      </p:sp>
      <p:sp>
        <p:nvSpPr>
          <p:cNvPr id="18" name="Textplatzhalter 13">
            <a:extLst>
              <a:ext uri="{FF2B5EF4-FFF2-40B4-BE49-F238E27FC236}">
                <a16:creationId xmlns:a16="http://schemas.microsoft.com/office/drawing/2014/main" id="{7C9E4733-6E42-362B-0506-55AEE1746D71}"/>
              </a:ext>
            </a:extLst>
          </p:cNvPr>
          <p:cNvSpPr>
            <a:spLocks noGrp="1"/>
          </p:cNvSpPr>
          <p:nvPr>
            <p:ph type="body" sz="quarter" idx="29" hasCustomPrompt="1"/>
          </p:nvPr>
        </p:nvSpPr>
        <p:spPr bwMode="gray">
          <a:xfrm>
            <a:off x="275489" y="5216912"/>
            <a:ext cx="4587529" cy="432000"/>
          </a:xfrm>
          <a:prstGeom prst="rect">
            <a:avLst/>
          </a:prstGeom>
          <a:noFill/>
          <a:ln w="9525">
            <a:noFill/>
            <a:miter lim="800000"/>
            <a:headEnd/>
            <a:tailEnd/>
          </a:ln>
        </p:spPr>
        <p:txBody>
          <a:bodyPr wrap="none" lIns="0" tIns="0" rIns="0" bIns="0" anchor="ctr">
            <a:noAutofit/>
          </a:bodyPr>
          <a:lstStyle>
            <a:lvl1pPr algn="r" rtl="0">
              <a:defRPr sz="1867" b="0" i="1" cap="all" baseline="0">
                <a:solidFill>
                  <a:schemeClr val="bg1"/>
                </a:solidFill>
              </a:defRPr>
            </a:lvl1pPr>
          </a:lstStyle>
          <a:p>
            <a:pPr lvl="0"/>
            <a:r>
              <a:rPr lang="en-US" dirty="0"/>
              <a:t>CLICK to ADD Chapter</a:t>
            </a:r>
          </a:p>
        </p:txBody>
      </p:sp>
      <p:sp>
        <p:nvSpPr>
          <p:cNvPr id="19" name="Textplatzhalter 15">
            <a:extLst>
              <a:ext uri="{FF2B5EF4-FFF2-40B4-BE49-F238E27FC236}">
                <a16:creationId xmlns:a16="http://schemas.microsoft.com/office/drawing/2014/main" id="{A1541694-83CD-4453-C4DA-C9B99E792363}"/>
              </a:ext>
            </a:extLst>
          </p:cNvPr>
          <p:cNvSpPr>
            <a:spLocks noGrp="1"/>
          </p:cNvSpPr>
          <p:nvPr>
            <p:ph type="body" sz="quarter" idx="30" hasCustomPrompt="1"/>
          </p:nvPr>
        </p:nvSpPr>
        <p:spPr bwMode="gray">
          <a:xfrm>
            <a:off x="275488" y="5851200"/>
            <a:ext cx="4429093" cy="432000"/>
          </a:xfrm>
          <a:prstGeom prst="rect">
            <a:avLst/>
          </a:prstGeom>
          <a:noFill/>
          <a:ln w="9525">
            <a:noFill/>
            <a:miter lim="800000"/>
            <a:headEnd/>
            <a:tailEnd/>
          </a:ln>
        </p:spPr>
        <p:txBody>
          <a:bodyPr wrap="none" lIns="0" tIns="0" rIns="0" bIns="0" anchor="ctr">
            <a:noAutofit/>
          </a:bodyPr>
          <a:lstStyle>
            <a:lvl1pPr algn="r" rtl="0">
              <a:defRPr sz="1867" b="0" i="1" cap="all" baseline="0">
                <a:solidFill>
                  <a:schemeClr val="bg1"/>
                </a:solidFill>
              </a:defRPr>
            </a:lvl1pPr>
          </a:lstStyle>
          <a:p>
            <a:pPr lvl="0"/>
            <a:r>
              <a:rPr lang="en-US" dirty="0"/>
              <a:t>CLICK to ADD Chapter</a:t>
            </a:r>
          </a:p>
        </p:txBody>
      </p:sp>
      <p:sp>
        <p:nvSpPr>
          <p:cNvPr id="20" name="Rectangle 20">
            <a:extLst>
              <a:ext uri="{FF2B5EF4-FFF2-40B4-BE49-F238E27FC236}">
                <a16:creationId xmlns:a16="http://schemas.microsoft.com/office/drawing/2014/main" id="{2C3DB80D-9C6A-8A61-4E7F-D753F568727A}"/>
              </a:ext>
            </a:extLst>
          </p:cNvPr>
          <p:cNvSpPr>
            <a:spLocks noGrp="1" noRot="1" noMove="1" noResize="1" noEditPoints="1" noAdjustHandles="1" noChangeArrowheads="1" noChangeShapeType="1"/>
          </p:cNvSpPr>
          <p:nvPr>
            <p:custDataLst>
              <p:tags r:id="rId2"/>
            </p:custDataLst>
          </p:nvPr>
        </p:nvSpPr>
        <p:spPr bwMode="ltGray">
          <a:xfrm>
            <a:off x="9587673" y="6480064"/>
            <a:ext cx="2328835" cy="205121"/>
          </a:xfrm>
          <a:prstGeom prst="rect">
            <a:avLst/>
          </a:prstGeom>
          <a:noFill/>
          <a:ln w="9525">
            <a:noFill/>
            <a:miter lim="800000"/>
            <a:headEnd/>
            <a:tailEnd/>
          </a:ln>
          <a:effectLst/>
        </p:spPr>
        <p:txBody>
          <a:bodyPr wrap="square" lIns="0" tIns="0" rIns="0" bIns="0" anchor="b">
            <a:spAutoFit/>
          </a:bodyPr>
          <a:lstStyle/>
          <a:p>
            <a:pPr algn="r" defTabSz="857208">
              <a:spcBef>
                <a:spcPct val="0"/>
              </a:spcBef>
              <a:buClrTx/>
              <a:buSzTx/>
              <a:buFontTx/>
              <a:buNone/>
              <a:defRPr/>
            </a:pPr>
            <a:r>
              <a:rPr lang="en-US" sz="1333" dirty="0">
                <a:solidFill>
                  <a:schemeClr val="bg1"/>
                </a:solidFill>
              </a:rPr>
              <a:t>© Horváth</a:t>
            </a:r>
          </a:p>
        </p:txBody>
      </p:sp>
      <p:sp>
        <p:nvSpPr>
          <p:cNvPr id="21" name="Content Placeholder 23">
            <a:extLst>
              <a:ext uri="{FF2B5EF4-FFF2-40B4-BE49-F238E27FC236}">
                <a16:creationId xmlns:a16="http://schemas.microsoft.com/office/drawing/2014/main" id="{643DB8E2-C0BF-EA00-EB1D-26F4A64D9C79}"/>
              </a:ext>
            </a:extLst>
          </p:cNvPr>
          <p:cNvSpPr>
            <a:spLocks noGrp="1"/>
          </p:cNvSpPr>
          <p:nvPr>
            <p:ph sz="quarter" idx="40" hasCustomPrompt="1"/>
          </p:nvPr>
        </p:nvSpPr>
        <p:spPr bwMode="gray">
          <a:xfrm>
            <a:off x="6491059" y="1411200"/>
            <a:ext cx="560917" cy="431800"/>
          </a:xfrm>
          <a:custGeom>
            <a:avLst/>
            <a:gdLst>
              <a:gd name="connsiteX0" fmla="*/ 0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80745 w 420688"/>
              <a:gd name="connsiteY4" fmla="*/ 0 h 323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688" h="323850">
                <a:moveTo>
                  <a:pt x="80745" y="0"/>
                </a:moveTo>
                <a:lnTo>
                  <a:pt x="420688" y="0"/>
                </a:lnTo>
                <a:lnTo>
                  <a:pt x="339943" y="323850"/>
                </a:lnTo>
                <a:lnTo>
                  <a:pt x="0" y="323850"/>
                </a:lnTo>
                <a:lnTo>
                  <a:pt x="80745" y="0"/>
                </a:lnTo>
                <a:close/>
              </a:path>
            </a:pathLst>
          </a:custGeom>
          <a:solidFill>
            <a:schemeClr val="bg1"/>
          </a:solidFill>
          <a:ln w="9525">
            <a:solidFill>
              <a:schemeClr val="bg1"/>
            </a:solidFill>
            <a:miter lim="800000"/>
            <a:headEnd/>
            <a:tailEnd/>
          </a:ln>
        </p:spPr>
        <p:txBody>
          <a:bodyPr wrap="none" anchor="ctr" anchorCtr="0"/>
          <a:lstStyle>
            <a:lvl1pPr algn="ctr">
              <a:defRPr>
                <a:solidFill>
                  <a:schemeClr val="accent1"/>
                </a:solidFill>
              </a:defRPr>
            </a:lvl1pPr>
            <a:lvl2pPr marL="4800" indent="0" algn="ctr">
              <a:buNone/>
              <a:defRPr>
                <a:solidFill>
                  <a:schemeClr val="accent1"/>
                </a:solidFill>
              </a:defRPr>
            </a:lvl2pPr>
            <a:lvl3pPr algn="ctr">
              <a:defRPr>
                <a:solidFill>
                  <a:schemeClr val="accent1"/>
                </a:solidFill>
              </a:defRPr>
            </a:lvl3pPr>
            <a:lvl4pPr algn="ctr">
              <a:defRPr>
                <a:solidFill>
                  <a:schemeClr val="accent1"/>
                </a:solidFill>
              </a:defRPr>
            </a:lvl4pPr>
            <a:lvl5pPr algn="ctr">
              <a:defRPr>
                <a:solidFill>
                  <a:schemeClr val="accent1"/>
                </a:solidFill>
              </a:defRPr>
            </a:lvl5pPr>
          </a:lstStyle>
          <a:p>
            <a:pPr lvl="0"/>
            <a:r>
              <a:rPr lang="en-US" dirty="0"/>
              <a:t>Add 01</a:t>
            </a:r>
          </a:p>
        </p:txBody>
      </p:sp>
      <p:sp>
        <p:nvSpPr>
          <p:cNvPr id="22" name="Content Placeholder 23">
            <a:extLst>
              <a:ext uri="{FF2B5EF4-FFF2-40B4-BE49-F238E27FC236}">
                <a16:creationId xmlns:a16="http://schemas.microsoft.com/office/drawing/2014/main" id="{A2EC3B03-F3AA-B244-6A5E-ED95F2610835}"/>
              </a:ext>
            </a:extLst>
          </p:cNvPr>
          <p:cNvSpPr>
            <a:spLocks noGrp="1"/>
          </p:cNvSpPr>
          <p:nvPr>
            <p:ph sz="quarter" idx="41" hasCustomPrompt="1"/>
          </p:nvPr>
        </p:nvSpPr>
        <p:spPr bwMode="gray">
          <a:xfrm>
            <a:off x="6333370" y="2045485"/>
            <a:ext cx="560917" cy="431800"/>
          </a:xfrm>
          <a:custGeom>
            <a:avLst/>
            <a:gdLst>
              <a:gd name="connsiteX0" fmla="*/ 0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80745 w 420688"/>
              <a:gd name="connsiteY4" fmla="*/ 0 h 323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688" h="323850">
                <a:moveTo>
                  <a:pt x="80745" y="0"/>
                </a:moveTo>
                <a:lnTo>
                  <a:pt x="420688" y="0"/>
                </a:lnTo>
                <a:lnTo>
                  <a:pt x="339943" y="323850"/>
                </a:lnTo>
                <a:lnTo>
                  <a:pt x="0" y="323850"/>
                </a:lnTo>
                <a:lnTo>
                  <a:pt x="80745" y="0"/>
                </a:lnTo>
                <a:close/>
              </a:path>
            </a:pathLst>
          </a:custGeom>
          <a:solidFill>
            <a:schemeClr val="bg1"/>
          </a:solidFill>
          <a:ln w="9525">
            <a:solidFill>
              <a:schemeClr val="bg1"/>
            </a:solidFill>
            <a:miter lim="800000"/>
            <a:headEnd/>
            <a:tailEnd/>
          </a:ln>
        </p:spPr>
        <p:txBody>
          <a:bodyPr wrap="none" anchor="ctr" anchorCtr="0"/>
          <a:lstStyle>
            <a:lvl1pPr algn="ctr">
              <a:defRPr>
                <a:solidFill>
                  <a:schemeClr val="accent1"/>
                </a:solidFill>
              </a:defRPr>
            </a:lvl1pPr>
            <a:lvl2pPr algn="ctr">
              <a:defRPr>
                <a:solidFill>
                  <a:schemeClr val="accent1"/>
                </a:solidFill>
              </a:defRPr>
            </a:lvl2pPr>
            <a:lvl3pPr algn="ctr">
              <a:defRPr>
                <a:solidFill>
                  <a:schemeClr val="accent1"/>
                </a:solidFill>
              </a:defRPr>
            </a:lvl3pPr>
            <a:lvl4pPr algn="ctr">
              <a:defRPr>
                <a:solidFill>
                  <a:schemeClr val="accent1"/>
                </a:solidFill>
              </a:defRPr>
            </a:lvl4pPr>
            <a:lvl5pPr algn="ctr">
              <a:defRPr>
                <a:solidFill>
                  <a:schemeClr val="accent1"/>
                </a:solidFill>
              </a:defRPr>
            </a:lvl5pPr>
          </a:lstStyle>
          <a:p>
            <a:pPr lvl="0"/>
            <a:r>
              <a:rPr lang="en-US" dirty="0"/>
              <a:t>Add 02</a:t>
            </a:r>
          </a:p>
        </p:txBody>
      </p:sp>
      <p:sp>
        <p:nvSpPr>
          <p:cNvPr id="23" name="Content Placeholder 23">
            <a:extLst>
              <a:ext uri="{FF2B5EF4-FFF2-40B4-BE49-F238E27FC236}">
                <a16:creationId xmlns:a16="http://schemas.microsoft.com/office/drawing/2014/main" id="{6991EB35-9629-B52C-1F17-FAD03D65D8D9}"/>
              </a:ext>
            </a:extLst>
          </p:cNvPr>
          <p:cNvSpPr>
            <a:spLocks noGrp="1"/>
          </p:cNvSpPr>
          <p:nvPr>
            <p:ph sz="quarter" idx="42" hasCustomPrompt="1"/>
          </p:nvPr>
        </p:nvSpPr>
        <p:spPr bwMode="gray">
          <a:xfrm>
            <a:off x="6176468" y="2679771"/>
            <a:ext cx="560917" cy="431800"/>
          </a:xfrm>
          <a:custGeom>
            <a:avLst/>
            <a:gdLst>
              <a:gd name="connsiteX0" fmla="*/ 0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80745 w 420688"/>
              <a:gd name="connsiteY4" fmla="*/ 0 h 323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688" h="323850">
                <a:moveTo>
                  <a:pt x="80745" y="0"/>
                </a:moveTo>
                <a:lnTo>
                  <a:pt x="420688" y="0"/>
                </a:lnTo>
                <a:lnTo>
                  <a:pt x="339943" y="323850"/>
                </a:lnTo>
                <a:lnTo>
                  <a:pt x="0" y="323850"/>
                </a:lnTo>
                <a:lnTo>
                  <a:pt x="80745" y="0"/>
                </a:lnTo>
                <a:close/>
              </a:path>
            </a:pathLst>
          </a:custGeom>
          <a:solidFill>
            <a:schemeClr val="bg1"/>
          </a:solidFill>
          <a:ln w="9525">
            <a:solidFill>
              <a:schemeClr val="bg1"/>
            </a:solidFill>
            <a:miter lim="800000"/>
            <a:headEnd/>
            <a:tailEnd/>
          </a:ln>
        </p:spPr>
        <p:txBody>
          <a:bodyPr wrap="none" anchor="ctr" anchorCtr="0"/>
          <a:lstStyle>
            <a:lvl1pPr algn="ctr">
              <a:defRPr>
                <a:solidFill>
                  <a:schemeClr val="accent1"/>
                </a:solidFill>
              </a:defRPr>
            </a:lvl1pPr>
            <a:lvl2pPr algn="ctr">
              <a:defRPr>
                <a:solidFill>
                  <a:schemeClr val="accent1"/>
                </a:solidFill>
              </a:defRPr>
            </a:lvl2pPr>
            <a:lvl3pPr algn="ctr">
              <a:defRPr>
                <a:solidFill>
                  <a:schemeClr val="accent1"/>
                </a:solidFill>
              </a:defRPr>
            </a:lvl3pPr>
            <a:lvl4pPr algn="ctr">
              <a:defRPr>
                <a:solidFill>
                  <a:schemeClr val="accent1"/>
                </a:solidFill>
              </a:defRPr>
            </a:lvl4pPr>
            <a:lvl5pPr algn="ctr">
              <a:defRPr>
                <a:solidFill>
                  <a:schemeClr val="accent1"/>
                </a:solidFill>
              </a:defRPr>
            </a:lvl5pPr>
          </a:lstStyle>
          <a:p>
            <a:pPr lvl="0"/>
            <a:r>
              <a:rPr lang="en-US" dirty="0"/>
              <a:t>Add 03</a:t>
            </a:r>
          </a:p>
        </p:txBody>
      </p:sp>
      <p:sp>
        <p:nvSpPr>
          <p:cNvPr id="24" name="Content Placeholder 23">
            <a:extLst>
              <a:ext uri="{FF2B5EF4-FFF2-40B4-BE49-F238E27FC236}">
                <a16:creationId xmlns:a16="http://schemas.microsoft.com/office/drawing/2014/main" id="{F26E5EB0-BA26-C334-0CD7-B44ACB2AE842}"/>
              </a:ext>
            </a:extLst>
          </p:cNvPr>
          <p:cNvSpPr>
            <a:spLocks noGrp="1"/>
          </p:cNvSpPr>
          <p:nvPr>
            <p:ph sz="quarter" idx="43" hasCustomPrompt="1"/>
          </p:nvPr>
        </p:nvSpPr>
        <p:spPr bwMode="gray">
          <a:xfrm>
            <a:off x="6015592" y="3314056"/>
            <a:ext cx="560917" cy="431800"/>
          </a:xfrm>
          <a:custGeom>
            <a:avLst/>
            <a:gdLst>
              <a:gd name="connsiteX0" fmla="*/ 0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80745 w 420688"/>
              <a:gd name="connsiteY4" fmla="*/ 0 h 323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688" h="323850">
                <a:moveTo>
                  <a:pt x="80745" y="0"/>
                </a:moveTo>
                <a:lnTo>
                  <a:pt x="420688" y="0"/>
                </a:lnTo>
                <a:lnTo>
                  <a:pt x="339943" y="323850"/>
                </a:lnTo>
                <a:lnTo>
                  <a:pt x="0" y="323850"/>
                </a:lnTo>
                <a:lnTo>
                  <a:pt x="80745" y="0"/>
                </a:lnTo>
                <a:close/>
              </a:path>
            </a:pathLst>
          </a:custGeom>
          <a:solidFill>
            <a:schemeClr val="bg1"/>
          </a:solidFill>
          <a:ln w="9525">
            <a:solidFill>
              <a:schemeClr val="bg1"/>
            </a:solidFill>
            <a:miter lim="800000"/>
            <a:headEnd/>
            <a:tailEnd/>
          </a:ln>
        </p:spPr>
        <p:txBody>
          <a:bodyPr wrap="none" anchor="ctr" anchorCtr="0"/>
          <a:lstStyle>
            <a:lvl1pPr algn="ctr">
              <a:defRPr>
                <a:solidFill>
                  <a:schemeClr val="accent1"/>
                </a:solidFill>
              </a:defRPr>
            </a:lvl1pPr>
            <a:lvl2pPr algn="ctr">
              <a:defRPr>
                <a:solidFill>
                  <a:schemeClr val="accent1"/>
                </a:solidFill>
              </a:defRPr>
            </a:lvl2pPr>
            <a:lvl3pPr algn="ctr">
              <a:defRPr>
                <a:solidFill>
                  <a:schemeClr val="accent1"/>
                </a:solidFill>
              </a:defRPr>
            </a:lvl3pPr>
            <a:lvl4pPr algn="ctr">
              <a:defRPr>
                <a:solidFill>
                  <a:schemeClr val="accent1"/>
                </a:solidFill>
              </a:defRPr>
            </a:lvl4pPr>
            <a:lvl5pPr algn="ctr">
              <a:defRPr>
                <a:solidFill>
                  <a:schemeClr val="accent1"/>
                </a:solidFill>
              </a:defRPr>
            </a:lvl5pPr>
          </a:lstStyle>
          <a:p>
            <a:pPr lvl="0"/>
            <a:r>
              <a:rPr lang="en-US" dirty="0"/>
              <a:t>Add 04</a:t>
            </a:r>
          </a:p>
        </p:txBody>
      </p:sp>
      <p:sp>
        <p:nvSpPr>
          <p:cNvPr id="25" name="Content Placeholder 23">
            <a:extLst>
              <a:ext uri="{FF2B5EF4-FFF2-40B4-BE49-F238E27FC236}">
                <a16:creationId xmlns:a16="http://schemas.microsoft.com/office/drawing/2014/main" id="{6582EAE6-2166-EEF7-96A8-647F5F14EFE7}"/>
              </a:ext>
            </a:extLst>
          </p:cNvPr>
          <p:cNvSpPr>
            <a:spLocks noGrp="1"/>
          </p:cNvSpPr>
          <p:nvPr>
            <p:ph sz="quarter" idx="44" hasCustomPrompt="1"/>
          </p:nvPr>
        </p:nvSpPr>
        <p:spPr bwMode="gray">
          <a:xfrm>
            <a:off x="5860059" y="3948341"/>
            <a:ext cx="560917" cy="431800"/>
          </a:xfrm>
          <a:custGeom>
            <a:avLst/>
            <a:gdLst>
              <a:gd name="connsiteX0" fmla="*/ 0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80745 w 420688"/>
              <a:gd name="connsiteY4" fmla="*/ 0 h 323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688" h="323850">
                <a:moveTo>
                  <a:pt x="80745" y="0"/>
                </a:moveTo>
                <a:lnTo>
                  <a:pt x="420688" y="0"/>
                </a:lnTo>
                <a:lnTo>
                  <a:pt x="339943" y="323850"/>
                </a:lnTo>
                <a:lnTo>
                  <a:pt x="0" y="323850"/>
                </a:lnTo>
                <a:lnTo>
                  <a:pt x="80745" y="0"/>
                </a:lnTo>
                <a:close/>
              </a:path>
            </a:pathLst>
          </a:custGeom>
          <a:solidFill>
            <a:schemeClr val="bg1"/>
          </a:solidFill>
          <a:ln w="9525">
            <a:solidFill>
              <a:schemeClr val="bg1"/>
            </a:solidFill>
            <a:miter lim="800000"/>
            <a:headEnd/>
            <a:tailEnd/>
          </a:ln>
        </p:spPr>
        <p:txBody>
          <a:bodyPr wrap="none" anchor="ctr" anchorCtr="0"/>
          <a:lstStyle>
            <a:lvl1pPr algn="ctr">
              <a:defRPr>
                <a:solidFill>
                  <a:schemeClr val="accent1"/>
                </a:solidFill>
              </a:defRPr>
            </a:lvl1pPr>
            <a:lvl2pPr algn="ctr">
              <a:defRPr>
                <a:solidFill>
                  <a:schemeClr val="accent1"/>
                </a:solidFill>
              </a:defRPr>
            </a:lvl2pPr>
            <a:lvl3pPr algn="ctr">
              <a:defRPr>
                <a:solidFill>
                  <a:schemeClr val="accent1"/>
                </a:solidFill>
              </a:defRPr>
            </a:lvl3pPr>
            <a:lvl4pPr algn="ctr">
              <a:defRPr>
                <a:solidFill>
                  <a:schemeClr val="accent1"/>
                </a:solidFill>
              </a:defRPr>
            </a:lvl4pPr>
            <a:lvl5pPr algn="ctr">
              <a:defRPr>
                <a:solidFill>
                  <a:schemeClr val="accent1"/>
                </a:solidFill>
              </a:defRPr>
            </a:lvl5pPr>
          </a:lstStyle>
          <a:p>
            <a:pPr lvl="0"/>
            <a:r>
              <a:rPr lang="en-US" dirty="0"/>
              <a:t>Add 05</a:t>
            </a:r>
          </a:p>
        </p:txBody>
      </p:sp>
      <p:sp>
        <p:nvSpPr>
          <p:cNvPr id="26" name="Content Placeholder 23">
            <a:extLst>
              <a:ext uri="{FF2B5EF4-FFF2-40B4-BE49-F238E27FC236}">
                <a16:creationId xmlns:a16="http://schemas.microsoft.com/office/drawing/2014/main" id="{53D17200-5534-E74A-43E9-B313454EADBF}"/>
              </a:ext>
            </a:extLst>
          </p:cNvPr>
          <p:cNvSpPr>
            <a:spLocks noGrp="1"/>
          </p:cNvSpPr>
          <p:nvPr>
            <p:ph sz="quarter" idx="45" hasCustomPrompt="1"/>
          </p:nvPr>
        </p:nvSpPr>
        <p:spPr bwMode="gray">
          <a:xfrm>
            <a:off x="5703810" y="4582627"/>
            <a:ext cx="560917" cy="431800"/>
          </a:xfrm>
          <a:custGeom>
            <a:avLst/>
            <a:gdLst>
              <a:gd name="connsiteX0" fmla="*/ 0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80745 w 420688"/>
              <a:gd name="connsiteY4" fmla="*/ 0 h 323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688" h="323850">
                <a:moveTo>
                  <a:pt x="80745" y="0"/>
                </a:moveTo>
                <a:lnTo>
                  <a:pt x="420688" y="0"/>
                </a:lnTo>
                <a:lnTo>
                  <a:pt x="339943" y="323850"/>
                </a:lnTo>
                <a:lnTo>
                  <a:pt x="0" y="323850"/>
                </a:lnTo>
                <a:lnTo>
                  <a:pt x="80745" y="0"/>
                </a:lnTo>
                <a:close/>
              </a:path>
            </a:pathLst>
          </a:custGeom>
          <a:solidFill>
            <a:schemeClr val="bg1"/>
          </a:solidFill>
          <a:ln w="9525">
            <a:solidFill>
              <a:schemeClr val="bg1"/>
            </a:solidFill>
            <a:miter lim="800000"/>
            <a:headEnd/>
            <a:tailEnd/>
          </a:ln>
        </p:spPr>
        <p:txBody>
          <a:bodyPr wrap="none" anchor="ctr" anchorCtr="0"/>
          <a:lstStyle>
            <a:lvl1pPr algn="ctr">
              <a:defRPr>
                <a:solidFill>
                  <a:schemeClr val="accent1"/>
                </a:solidFill>
              </a:defRPr>
            </a:lvl1pPr>
            <a:lvl2pPr algn="ctr">
              <a:defRPr>
                <a:solidFill>
                  <a:schemeClr val="accent1"/>
                </a:solidFill>
              </a:defRPr>
            </a:lvl2pPr>
            <a:lvl3pPr algn="ctr">
              <a:defRPr>
                <a:solidFill>
                  <a:schemeClr val="accent1"/>
                </a:solidFill>
              </a:defRPr>
            </a:lvl3pPr>
            <a:lvl4pPr algn="ctr">
              <a:defRPr>
                <a:solidFill>
                  <a:schemeClr val="accent1"/>
                </a:solidFill>
              </a:defRPr>
            </a:lvl4pPr>
            <a:lvl5pPr algn="ctr">
              <a:defRPr>
                <a:solidFill>
                  <a:schemeClr val="accent1"/>
                </a:solidFill>
              </a:defRPr>
            </a:lvl5pPr>
          </a:lstStyle>
          <a:p>
            <a:pPr lvl="0"/>
            <a:r>
              <a:rPr lang="en-US" dirty="0"/>
              <a:t>Add 06</a:t>
            </a:r>
          </a:p>
        </p:txBody>
      </p:sp>
      <p:sp>
        <p:nvSpPr>
          <p:cNvPr id="27" name="Content Placeholder 23">
            <a:extLst>
              <a:ext uri="{FF2B5EF4-FFF2-40B4-BE49-F238E27FC236}">
                <a16:creationId xmlns:a16="http://schemas.microsoft.com/office/drawing/2014/main" id="{43F8DD8D-572D-0142-7746-BE8B2601C470}"/>
              </a:ext>
            </a:extLst>
          </p:cNvPr>
          <p:cNvSpPr>
            <a:spLocks noGrp="1"/>
          </p:cNvSpPr>
          <p:nvPr>
            <p:ph sz="quarter" idx="46" hasCustomPrompt="1"/>
          </p:nvPr>
        </p:nvSpPr>
        <p:spPr bwMode="gray">
          <a:xfrm>
            <a:off x="5544904" y="5216912"/>
            <a:ext cx="560917" cy="431800"/>
          </a:xfrm>
          <a:custGeom>
            <a:avLst/>
            <a:gdLst>
              <a:gd name="connsiteX0" fmla="*/ 0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80745 w 420688"/>
              <a:gd name="connsiteY4" fmla="*/ 0 h 323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688" h="323850">
                <a:moveTo>
                  <a:pt x="80745" y="0"/>
                </a:moveTo>
                <a:lnTo>
                  <a:pt x="420688" y="0"/>
                </a:lnTo>
                <a:lnTo>
                  <a:pt x="339943" y="323850"/>
                </a:lnTo>
                <a:lnTo>
                  <a:pt x="0" y="323850"/>
                </a:lnTo>
                <a:lnTo>
                  <a:pt x="80745" y="0"/>
                </a:lnTo>
                <a:close/>
              </a:path>
            </a:pathLst>
          </a:custGeom>
          <a:solidFill>
            <a:schemeClr val="bg1"/>
          </a:solidFill>
          <a:ln w="9525">
            <a:solidFill>
              <a:schemeClr val="bg1"/>
            </a:solidFill>
            <a:miter lim="800000"/>
            <a:headEnd/>
            <a:tailEnd/>
          </a:ln>
        </p:spPr>
        <p:txBody>
          <a:bodyPr wrap="none" anchor="ctr" anchorCtr="0"/>
          <a:lstStyle>
            <a:lvl1pPr algn="ctr">
              <a:defRPr>
                <a:solidFill>
                  <a:schemeClr val="accent1"/>
                </a:solidFill>
              </a:defRPr>
            </a:lvl1pPr>
            <a:lvl2pPr algn="ctr">
              <a:defRPr>
                <a:solidFill>
                  <a:schemeClr val="accent1"/>
                </a:solidFill>
              </a:defRPr>
            </a:lvl2pPr>
            <a:lvl3pPr marL="249594" indent="0" algn="ctr">
              <a:buNone/>
              <a:defRPr>
                <a:solidFill>
                  <a:schemeClr val="accent1"/>
                </a:solidFill>
              </a:defRPr>
            </a:lvl3pPr>
            <a:lvl4pPr algn="ctr">
              <a:defRPr>
                <a:solidFill>
                  <a:schemeClr val="accent1"/>
                </a:solidFill>
              </a:defRPr>
            </a:lvl4pPr>
            <a:lvl5pPr algn="ctr">
              <a:defRPr>
                <a:solidFill>
                  <a:schemeClr val="accent1"/>
                </a:solidFill>
              </a:defRPr>
            </a:lvl5pPr>
          </a:lstStyle>
          <a:p>
            <a:pPr lvl="0"/>
            <a:r>
              <a:rPr lang="en-US" dirty="0"/>
              <a:t>Add 07</a:t>
            </a:r>
          </a:p>
        </p:txBody>
      </p:sp>
      <p:sp>
        <p:nvSpPr>
          <p:cNvPr id="28" name="Content Placeholder 23">
            <a:extLst>
              <a:ext uri="{FF2B5EF4-FFF2-40B4-BE49-F238E27FC236}">
                <a16:creationId xmlns:a16="http://schemas.microsoft.com/office/drawing/2014/main" id="{ADC007EC-603C-D3F3-FAFB-064FA801EEBD}"/>
              </a:ext>
            </a:extLst>
          </p:cNvPr>
          <p:cNvSpPr>
            <a:spLocks noGrp="1"/>
          </p:cNvSpPr>
          <p:nvPr>
            <p:ph sz="quarter" idx="47" hasCustomPrompt="1"/>
          </p:nvPr>
        </p:nvSpPr>
        <p:spPr bwMode="gray">
          <a:xfrm>
            <a:off x="5386159" y="5851200"/>
            <a:ext cx="560917" cy="431800"/>
          </a:xfrm>
          <a:custGeom>
            <a:avLst/>
            <a:gdLst>
              <a:gd name="connsiteX0" fmla="*/ 0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80745 w 420688"/>
              <a:gd name="connsiteY4" fmla="*/ 0 h 323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688" h="323850">
                <a:moveTo>
                  <a:pt x="80745" y="0"/>
                </a:moveTo>
                <a:lnTo>
                  <a:pt x="420688" y="0"/>
                </a:lnTo>
                <a:lnTo>
                  <a:pt x="339943" y="323850"/>
                </a:lnTo>
                <a:lnTo>
                  <a:pt x="0" y="323850"/>
                </a:lnTo>
                <a:lnTo>
                  <a:pt x="80745" y="0"/>
                </a:lnTo>
                <a:close/>
              </a:path>
            </a:pathLst>
          </a:custGeom>
          <a:solidFill>
            <a:schemeClr val="bg1"/>
          </a:solidFill>
          <a:ln w="9525">
            <a:solidFill>
              <a:schemeClr val="bg1"/>
            </a:solidFill>
            <a:miter lim="800000"/>
            <a:headEnd/>
            <a:tailEnd/>
          </a:ln>
        </p:spPr>
        <p:txBody>
          <a:bodyPr wrap="none" anchor="ctr" anchorCtr="0"/>
          <a:lstStyle>
            <a:lvl1pPr algn="ctr">
              <a:defRPr>
                <a:solidFill>
                  <a:schemeClr val="accent1"/>
                </a:solidFill>
              </a:defRPr>
            </a:lvl1pPr>
            <a:lvl2pPr algn="ctr">
              <a:defRPr>
                <a:solidFill>
                  <a:schemeClr val="accent1"/>
                </a:solidFill>
              </a:defRPr>
            </a:lvl2pPr>
            <a:lvl3pPr algn="ctr">
              <a:defRPr>
                <a:solidFill>
                  <a:schemeClr val="accent1"/>
                </a:solidFill>
              </a:defRPr>
            </a:lvl3pPr>
            <a:lvl4pPr algn="ctr">
              <a:defRPr>
                <a:solidFill>
                  <a:schemeClr val="accent1"/>
                </a:solidFill>
              </a:defRPr>
            </a:lvl4pPr>
            <a:lvl5pPr algn="ctr">
              <a:defRPr>
                <a:solidFill>
                  <a:schemeClr val="accent1"/>
                </a:solidFill>
              </a:defRPr>
            </a:lvl5pPr>
          </a:lstStyle>
          <a:p>
            <a:pPr lvl="0"/>
            <a:r>
              <a:rPr lang="en-US" dirty="0"/>
              <a:t>Add 08</a:t>
            </a:r>
          </a:p>
        </p:txBody>
      </p:sp>
      <p:sp>
        <p:nvSpPr>
          <p:cNvPr id="3" name="MIO_Placeholder_Mapping" hidden="1">
            <a:extLst>
              <a:ext uri="{FF2B5EF4-FFF2-40B4-BE49-F238E27FC236}">
                <a16:creationId xmlns:a16="http://schemas.microsoft.com/office/drawing/2014/main" id="{345E3D82-0BE8-EEAE-E42C-67F9F9CBB5E6}"/>
              </a:ext>
            </a:extLst>
          </p:cNvPr>
          <p:cNvSpPr/>
          <p:nvPr>
            <p:custDataLst>
              <p:tags r:id="rId3"/>
            </p:custDataLst>
          </p:nvPr>
        </p:nvSpPr>
        <p:spPr bwMode="auto">
          <a:xfrm>
            <a:off x="0" y="0"/>
            <a:ext cx="0" cy="0"/>
          </a:xfrm>
          <a:prstGeom prst="rect">
            <a:avLst/>
          </a:prstGeom>
          <a:solidFill>
            <a:schemeClr val="bg1"/>
          </a:solidFill>
          <a:ln w="9525" cap="flat" cmpd="sng" algn="ctr">
            <a:solidFill>
              <a:schemeClr val="accent3"/>
            </a:solidFill>
            <a:prstDash val="solid"/>
            <a:miter lim="800000"/>
            <a:headEnd type="none" w="med" len="med"/>
            <a:tailEnd type="none" w="med" len="med"/>
          </a:ln>
          <a:effectLst/>
        </p:spPr>
        <p:txBody>
          <a:bodyPr vert="horz" wrap="square" lIns="192000" tIns="192000" rIns="192000" bIns="192000" numCol="1" rtlCol="0" anchor="t" anchorCtr="0" compatLnSpc="1">
            <a:prstTxWarp prst="textNoShape">
              <a:avLst/>
            </a:prstTxWarp>
          </a:bodyPr>
          <a:lstStyle/>
          <a:p>
            <a:pPr marL="2117" algn="l" defTabSz="1142971" fontAlgn="base">
              <a:spcBef>
                <a:spcPct val="40000"/>
              </a:spcBef>
              <a:spcAft>
                <a:spcPct val="0"/>
              </a:spcAft>
              <a:buClr>
                <a:schemeClr val="accent1"/>
              </a:buClr>
              <a:buSzPct val="70000"/>
            </a:pPr>
            <a:endParaRPr lang="de-DE" sz="1600" dirty="0" err="1"/>
          </a:p>
        </p:txBody>
      </p:sp>
    </p:spTree>
    <p:extLst>
      <p:ext uri="{BB962C8B-B14F-4D97-AF65-F5344CB8AC3E}">
        <p14:creationId xmlns:p14="http://schemas.microsoft.com/office/powerpoint/2010/main" val="173372910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icture">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670E4A55-4881-47A2-9281-C78C4648658F}"/>
              </a:ext>
            </a:extLst>
          </p:cNvPr>
          <p:cNvGraphicFramePr>
            <a:graphicFrameLocks noChangeAspect="1"/>
          </p:cNvGraphicFramePr>
          <p:nvPr>
            <p:custDataLst>
              <p:tags r:id="rId1"/>
            </p:custDataLst>
            <p:extLst>
              <p:ext uri="{D42A27DB-BD31-4B8C-83A1-F6EECF244321}">
                <p14:modId xmlns:p14="http://schemas.microsoft.com/office/powerpoint/2010/main" val="1662486180"/>
              </p:ext>
            </p:extLst>
          </p:nvPr>
        </p:nvGraphicFramePr>
        <p:xfrm>
          <a:off x="1956" y="1590"/>
          <a:ext cx="1955" cy="1588"/>
        </p:xfrm>
        <a:graphic>
          <a:graphicData uri="http://schemas.openxmlformats.org/presentationml/2006/ole">
            <mc:AlternateContent xmlns:mc="http://schemas.openxmlformats.org/markup-compatibility/2006">
              <mc:Choice xmlns:v="urn:schemas-microsoft-com:vml" Requires="v">
                <p:oleObj name="think-cell Slide" r:id="rId4" imgW="353" imgH="353" progId="TCLayout.ActiveDocument.1">
                  <p:embed/>
                </p:oleObj>
              </mc:Choice>
              <mc:Fallback>
                <p:oleObj name="think-cell Slide" r:id="rId4" imgW="353" imgH="353" progId="TCLayout.ActiveDocument.1">
                  <p:embed/>
                  <p:pic>
                    <p:nvPicPr>
                      <p:cNvPr id="2" name="Object 1" hidden="1">
                        <a:extLst>
                          <a:ext uri="{FF2B5EF4-FFF2-40B4-BE49-F238E27FC236}">
                            <a16:creationId xmlns:a16="http://schemas.microsoft.com/office/drawing/2014/main" id="{670E4A55-4881-47A2-9281-C78C4648658F}"/>
                          </a:ext>
                        </a:extLst>
                      </p:cNvPr>
                      <p:cNvPicPr/>
                      <p:nvPr/>
                    </p:nvPicPr>
                    <p:blipFill>
                      <a:blip r:embed="rId5"/>
                      <a:stretch>
                        <a:fillRect/>
                      </a:stretch>
                    </p:blipFill>
                    <p:spPr>
                      <a:xfrm>
                        <a:off x="1956" y="1590"/>
                        <a:ext cx="1955" cy="1588"/>
                      </a:xfrm>
                      <a:prstGeom prst="rect">
                        <a:avLst/>
                      </a:prstGeom>
                    </p:spPr>
                  </p:pic>
                </p:oleObj>
              </mc:Fallback>
            </mc:AlternateContent>
          </a:graphicData>
        </a:graphic>
      </p:graphicFrame>
      <p:sp>
        <p:nvSpPr>
          <p:cNvPr id="23" name="Picture Placeholder 22">
            <a:extLst>
              <a:ext uri="{FF2B5EF4-FFF2-40B4-BE49-F238E27FC236}">
                <a16:creationId xmlns:a16="http://schemas.microsoft.com/office/drawing/2014/main" id="{954ADDCD-2605-75AD-9B05-C95EAEB47AE7}"/>
              </a:ext>
            </a:extLst>
          </p:cNvPr>
          <p:cNvSpPr>
            <a:spLocks noGrp="1"/>
          </p:cNvSpPr>
          <p:nvPr>
            <p:ph type="pic" sz="quarter" idx="23"/>
          </p:nvPr>
        </p:nvSpPr>
        <p:spPr bwMode="gray">
          <a:xfrm>
            <a:off x="-11641" y="0"/>
            <a:ext cx="12203641" cy="6858000"/>
          </a:xfrm>
          <a:custGeom>
            <a:avLst/>
            <a:gdLst>
              <a:gd name="connsiteX0" fmla="*/ 0 w 9152731"/>
              <a:gd name="connsiteY0" fmla="*/ 0 h 5143500"/>
              <a:gd name="connsiteX1" fmla="*/ 9152731 w 9152731"/>
              <a:gd name="connsiteY1" fmla="*/ 0 h 5143500"/>
              <a:gd name="connsiteX2" fmla="*/ 9152731 w 9152731"/>
              <a:gd name="connsiteY2" fmla="*/ 5143500 h 5143500"/>
              <a:gd name="connsiteX3" fmla="*/ 0 w 9152731"/>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9152731" h="5143500">
                <a:moveTo>
                  <a:pt x="0" y="0"/>
                </a:moveTo>
                <a:lnTo>
                  <a:pt x="9152731" y="0"/>
                </a:lnTo>
                <a:lnTo>
                  <a:pt x="9152731" y="5143500"/>
                </a:lnTo>
                <a:lnTo>
                  <a:pt x="0" y="5143500"/>
                </a:lnTo>
                <a:close/>
              </a:path>
            </a:pathLst>
          </a:custGeom>
          <a:solidFill>
            <a:srgbClr val="FFFFCC"/>
          </a:solidFill>
          <a:ln w="9525">
            <a:noFill/>
            <a:miter lim="800000"/>
            <a:headEnd/>
            <a:tailEnd/>
          </a:ln>
        </p:spPr>
        <p:txBody>
          <a:bodyPr wrap="square" rIns="0" bIns="0" anchor="ctr">
            <a:noAutofit/>
          </a:bodyPr>
          <a:lstStyle>
            <a:lvl1pPr algn="ctr" rtl="0">
              <a:defRPr/>
            </a:lvl1pPr>
          </a:lstStyle>
          <a:p>
            <a:r>
              <a:rPr lang="de-DE"/>
              <a:t>Bild durch Klicken auf Symbol hinzufügen</a:t>
            </a:r>
            <a:endParaRPr lang="en-US" dirty="0"/>
          </a:p>
        </p:txBody>
      </p:sp>
      <p:sp>
        <p:nvSpPr>
          <p:cNvPr id="9" name="Textplatzhalter 3086">
            <a:extLst>
              <a:ext uri="{FF2B5EF4-FFF2-40B4-BE49-F238E27FC236}">
                <a16:creationId xmlns:a16="http://schemas.microsoft.com/office/drawing/2014/main" id="{F7D7B386-7271-C7F9-CF71-C00E73193E6A}"/>
              </a:ext>
            </a:extLst>
          </p:cNvPr>
          <p:cNvSpPr>
            <a:spLocks noGrp="1"/>
          </p:cNvSpPr>
          <p:nvPr>
            <p:ph type="body" sz="quarter" idx="13" hasCustomPrompt="1"/>
          </p:nvPr>
        </p:nvSpPr>
        <p:spPr bwMode="gray">
          <a:xfrm>
            <a:off x="-1" y="-3000"/>
            <a:ext cx="6729676" cy="6858000"/>
          </a:xfrm>
          <a:custGeom>
            <a:avLst/>
            <a:gdLst>
              <a:gd name="connsiteX0" fmla="*/ 0 w 5047257"/>
              <a:gd name="connsiteY0" fmla="*/ 0 h 5143500"/>
              <a:gd name="connsiteX1" fmla="*/ 5047257 w 5047257"/>
              <a:gd name="connsiteY1" fmla="*/ 0 h 5143500"/>
              <a:gd name="connsiteX2" fmla="*/ 5047257 w 5047257"/>
              <a:gd name="connsiteY2" fmla="*/ 5143500 h 5143500"/>
              <a:gd name="connsiteX3" fmla="*/ 0 w 5047257"/>
              <a:gd name="connsiteY3" fmla="*/ 5143500 h 5143500"/>
              <a:gd name="connsiteX4" fmla="*/ 0 w 5047257"/>
              <a:gd name="connsiteY4" fmla="*/ 0 h 5143500"/>
              <a:gd name="connsiteX0" fmla="*/ 1282419 w 5047257"/>
              <a:gd name="connsiteY0" fmla="*/ 0 h 5143500"/>
              <a:gd name="connsiteX1" fmla="*/ 5047257 w 5047257"/>
              <a:gd name="connsiteY1" fmla="*/ 0 h 5143500"/>
              <a:gd name="connsiteX2" fmla="*/ 5047257 w 5047257"/>
              <a:gd name="connsiteY2" fmla="*/ 5143500 h 5143500"/>
              <a:gd name="connsiteX3" fmla="*/ 0 w 5047257"/>
              <a:gd name="connsiteY3" fmla="*/ 5143500 h 5143500"/>
              <a:gd name="connsiteX4" fmla="*/ 0 w 5047257"/>
              <a:gd name="connsiteY4" fmla="*/ 0 h 5143500"/>
              <a:gd name="connsiteX0" fmla="*/ 1282419 w 5047257"/>
              <a:gd name="connsiteY0" fmla="*/ 0 h 5143500"/>
              <a:gd name="connsiteX1" fmla="*/ 5047257 w 5047257"/>
              <a:gd name="connsiteY1" fmla="*/ 0 h 5143500"/>
              <a:gd name="connsiteX2" fmla="*/ 5047257 w 5047257"/>
              <a:gd name="connsiteY2" fmla="*/ 5143500 h 5143500"/>
              <a:gd name="connsiteX3" fmla="*/ 0 w 5047257"/>
              <a:gd name="connsiteY3" fmla="*/ 5143500 h 5143500"/>
              <a:gd name="connsiteX4" fmla="*/ 0 w 5047257"/>
              <a:gd name="connsiteY4" fmla="*/ 0 h 5143500"/>
              <a:gd name="connsiteX0" fmla="*/ 1282419 w 5047257"/>
              <a:gd name="connsiteY0" fmla="*/ 0 h 5143500"/>
              <a:gd name="connsiteX1" fmla="*/ 5047257 w 5047257"/>
              <a:gd name="connsiteY1" fmla="*/ 0 h 5143500"/>
              <a:gd name="connsiteX2" fmla="*/ 3764838 w 5047257"/>
              <a:gd name="connsiteY2" fmla="*/ 5143500 h 5143500"/>
              <a:gd name="connsiteX3" fmla="*/ 0 w 5047257"/>
              <a:gd name="connsiteY3" fmla="*/ 5143500 h 5143500"/>
              <a:gd name="connsiteX4" fmla="*/ 0 w 5047257"/>
              <a:gd name="connsiteY4" fmla="*/ 0 h 5143500"/>
              <a:gd name="connsiteX0" fmla="*/ 1282419 w 5047257"/>
              <a:gd name="connsiteY0" fmla="*/ 0 h 5143500"/>
              <a:gd name="connsiteX1" fmla="*/ 5047257 w 5047257"/>
              <a:gd name="connsiteY1" fmla="*/ 0 h 5143500"/>
              <a:gd name="connsiteX2" fmla="*/ 3764838 w 5047257"/>
              <a:gd name="connsiteY2" fmla="*/ 5143500 h 5143500"/>
              <a:gd name="connsiteX3" fmla="*/ 0 w 5047257"/>
              <a:gd name="connsiteY3" fmla="*/ 5143500 h 5143500"/>
              <a:gd name="connsiteX4" fmla="*/ 0 w 5047257"/>
              <a:gd name="connsiteY4" fmla="*/ 0 h 5143500"/>
              <a:gd name="connsiteX0" fmla="*/ 1282419 w 5047257"/>
              <a:gd name="connsiteY0" fmla="*/ 0 h 5143500"/>
              <a:gd name="connsiteX1" fmla="*/ 5047257 w 5047257"/>
              <a:gd name="connsiteY1" fmla="*/ 0 h 5143500"/>
              <a:gd name="connsiteX2" fmla="*/ 3764838 w 5047257"/>
              <a:gd name="connsiteY2" fmla="*/ 5143500 h 5143500"/>
              <a:gd name="connsiteX3" fmla="*/ 0 w 5047257"/>
              <a:gd name="connsiteY3" fmla="*/ 5143500 h 5143500"/>
              <a:gd name="connsiteX4" fmla="*/ 0 w 5047257"/>
              <a:gd name="connsiteY4" fmla="*/ 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7257" h="5143500">
                <a:moveTo>
                  <a:pt x="1282419" y="0"/>
                </a:moveTo>
                <a:lnTo>
                  <a:pt x="5047257" y="0"/>
                </a:lnTo>
                <a:lnTo>
                  <a:pt x="3764838" y="5143500"/>
                </a:lnTo>
                <a:lnTo>
                  <a:pt x="0" y="5143500"/>
                </a:lnTo>
                <a:lnTo>
                  <a:pt x="0" y="0"/>
                </a:lnTo>
                <a:close/>
              </a:path>
            </a:pathLst>
          </a:custGeom>
          <a:gradFill>
            <a:gsLst>
              <a:gs pos="80000">
                <a:schemeClr val="accent6">
                  <a:alpha val="40000"/>
                </a:schemeClr>
              </a:gs>
              <a:gs pos="40000">
                <a:schemeClr val="accent6">
                  <a:alpha val="80000"/>
                </a:schemeClr>
              </a:gs>
              <a:gs pos="0">
                <a:schemeClr val="accent6"/>
              </a:gs>
              <a:gs pos="100000">
                <a:schemeClr val="accent6">
                  <a:alpha val="20000"/>
                </a:schemeClr>
              </a:gs>
            </a:gsLst>
            <a:lin ang="900000" scaled="0"/>
          </a:gradFill>
          <a:ln w="9525" cap="flat" cmpd="sng" algn="ctr">
            <a:noFill/>
            <a:prstDash val="solid"/>
            <a:round/>
            <a:headEnd type="none" w="med" len="med"/>
            <a:tailEnd type="none" w="med" len="med"/>
          </a:ln>
          <a:effectLst/>
        </p:spPr>
        <p:txBody>
          <a:bodyPr vert="horz" wrap="square" lIns="72000" tIns="72000" rIns="72000" bIns="72000" numCol="1" rtlCol="0" anchor="t" anchorCtr="0" compatLnSpc="1">
            <a:prstTxWarp prst="textNoShape">
              <a:avLst/>
            </a:prstTxWarp>
          </a:bodyPr>
          <a:lstStyle>
            <a:lvl1pPr>
              <a:defRPr lang="en-US"/>
            </a:lvl1pPr>
          </a:lstStyle>
          <a:p>
            <a:pPr marL="2117" lvl="0" defTabSz="1142971" latinLnBrk="0">
              <a:buSzPct val="70000"/>
            </a:pPr>
            <a:r>
              <a:rPr lang="en-US" dirty="0"/>
              <a:t> </a:t>
            </a:r>
          </a:p>
        </p:txBody>
      </p:sp>
      <p:sp>
        <p:nvSpPr>
          <p:cNvPr id="5" name="Text Placeholder 16">
            <a:extLst>
              <a:ext uri="{FF2B5EF4-FFF2-40B4-BE49-F238E27FC236}">
                <a16:creationId xmlns:a16="http://schemas.microsoft.com/office/drawing/2014/main" id="{0901C1A3-7260-C7DC-A371-E322D21E0841}"/>
              </a:ext>
            </a:extLst>
          </p:cNvPr>
          <p:cNvSpPr>
            <a:spLocks noGrp="1"/>
          </p:cNvSpPr>
          <p:nvPr>
            <p:ph type="body" sz="quarter" idx="39" hasCustomPrompt="1"/>
          </p:nvPr>
        </p:nvSpPr>
        <p:spPr bwMode="gray">
          <a:xfrm rot="840000">
            <a:off x="5599275" y="-119916"/>
            <a:ext cx="4800" cy="7104000"/>
          </a:xfrm>
          <a:solidFill>
            <a:schemeClr val="bg1"/>
          </a:solidFill>
          <a:ln w="12700">
            <a:solidFill>
              <a:schemeClr val="bg1"/>
            </a:solidFill>
            <a:round/>
          </a:ln>
        </p:spPr>
        <p:txBody>
          <a:bodyPr/>
          <a:lstStyle>
            <a:lvl5pPr marL="0" indent="0">
              <a:buNone/>
              <a:defRPr sz="133"/>
            </a:lvl5pPr>
          </a:lstStyle>
          <a:p>
            <a:pPr lvl="4"/>
            <a:r>
              <a:rPr lang="en-US" dirty="0"/>
              <a:t>  </a:t>
            </a:r>
          </a:p>
        </p:txBody>
      </p:sp>
      <p:sp>
        <p:nvSpPr>
          <p:cNvPr id="3" name="Titel 1">
            <a:extLst>
              <a:ext uri="{FF2B5EF4-FFF2-40B4-BE49-F238E27FC236}">
                <a16:creationId xmlns:a16="http://schemas.microsoft.com/office/drawing/2014/main" id="{A1B23B6B-2679-7263-FCB8-C32C7F0FBAF9}"/>
              </a:ext>
            </a:extLst>
          </p:cNvPr>
          <p:cNvSpPr>
            <a:spLocks noGrp="1"/>
          </p:cNvSpPr>
          <p:nvPr>
            <p:ph type="title" hasCustomPrompt="1"/>
          </p:nvPr>
        </p:nvSpPr>
        <p:spPr>
          <a:xfrm>
            <a:off x="278397" y="457200"/>
            <a:ext cx="5520000" cy="762000"/>
          </a:xfrm>
        </p:spPr>
        <p:txBody>
          <a:bodyPr vert="horz">
            <a:noAutofit/>
          </a:bodyPr>
          <a:lstStyle>
            <a:lvl1pPr rtl="0">
              <a:defRPr cap="all" baseline="0">
                <a:solidFill>
                  <a:schemeClr val="bg1"/>
                </a:solidFill>
              </a:defRPr>
            </a:lvl1pPr>
          </a:lstStyle>
          <a:p>
            <a:r>
              <a:rPr lang="en-US" dirty="0"/>
              <a:t>CLICK to ADD TITLE</a:t>
            </a:r>
          </a:p>
        </p:txBody>
      </p:sp>
      <p:sp>
        <p:nvSpPr>
          <p:cNvPr id="10" name="Textplatzhalter 1">
            <a:extLst>
              <a:ext uri="{FF2B5EF4-FFF2-40B4-BE49-F238E27FC236}">
                <a16:creationId xmlns:a16="http://schemas.microsoft.com/office/drawing/2014/main" id="{AAA28D1E-8DE2-3AD6-9625-9242C289C479}"/>
              </a:ext>
            </a:extLst>
          </p:cNvPr>
          <p:cNvSpPr>
            <a:spLocks noGrp="1"/>
          </p:cNvSpPr>
          <p:nvPr>
            <p:ph type="body" sz="quarter" idx="12" hasCustomPrompt="1"/>
          </p:nvPr>
        </p:nvSpPr>
        <p:spPr bwMode="gray">
          <a:xfrm>
            <a:off x="275488" y="1411200"/>
            <a:ext cx="5536437" cy="432000"/>
          </a:xfrm>
          <a:prstGeom prst="rect">
            <a:avLst/>
          </a:prstGeom>
          <a:noFill/>
          <a:ln w="9525">
            <a:noFill/>
            <a:miter lim="800000"/>
            <a:headEnd/>
            <a:tailEnd/>
          </a:ln>
        </p:spPr>
        <p:txBody>
          <a:bodyPr wrap="none" lIns="0" tIns="0" rIns="0" bIns="0" anchor="ctr">
            <a:noAutofit/>
          </a:bodyPr>
          <a:lstStyle>
            <a:lvl1pPr algn="r" rtl="0">
              <a:defRPr sz="1867" b="0" i="1" cap="all" baseline="0">
                <a:solidFill>
                  <a:schemeClr val="bg1"/>
                </a:solidFill>
              </a:defRPr>
            </a:lvl1pPr>
          </a:lstStyle>
          <a:p>
            <a:pPr lvl="0"/>
            <a:r>
              <a:rPr lang="en-US" dirty="0"/>
              <a:t>CLICK to ADD Chapter</a:t>
            </a:r>
          </a:p>
        </p:txBody>
      </p:sp>
      <p:sp>
        <p:nvSpPr>
          <p:cNvPr id="11" name="Textplatzhalter 3">
            <a:extLst>
              <a:ext uri="{FF2B5EF4-FFF2-40B4-BE49-F238E27FC236}">
                <a16:creationId xmlns:a16="http://schemas.microsoft.com/office/drawing/2014/main" id="{2EF724E6-B3D0-F571-B950-302D45C84CD5}"/>
              </a:ext>
            </a:extLst>
          </p:cNvPr>
          <p:cNvSpPr>
            <a:spLocks noGrp="1"/>
          </p:cNvSpPr>
          <p:nvPr>
            <p:ph type="body" sz="quarter" idx="24" hasCustomPrompt="1"/>
          </p:nvPr>
        </p:nvSpPr>
        <p:spPr bwMode="gray">
          <a:xfrm>
            <a:off x="275489" y="2045485"/>
            <a:ext cx="5380727" cy="432000"/>
          </a:xfrm>
          <a:prstGeom prst="rect">
            <a:avLst/>
          </a:prstGeom>
          <a:noFill/>
          <a:ln w="9525">
            <a:noFill/>
            <a:miter lim="800000"/>
            <a:headEnd/>
            <a:tailEnd/>
          </a:ln>
        </p:spPr>
        <p:txBody>
          <a:bodyPr wrap="none" lIns="0" tIns="0" rIns="0" bIns="0" anchor="ctr">
            <a:noAutofit/>
          </a:bodyPr>
          <a:lstStyle>
            <a:lvl1pPr algn="r" rtl="0">
              <a:defRPr sz="1867" b="0" i="1" cap="all" baseline="0">
                <a:solidFill>
                  <a:schemeClr val="bg1"/>
                </a:solidFill>
              </a:defRPr>
            </a:lvl1pPr>
          </a:lstStyle>
          <a:p>
            <a:pPr lvl="0"/>
            <a:r>
              <a:rPr lang="en-US" dirty="0"/>
              <a:t>CLICK to ADD Chapter</a:t>
            </a:r>
          </a:p>
        </p:txBody>
      </p:sp>
      <p:sp>
        <p:nvSpPr>
          <p:cNvPr id="13" name="Textplatzhalter 5">
            <a:extLst>
              <a:ext uri="{FF2B5EF4-FFF2-40B4-BE49-F238E27FC236}">
                <a16:creationId xmlns:a16="http://schemas.microsoft.com/office/drawing/2014/main" id="{667D2866-2161-4ACB-4DF5-BA9BACDCF72B}"/>
              </a:ext>
            </a:extLst>
          </p:cNvPr>
          <p:cNvSpPr>
            <a:spLocks noGrp="1"/>
          </p:cNvSpPr>
          <p:nvPr>
            <p:ph type="body" sz="quarter" idx="25" hasCustomPrompt="1"/>
          </p:nvPr>
        </p:nvSpPr>
        <p:spPr bwMode="gray">
          <a:xfrm>
            <a:off x="275489" y="2679771"/>
            <a:ext cx="5214103" cy="432000"/>
          </a:xfrm>
          <a:prstGeom prst="rect">
            <a:avLst/>
          </a:prstGeom>
          <a:noFill/>
          <a:ln w="9525">
            <a:noFill/>
            <a:miter lim="800000"/>
            <a:headEnd/>
            <a:tailEnd/>
          </a:ln>
        </p:spPr>
        <p:txBody>
          <a:bodyPr wrap="none" lIns="0" tIns="0" rIns="0" bIns="0" anchor="ctr">
            <a:noAutofit/>
          </a:bodyPr>
          <a:lstStyle>
            <a:lvl1pPr algn="r" rtl="0">
              <a:defRPr sz="1867" b="0" i="1" cap="all" baseline="0">
                <a:solidFill>
                  <a:schemeClr val="bg1"/>
                </a:solidFill>
              </a:defRPr>
            </a:lvl1pPr>
          </a:lstStyle>
          <a:p>
            <a:pPr lvl="0"/>
            <a:r>
              <a:rPr lang="en-US" dirty="0"/>
              <a:t>CLICK to ADD Chapter</a:t>
            </a:r>
          </a:p>
        </p:txBody>
      </p:sp>
      <p:sp>
        <p:nvSpPr>
          <p:cNvPr id="15" name="Textplatzhalter 7">
            <a:extLst>
              <a:ext uri="{FF2B5EF4-FFF2-40B4-BE49-F238E27FC236}">
                <a16:creationId xmlns:a16="http://schemas.microsoft.com/office/drawing/2014/main" id="{CCD6F3D6-D6E9-F3F1-1702-7B14E884EC37}"/>
              </a:ext>
            </a:extLst>
          </p:cNvPr>
          <p:cNvSpPr>
            <a:spLocks noGrp="1"/>
          </p:cNvSpPr>
          <p:nvPr>
            <p:ph type="body" sz="quarter" idx="26" hasCustomPrompt="1"/>
          </p:nvPr>
        </p:nvSpPr>
        <p:spPr bwMode="gray">
          <a:xfrm>
            <a:off x="275488" y="3314056"/>
            <a:ext cx="5062328" cy="432000"/>
          </a:xfrm>
          <a:prstGeom prst="rect">
            <a:avLst/>
          </a:prstGeom>
          <a:noFill/>
          <a:ln w="9525">
            <a:noFill/>
            <a:miter lim="800000"/>
            <a:headEnd/>
            <a:tailEnd/>
          </a:ln>
        </p:spPr>
        <p:txBody>
          <a:bodyPr wrap="none" lIns="0" tIns="0" rIns="0" bIns="0" anchor="ctr">
            <a:noAutofit/>
          </a:bodyPr>
          <a:lstStyle>
            <a:lvl1pPr algn="r" rtl="0">
              <a:defRPr sz="1867" b="0" i="1" cap="all" baseline="0">
                <a:solidFill>
                  <a:schemeClr val="bg1"/>
                </a:solidFill>
              </a:defRPr>
            </a:lvl1pPr>
          </a:lstStyle>
          <a:p>
            <a:pPr lvl="0"/>
            <a:r>
              <a:rPr lang="en-US" dirty="0"/>
              <a:t>CLICK to ADD Chapter</a:t>
            </a:r>
          </a:p>
        </p:txBody>
      </p:sp>
      <p:sp>
        <p:nvSpPr>
          <p:cNvPr id="16" name="Textplatzhalter 9">
            <a:extLst>
              <a:ext uri="{FF2B5EF4-FFF2-40B4-BE49-F238E27FC236}">
                <a16:creationId xmlns:a16="http://schemas.microsoft.com/office/drawing/2014/main" id="{BE28D5AC-8065-CC5C-3FFE-782E6757E784}"/>
              </a:ext>
            </a:extLst>
          </p:cNvPr>
          <p:cNvSpPr>
            <a:spLocks noGrp="1"/>
          </p:cNvSpPr>
          <p:nvPr>
            <p:ph type="body" sz="quarter" idx="27" hasCustomPrompt="1"/>
          </p:nvPr>
        </p:nvSpPr>
        <p:spPr bwMode="gray">
          <a:xfrm>
            <a:off x="275488" y="3948341"/>
            <a:ext cx="4899976" cy="432000"/>
          </a:xfrm>
          <a:prstGeom prst="rect">
            <a:avLst/>
          </a:prstGeom>
          <a:noFill/>
          <a:ln w="9525">
            <a:noFill/>
            <a:miter lim="800000"/>
            <a:headEnd/>
            <a:tailEnd/>
          </a:ln>
        </p:spPr>
        <p:txBody>
          <a:bodyPr wrap="none" lIns="0" tIns="0" rIns="0" bIns="0" anchor="ctr">
            <a:noAutofit/>
          </a:bodyPr>
          <a:lstStyle>
            <a:lvl1pPr algn="r" rtl="0">
              <a:defRPr sz="1867" b="0" i="1" cap="all" baseline="0">
                <a:solidFill>
                  <a:schemeClr val="bg1"/>
                </a:solidFill>
              </a:defRPr>
            </a:lvl1pPr>
          </a:lstStyle>
          <a:p>
            <a:pPr lvl="0"/>
            <a:r>
              <a:rPr lang="en-US" dirty="0"/>
              <a:t>CLICK to ADD Chapter</a:t>
            </a:r>
          </a:p>
        </p:txBody>
      </p:sp>
      <p:sp>
        <p:nvSpPr>
          <p:cNvPr id="17" name="Textplatzhalter 15">
            <a:extLst>
              <a:ext uri="{FF2B5EF4-FFF2-40B4-BE49-F238E27FC236}">
                <a16:creationId xmlns:a16="http://schemas.microsoft.com/office/drawing/2014/main" id="{AF8CE4F7-49FA-8482-6980-BAD0A41B8410}"/>
              </a:ext>
            </a:extLst>
          </p:cNvPr>
          <p:cNvSpPr>
            <a:spLocks noGrp="1"/>
          </p:cNvSpPr>
          <p:nvPr>
            <p:ph type="body" sz="quarter" idx="28" hasCustomPrompt="1"/>
          </p:nvPr>
        </p:nvSpPr>
        <p:spPr bwMode="gray">
          <a:xfrm>
            <a:off x="275489" y="4582627"/>
            <a:ext cx="4744599" cy="432000"/>
          </a:xfrm>
          <a:prstGeom prst="rect">
            <a:avLst/>
          </a:prstGeom>
          <a:noFill/>
          <a:ln w="9525">
            <a:noFill/>
            <a:miter lim="800000"/>
            <a:headEnd/>
            <a:tailEnd/>
          </a:ln>
        </p:spPr>
        <p:txBody>
          <a:bodyPr wrap="none" lIns="0" tIns="0" rIns="0" bIns="0" anchor="ctr">
            <a:noAutofit/>
          </a:bodyPr>
          <a:lstStyle>
            <a:lvl1pPr algn="r" rtl="0">
              <a:defRPr sz="1867" b="0" i="1" cap="all" baseline="0">
                <a:solidFill>
                  <a:schemeClr val="bg1"/>
                </a:solidFill>
              </a:defRPr>
            </a:lvl1pPr>
          </a:lstStyle>
          <a:p>
            <a:pPr lvl="0"/>
            <a:r>
              <a:rPr lang="en-US" dirty="0"/>
              <a:t>CLICK to ADD Chapter</a:t>
            </a:r>
          </a:p>
        </p:txBody>
      </p:sp>
      <p:sp>
        <p:nvSpPr>
          <p:cNvPr id="18" name="Textplatzhalter 13">
            <a:extLst>
              <a:ext uri="{FF2B5EF4-FFF2-40B4-BE49-F238E27FC236}">
                <a16:creationId xmlns:a16="http://schemas.microsoft.com/office/drawing/2014/main" id="{CED61260-D02D-B24D-4E1C-B21CCBCAD8B5}"/>
              </a:ext>
            </a:extLst>
          </p:cNvPr>
          <p:cNvSpPr>
            <a:spLocks noGrp="1"/>
          </p:cNvSpPr>
          <p:nvPr>
            <p:ph type="body" sz="quarter" idx="29" hasCustomPrompt="1"/>
          </p:nvPr>
        </p:nvSpPr>
        <p:spPr bwMode="gray">
          <a:xfrm>
            <a:off x="275489" y="5216912"/>
            <a:ext cx="4587529" cy="432000"/>
          </a:xfrm>
          <a:prstGeom prst="rect">
            <a:avLst/>
          </a:prstGeom>
          <a:noFill/>
          <a:ln w="9525">
            <a:noFill/>
            <a:miter lim="800000"/>
            <a:headEnd/>
            <a:tailEnd/>
          </a:ln>
        </p:spPr>
        <p:txBody>
          <a:bodyPr wrap="none" lIns="0" tIns="0" rIns="0" bIns="0" anchor="ctr">
            <a:noAutofit/>
          </a:bodyPr>
          <a:lstStyle>
            <a:lvl1pPr algn="r" rtl="0">
              <a:defRPr sz="1867" b="0" i="1" cap="all" baseline="0">
                <a:solidFill>
                  <a:schemeClr val="bg1"/>
                </a:solidFill>
              </a:defRPr>
            </a:lvl1pPr>
          </a:lstStyle>
          <a:p>
            <a:pPr lvl="0"/>
            <a:r>
              <a:rPr lang="en-US" dirty="0"/>
              <a:t>CLICK to ADD Chapter</a:t>
            </a:r>
          </a:p>
        </p:txBody>
      </p:sp>
      <p:sp>
        <p:nvSpPr>
          <p:cNvPr id="19" name="Textplatzhalter 15">
            <a:extLst>
              <a:ext uri="{FF2B5EF4-FFF2-40B4-BE49-F238E27FC236}">
                <a16:creationId xmlns:a16="http://schemas.microsoft.com/office/drawing/2014/main" id="{B0567285-9520-41D8-2C50-2C79A8C4EF06}"/>
              </a:ext>
            </a:extLst>
          </p:cNvPr>
          <p:cNvSpPr>
            <a:spLocks noGrp="1"/>
          </p:cNvSpPr>
          <p:nvPr>
            <p:ph type="body" sz="quarter" idx="30" hasCustomPrompt="1"/>
          </p:nvPr>
        </p:nvSpPr>
        <p:spPr bwMode="gray">
          <a:xfrm>
            <a:off x="275488" y="5851200"/>
            <a:ext cx="4429093" cy="432000"/>
          </a:xfrm>
          <a:prstGeom prst="rect">
            <a:avLst/>
          </a:prstGeom>
          <a:noFill/>
          <a:ln w="9525">
            <a:noFill/>
            <a:miter lim="800000"/>
            <a:headEnd/>
            <a:tailEnd/>
          </a:ln>
        </p:spPr>
        <p:txBody>
          <a:bodyPr wrap="none" lIns="0" tIns="0" rIns="0" bIns="0" anchor="ctr">
            <a:noAutofit/>
          </a:bodyPr>
          <a:lstStyle>
            <a:lvl1pPr algn="r" rtl="0">
              <a:defRPr sz="1867" b="0" i="1" cap="all" baseline="0">
                <a:solidFill>
                  <a:schemeClr val="bg1"/>
                </a:solidFill>
              </a:defRPr>
            </a:lvl1pPr>
          </a:lstStyle>
          <a:p>
            <a:pPr lvl="0"/>
            <a:r>
              <a:rPr lang="en-US" dirty="0"/>
              <a:t>CLICK to ADD Chapter</a:t>
            </a:r>
          </a:p>
        </p:txBody>
      </p:sp>
      <p:sp>
        <p:nvSpPr>
          <p:cNvPr id="6" name="Content Placeholder 23">
            <a:extLst>
              <a:ext uri="{FF2B5EF4-FFF2-40B4-BE49-F238E27FC236}">
                <a16:creationId xmlns:a16="http://schemas.microsoft.com/office/drawing/2014/main" id="{A5B1A9CA-DCAF-2A7C-2D79-11F622336A91}"/>
              </a:ext>
            </a:extLst>
          </p:cNvPr>
          <p:cNvSpPr>
            <a:spLocks noGrp="1"/>
          </p:cNvSpPr>
          <p:nvPr>
            <p:ph sz="quarter" idx="40" hasCustomPrompt="1"/>
          </p:nvPr>
        </p:nvSpPr>
        <p:spPr bwMode="gray">
          <a:xfrm>
            <a:off x="6491059" y="1411200"/>
            <a:ext cx="560917" cy="431800"/>
          </a:xfrm>
          <a:custGeom>
            <a:avLst/>
            <a:gdLst>
              <a:gd name="connsiteX0" fmla="*/ 0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80745 w 420688"/>
              <a:gd name="connsiteY4" fmla="*/ 0 h 323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688" h="323850">
                <a:moveTo>
                  <a:pt x="80745" y="0"/>
                </a:moveTo>
                <a:lnTo>
                  <a:pt x="420688" y="0"/>
                </a:lnTo>
                <a:lnTo>
                  <a:pt x="339943" y="323850"/>
                </a:lnTo>
                <a:lnTo>
                  <a:pt x="0" y="323850"/>
                </a:lnTo>
                <a:lnTo>
                  <a:pt x="80745" y="0"/>
                </a:lnTo>
                <a:close/>
              </a:path>
            </a:pathLst>
          </a:custGeom>
          <a:solidFill>
            <a:schemeClr val="bg1"/>
          </a:solidFill>
          <a:ln w="9525">
            <a:solidFill>
              <a:schemeClr val="bg1"/>
            </a:solidFill>
            <a:miter lim="800000"/>
            <a:headEnd/>
            <a:tailEnd/>
          </a:ln>
        </p:spPr>
        <p:txBody>
          <a:bodyPr wrap="none" anchor="ctr" anchorCtr="0"/>
          <a:lstStyle>
            <a:lvl1pPr algn="ctr">
              <a:defRPr>
                <a:solidFill>
                  <a:schemeClr val="accent1"/>
                </a:solidFill>
              </a:defRPr>
            </a:lvl1pPr>
            <a:lvl2pPr marL="4800" indent="0" algn="ctr">
              <a:buNone/>
              <a:defRPr>
                <a:solidFill>
                  <a:schemeClr val="accent1"/>
                </a:solidFill>
              </a:defRPr>
            </a:lvl2pPr>
            <a:lvl3pPr algn="ctr">
              <a:defRPr>
                <a:solidFill>
                  <a:schemeClr val="accent1"/>
                </a:solidFill>
              </a:defRPr>
            </a:lvl3pPr>
            <a:lvl4pPr algn="ctr">
              <a:defRPr>
                <a:solidFill>
                  <a:schemeClr val="accent1"/>
                </a:solidFill>
              </a:defRPr>
            </a:lvl4pPr>
            <a:lvl5pPr algn="ctr">
              <a:defRPr>
                <a:solidFill>
                  <a:schemeClr val="accent1"/>
                </a:solidFill>
              </a:defRPr>
            </a:lvl5pPr>
          </a:lstStyle>
          <a:p>
            <a:pPr lvl="0"/>
            <a:r>
              <a:rPr lang="en-US" dirty="0"/>
              <a:t>Add 01</a:t>
            </a:r>
          </a:p>
        </p:txBody>
      </p:sp>
      <p:sp>
        <p:nvSpPr>
          <p:cNvPr id="7" name="Content Placeholder 23">
            <a:extLst>
              <a:ext uri="{FF2B5EF4-FFF2-40B4-BE49-F238E27FC236}">
                <a16:creationId xmlns:a16="http://schemas.microsoft.com/office/drawing/2014/main" id="{789E8DED-F894-F9FD-9ABA-6F6DA170928C}"/>
              </a:ext>
            </a:extLst>
          </p:cNvPr>
          <p:cNvSpPr>
            <a:spLocks noGrp="1"/>
          </p:cNvSpPr>
          <p:nvPr>
            <p:ph sz="quarter" idx="41" hasCustomPrompt="1"/>
          </p:nvPr>
        </p:nvSpPr>
        <p:spPr bwMode="gray">
          <a:xfrm>
            <a:off x="6333370" y="2045485"/>
            <a:ext cx="560917" cy="431800"/>
          </a:xfrm>
          <a:custGeom>
            <a:avLst/>
            <a:gdLst>
              <a:gd name="connsiteX0" fmla="*/ 0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80745 w 420688"/>
              <a:gd name="connsiteY4" fmla="*/ 0 h 323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688" h="323850">
                <a:moveTo>
                  <a:pt x="80745" y="0"/>
                </a:moveTo>
                <a:lnTo>
                  <a:pt x="420688" y="0"/>
                </a:lnTo>
                <a:lnTo>
                  <a:pt x="339943" y="323850"/>
                </a:lnTo>
                <a:lnTo>
                  <a:pt x="0" y="323850"/>
                </a:lnTo>
                <a:lnTo>
                  <a:pt x="80745" y="0"/>
                </a:lnTo>
                <a:close/>
              </a:path>
            </a:pathLst>
          </a:custGeom>
          <a:solidFill>
            <a:schemeClr val="bg1"/>
          </a:solidFill>
          <a:ln w="9525">
            <a:solidFill>
              <a:schemeClr val="bg1"/>
            </a:solidFill>
            <a:miter lim="800000"/>
            <a:headEnd/>
            <a:tailEnd/>
          </a:ln>
        </p:spPr>
        <p:txBody>
          <a:bodyPr wrap="none" anchor="ctr" anchorCtr="0"/>
          <a:lstStyle>
            <a:lvl1pPr algn="ctr">
              <a:defRPr>
                <a:solidFill>
                  <a:schemeClr val="accent1"/>
                </a:solidFill>
              </a:defRPr>
            </a:lvl1pPr>
            <a:lvl2pPr algn="ctr">
              <a:defRPr>
                <a:solidFill>
                  <a:schemeClr val="accent1"/>
                </a:solidFill>
              </a:defRPr>
            </a:lvl2pPr>
            <a:lvl3pPr algn="ctr">
              <a:defRPr>
                <a:solidFill>
                  <a:schemeClr val="accent1"/>
                </a:solidFill>
              </a:defRPr>
            </a:lvl3pPr>
            <a:lvl4pPr algn="ctr">
              <a:defRPr>
                <a:solidFill>
                  <a:schemeClr val="accent1"/>
                </a:solidFill>
              </a:defRPr>
            </a:lvl4pPr>
            <a:lvl5pPr algn="ctr">
              <a:defRPr>
                <a:solidFill>
                  <a:schemeClr val="accent1"/>
                </a:solidFill>
              </a:defRPr>
            </a:lvl5pPr>
          </a:lstStyle>
          <a:p>
            <a:pPr lvl="0"/>
            <a:r>
              <a:rPr lang="en-US" dirty="0"/>
              <a:t>Add 02</a:t>
            </a:r>
          </a:p>
        </p:txBody>
      </p:sp>
      <p:sp>
        <p:nvSpPr>
          <p:cNvPr id="8" name="Content Placeholder 23">
            <a:extLst>
              <a:ext uri="{FF2B5EF4-FFF2-40B4-BE49-F238E27FC236}">
                <a16:creationId xmlns:a16="http://schemas.microsoft.com/office/drawing/2014/main" id="{7EA03D35-454B-FE62-A6AF-B1C0504F866B}"/>
              </a:ext>
            </a:extLst>
          </p:cNvPr>
          <p:cNvSpPr>
            <a:spLocks noGrp="1"/>
          </p:cNvSpPr>
          <p:nvPr>
            <p:ph sz="quarter" idx="42" hasCustomPrompt="1"/>
          </p:nvPr>
        </p:nvSpPr>
        <p:spPr bwMode="gray">
          <a:xfrm>
            <a:off x="6176468" y="2679771"/>
            <a:ext cx="560917" cy="431800"/>
          </a:xfrm>
          <a:custGeom>
            <a:avLst/>
            <a:gdLst>
              <a:gd name="connsiteX0" fmla="*/ 0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80745 w 420688"/>
              <a:gd name="connsiteY4" fmla="*/ 0 h 323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688" h="323850">
                <a:moveTo>
                  <a:pt x="80745" y="0"/>
                </a:moveTo>
                <a:lnTo>
                  <a:pt x="420688" y="0"/>
                </a:lnTo>
                <a:lnTo>
                  <a:pt x="339943" y="323850"/>
                </a:lnTo>
                <a:lnTo>
                  <a:pt x="0" y="323850"/>
                </a:lnTo>
                <a:lnTo>
                  <a:pt x="80745" y="0"/>
                </a:lnTo>
                <a:close/>
              </a:path>
            </a:pathLst>
          </a:custGeom>
          <a:solidFill>
            <a:schemeClr val="bg1"/>
          </a:solidFill>
          <a:ln w="9525">
            <a:solidFill>
              <a:schemeClr val="bg1"/>
            </a:solidFill>
            <a:miter lim="800000"/>
            <a:headEnd/>
            <a:tailEnd/>
          </a:ln>
        </p:spPr>
        <p:txBody>
          <a:bodyPr wrap="none" anchor="ctr" anchorCtr="0"/>
          <a:lstStyle>
            <a:lvl1pPr algn="ctr">
              <a:defRPr>
                <a:solidFill>
                  <a:schemeClr val="accent1"/>
                </a:solidFill>
              </a:defRPr>
            </a:lvl1pPr>
            <a:lvl2pPr algn="ctr">
              <a:defRPr>
                <a:solidFill>
                  <a:schemeClr val="accent1"/>
                </a:solidFill>
              </a:defRPr>
            </a:lvl2pPr>
            <a:lvl3pPr algn="ctr">
              <a:defRPr>
                <a:solidFill>
                  <a:schemeClr val="accent1"/>
                </a:solidFill>
              </a:defRPr>
            </a:lvl3pPr>
            <a:lvl4pPr algn="ctr">
              <a:defRPr>
                <a:solidFill>
                  <a:schemeClr val="accent1"/>
                </a:solidFill>
              </a:defRPr>
            </a:lvl4pPr>
            <a:lvl5pPr algn="ctr">
              <a:defRPr>
                <a:solidFill>
                  <a:schemeClr val="accent1"/>
                </a:solidFill>
              </a:defRPr>
            </a:lvl5pPr>
          </a:lstStyle>
          <a:p>
            <a:pPr lvl="0"/>
            <a:r>
              <a:rPr lang="en-US" dirty="0"/>
              <a:t>Add 03</a:t>
            </a:r>
          </a:p>
        </p:txBody>
      </p:sp>
      <p:sp>
        <p:nvSpPr>
          <p:cNvPr id="12" name="Content Placeholder 23">
            <a:extLst>
              <a:ext uri="{FF2B5EF4-FFF2-40B4-BE49-F238E27FC236}">
                <a16:creationId xmlns:a16="http://schemas.microsoft.com/office/drawing/2014/main" id="{74DBB7A3-11D9-DA5B-4E33-D665B4B72B99}"/>
              </a:ext>
            </a:extLst>
          </p:cNvPr>
          <p:cNvSpPr>
            <a:spLocks noGrp="1"/>
          </p:cNvSpPr>
          <p:nvPr>
            <p:ph sz="quarter" idx="43" hasCustomPrompt="1"/>
          </p:nvPr>
        </p:nvSpPr>
        <p:spPr bwMode="gray">
          <a:xfrm>
            <a:off x="6015592" y="3314056"/>
            <a:ext cx="560917" cy="431800"/>
          </a:xfrm>
          <a:custGeom>
            <a:avLst/>
            <a:gdLst>
              <a:gd name="connsiteX0" fmla="*/ 0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80745 w 420688"/>
              <a:gd name="connsiteY4" fmla="*/ 0 h 323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688" h="323850">
                <a:moveTo>
                  <a:pt x="80745" y="0"/>
                </a:moveTo>
                <a:lnTo>
                  <a:pt x="420688" y="0"/>
                </a:lnTo>
                <a:lnTo>
                  <a:pt x="339943" y="323850"/>
                </a:lnTo>
                <a:lnTo>
                  <a:pt x="0" y="323850"/>
                </a:lnTo>
                <a:lnTo>
                  <a:pt x="80745" y="0"/>
                </a:lnTo>
                <a:close/>
              </a:path>
            </a:pathLst>
          </a:custGeom>
          <a:solidFill>
            <a:schemeClr val="bg1"/>
          </a:solidFill>
          <a:ln w="9525">
            <a:solidFill>
              <a:schemeClr val="bg1"/>
            </a:solidFill>
            <a:miter lim="800000"/>
            <a:headEnd/>
            <a:tailEnd/>
          </a:ln>
        </p:spPr>
        <p:txBody>
          <a:bodyPr wrap="none" anchor="ctr" anchorCtr="0"/>
          <a:lstStyle>
            <a:lvl1pPr algn="ctr">
              <a:defRPr>
                <a:solidFill>
                  <a:schemeClr val="accent1"/>
                </a:solidFill>
              </a:defRPr>
            </a:lvl1pPr>
            <a:lvl2pPr algn="ctr">
              <a:defRPr>
                <a:solidFill>
                  <a:schemeClr val="accent1"/>
                </a:solidFill>
              </a:defRPr>
            </a:lvl2pPr>
            <a:lvl3pPr algn="ctr">
              <a:defRPr>
                <a:solidFill>
                  <a:schemeClr val="accent1"/>
                </a:solidFill>
              </a:defRPr>
            </a:lvl3pPr>
            <a:lvl4pPr algn="ctr">
              <a:defRPr>
                <a:solidFill>
                  <a:schemeClr val="accent1"/>
                </a:solidFill>
              </a:defRPr>
            </a:lvl4pPr>
            <a:lvl5pPr algn="ctr">
              <a:defRPr>
                <a:solidFill>
                  <a:schemeClr val="accent1"/>
                </a:solidFill>
              </a:defRPr>
            </a:lvl5pPr>
          </a:lstStyle>
          <a:p>
            <a:pPr lvl="0"/>
            <a:r>
              <a:rPr lang="en-US" dirty="0"/>
              <a:t>Add 04</a:t>
            </a:r>
          </a:p>
        </p:txBody>
      </p:sp>
      <p:sp>
        <p:nvSpPr>
          <p:cNvPr id="28" name="Content Placeholder 23">
            <a:extLst>
              <a:ext uri="{FF2B5EF4-FFF2-40B4-BE49-F238E27FC236}">
                <a16:creationId xmlns:a16="http://schemas.microsoft.com/office/drawing/2014/main" id="{26713A83-00F3-6B2A-30F8-E732655B0099}"/>
              </a:ext>
            </a:extLst>
          </p:cNvPr>
          <p:cNvSpPr>
            <a:spLocks noGrp="1"/>
          </p:cNvSpPr>
          <p:nvPr>
            <p:ph sz="quarter" idx="44" hasCustomPrompt="1"/>
          </p:nvPr>
        </p:nvSpPr>
        <p:spPr bwMode="gray">
          <a:xfrm>
            <a:off x="5860059" y="3948341"/>
            <a:ext cx="560917" cy="431800"/>
          </a:xfrm>
          <a:custGeom>
            <a:avLst/>
            <a:gdLst>
              <a:gd name="connsiteX0" fmla="*/ 0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80745 w 420688"/>
              <a:gd name="connsiteY4" fmla="*/ 0 h 323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688" h="323850">
                <a:moveTo>
                  <a:pt x="80745" y="0"/>
                </a:moveTo>
                <a:lnTo>
                  <a:pt x="420688" y="0"/>
                </a:lnTo>
                <a:lnTo>
                  <a:pt x="339943" y="323850"/>
                </a:lnTo>
                <a:lnTo>
                  <a:pt x="0" y="323850"/>
                </a:lnTo>
                <a:lnTo>
                  <a:pt x="80745" y="0"/>
                </a:lnTo>
                <a:close/>
              </a:path>
            </a:pathLst>
          </a:custGeom>
          <a:solidFill>
            <a:schemeClr val="bg1"/>
          </a:solidFill>
          <a:ln w="9525">
            <a:solidFill>
              <a:schemeClr val="bg1"/>
            </a:solidFill>
            <a:miter lim="800000"/>
            <a:headEnd/>
            <a:tailEnd/>
          </a:ln>
        </p:spPr>
        <p:txBody>
          <a:bodyPr wrap="none" anchor="ctr" anchorCtr="0"/>
          <a:lstStyle>
            <a:lvl1pPr algn="ctr">
              <a:defRPr>
                <a:solidFill>
                  <a:schemeClr val="accent1"/>
                </a:solidFill>
              </a:defRPr>
            </a:lvl1pPr>
            <a:lvl2pPr algn="ctr">
              <a:defRPr>
                <a:solidFill>
                  <a:schemeClr val="accent1"/>
                </a:solidFill>
              </a:defRPr>
            </a:lvl2pPr>
            <a:lvl3pPr algn="ctr">
              <a:defRPr>
                <a:solidFill>
                  <a:schemeClr val="accent1"/>
                </a:solidFill>
              </a:defRPr>
            </a:lvl3pPr>
            <a:lvl4pPr algn="ctr">
              <a:defRPr>
                <a:solidFill>
                  <a:schemeClr val="accent1"/>
                </a:solidFill>
              </a:defRPr>
            </a:lvl4pPr>
            <a:lvl5pPr algn="ctr">
              <a:defRPr>
                <a:solidFill>
                  <a:schemeClr val="accent1"/>
                </a:solidFill>
              </a:defRPr>
            </a:lvl5pPr>
          </a:lstStyle>
          <a:p>
            <a:pPr lvl="0"/>
            <a:r>
              <a:rPr lang="en-US" dirty="0"/>
              <a:t>Add 05</a:t>
            </a:r>
          </a:p>
        </p:txBody>
      </p:sp>
      <p:sp>
        <p:nvSpPr>
          <p:cNvPr id="29" name="Content Placeholder 23">
            <a:extLst>
              <a:ext uri="{FF2B5EF4-FFF2-40B4-BE49-F238E27FC236}">
                <a16:creationId xmlns:a16="http://schemas.microsoft.com/office/drawing/2014/main" id="{B7DDE582-DD37-FC26-45F5-D0E16F0FF6C7}"/>
              </a:ext>
            </a:extLst>
          </p:cNvPr>
          <p:cNvSpPr>
            <a:spLocks noGrp="1"/>
          </p:cNvSpPr>
          <p:nvPr>
            <p:ph sz="quarter" idx="45" hasCustomPrompt="1"/>
          </p:nvPr>
        </p:nvSpPr>
        <p:spPr bwMode="gray">
          <a:xfrm>
            <a:off x="5703810" y="4582627"/>
            <a:ext cx="560917" cy="431800"/>
          </a:xfrm>
          <a:custGeom>
            <a:avLst/>
            <a:gdLst>
              <a:gd name="connsiteX0" fmla="*/ 0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80745 w 420688"/>
              <a:gd name="connsiteY4" fmla="*/ 0 h 323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688" h="323850">
                <a:moveTo>
                  <a:pt x="80745" y="0"/>
                </a:moveTo>
                <a:lnTo>
                  <a:pt x="420688" y="0"/>
                </a:lnTo>
                <a:lnTo>
                  <a:pt x="339943" y="323850"/>
                </a:lnTo>
                <a:lnTo>
                  <a:pt x="0" y="323850"/>
                </a:lnTo>
                <a:lnTo>
                  <a:pt x="80745" y="0"/>
                </a:lnTo>
                <a:close/>
              </a:path>
            </a:pathLst>
          </a:custGeom>
          <a:solidFill>
            <a:schemeClr val="bg1"/>
          </a:solidFill>
          <a:ln w="9525">
            <a:solidFill>
              <a:schemeClr val="bg1"/>
            </a:solidFill>
            <a:miter lim="800000"/>
            <a:headEnd/>
            <a:tailEnd/>
          </a:ln>
        </p:spPr>
        <p:txBody>
          <a:bodyPr wrap="none" anchor="ctr" anchorCtr="0"/>
          <a:lstStyle>
            <a:lvl1pPr algn="ctr">
              <a:defRPr>
                <a:solidFill>
                  <a:schemeClr val="accent1"/>
                </a:solidFill>
              </a:defRPr>
            </a:lvl1pPr>
            <a:lvl2pPr algn="ctr">
              <a:defRPr>
                <a:solidFill>
                  <a:schemeClr val="accent1"/>
                </a:solidFill>
              </a:defRPr>
            </a:lvl2pPr>
            <a:lvl3pPr algn="ctr">
              <a:defRPr>
                <a:solidFill>
                  <a:schemeClr val="accent1"/>
                </a:solidFill>
              </a:defRPr>
            </a:lvl3pPr>
            <a:lvl4pPr algn="ctr">
              <a:defRPr>
                <a:solidFill>
                  <a:schemeClr val="accent1"/>
                </a:solidFill>
              </a:defRPr>
            </a:lvl4pPr>
            <a:lvl5pPr algn="ctr">
              <a:defRPr>
                <a:solidFill>
                  <a:schemeClr val="accent1"/>
                </a:solidFill>
              </a:defRPr>
            </a:lvl5pPr>
          </a:lstStyle>
          <a:p>
            <a:pPr lvl="0"/>
            <a:r>
              <a:rPr lang="en-US" dirty="0"/>
              <a:t>Add 06</a:t>
            </a:r>
          </a:p>
        </p:txBody>
      </p:sp>
      <p:sp>
        <p:nvSpPr>
          <p:cNvPr id="30" name="Content Placeholder 23">
            <a:extLst>
              <a:ext uri="{FF2B5EF4-FFF2-40B4-BE49-F238E27FC236}">
                <a16:creationId xmlns:a16="http://schemas.microsoft.com/office/drawing/2014/main" id="{94903D05-644B-E48F-F5B2-8BF33E1DB6E1}"/>
              </a:ext>
            </a:extLst>
          </p:cNvPr>
          <p:cNvSpPr>
            <a:spLocks noGrp="1"/>
          </p:cNvSpPr>
          <p:nvPr>
            <p:ph sz="quarter" idx="46" hasCustomPrompt="1"/>
          </p:nvPr>
        </p:nvSpPr>
        <p:spPr bwMode="gray">
          <a:xfrm>
            <a:off x="5544904" y="5216912"/>
            <a:ext cx="560917" cy="431800"/>
          </a:xfrm>
          <a:custGeom>
            <a:avLst/>
            <a:gdLst>
              <a:gd name="connsiteX0" fmla="*/ 0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80745 w 420688"/>
              <a:gd name="connsiteY4" fmla="*/ 0 h 323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688" h="323850">
                <a:moveTo>
                  <a:pt x="80745" y="0"/>
                </a:moveTo>
                <a:lnTo>
                  <a:pt x="420688" y="0"/>
                </a:lnTo>
                <a:lnTo>
                  <a:pt x="339943" y="323850"/>
                </a:lnTo>
                <a:lnTo>
                  <a:pt x="0" y="323850"/>
                </a:lnTo>
                <a:lnTo>
                  <a:pt x="80745" y="0"/>
                </a:lnTo>
                <a:close/>
              </a:path>
            </a:pathLst>
          </a:custGeom>
          <a:solidFill>
            <a:schemeClr val="bg1"/>
          </a:solidFill>
          <a:ln w="9525">
            <a:solidFill>
              <a:schemeClr val="bg1"/>
            </a:solidFill>
            <a:miter lim="800000"/>
            <a:headEnd/>
            <a:tailEnd/>
          </a:ln>
        </p:spPr>
        <p:txBody>
          <a:bodyPr wrap="none" anchor="ctr" anchorCtr="0"/>
          <a:lstStyle>
            <a:lvl1pPr algn="ctr">
              <a:defRPr>
                <a:solidFill>
                  <a:schemeClr val="accent1"/>
                </a:solidFill>
              </a:defRPr>
            </a:lvl1pPr>
            <a:lvl2pPr algn="ctr">
              <a:defRPr>
                <a:solidFill>
                  <a:schemeClr val="accent1"/>
                </a:solidFill>
              </a:defRPr>
            </a:lvl2pPr>
            <a:lvl3pPr marL="249594" indent="0" algn="ctr">
              <a:buNone/>
              <a:defRPr>
                <a:solidFill>
                  <a:schemeClr val="accent1"/>
                </a:solidFill>
              </a:defRPr>
            </a:lvl3pPr>
            <a:lvl4pPr algn="ctr">
              <a:defRPr>
                <a:solidFill>
                  <a:schemeClr val="accent1"/>
                </a:solidFill>
              </a:defRPr>
            </a:lvl4pPr>
            <a:lvl5pPr algn="ctr">
              <a:defRPr>
                <a:solidFill>
                  <a:schemeClr val="accent1"/>
                </a:solidFill>
              </a:defRPr>
            </a:lvl5pPr>
          </a:lstStyle>
          <a:p>
            <a:pPr lvl="0"/>
            <a:r>
              <a:rPr lang="en-US" dirty="0"/>
              <a:t>Add 07</a:t>
            </a:r>
          </a:p>
        </p:txBody>
      </p:sp>
      <p:sp>
        <p:nvSpPr>
          <p:cNvPr id="31" name="Content Placeholder 23">
            <a:extLst>
              <a:ext uri="{FF2B5EF4-FFF2-40B4-BE49-F238E27FC236}">
                <a16:creationId xmlns:a16="http://schemas.microsoft.com/office/drawing/2014/main" id="{688F458F-D1B9-CCC0-F8DE-14912AB31CBD}"/>
              </a:ext>
            </a:extLst>
          </p:cNvPr>
          <p:cNvSpPr>
            <a:spLocks noGrp="1"/>
          </p:cNvSpPr>
          <p:nvPr>
            <p:ph sz="quarter" idx="47" hasCustomPrompt="1"/>
          </p:nvPr>
        </p:nvSpPr>
        <p:spPr bwMode="gray">
          <a:xfrm>
            <a:off x="5386159" y="5851200"/>
            <a:ext cx="560917" cy="431800"/>
          </a:xfrm>
          <a:custGeom>
            <a:avLst/>
            <a:gdLst>
              <a:gd name="connsiteX0" fmla="*/ 0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420688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0 w 420688"/>
              <a:gd name="connsiteY4" fmla="*/ 0 h 323850"/>
              <a:gd name="connsiteX0" fmla="*/ 80745 w 420688"/>
              <a:gd name="connsiteY0" fmla="*/ 0 h 323850"/>
              <a:gd name="connsiteX1" fmla="*/ 420688 w 420688"/>
              <a:gd name="connsiteY1" fmla="*/ 0 h 323850"/>
              <a:gd name="connsiteX2" fmla="*/ 339943 w 420688"/>
              <a:gd name="connsiteY2" fmla="*/ 323850 h 323850"/>
              <a:gd name="connsiteX3" fmla="*/ 0 w 420688"/>
              <a:gd name="connsiteY3" fmla="*/ 323850 h 323850"/>
              <a:gd name="connsiteX4" fmla="*/ 80745 w 420688"/>
              <a:gd name="connsiteY4" fmla="*/ 0 h 323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688" h="323850">
                <a:moveTo>
                  <a:pt x="80745" y="0"/>
                </a:moveTo>
                <a:lnTo>
                  <a:pt x="420688" y="0"/>
                </a:lnTo>
                <a:lnTo>
                  <a:pt x="339943" y="323850"/>
                </a:lnTo>
                <a:lnTo>
                  <a:pt x="0" y="323850"/>
                </a:lnTo>
                <a:lnTo>
                  <a:pt x="80745" y="0"/>
                </a:lnTo>
                <a:close/>
              </a:path>
            </a:pathLst>
          </a:custGeom>
          <a:solidFill>
            <a:schemeClr val="bg1"/>
          </a:solidFill>
          <a:ln w="9525">
            <a:solidFill>
              <a:schemeClr val="bg1"/>
            </a:solidFill>
            <a:miter lim="800000"/>
            <a:headEnd/>
            <a:tailEnd/>
          </a:ln>
        </p:spPr>
        <p:txBody>
          <a:bodyPr wrap="none" anchor="ctr" anchorCtr="0"/>
          <a:lstStyle>
            <a:lvl1pPr algn="ctr">
              <a:defRPr>
                <a:solidFill>
                  <a:schemeClr val="accent1"/>
                </a:solidFill>
              </a:defRPr>
            </a:lvl1pPr>
            <a:lvl2pPr algn="ctr">
              <a:defRPr>
                <a:solidFill>
                  <a:schemeClr val="accent1"/>
                </a:solidFill>
              </a:defRPr>
            </a:lvl2pPr>
            <a:lvl3pPr algn="ctr">
              <a:defRPr>
                <a:solidFill>
                  <a:schemeClr val="accent1"/>
                </a:solidFill>
              </a:defRPr>
            </a:lvl3pPr>
            <a:lvl4pPr algn="ctr">
              <a:defRPr>
                <a:solidFill>
                  <a:schemeClr val="accent1"/>
                </a:solidFill>
              </a:defRPr>
            </a:lvl4pPr>
            <a:lvl5pPr algn="ctr">
              <a:defRPr>
                <a:solidFill>
                  <a:schemeClr val="accent1"/>
                </a:solidFill>
              </a:defRPr>
            </a:lvl5pPr>
          </a:lstStyle>
          <a:p>
            <a:pPr lvl="0"/>
            <a:r>
              <a:rPr lang="en-US" dirty="0"/>
              <a:t>Add 08</a:t>
            </a:r>
          </a:p>
        </p:txBody>
      </p:sp>
      <p:sp>
        <p:nvSpPr>
          <p:cNvPr id="4" name="Rectangle 20">
            <a:extLst>
              <a:ext uri="{FF2B5EF4-FFF2-40B4-BE49-F238E27FC236}">
                <a16:creationId xmlns:a16="http://schemas.microsoft.com/office/drawing/2014/main" id="{6F3476C3-93AA-57E4-CB8E-2009DAA80716}"/>
              </a:ext>
            </a:extLst>
          </p:cNvPr>
          <p:cNvSpPr/>
          <p:nvPr>
            <p:custDataLst>
              <p:tags r:id="rId2"/>
            </p:custDataLst>
          </p:nvPr>
        </p:nvSpPr>
        <p:spPr bwMode="ltGray">
          <a:xfrm>
            <a:off x="9587673" y="6480064"/>
            <a:ext cx="2328835" cy="205121"/>
          </a:xfrm>
          <a:prstGeom prst="rect">
            <a:avLst/>
          </a:prstGeom>
          <a:noFill/>
          <a:ln w="9525">
            <a:noFill/>
            <a:miter lim="800000"/>
            <a:headEnd/>
            <a:tailEnd/>
          </a:ln>
          <a:effectLst/>
        </p:spPr>
        <p:txBody>
          <a:bodyPr wrap="square" lIns="0" tIns="0" rIns="0" bIns="0" anchor="b">
            <a:spAutoFit/>
          </a:bodyPr>
          <a:lstStyle/>
          <a:p>
            <a:pPr algn="r" defTabSz="857208">
              <a:spcBef>
                <a:spcPct val="0"/>
              </a:spcBef>
              <a:buClrTx/>
              <a:buSzTx/>
              <a:buFontTx/>
              <a:buNone/>
              <a:defRPr/>
            </a:pPr>
            <a:r>
              <a:rPr lang="en-US" sz="1333" dirty="0">
                <a:solidFill>
                  <a:schemeClr val="bg1"/>
                </a:solidFill>
              </a:rPr>
              <a:t>© Horváth</a:t>
            </a:r>
          </a:p>
        </p:txBody>
      </p:sp>
    </p:spTree>
    <p:extLst>
      <p:ext uri="{BB962C8B-B14F-4D97-AF65-F5344CB8AC3E}">
        <p14:creationId xmlns:p14="http://schemas.microsoft.com/office/powerpoint/2010/main" val="2039292656"/>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ivider HOR GROUP">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670E4A55-4881-47A2-9281-C78C4648658F}"/>
              </a:ext>
            </a:extLst>
          </p:cNvPr>
          <p:cNvGraphicFramePr>
            <a:graphicFrameLocks noChangeAspect="1"/>
          </p:cNvGraphicFramePr>
          <p:nvPr>
            <p:custDataLst>
              <p:tags r:id="rId1"/>
            </p:custDataLst>
            <p:extLst>
              <p:ext uri="{D42A27DB-BD31-4B8C-83A1-F6EECF244321}">
                <p14:modId xmlns:p14="http://schemas.microsoft.com/office/powerpoint/2010/main" val="2310407112"/>
              </p:ext>
            </p:extLst>
          </p:nvPr>
        </p:nvGraphicFramePr>
        <p:xfrm>
          <a:off x="1956" y="1590"/>
          <a:ext cx="1955" cy="1588"/>
        </p:xfrm>
        <a:graphic>
          <a:graphicData uri="http://schemas.openxmlformats.org/presentationml/2006/ole">
            <mc:AlternateContent xmlns:mc="http://schemas.openxmlformats.org/markup-compatibility/2006">
              <mc:Choice xmlns:v="urn:schemas-microsoft-com:vml" Requires="v">
                <p:oleObj name="think-cell Slide" r:id="rId3" imgW="353" imgH="353" progId="TCLayout.ActiveDocument.1">
                  <p:embed/>
                </p:oleObj>
              </mc:Choice>
              <mc:Fallback>
                <p:oleObj name="think-cell Slide" r:id="rId3" imgW="353" imgH="353" progId="TCLayout.ActiveDocument.1">
                  <p:embed/>
                  <p:pic>
                    <p:nvPicPr>
                      <p:cNvPr id="2" name="Object 1" hidden="1">
                        <a:extLst>
                          <a:ext uri="{FF2B5EF4-FFF2-40B4-BE49-F238E27FC236}">
                            <a16:creationId xmlns:a16="http://schemas.microsoft.com/office/drawing/2014/main" id="{670E4A55-4881-47A2-9281-C78C4648658F}"/>
                          </a:ext>
                        </a:extLst>
                      </p:cNvPr>
                      <p:cNvPicPr/>
                      <p:nvPr/>
                    </p:nvPicPr>
                    <p:blipFill>
                      <a:blip r:embed="rId4"/>
                      <a:stretch>
                        <a:fillRect/>
                      </a:stretch>
                    </p:blipFill>
                    <p:spPr>
                      <a:xfrm>
                        <a:off x="1956" y="1590"/>
                        <a:ext cx="1955" cy="1588"/>
                      </a:xfrm>
                      <a:prstGeom prst="rect">
                        <a:avLst/>
                      </a:prstGeom>
                    </p:spPr>
                  </p:pic>
                </p:oleObj>
              </mc:Fallback>
            </mc:AlternateContent>
          </a:graphicData>
        </a:graphic>
      </p:graphicFrame>
      <p:pic>
        <p:nvPicPr>
          <p:cNvPr id="3" name="Picture 2">
            <a:extLst>
              <a:ext uri="{FF2B5EF4-FFF2-40B4-BE49-F238E27FC236}">
                <a16:creationId xmlns:a16="http://schemas.microsoft.com/office/drawing/2014/main" id="{B24E41ED-89C3-265E-1E23-6FB74D79A928}"/>
              </a:ext>
            </a:extLst>
          </p:cNvPr>
          <p:cNvPicPr>
            <a:picLocks noGrp="1" noRot="1" noMove="1" noResize="1" noEditPoints="1" noAdjustHandles="1" noChangeArrowheads="1" noChangeShapeType="1" noCrop="1"/>
          </p:cNvPicPr>
          <p:nvPr/>
        </p:nvPicPr>
        <p:blipFill>
          <a:blip r:embed="rId5"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5" name="Textplatzhalter 3086">
            <a:extLst>
              <a:ext uri="{FF2B5EF4-FFF2-40B4-BE49-F238E27FC236}">
                <a16:creationId xmlns:a16="http://schemas.microsoft.com/office/drawing/2014/main" id="{A2CF1C15-0375-F7BE-60ED-46D99419DB51}"/>
              </a:ext>
            </a:extLst>
          </p:cNvPr>
          <p:cNvSpPr>
            <a:spLocks noGrp="1"/>
          </p:cNvSpPr>
          <p:nvPr>
            <p:ph type="body" sz="quarter" idx="13" hasCustomPrompt="1"/>
          </p:nvPr>
        </p:nvSpPr>
        <p:spPr bwMode="gray">
          <a:xfrm>
            <a:off x="-1" y="-3000"/>
            <a:ext cx="6729676" cy="6858000"/>
          </a:xfrm>
          <a:custGeom>
            <a:avLst/>
            <a:gdLst>
              <a:gd name="connsiteX0" fmla="*/ 0 w 5047257"/>
              <a:gd name="connsiteY0" fmla="*/ 0 h 5143500"/>
              <a:gd name="connsiteX1" fmla="*/ 5047257 w 5047257"/>
              <a:gd name="connsiteY1" fmla="*/ 0 h 5143500"/>
              <a:gd name="connsiteX2" fmla="*/ 5047257 w 5047257"/>
              <a:gd name="connsiteY2" fmla="*/ 5143500 h 5143500"/>
              <a:gd name="connsiteX3" fmla="*/ 0 w 5047257"/>
              <a:gd name="connsiteY3" fmla="*/ 5143500 h 5143500"/>
              <a:gd name="connsiteX4" fmla="*/ 0 w 5047257"/>
              <a:gd name="connsiteY4" fmla="*/ 0 h 5143500"/>
              <a:gd name="connsiteX0" fmla="*/ 1282419 w 5047257"/>
              <a:gd name="connsiteY0" fmla="*/ 0 h 5143500"/>
              <a:gd name="connsiteX1" fmla="*/ 5047257 w 5047257"/>
              <a:gd name="connsiteY1" fmla="*/ 0 h 5143500"/>
              <a:gd name="connsiteX2" fmla="*/ 5047257 w 5047257"/>
              <a:gd name="connsiteY2" fmla="*/ 5143500 h 5143500"/>
              <a:gd name="connsiteX3" fmla="*/ 0 w 5047257"/>
              <a:gd name="connsiteY3" fmla="*/ 5143500 h 5143500"/>
              <a:gd name="connsiteX4" fmla="*/ 0 w 5047257"/>
              <a:gd name="connsiteY4" fmla="*/ 0 h 5143500"/>
              <a:gd name="connsiteX0" fmla="*/ 1282419 w 5047257"/>
              <a:gd name="connsiteY0" fmla="*/ 0 h 5143500"/>
              <a:gd name="connsiteX1" fmla="*/ 5047257 w 5047257"/>
              <a:gd name="connsiteY1" fmla="*/ 0 h 5143500"/>
              <a:gd name="connsiteX2" fmla="*/ 5047257 w 5047257"/>
              <a:gd name="connsiteY2" fmla="*/ 5143500 h 5143500"/>
              <a:gd name="connsiteX3" fmla="*/ 0 w 5047257"/>
              <a:gd name="connsiteY3" fmla="*/ 5143500 h 5143500"/>
              <a:gd name="connsiteX4" fmla="*/ 0 w 5047257"/>
              <a:gd name="connsiteY4" fmla="*/ 0 h 5143500"/>
              <a:gd name="connsiteX0" fmla="*/ 1282419 w 5047257"/>
              <a:gd name="connsiteY0" fmla="*/ 0 h 5143500"/>
              <a:gd name="connsiteX1" fmla="*/ 5047257 w 5047257"/>
              <a:gd name="connsiteY1" fmla="*/ 0 h 5143500"/>
              <a:gd name="connsiteX2" fmla="*/ 3764838 w 5047257"/>
              <a:gd name="connsiteY2" fmla="*/ 5143500 h 5143500"/>
              <a:gd name="connsiteX3" fmla="*/ 0 w 5047257"/>
              <a:gd name="connsiteY3" fmla="*/ 5143500 h 5143500"/>
              <a:gd name="connsiteX4" fmla="*/ 0 w 5047257"/>
              <a:gd name="connsiteY4" fmla="*/ 0 h 5143500"/>
              <a:gd name="connsiteX0" fmla="*/ 1282419 w 5047257"/>
              <a:gd name="connsiteY0" fmla="*/ 0 h 5143500"/>
              <a:gd name="connsiteX1" fmla="*/ 5047257 w 5047257"/>
              <a:gd name="connsiteY1" fmla="*/ 0 h 5143500"/>
              <a:gd name="connsiteX2" fmla="*/ 3764838 w 5047257"/>
              <a:gd name="connsiteY2" fmla="*/ 5143500 h 5143500"/>
              <a:gd name="connsiteX3" fmla="*/ 0 w 5047257"/>
              <a:gd name="connsiteY3" fmla="*/ 5143500 h 5143500"/>
              <a:gd name="connsiteX4" fmla="*/ 0 w 5047257"/>
              <a:gd name="connsiteY4" fmla="*/ 0 h 5143500"/>
              <a:gd name="connsiteX0" fmla="*/ 1282419 w 5047257"/>
              <a:gd name="connsiteY0" fmla="*/ 0 h 5143500"/>
              <a:gd name="connsiteX1" fmla="*/ 5047257 w 5047257"/>
              <a:gd name="connsiteY1" fmla="*/ 0 h 5143500"/>
              <a:gd name="connsiteX2" fmla="*/ 3764838 w 5047257"/>
              <a:gd name="connsiteY2" fmla="*/ 5143500 h 5143500"/>
              <a:gd name="connsiteX3" fmla="*/ 0 w 5047257"/>
              <a:gd name="connsiteY3" fmla="*/ 5143500 h 5143500"/>
              <a:gd name="connsiteX4" fmla="*/ 0 w 5047257"/>
              <a:gd name="connsiteY4" fmla="*/ 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7257" h="5143500">
                <a:moveTo>
                  <a:pt x="1282419" y="0"/>
                </a:moveTo>
                <a:lnTo>
                  <a:pt x="5047257" y="0"/>
                </a:lnTo>
                <a:lnTo>
                  <a:pt x="3764838" y="5143500"/>
                </a:lnTo>
                <a:lnTo>
                  <a:pt x="0" y="5143500"/>
                </a:lnTo>
                <a:lnTo>
                  <a:pt x="0" y="0"/>
                </a:lnTo>
                <a:close/>
              </a:path>
            </a:pathLst>
          </a:custGeom>
          <a:gradFill>
            <a:gsLst>
              <a:gs pos="80000">
                <a:schemeClr val="accent6">
                  <a:alpha val="40000"/>
                </a:schemeClr>
              </a:gs>
              <a:gs pos="40000">
                <a:schemeClr val="accent6">
                  <a:alpha val="80000"/>
                </a:schemeClr>
              </a:gs>
              <a:gs pos="0">
                <a:schemeClr val="accent6"/>
              </a:gs>
              <a:gs pos="100000">
                <a:schemeClr val="accent6">
                  <a:alpha val="20000"/>
                </a:schemeClr>
              </a:gs>
            </a:gsLst>
            <a:lin ang="900000" scaled="0"/>
          </a:gradFill>
          <a:ln w="9525" cap="flat" cmpd="sng" algn="ctr">
            <a:noFill/>
            <a:prstDash val="solid"/>
            <a:round/>
            <a:headEnd type="none" w="med" len="med"/>
            <a:tailEnd type="none" w="med" len="med"/>
          </a:ln>
          <a:effectLst/>
        </p:spPr>
        <p:txBody>
          <a:bodyPr vert="horz" wrap="square" lIns="72000" tIns="72000" rIns="72000" bIns="72000" numCol="1" rtlCol="0" anchor="t" anchorCtr="0" compatLnSpc="1">
            <a:prstTxWarp prst="textNoShape">
              <a:avLst/>
            </a:prstTxWarp>
          </a:bodyPr>
          <a:lstStyle>
            <a:lvl1pPr>
              <a:defRPr lang="en-US"/>
            </a:lvl1pPr>
          </a:lstStyle>
          <a:p>
            <a:pPr marL="2117" lvl="0" defTabSz="1142971" latinLnBrk="0">
              <a:buSzPct val="70000"/>
            </a:pPr>
            <a:r>
              <a:rPr lang="en-US" dirty="0"/>
              <a:t> </a:t>
            </a:r>
          </a:p>
        </p:txBody>
      </p:sp>
      <p:sp>
        <p:nvSpPr>
          <p:cNvPr id="9" name="Text Placeholder 16">
            <a:extLst>
              <a:ext uri="{FF2B5EF4-FFF2-40B4-BE49-F238E27FC236}">
                <a16:creationId xmlns:a16="http://schemas.microsoft.com/office/drawing/2014/main" id="{4D211F30-06E1-ED79-2E80-9F129A4C329D}"/>
              </a:ext>
            </a:extLst>
          </p:cNvPr>
          <p:cNvSpPr>
            <a:spLocks noGrp="1"/>
          </p:cNvSpPr>
          <p:nvPr>
            <p:ph type="body" sz="quarter" idx="39" hasCustomPrompt="1"/>
          </p:nvPr>
        </p:nvSpPr>
        <p:spPr>
          <a:xfrm rot="840000">
            <a:off x="5599275" y="-119916"/>
            <a:ext cx="4800" cy="7104000"/>
          </a:xfrm>
          <a:solidFill>
            <a:schemeClr val="bg1"/>
          </a:solidFill>
          <a:ln w="12700">
            <a:solidFill>
              <a:schemeClr val="bg1"/>
            </a:solidFill>
            <a:round/>
          </a:ln>
        </p:spPr>
        <p:txBody>
          <a:bodyPr/>
          <a:lstStyle>
            <a:lvl5pPr marL="0" indent="0">
              <a:buNone/>
              <a:defRPr sz="133"/>
            </a:lvl5pPr>
          </a:lstStyle>
          <a:p>
            <a:pPr lvl="4"/>
            <a:r>
              <a:rPr lang="en-US" dirty="0"/>
              <a:t>  </a:t>
            </a:r>
          </a:p>
        </p:txBody>
      </p:sp>
      <p:sp>
        <p:nvSpPr>
          <p:cNvPr id="8" name="Textplatzhalter 27">
            <a:extLst>
              <a:ext uri="{FF2B5EF4-FFF2-40B4-BE49-F238E27FC236}">
                <a16:creationId xmlns:a16="http://schemas.microsoft.com/office/drawing/2014/main" id="{BDF8CAA0-D77D-792C-CAD0-4319DC7E0FD0}"/>
              </a:ext>
            </a:extLst>
          </p:cNvPr>
          <p:cNvSpPr>
            <a:spLocks noGrp="1"/>
          </p:cNvSpPr>
          <p:nvPr>
            <p:ph type="body" sz="quarter" idx="11" hasCustomPrompt="1"/>
          </p:nvPr>
        </p:nvSpPr>
        <p:spPr bwMode="gray">
          <a:xfrm>
            <a:off x="8309835" y="3891224"/>
            <a:ext cx="3727068" cy="2785885"/>
          </a:xfrm>
          <a:prstGeom prst="rect">
            <a:avLst/>
          </a:prstGeom>
          <a:noFill/>
          <a:ln w="9525">
            <a:noFill/>
            <a:miter lim="800000"/>
            <a:headEnd/>
            <a:tailEnd/>
          </a:ln>
        </p:spPr>
        <p:txBody>
          <a:bodyPr wrap="none" lIns="0" tIns="0" rIns="0" bIns="0" anchor="ctr">
            <a:noAutofit/>
          </a:bodyPr>
          <a:lstStyle>
            <a:lvl1pPr algn="r" rtl="0">
              <a:defRPr sz="26666" b="0" baseline="0">
                <a:ln w="19050">
                  <a:solidFill>
                    <a:schemeClr val="bg1"/>
                  </a:solidFill>
                </a:ln>
                <a:noFill/>
              </a:defRPr>
            </a:lvl1pPr>
          </a:lstStyle>
          <a:p>
            <a:pPr lvl="0"/>
            <a:r>
              <a:rPr lang="en-US" dirty="0"/>
              <a:t>00</a:t>
            </a:r>
          </a:p>
        </p:txBody>
      </p:sp>
      <p:sp>
        <p:nvSpPr>
          <p:cNvPr id="6" name="Titel 1">
            <a:extLst>
              <a:ext uri="{FF2B5EF4-FFF2-40B4-BE49-F238E27FC236}">
                <a16:creationId xmlns:a16="http://schemas.microsoft.com/office/drawing/2014/main" id="{5C9C2470-60E3-9B36-FEA8-57D6E4FBEF1C}"/>
              </a:ext>
            </a:extLst>
          </p:cNvPr>
          <p:cNvSpPr>
            <a:spLocks noGrp="1"/>
          </p:cNvSpPr>
          <p:nvPr>
            <p:ph type="title" hasCustomPrompt="1"/>
          </p:nvPr>
        </p:nvSpPr>
        <p:spPr>
          <a:xfrm>
            <a:off x="278397" y="457200"/>
            <a:ext cx="5520000" cy="762000"/>
          </a:xfrm>
        </p:spPr>
        <p:txBody>
          <a:bodyPr vert="horz">
            <a:noAutofit/>
          </a:bodyPr>
          <a:lstStyle>
            <a:lvl1pPr rtl="0">
              <a:defRPr cap="all" baseline="0">
                <a:solidFill>
                  <a:schemeClr val="bg1"/>
                </a:solidFill>
              </a:defRPr>
            </a:lvl1pPr>
          </a:lstStyle>
          <a:p>
            <a:r>
              <a:rPr lang="en-US" dirty="0"/>
              <a:t>CLICK to ADD TITLE</a:t>
            </a:r>
          </a:p>
        </p:txBody>
      </p:sp>
      <p:sp>
        <p:nvSpPr>
          <p:cNvPr id="7" name="Textplatzhalter 30">
            <a:extLst>
              <a:ext uri="{FF2B5EF4-FFF2-40B4-BE49-F238E27FC236}">
                <a16:creationId xmlns:a16="http://schemas.microsoft.com/office/drawing/2014/main" id="{84E6354B-34FC-9B1E-F615-745045C2F343}"/>
              </a:ext>
            </a:extLst>
          </p:cNvPr>
          <p:cNvSpPr>
            <a:spLocks noGrp="1"/>
          </p:cNvSpPr>
          <p:nvPr>
            <p:ph type="body" sz="quarter" idx="12" hasCustomPrompt="1"/>
          </p:nvPr>
        </p:nvSpPr>
        <p:spPr bwMode="gray">
          <a:xfrm>
            <a:off x="275488" y="1254077"/>
            <a:ext cx="5520000" cy="432000"/>
          </a:xfrm>
          <a:prstGeom prst="rect">
            <a:avLst/>
          </a:prstGeom>
          <a:noFill/>
          <a:ln w="9525">
            <a:noFill/>
            <a:miter lim="800000"/>
            <a:headEnd/>
            <a:tailEnd/>
          </a:ln>
        </p:spPr>
        <p:txBody>
          <a:bodyPr wrap="square" lIns="0" tIns="0" rIns="0" bIns="0" anchor="t" anchorCtr="0">
            <a:noAutofit/>
          </a:bodyPr>
          <a:lstStyle>
            <a:lvl1pPr algn="l" rtl="0">
              <a:defRPr sz="2667" b="0" i="1" cap="all" baseline="0">
                <a:solidFill>
                  <a:schemeClr val="bg1"/>
                </a:solidFill>
              </a:defRPr>
            </a:lvl1pPr>
          </a:lstStyle>
          <a:p>
            <a:pPr lvl="0"/>
            <a:r>
              <a:rPr lang="en-US" dirty="0"/>
              <a:t>CLICK to ADD Chapter</a:t>
            </a:r>
          </a:p>
        </p:txBody>
      </p:sp>
    </p:spTree>
    <p:extLst>
      <p:ext uri="{BB962C8B-B14F-4D97-AF65-F5344CB8AC3E}">
        <p14:creationId xmlns:p14="http://schemas.microsoft.com/office/powerpoint/2010/main" val="3926362620"/>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ivider/ Picture">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670E4A55-4881-47A2-9281-C78C4648658F}"/>
              </a:ext>
            </a:extLst>
          </p:cNvPr>
          <p:cNvGraphicFramePr>
            <a:graphicFrameLocks noChangeAspect="1"/>
          </p:cNvGraphicFramePr>
          <p:nvPr>
            <p:custDataLst>
              <p:tags r:id="rId1"/>
            </p:custDataLst>
            <p:extLst>
              <p:ext uri="{D42A27DB-BD31-4B8C-83A1-F6EECF244321}">
                <p14:modId xmlns:p14="http://schemas.microsoft.com/office/powerpoint/2010/main" val="2862473358"/>
              </p:ext>
            </p:extLst>
          </p:nvPr>
        </p:nvGraphicFramePr>
        <p:xfrm>
          <a:off x="1956" y="1590"/>
          <a:ext cx="1955" cy="1588"/>
        </p:xfrm>
        <a:graphic>
          <a:graphicData uri="http://schemas.openxmlformats.org/presentationml/2006/ole">
            <mc:AlternateContent xmlns:mc="http://schemas.openxmlformats.org/markup-compatibility/2006">
              <mc:Choice xmlns:v="urn:schemas-microsoft-com:vml" Requires="v">
                <p:oleObj name="think-cell Slide" r:id="rId3" imgW="353" imgH="353" progId="TCLayout.ActiveDocument.1">
                  <p:embed/>
                </p:oleObj>
              </mc:Choice>
              <mc:Fallback>
                <p:oleObj name="think-cell Slide" r:id="rId3" imgW="353" imgH="353" progId="TCLayout.ActiveDocument.1">
                  <p:embed/>
                  <p:pic>
                    <p:nvPicPr>
                      <p:cNvPr id="2" name="Object 1" hidden="1">
                        <a:extLst>
                          <a:ext uri="{FF2B5EF4-FFF2-40B4-BE49-F238E27FC236}">
                            <a16:creationId xmlns:a16="http://schemas.microsoft.com/office/drawing/2014/main" id="{670E4A55-4881-47A2-9281-C78C4648658F}"/>
                          </a:ext>
                        </a:extLst>
                      </p:cNvPr>
                      <p:cNvPicPr/>
                      <p:nvPr/>
                    </p:nvPicPr>
                    <p:blipFill>
                      <a:blip r:embed="rId4"/>
                      <a:stretch>
                        <a:fillRect/>
                      </a:stretch>
                    </p:blipFill>
                    <p:spPr>
                      <a:xfrm>
                        <a:off x="1956" y="1590"/>
                        <a:ext cx="1955" cy="1588"/>
                      </a:xfrm>
                      <a:prstGeom prst="rect">
                        <a:avLst/>
                      </a:prstGeom>
                    </p:spPr>
                  </p:pic>
                </p:oleObj>
              </mc:Fallback>
            </mc:AlternateContent>
          </a:graphicData>
        </a:graphic>
      </p:graphicFrame>
      <p:sp>
        <p:nvSpPr>
          <p:cNvPr id="4" name="Picture Placeholder 3">
            <a:extLst>
              <a:ext uri="{FF2B5EF4-FFF2-40B4-BE49-F238E27FC236}">
                <a16:creationId xmlns:a16="http://schemas.microsoft.com/office/drawing/2014/main" id="{CC529D3F-281A-F251-F32C-98BE9D0FD9E4}"/>
              </a:ext>
            </a:extLst>
          </p:cNvPr>
          <p:cNvSpPr>
            <a:spLocks noGrp="1"/>
          </p:cNvSpPr>
          <p:nvPr>
            <p:ph type="pic" sz="quarter" idx="23"/>
          </p:nvPr>
        </p:nvSpPr>
        <p:spPr bwMode="gray">
          <a:xfrm>
            <a:off x="-11641" y="0"/>
            <a:ext cx="12203641" cy="6858000"/>
          </a:xfrm>
          <a:custGeom>
            <a:avLst/>
            <a:gdLst>
              <a:gd name="connsiteX0" fmla="*/ 0 w 9152731"/>
              <a:gd name="connsiteY0" fmla="*/ 0 h 5143500"/>
              <a:gd name="connsiteX1" fmla="*/ 9152731 w 9152731"/>
              <a:gd name="connsiteY1" fmla="*/ 0 h 5143500"/>
              <a:gd name="connsiteX2" fmla="*/ 9152731 w 9152731"/>
              <a:gd name="connsiteY2" fmla="*/ 5143500 h 5143500"/>
              <a:gd name="connsiteX3" fmla="*/ 0 w 9152731"/>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9152731" h="5143500">
                <a:moveTo>
                  <a:pt x="0" y="0"/>
                </a:moveTo>
                <a:lnTo>
                  <a:pt x="9152731" y="0"/>
                </a:lnTo>
                <a:lnTo>
                  <a:pt x="9152731" y="5143500"/>
                </a:lnTo>
                <a:lnTo>
                  <a:pt x="0" y="5143500"/>
                </a:lnTo>
                <a:close/>
              </a:path>
            </a:pathLst>
          </a:custGeom>
          <a:solidFill>
            <a:srgbClr val="FFFFCC"/>
          </a:solidFill>
          <a:ln w="9525">
            <a:noFill/>
            <a:miter lim="800000"/>
            <a:headEnd/>
            <a:tailEnd/>
          </a:ln>
        </p:spPr>
        <p:txBody>
          <a:bodyPr wrap="square" rIns="0" bIns="0" anchor="ctr">
            <a:noAutofit/>
          </a:bodyPr>
          <a:lstStyle>
            <a:lvl1pPr algn="ctr" rtl="0">
              <a:defRPr/>
            </a:lvl1pPr>
          </a:lstStyle>
          <a:p>
            <a:r>
              <a:rPr lang="de-DE"/>
              <a:t>Bild durch Klicken auf Symbol hinzufügen</a:t>
            </a:r>
            <a:endParaRPr lang="en-US" dirty="0"/>
          </a:p>
        </p:txBody>
      </p:sp>
      <p:sp>
        <p:nvSpPr>
          <p:cNvPr id="5" name="Textplatzhalter 3086">
            <a:extLst>
              <a:ext uri="{FF2B5EF4-FFF2-40B4-BE49-F238E27FC236}">
                <a16:creationId xmlns:a16="http://schemas.microsoft.com/office/drawing/2014/main" id="{A2CF1C15-0375-F7BE-60ED-46D99419DB51}"/>
              </a:ext>
            </a:extLst>
          </p:cNvPr>
          <p:cNvSpPr>
            <a:spLocks noGrp="1"/>
          </p:cNvSpPr>
          <p:nvPr>
            <p:ph type="body" sz="quarter" idx="13" hasCustomPrompt="1"/>
          </p:nvPr>
        </p:nvSpPr>
        <p:spPr bwMode="gray">
          <a:xfrm>
            <a:off x="-1" y="-3000"/>
            <a:ext cx="6729676" cy="6858000"/>
          </a:xfrm>
          <a:custGeom>
            <a:avLst/>
            <a:gdLst>
              <a:gd name="connsiteX0" fmla="*/ 0 w 5047257"/>
              <a:gd name="connsiteY0" fmla="*/ 0 h 5143500"/>
              <a:gd name="connsiteX1" fmla="*/ 5047257 w 5047257"/>
              <a:gd name="connsiteY1" fmla="*/ 0 h 5143500"/>
              <a:gd name="connsiteX2" fmla="*/ 5047257 w 5047257"/>
              <a:gd name="connsiteY2" fmla="*/ 5143500 h 5143500"/>
              <a:gd name="connsiteX3" fmla="*/ 0 w 5047257"/>
              <a:gd name="connsiteY3" fmla="*/ 5143500 h 5143500"/>
              <a:gd name="connsiteX4" fmla="*/ 0 w 5047257"/>
              <a:gd name="connsiteY4" fmla="*/ 0 h 5143500"/>
              <a:gd name="connsiteX0" fmla="*/ 1282419 w 5047257"/>
              <a:gd name="connsiteY0" fmla="*/ 0 h 5143500"/>
              <a:gd name="connsiteX1" fmla="*/ 5047257 w 5047257"/>
              <a:gd name="connsiteY1" fmla="*/ 0 h 5143500"/>
              <a:gd name="connsiteX2" fmla="*/ 5047257 w 5047257"/>
              <a:gd name="connsiteY2" fmla="*/ 5143500 h 5143500"/>
              <a:gd name="connsiteX3" fmla="*/ 0 w 5047257"/>
              <a:gd name="connsiteY3" fmla="*/ 5143500 h 5143500"/>
              <a:gd name="connsiteX4" fmla="*/ 0 w 5047257"/>
              <a:gd name="connsiteY4" fmla="*/ 0 h 5143500"/>
              <a:gd name="connsiteX0" fmla="*/ 1282419 w 5047257"/>
              <a:gd name="connsiteY0" fmla="*/ 0 h 5143500"/>
              <a:gd name="connsiteX1" fmla="*/ 5047257 w 5047257"/>
              <a:gd name="connsiteY1" fmla="*/ 0 h 5143500"/>
              <a:gd name="connsiteX2" fmla="*/ 5047257 w 5047257"/>
              <a:gd name="connsiteY2" fmla="*/ 5143500 h 5143500"/>
              <a:gd name="connsiteX3" fmla="*/ 0 w 5047257"/>
              <a:gd name="connsiteY3" fmla="*/ 5143500 h 5143500"/>
              <a:gd name="connsiteX4" fmla="*/ 0 w 5047257"/>
              <a:gd name="connsiteY4" fmla="*/ 0 h 5143500"/>
              <a:gd name="connsiteX0" fmla="*/ 1282419 w 5047257"/>
              <a:gd name="connsiteY0" fmla="*/ 0 h 5143500"/>
              <a:gd name="connsiteX1" fmla="*/ 5047257 w 5047257"/>
              <a:gd name="connsiteY1" fmla="*/ 0 h 5143500"/>
              <a:gd name="connsiteX2" fmla="*/ 3764838 w 5047257"/>
              <a:gd name="connsiteY2" fmla="*/ 5143500 h 5143500"/>
              <a:gd name="connsiteX3" fmla="*/ 0 w 5047257"/>
              <a:gd name="connsiteY3" fmla="*/ 5143500 h 5143500"/>
              <a:gd name="connsiteX4" fmla="*/ 0 w 5047257"/>
              <a:gd name="connsiteY4" fmla="*/ 0 h 5143500"/>
              <a:gd name="connsiteX0" fmla="*/ 1282419 w 5047257"/>
              <a:gd name="connsiteY0" fmla="*/ 0 h 5143500"/>
              <a:gd name="connsiteX1" fmla="*/ 5047257 w 5047257"/>
              <a:gd name="connsiteY1" fmla="*/ 0 h 5143500"/>
              <a:gd name="connsiteX2" fmla="*/ 3764838 w 5047257"/>
              <a:gd name="connsiteY2" fmla="*/ 5143500 h 5143500"/>
              <a:gd name="connsiteX3" fmla="*/ 0 w 5047257"/>
              <a:gd name="connsiteY3" fmla="*/ 5143500 h 5143500"/>
              <a:gd name="connsiteX4" fmla="*/ 0 w 5047257"/>
              <a:gd name="connsiteY4" fmla="*/ 0 h 5143500"/>
              <a:gd name="connsiteX0" fmla="*/ 1282419 w 5047257"/>
              <a:gd name="connsiteY0" fmla="*/ 0 h 5143500"/>
              <a:gd name="connsiteX1" fmla="*/ 5047257 w 5047257"/>
              <a:gd name="connsiteY1" fmla="*/ 0 h 5143500"/>
              <a:gd name="connsiteX2" fmla="*/ 3764838 w 5047257"/>
              <a:gd name="connsiteY2" fmla="*/ 5143500 h 5143500"/>
              <a:gd name="connsiteX3" fmla="*/ 0 w 5047257"/>
              <a:gd name="connsiteY3" fmla="*/ 5143500 h 5143500"/>
              <a:gd name="connsiteX4" fmla="*/ 0 w 5047257"/>
              <a:gd name="connsiteY4" fmla="*/ 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7257" h="5143500">
                <a:moveTo>
                  <a:pt x="1282419" y="0"/>
                </a:moveTo>
                <a:lnTo>
                  <a:pt x="5047257" y="0"/>
                </a:lnTo>
                <a:lnTo>
                  <a:pt x="3764838" y="5143500"/>
                </a:lnTo>
                <a:lnTo>
                  <a:pt x="0" y="5143500"/>
                </a:lnTo>
                <a:lnTo>
                  <a:pt x="0" y="0"/>
                </a:lnTo>
                <a:close/>
              </a:path>
            </a:pathLst>
          </a:custGeom>
          <a:gradFill>
            <a:gsLst>
              <a:gs pos="80000">
                <a:schemeClr val="accent6">
                  <a:alpha val="40000"/>
                </a:schemeClr>
              </a:gs>
              <a:gs pos="40000">
                <a:schemeClr val="accent6">
                  <a:alpha val="80000"/>
                </a:schemeClr>
              </a:gs>
              <a:gs pos="0">
                <a:schemeClr val="accent6"/>
              </a:gs>
              <a:gs pos="100000">
                <a:schemeClr val="accent6">
                  <a:alpha val="20000"/>
                </a:schemeClr>
              </a:gs>
            </a:gsLst>
            <a:lin ang="900000" scaled="0"/>
          </a:gradFill>
          <a:ln w="9525" cap="flat" cmpd="sng" algn="ctr">
            <a:noFill/>
            <a:prstDash val="solid"/>
            <a:round/>
            <a:headEnd type="none" w="med" len="med"/>
            <a:tailEnd type="none" w="med" len="med"/>
          </a:ln>
          <a:effectLst/>
        </p:spPr>
        <p:txBody>
          <a:bodyPr vert="horz" wrap="square" lIns="72000" tIns="72000" rIns="72000" bIns="72000" numCol="1" rtlCol="0" anchor="t" anchorCtr="0" compatLnSpc="1">
            <a:prstTxWarp prst="textNoShape">
              <a:avLst/>
            </a:prstTxWarp>
          </a:bodyPr>
          <a:lstStyle>
            <a:lvl1pPr>
              <a:defRPr lang="en-US"/>
            </a:lvl1pPr>
          </a:lstStyle>
          <a:p>
            <a:pPr marL="2117" lvl="0" defTabSz="1142971" latinLnBrk="0">
              <a:buSzPct val="70000"/>
            </a:pPr>
            <a:r>
              <a:rPr lang="en-US" dirty="0"/>
              <a:t> </a:t>
            </a:r>
          </a:p>
        </p:txBody>
      </p:sp>
      <p:sp>
        <p:nvSpPr>
          <p:cNvPr id="9" name="Text Placeholder 16">
            <a:extLst>
              <a:ext uri="{FF2B5EF4-FFF2-40B4-BE49-F238E27FC236}">
                <a16:creationId xmlns:a16="http://schemas.microsoft.com/office/drawing/2014/main" id="{4D211F30-06E1-ED79-2E80-9F129A4C329D}"/>
              </a:ext>
            </a:extLst>
          </p:cNvPr>
          <p:cNvSpPr>
            <a:spLocks noGrp="1"/>
          </p:cNvSpPr>
          <p:nvPr>
            <p:ph type="body" sz="quarter" idx="39" hasCustomPrompt="1"/>
          </p:nvPr>
        </p:nvSpPr>
        <p:spPr>
          <a:xfrm rot="840000">
            <a:off x="5599275" y="-119916"/>
            <a:ext cx="4800" cy="7104000"/>
          </a:xfrm>
          <a:solidFill>
            <a:schemeClr val="bg1"/>
          </a:solidFill>
          <a:ln w="12700">
            <a:solidFill>
              <a:schemeClr val="bg1"/>
            </a:solidFill>
            <a:round/>
          </a:ln>
        </p:spPr>
        <p:txBody>
          <a:bodyPr/>
          <a:lstStyle>
            <a:lvl5pPr marL="0" indent="0">
              <a:buNone/>
              <a:defRPr sz="133"/>
            </a:lvl5pPr>
          </a:lstStyle>
          <a:p>
            <a:pPr lvl="4"/>
            <a:r>
              <a:rPr lang="en-US" dirty="0"/>
              <a:t>  </a:t>
            </a:r>
          </a:p>
        </p:txBody>
      </p:sp>
      <p:sp>
        <p:nvSpPr>
          <p:cNvPr id="8" name="Textplatzhalter 27">
            <a:extLst>
              <a:ext uri="{FF2B5EF4-FFF2-40B4-BE49-F238E27FC236}">
                <a16:creationId xmlns:a16="http://schemas.microsoft.com/office/drawing/2014/main" id="{BDF8CAA0-D77D-792C-CAD0-4319DC7E0FD0}"/>
              </a:ext>
            </a:extLst>
          </p:cNvPr>
          <p:cNvSpPr>
            <a:spLocks noGrp="1"/>
          </p:cNvSpPr>
          <p:nvPr>
            <p:ph type="body" sz="quarter" idx="11" hasCustomPrompt="1"/>
          </p:nvPr>
        </p:nvSpPr>
        <p:spPr bwMode="gray">
          <a:xfrm>
            <a:off x="8309835" y="3891224"/>
            <a:ext cx="3727068" cy="2785885"/>
          </a:xfrm>
          <a:prstGeom prst="rect">
            <a:avLst/>
          </a:prstGeom>
          <a:noFill/>
          <a:ln w="9525">
            <a:noFill/>
            <a:miter lim="800000"/>
            <a:headEnd/>
            <a:tailEnd/>
          </a:ln>
        </p:spPr>
        <p:txBody>
          <a:bodyPr wrap="none" lIns="0" tIns="0" rIns="0" bIns="0" anchor="ctr">
            <a:noAutofit/>
          </a:bodyPr>
          <a:lstStyle>
            <a:lvl1pPr algn="r" rtl="0">
              <a:defRPr sz="26666" b="0" baseline="0">
                <a:ln w="19050">
                  <a:solidFill>
                    <a:schemeClr val="bg1"/>
                  </a:solidFill>
                </a:ln>
                <a:noFill/>
              </a:defRPr>
            </a:lvl1pPr>
          </a:lstStyle>
          <a:p>
            <a:pPr lvl="0"/>
            <a:r>
              <a:rPr lang="en-US" dirty="0"/>
              <a:t>00</a:t>
            </a:r>
          </a:p>
        </p:txBody>
      </p:sp>
      <p:sp>
        <p:nvSpPr>
          <p:cNvPr id="6" name="Titel 1">
            <a:extLst>
              <a:ext uri="{FF2B5EF4-FFF2-40B4-BE49-F238E27FC236}">
                <a16:creationId xmlns:a16="http://schemas.microsoft.com/office/drawing/2014/main" id="{5C9C2470-60E3-9B36-FEA8-57D6E4FBEF1C}"/>
              </a:ext>
            </a:extLst>
          </p:cNvPr>
          <p:cNvSpPr>
            <a:spLocks noGrp="1"/>
          </p:cNvSpPr>
          <p:nvPr>
            <p:ph type="title" hasCustomPrompt="1"/>
          </p:nvPr>
        </p:nvSpPr>
        <p:spPr>
          <a:xfrm>
            <a:off x="278397" y="457200"/>
            <a:ext cx="5520000" cy="762000"/>
          </a:xfrm>
        </p:spPr>
        <p:txBody>
          <a:bodyPr vert="horz">
            <a:noAutofit/>
          </a:bodyPr>
          <a:lstStyle>
            <a:lvl1pPr rtl="0">
              <a:defRPr cap="all" baseline="0">
                <a:solidFill>
                  <a:schemeClr val="bg1"/>
                </a:solidFill>
              </a:defRPr>
            </a:lvl1pPr>
          </a:lstStyle>
          <a:p>
            <a:r>
              <a:rPr lang="en-US" dirty="0"/>
              <a:t>CLICK to ADD TITLE</a:t>
            </a:r>
          </a:p>
        </p:txBody>
      </p:sp>
      <p:sp>
        <p:nvSpPr>
          <p:cNvPr id="7" name="Textplatzhalter 30">
            <a:extLst>
              <a:ext uri="{FF2B5EF4-FFF2-40B4-BE49-F238E27FC236}">
                <a16:creationId xmlns:a16="http://schemas.microsoft.com/office/drawing/2014/main" id="{84E6354B-34FC-9B1E-F615-745045C2F343}"/>
              </a:ext>
            </a:extLst>
          </p:cNvPr>
          <p:cNvSpPr>
            <a:spLocks noGrp="1"/>
          </p:cNvSpPr>
          <p:nvPr>
            <p:ph type="body" sz="quarter" idx="12" hasCustomPrompt="1"/>
          </p:nvPr>
        </p:nvSpPr>
        <p:spPr bwMode="gray">
          <a:xfrm>
            <a:off x="275488" y="1254077"/>
            <a:ext cx="5520000" cy="432000"/>
          </a:xfrm>
          <a:prstGeom prst="rect">
            <a:avLst/>
          </a:prstGeom>
          <a:noFill/>
          <a:ln w="9525">
            <a:noFill/>
            <a:miter lim="800000"/>
            <a:headEnd/>
            <a:tailEnd/>
          </a:ln>
        </p:spPr>
        <p:txBody>
          <a:bodyPr wrap="square" lIns="0" tIns="0" rIns="0" bIns="0" anchor="t" anchorCtr="0">
            <a:noAutofit/>
          </a:bodyPr>
          <a:lstStyle>
            <a:lvl1pPr algn="l" rtl="0">
              <a:defRPr sz="2667" b="0" i="1" cap="all" baseline="0">
                <a:solidFill>
                  <a:schemeClr val="bg1"/>
                </a:solidFill>
              </a:defRPr>
            </a:lvl1pPr>
          </a:lstStyle>
          <a:p>
            <a:pPr lvl="0"/>
            <a:r>
              <a:rPr lang="en-US" dirty="0"/>
              <a:t>CLICK to ADD Chapter</a:t>
            </a:r>
          </a:p>
        </p:txBody>
      </p:sp>
    </p:spTree>
    <p:extLst>
      <p:ext uri="{BB962C8B-B14F-4D97-AF65-F5344CB8AC3E}">
        <p14:creationId xmlns:p14="http://schemas.microsoft.com/office/powerpoint/2010/main" val="4203903875"/>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Nur Titel">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1CF3057-DD90-4507-86D6-88B2F18D5C55}"/>
              </a:ext>
            </a:extLst>
          </p:cNvPr>
          <p:cNvGraphicFramePr>
            <a:graphicFrameLocks noChangeAspect="1"/>
          </p:cNvGraphicFramePr>
          <p:nvPr>
            <p:custDataLst>
              <p:tags r:id="rId1"/>
            </p:custDataLst>
            <p:extLst>
              <p:ext uri="{D42A27DB-BD31-4B8C-83A1-F6EECF244321}">
                <p14:modId xmlns:p14="http://schemas.microsoft.com/office/powerpoint/2010/main" val="3878868827"/>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6" imgW="473" imgH="473" progId="TCLayout.ActiveDocument.1">
                  <p:embed/>
                </p:oleObj>
              </mc:Choice>
              <mc:Fallback>
                <p:oleObj name="think-cell Slide" r:id="rId6" imgW="473" imgH="473" progId="TCLayout.ActiveDocument.1">
                  <p:embed/>
                  <p:pic>
                    <p:nvPicPr>
                      <p:cNvPr id="5" name="Object 4" hidden="1">
                        <a:extLst>
                          <a:ext uri="{FF2B5EF4-FFF2-40B4-BE49-F238E27FC236}">
                            <a16:creationId xmlns:a16="http://schemas.microsoft.com/office/drawing/2014/main" id="{C1CF3057-DD90-4507-86D6-88B2F18D5C55}"/>
                          </a:ext>
                        </a:extLst>
                      </p:cNvPr>
                      <p:cNvPicPr/>
                      <p:nvPr/>
                    </p:nvPicPr>
                    <p:blipFill>
                      <a:blip r:embed="rId7"/>
                      <a:stretch>
                        <a:fillRect/>
                      </a:stretch>
                    </p:blipFill>
                    <p:spPr>
                      <a:xfrm>
                        <a:off x="1589" y="1589"/>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A7517C02-D276-45C5-A785-D9D4656BC5D8}"/>
              </a:ext>
            </a:extLst>
          </p:cNvPr>
          <p:cNvSpPr/>
          <p:nvPr>
            <p:custDataLst>
              <p:tags r:id="rId2"/>
            </p:custDataLst>
          </p:nvPr>
        </p:nvSpPr>
        <p:spPr bwMode="auto">
          <a:xfrm>
            <a:off x="1" y="1"/>
            <a:ext cx="158751" cy="158751"/>
          </a:xfrm>
          <a:prstGeom prst="rect">
            <a:avLst/>
          </a:prstGeom>
          <a:solidFill>
            <a:schemeClr val="bg1"/>
          </a:solidFill>
          <a:ln w="9525" cap="flat" cmpd="sng" algn="ctr">
            <a:solidFill>
              <a:schemeClr val="accent3"/>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l" defTabSz="914377" rtl="0" eaLnBrk="0" fontAlgn="base" latinLnBrk="0" hangingPunct="0">
              <a:lnSpc>
                <a:spcPct val="100000"/>
              </a:lnSpc>
              <a:spcBef>
                <a:spcPct val="50000"/>
              </a:spcBef>
              <a:spcAft>
                <a:spcPct val="0"/>
              </a:spcAft>
              <a:buClr>
                <a:schemeClr val="accent1"/>
              </a:buClr>
              <a:buSzPct val="80000"/>
              <a:buFont typeface="Wingdings" pitchFamily="2" charset="2"/>
              <a:buNone/>
              <a:tabLst/>
            </a:pPr>
            <a:endParaRPr kumimoji="0" lang="en-US" sz="2667" b="1" i="0" u="none" strike="noStrike" cap="none" normalizeH="0" baseline="0" dirty="0">
              <a:ln>
                <a:noFill/>
              </a:ln>
              <a:solidFill>
                <a:schemeClr val="tx1"/>
              </a:solidFill>
              <a:effectLst/>
              <a:latin typeface="Arial" panose="020B0604020202020204" pitchFamily="34" charset="0"/>
              <a:ea typeface="+mj-ea"/>
              <a:cs typeface="+mj-cs"/>
              <a:sym typeface="Arial" panose="020B0604020202020204" pitchFamily="34" charset="0"/>
            </a:endParaRPr>
          </a:p>
        </p:txBody>
      </p:sp>
      <p:sp>
        <p:nvSpPr>
          <p:cNvPr id="2" name="Titel 1"/>
          <p:cNvSpPr>
            <a:spLocks noGrp="1"/>
          </p:cNvSpPr>
          <p:nvPr>
            <p:ph type="title" hasCustomPrompt="1"/>
          </p:nvPr>
        </p:nvSpPr>
        <p:spPr>
          <a:xfrm>
            <a:off x="278399" y="457200"/>
            <a:ext cx="11640000" cy="762000"/>
          </a:xfrm>
        </p:spPr>
        <p:txBody>
          <a:bodyPr vert="horz"/>
          <a:lstStyle>
            <a:lvl1pPr>
              <a:defRPr/>
            </a:lvl1pPr>
          </a:lstStyle>
          <a:p>
            <a:r>
              <a:rPr lang="en-US" noProof="0" dirty="0"/>
              <a:t>Click</a:t>
            </a:r>
            <a:r>
              <a:rPr lang="en-US" dirty="0"/>
              <a:t> to add title</a:t>
            </a:r>
          </a:p>
        </p:txBody>
      </p:sp>
      <p:sp>
        <p:nvSpPr>
          <p:cNvPr id="21" name="Rectangle 45">
            <a:extLst>
              <a:ext uri="{FF2B5EF4-FFF2-40B4-BE49-F238E27FC236}">
                <a16:creationId xmlns:a16="http://schemas.microsoft.com/office/drawing/2014/main" id="{1E4AC81D-3E52-40F0-85B8-CC904A2CEC0A}"/>
              </a:ext>
            </a:extLst>
          </p:cNvPr>
          <p:cNvSpPr>
            <a:spLocks noGrp="1" noChangeArrowheads="1"/>
          </p:cNvSpPr>
          <p:nvPr>
            <p:ph type="sldNum" sz="quarter" idx="4"/>
            <p:custDataLst>
              <p:tags r:id="rId3"/>
            </p:custDataLst>
          </p:nvPr>
        </p:nvSpPr>
        <p:spPr bwMode="auto">
          <a:xfrm>
            <a:off x="283200" y="6480063"/>
            <a:ext cx="335220" cy="205121"/>
          </a:xfrm>
          <a:prstGeom prst="rect">
            <a:avLst/>
          </a:prstGeom>
          <a:noFill/>
          <a:ln w="9525">
            <a:noFill/>
            <a:miter lim="800000"/>
            <a:headEnd/>
            <a:tailEnd/>
          </a:ln>
          <a:effectLst/>
        </p:spPr>
        <p:txBody>
          <a:bodyPr vert="horz" wrap="none" lIns="0" tIns="0" rIns="0" bIns="0" numCol="1" anchor="b" anchorCtr="0" compatLnSpc="1">
            <a:prstTxWarp prst="textNoShape">
              <a:avLst/>
            </a:prstTxWarp>
            <a:spAutoFit/>
          </a:bodyPr>
          <a:lstStyle>
            <a:lvl1pPr>
              <a:spcBef>
                <a:spcPct val="0"/>
              </a:spcBef>
              <a:buClrTx/>
              <a:buSzTx/>
              <a:buFontTx/>
              <a:buNone/>
              <a:defRPr sz="1333" b="0"/>
            </a:lvl1pPr>
          </a:lstStyle>
          <a:p>
            <a:fld id="{B8B94130-3BBE-45CA-9999-1A0D48956379}" type="slidenum">
              <a:rPr lang="de-DE" smtClean="0"/>
              <a:t>‹Nr.›</a:t>
            </a:fld>
            <a:endParaRPr lang="de-DE"/>
          </a:p>
        </p:txBody>
      </p:sp>
      <p:sp>
        <p:nvSpPr>
          <p:cNvPr id="34" name="Rectangle 44">
            <a:extLst>
              <a:ext uri="{FF2B5EF4-FFF2-40B4-BE49-F238E27FC236}">
                <a16:creationId xmlns:a16="http://schemas.microsoft.com/office/drawing/2014/main" id="{710E0B5E-E1BD-4BF8-8C4F-F6CE9F7337F9}"/>
              </a:ext>
            </a:extLst>
          </p:cNvPr>
          <p:cNvSpPr>
            <a:spLocks noGrp="1" noChangeArrowheads="1"/>
          </p:cNvSpPr>
          <p:nvPr>
            <p:ph type="ftr" sz="quarter" idx="3"/>
            <p:custDataLst>
              <p:tags r:id="rId4"/>
            </p:custDataLst>
          </p:nvPr>
        </p:nvSpPr>
        <p:spPr bwMode="auto">
          <a:xfrm>
            <a:off x="937336" y="6480000"/>
            <a:ext cx="6528000" cy="205184"/>
          </a:xfrm>
          <a:prstGeom prst="rect">
            <a:avLst/>
          </a:prstGeom>
          <a:noFill/>
          <a:ln w="9525">
            <a:noFill/>
            <a:miter lim="800000"/>
            <a:headEnd/>
            <a:tailEnd/>
          </a:ln>
          <a:effectLst/>
        </p:spPr>
        <p:txBody>
          <a:bodyPr vert="horz" wrap="square" lIns="0" tIns="0" rIns="0" bIns="0" numCol="1" anchor="b" anchorCtr="0" compatLnSpc="1">
            <a:prstTxWarp prst="textNoShape">
              <a:avLst/>
            </a:prstTxWarp>
            <a:noAutofit/>
          </a:bodyPr>
          <a:lstStyle>
            <a:lvl1pPr>
              <a:spcBef>
                <a:spcPct val="0"/>
              </a:spcBef>
              <a:buClrTx/>
              <a:buSzTx/>
              <a:buFontTx/>
              <a:buNone/>
              <a:defRPr sz="1333"/>
            </a:lvl1pPr>
          </a:lstStyle>
          <a:p>
            <a:endParaRPr lang="de-DE"/>
          </a:p>
        </p:txBody>
      </p:sp>
    </p:spTree>
    <p:extLst>
      <p:ext uri="{BB962C8B-B14F-4D97-AF65-F5344CB8AC3E}">
        <p14:creationId xmlns:p14="http://schemas.microsoft.com/office/powerpoint/2010/main" val="3083079376"/>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Only/ Gray">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1CF3057-DD90-4507-86D6-88B2F18D5C55}"/>
              </a:ext>
            </a:extLst>
          </p:cNvPr>
          <p:cNvGraphicFramePr>
            <a:graphicFrameLocks noChangeAspect="1"/>
          </p:cNvGraphicFramePr>
          <p:nvPr>
            <p:custDataLst>
              <p:tags r:id="rId1"/>
            </p:custDataLst>
            <p:extLst>
              <p:ext uri="{D42A27DB-BD31-4B8C-83A1-F6EECF244321}">
                <p14:modId xmlns:p14="http://schemas.microsoft.com/office/powerpoint/2010/main" val="3878868827"/>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6" imgW="473" imgH="473" progId="TCLayout.ActiveDocument.1">
                  <p:embed/>
                </p:oleObj>
              </mc:Choice>
              <mc:Fallback>
                <p:oleObj name="think-cell Slide" r:id="rId6" imgW="473" imgH="473" progId="TCLayout.ActiveDocument.1">
                  <p:embed/>
                  <p:pic>
                    <p:nvPicPr>
                      <p:cNvPr id="5" name="Object 4" hidden="1">
                        <a:extLst>
                          <a:ext uri="{FF2B5EF4-FFF2-40B4-BE49-F238E27FC236}">
                            <a16:creationId xmlns:a16="http://schemas.microsoft.com/office/drawing/2014/main" id="{C1CF3057-DD90-4507-86D6-88B2F18D5C55}"/>
                          </a:ext>
                        </a:extLst>
                      </p:cNvPr>
                      <p:cNvPicPr/>
                      <p:nvPr/>
                    </p:nvPicPr>
                    <p:blipFill>
                      <a:blip r:embed="rId7"/>
                      <a:stretch>
                        <a:fillRect/>
                      </a:stretch>
                    </p:blipFill>
                    <p:spPr>
                      <a:xfrm>
                        <a:off x="1589" y="1589"/>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A7517C02-D276-45C5-A785-D9D4656BC5D8}"/>
              </a:ext>
            </a:extLst>
          </p:cNvPr>
          <p:cNvSpPr/>
          <p:nvPr>
            <p:custDataLst>
              <p:tags r:id="rId2"/>
            </p:custDataLst>
          </p:nvPr>
        </p:nvSpPr>
        <p:spPr bwMode="auto">
          <a:xfrm>
            <a:off x="1" y="1"/>
            <a:ext cx="158751" cy="158751"/>
          </a:xfrm>
          <a:prstGeom prst="rect">
            <a:avLst/>
          </a:prstGeom>
          <a:solidFill>
            <a:schemeClr val="bg1"/>
          </a:solidFill>
          <a:ln w="9525" cap="flat" cmpd="sng" algn="ctr">
            <a:solidFill>
              <a:schemeClr val="accent3"/>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l" defTabSz="914377" rtl="0" eaLnBrk="0" fontAlgn="base" latinLnBrk="0" hangingPunct="0">
              <a:lnSpc>
                <a:spcPct val="100000"/>
              </a:lnSpc>
              <a:spcBef>
                <a:spcPct val="50000"/>
              </a:spcBef>
              <a:spcAft>
                <a:spcPct val="0"/>
              </a:spcAft>
              <a:buClr>
                <a:schemeClr val="accent1"/>
              </a:buClr>
              <a:buSzPct val="80000"/>
              <a:buFont typeface="Wingdings" pitchFamily="2" charset="2"/>
              <a:buNone/>
              <a:tabLst/>
            </a:pPr>
            <a:endParaRPr kumimoji="0" lang="en-US" sz="2667" b="1" i="0" u="none" strike="noStrike" cap="none" normalizeH="0" baseline="0" dirty="0">
              <a:ln>
                <a:noFill/>
              </a:ln>
              <a:solidFill>
                <a:schemeClr val="tx1"/>
              </a:solidFill>
              <a:effectLst/>
              <a:latin typeface="Arial" panose="020B0604020202020204" pitchFamily="34" charset="0"/>
              <a:ea typeface="+mj-ea"/>
              <a:cs typeface="+mj-cs"/>
              <a:sym typeface="Arial" panose="020B0604020202020204" pitchFamily="34" charset="0"/>
            </a:endParaRPr>
          </a:p>
        </p:txBody>
      </p:sp>
      <p:sp>
        <p:nvSpPr>
          <p:cNvPr id="2" name="Titel 1"/>
          <p:cNvSpPr>
            <a:spLocks noGrp="1"/>
          </p:cNvSpPr>
          <p:nvPr>
            <p:ph type="title" hasCustomPrompt="1"/>
          </p:nvPr>
        </p:nvSpPr>
        <p:spPr>
          <a:xfrm>
            <a:off x="278399" y="457200"/>
            <a:ext cx="11640000" cy="762000"/>
          </a:xfrm>
        </p:spPr>
        <p:txBody>
          <a:bodyPr vert="horz"/>
          <a:lstStyle>
            <a:lvl1pPr>
              <a:defRPr/>
            </a:lvl1pPr>
          </a:lstStyle>
          <a:p>
            <a:r>
              <a:rPr lang="en-US" noProof="0" dirty="0"/>
              <a:t>Click</a:t>
            </a:r>
            <a:r>
              <a:rPr lang="en-US" dirty="0"/>
              <a:t> to add title</a:t>
            </a:r>
          </a:p>
        </p:txBody>
      </p:sp>
      <p:sp>
        <p:nvSpPr>
          <p:cNvPr id="21" name="Rectangle 45">
            <a:extLst>
              <a:ext uri="{FF2B5EF4-FFF2-40B4-BE49-F238E27FC236}">
                <a16:creationId xmlns:a16="http://schemas.microsoft.com/office/drawing/2014/main" id="{1E4AC81D-3E52-40F0-85B8-CC904A2CEC0A}"/>
              </a:ext>
            </a:extLst>
          </p:cNvPr>
          <p:cNvSpPr>
            <a:spLocks noGrp="1" noChangeArrowheads="1"/>
          </p:cNvSpPr>
          <p:nvPr>
            <p:ph type="sldNum" sz="quarter" idx="4"/>
            <p:custDataLst>
              <p:tags r:id="rId3"/>
            </p:custDataLst>
          </p:nvPr>
        </p:nvSpPr>
        <p:spPr bwMode="auto">
          <a:xfrm>
            <a:off x="283200" y="6480063"/>
            <a:ext cx="335220" cy="205121"/>
          </a:xfrm>
          <a:prstGeom prst="rect">
            <a:avLst/>
          </a:prstGeom>
          <a:noFill/>
          <a:ln w="9525">
            <a:noFill/>
            <a:miter lim="800000"/>
            <a:headEnd/>
            <a:tailEnd/>
          </a:ln>
          <a:effectLst/>
        </p:spPr>
        <p:txBody>
          <a:bodyPr vert="horz" wrap="none" lIns="0" tIns="0" rIns="0" bIns="0" numCol="1" anchor="b" anchorCtr="0" compatLnSpc="1">
            <a:prstTxWarp prst="textNoShape">
              <a:avLst/>
            </a:prstTxWarp>
            <a:spAutoFit/>
          </a:bodyPr>
          <a:lstStyle>
            <a:lvl1pPr>
              <a:spcBef>
                <a:spcPct val="0"/>
              </a:spcBef>
              <a:buClrTx/>
              <a:buSzTx/>
              <a:buFontTx/>
              <a:buNone/>
              <a:defRPr sz="1333" b="0"/>
            </a:lvl1pPr>
          </a:lstStyle>
          <a:p>
            <a:fld id="{B8B94130-3BBE-45CA-9999-1A0D48956379}" type="slidenum">
              <a:rPr lang="de-DE" smtClean="0"/>
              <a:t>‹Nr.›</a:t>
            </a:fld>
            <a:endParaRPr lang="de-DE"/>
          </a:p>
        </p:txBody>
      </p:sp>
      <p:sp>
        <p:nvSpPr>
          <p:cNvPr id="34" name="Rectangle 44">
            <a:extLst>
              <a:ext uri="{FF2B5EF4-FFF2-40B4-BE49-F238E27FC236}">
                <a16:creationId xmlns:a16="http://schemas.microsoft.com/office/drawing/2014/main" id="{710E0B5E-E1BD-4BF8-8C4F-F6CE9F7337F9}"/>
              </a:ext>
            </a:extLst>
          </p:cNvPr>
          <p:cNvSpPr>
            <a:spLocks noGrp="1" noChangeArrowheads="1"/>
          </p:cNvSpPr>
          <p:nvPr>
            <p:ph type="ftr" sz="quarter" idx="3"/>
            <p:custDataLst>
              <p:tags r:id="rId4"/>
            </p:custDataLst>
          </p:nvPr>
        </p:nvSpPr>
        <p:spPr bwMode="auto">
          <a:xfrm>
            <a:off x="937336" y="6480000"/>
            <a:ext cx="6528000" cy="205184"/>
          </a:xfrm>
          <a:prstGeom prst="rect">
            <a:avLst/>
          </a:prstGeom>
          <a:noFill/>
          <a:ln w="9525">
            <a:noFill/>
            <a:miter lim="800000"/>
            <a:headEnd/>
            <a:tailEnd/>
          </a:ln>
          <a:effectLst/>
        </p:spPr>
        <p:txBody>
          <a:bodyPr vert="horz" wrap="square" lIns="0" tIns="0" rIns="0" bIns="0" numCol="1" anchor="b" anchorCtr="0" compatLnSpc="1">
            <a:prstTxWarp prst="textNoShape">
              <a:avLst/>
            </a:prstTxWarp>
            <a:noAutofit/>
          </a:bodyPr>
          <a:lstStyle>
            <a:lvl1pPr>
              <a:spcBef>
                <a:spcPct val="0"/>
              </a:spcBef>
              <a:buClrTx/>
              <a:buSzTx/>
              <a:buFontTx/>
              <a:buNone/>
              <a:defRPr sz="1333"/>
            </a:lvl1pPr>
          </a:lstStyle>
          <a:p>
            <a:endParaRPr lang="de-DE"/>
          </a:p>
        </p:txBody>
      </p:sp>
      <p:sp>
        <p:nvSpPr>
          <p:cNvPr id="4" name="Rechteck 4">
            <a:extLst>
              <a:ext uri="{FF2B5EF4-FFF2-40B4-BE49-F238E27FC236}">
                <a16:creationId xmlns:a16="http://schemas.microsoft.com/office/drawing/2014/main" id="{68B70C2E-2AC9-DD80-216F-E0F787426C3A}"/>
              </a:ext>
            </a:extLst>
          </p:cNvPr>
          <p:cNvSpPr/>
          <p:nvPr/>
        </p:nvSpPr>
        <p:spPr bwMode="gray">
          <a:xfrm>
            <a:off x="0" y="1387200"/>
            <a:ext cx="12192000" cy="4922160"/>
          </a:xfrm>
          <a:prstGeom prst="rect">
            <a:avLst/>
          </a:prstGeom>
          <a:solidFill>
            <a:srgbClr val="F5F5F5"/>
          </a:solidFill>
          <a:ln w="9525" cap="flat" cmpd="sng" algn="ctr">
            <a:solidFill>
              <a:srgbClr val="F5F5F5"/>
            </a:solidFill>
            <a:prstDash val="solid"/>
            <a:round/>
            <a:headEnd type="none" w="med" len="med"/>
            <a:tailEnd type="none" w="med" len="med"/>
          </a:ln>
          <a:effectLst/>
        </p:spPr>
        <p:txBody>
          <a:bodyPr vert="horz" wrap="square" lIns="96000" tIns="96000" rIns="96000" bIns="96000" numCol="1" rtlCol="0" anchor="t" anchorCtr="0" compatLnSpc="1">
            <a:prstTxWarp prst="textNoShape">
              <a:avLst/>
            </a:prstTxWarp>
          </a:bodyPr>
          <a:lstStyle/>
          <a:p>
            <a:pPr marL="2117" algn="l" defTabSz="1142971" fontAlgn="base">
              <a:spcBef>
                <a:spcPct val="40000"/>
              </a:spcBef>
              <a:spcAft>
                <a:spcPct val="0"/>
              </a:spcAft>
              <a:buClr>
                <a:schemeClr val="accent1"/>
              </a:buClr>
              <a:buSzPct val="70000"/>
            </a:pPr>
            <a:endParaRPr lang="en-US" sz="1867" dirty="0"/>
          </a:p>
        </p:txBody>
      </p:sp>
    </p:spTree>
    <p:extLst>
      <p:ext uri="{BB962C8B-B14F-4D97-AF65-F5344CB8AC3E}">
        <p14:creationId xmlns:p14="http://schemas.microsoft.com/office/powerpoint/2010/main" val="367477327"/>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2. Headin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8516F6D1-8141-4F51-8886-E720EC15667D}"/>
              </a:ext>
            </a:extLst>
          </p:cNvPr>
          <p:cNvGraphicFramePr>
            <a:graphicFrameLocks noChangeAspect="1"/>
          </p:cNvGraphicFramePr>
          <p:nvPr>
            <p:custDataLst>
              <p:tags r:id="rId1"/>
            </p:custDataLst>
            <p:extLst>
              <p:ext uri="{D42A27DB-BD31-4B8C-83A1-F6EECF244321}">
                <p14:modId xmlns:p14="http://schemas.microsoft.com/office/powerpoint/2010/main" val="1558458686"/>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6" imgW="473" imgH="473" progId="TCLayout.ActiveDocument.1">
                  <p:embed/>
                </p:oleObj>
              </mc:Choice>
              <mc:Fallback>
                <p:oleObj name="think-cell Slide" r:id="rId6" imgW="473" imgH="473" progId="TCLayout.ActiveDocument.1">
                  <p:embed/>
                  <p:pic>
                    <p:nvPicPr>
                      <p:cNvPr id="6" name="Object 5" hidden="1">
                        <a:extLst>
                          <a:ext uri="{FF2B5EF4-FFF2-40B4-BE49-F238E27FC236}">
                            <a16:creationId xmlns:a16="http://schemas.microsoft.com/office/drawing/2014/main" id="{8516F6D1-8141-4F51-8886-E720EC15667D}"/>
                          </a:ext>
                        </a:extLst>
                      </p:cNvPr>
                      <p:cNvPicPr/>
                      <p:nvPr/>
                    </p:nvPicPr>
                    <p:blipFill>
                      <a:blip r:embed="rId7"/>
                      <a:stretch>
                        <a:fillRect/>
                      </a:stretch>
                    </p:blipFill>
                    <p:spPr>
                      <a:xfrm>
                        <a:off x="1589" y="1589"/>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D4D12144-1039-47B9-808A-710CCFFF929F}"/>
              </a:ext>
            </a:extLst>
          </p:cNvPr>
          <p:cNvSpPr/>
          <p:nvPr>
            <p:custDataLst>
              <p:tags r:id="rId2"/>
            </p:custDataLst>
          </p:nvPr>
        </p:nvSpPr>
        <p:spPr bwMode="auto">
          <a:xfrm>
            <a:off x="1" y="1"/>
            <a:ext cx="158751" cy="158751"/>
          </a:xfrm>
          <a:prstGeom prst="rect">
            <a:avLst/>
          </a:prstGeom>
          <a:solidFill>
            <a:schemeClr val="bg1"/>
          </a:solidFill>
          <a:ln w="9525" cap="flat" cmpd="sng" algn="ctr">
            <a:solidFill>
              <a:schemeClr val="accent3"/>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l" defTabSz="914377" rtl="0" eaLnBrk="0" fontAlgn="base" latinLnBrk="0" hangingPunct="0">
              <a:lnSpc>
                <a:spcPct val="100000"/>
              </a:lnSpc>
              <a:spcBef>
                <a:spcPct val="50000"/>
              </a:spcBef>
              <a:spcAft>
                <a:spcPct val="0"/>
              </a:spcAft>
              <a:buClr>
                <a:schemeClr val="accent1"/>
              </a:buClr>
              <a:buSzPct val="80000"/>
              <a:buFont typeface="Wingdings" pitchFamily="2" charset="2"/>
              <a:buNone/>
              <a:tabLst/>
            </a:pPr>
            <a:endParaRPr kumimoji="0" lang="en-US" sz="2667" b="1" i="0" u="none" strike="noStrike" cap="none" normalizeH="0" baseline="0" dirty="0">
              <a:ln>
                <a:noFill/>
              </a:ln>
              <a:solidFill>
                <a:schemeClr val="tx1"/>
              </a:solidFill>
              <a:effectLst/>
              <a:latin typeface="Arial" panose="020B0604020202020204" pitchFamily="34" charset="0"/>
              <a:ea typeface="+mj-ea"/>
              <a:cs typeface="+mj-cs"/>
              <a:sym typeface="Arial" panose="020B0604020202020204" pitchFamily="34" charset="0"/>
            </a:endParaRPr>
          </a:p>
        </p:txBody>
      </p:sp>
      <p:sp>
        <p:nvSpPr>
          <p:cNvPr id="2" name="Titel 1"/>
          <p:cNvSpPr>
            <a:spLocks noGrp="1"/>
          </p:cNvSpPr>
          <p:nvPr>
            <p:ph type="title" hasCustomPrompt="1"/>
          </p:nvPr>
        </p:nvSpPr>
        <p:spPr>
          <a:xfrm>
            <a:off x="278400" y="457200"/>
            <a:ext cx="11640000" cy="762000"/>
          </a:xfrm>
        </p:spPr>
        <p:txBody>
          <a:bodyPr vert="horz"/>
          <a:lstStyle>
            <a:lvl1pPr>
              <a:defRPr/>
            </a:lvl1pPr>
          </a:lstStyle>
          <a:p>
            <a:r>
              <a:rPr lang="en-US" noProof="0" dirty="0"/>
              <a:t>Click</a:t>
            </a:r>
            <a:r>
              <a:rPr lang="en-US" dirty="0"/>
              <a:t> to add title</a:t>
            </a:r>
          </a:p>
        </p:txBody>
      </p:sp>
      <p:sp>
        <p:nvSpPr>
          <p:cNvPr id="22" name="Rectangle 45">
            <a:extLst>
              <a:ext uri="{FF2B5EF4-FFF2-40B4-BE49-F238E27FC236}">
                <a16:creationId xmlns:a16="http://schemas.microsoft.com/office/drawing/2014/main" id="{ADF04677-BCA8-4B82-86F0-956E96758780}"/>
              </a:ext>
            </a:extLst>
          </p:cNvPr>
          <p:cNvSpPr>
            <a:spLocks noGrp="1" noChangeArrowheads="1"/>
          </p:cNvSpPr>
          <p:nvPr>
            <p:ph type="sldNum" sz="quarter" idx="4"/>
            <p:custDataLst>
              <p:tags r:id="rId3"/>
            </p:custDataLst>
          </p:nvPr>
        </p:nvSpPr>
        <p:spPr bwMode="auto">
          <a:xfrm>
            <a:off x="283200" y="6480063"/>
            <a:ext cx="335220" cy="205121"/>
          </a:xfrm>
          <a:prstGeom prst="rect">
            <a:avLst/>
          </a:prstGeom>
          <a:noFill/>
          <a:ln w="9525">
            <a:noFill/>
            <a:miter lim="800000"/>
            <a:headEnd/>
            <a:tailEnd/>
          </a:ln>
          <a:effectLst/>
        </p:spPr>
        <p:txBody>
          <a:bodyPr vert="horz" wrap="none" lIns="0" tIns="0" rIns="0" bIns="0" numCol="1" anchor="b" anchorCtr="0" compatLnSpc="1">
            <a:prstTxWarp prst="textNoShape">
              <a:avLst/>
            </a:prstTxWarp>
            <a:spAutoFit/>
          </a:bodyPr>
          <a:lstStyle>
            <a:lvl1pPr>
              <a:spcBef>
                <a:spcPct val="0"/>
              </a:spcBef>
              <a:buClrTx/>
              <a:buSzTx/>
              <a:buFontTx/>
              <a:buNone/>
              <a:defRPr sz="1333" b="0"/>
            </a:lvl1pPr>
          </a:lstStyle>
          <a:p>
            <a:fld id="{B8B94130-3BBE-45CA-9999-1A0D48956379}" type="slidenum">
              <a:rPr lang="de-DE" smtClean="0"/>
              <a:t>‹Nr.›</a:t>
            </a:fld>
            <a:endParaRPr lang="de-DE"/>
          </a:p>
        </p:txBody>
      </p:sp>
      <p:sp>
        <p:nvSpPr>
          <p:cNvPr id="32" name="Textplatzhalter 5">
            <a:extLst>
              <a:ext uri="{FF2B5EF4-FFF2-40B4-BE49-F238E27FC236}">
                <a16:creationId xmlns:a16="http://schemas.microsoft.com/office/drawing/2014/main" id="{EDDF73C2-5319-42B7-A0E8-B4E0F2B8C792}"/>
              </a:ext>
            </a:extLst>
          </p:cNvPr>
          <p:cNvSpPr>
            <a:spLocks noGrp="1"/>
          </p:cNvSpPr>
          <p:nvPr>
            <p:ph type="body" sz="quarter" idx="16" hasCustomPrompt="1"/>
          </p:nvPr>
        </p:nvSpPr>
        <p:spPr>
          <a:xfrm>
            <a:off x="278400" y="110401"/>
            <a:ext cx="8107200" cy="215444"/>
          </a:xfrm>
        </p:spPr>
        <p:txBody>
          <a:bodyPr/>
          <a:lstStyle>
            <a:lvl1pPr>
              <a:defRPr sz="1600" baseline="0"/>
            </a:lvl1pPr>
            <a:lvl2pPr>
              <a:defRPr sz="1400"/>
            </a:lvl2pPr>
            <a:lvl3pPr>
              <a:defRPr sz="1400"/>
            </a:lvl3pPr>
            <a:lvl4pPr>
              <a:defRPr sz="1400"/>
            </a:lvl4pPr>
            <a:lvl5pPr>
              <a:defRPr sz="1400"/>
            </a:lvl5pPr>
          </a:lstStyle>
          <a:p>
            <a:pPr lvl="0"/>
            <a:r>
              <a:rPr lang="en-US" dirty="0"/>
              <a:t>2. Folientitel/Topic title</a:t>
            </a:r>
          </a:p>
        </p:txBody>
      </p:sp>
      <p:sp>
        <p:nvSpPr>
          <p:cNvPr id="35" name="Rectangle 44">
            <a:extLst>
              <a:ext uri="{FF2B5EF4-FFF2-40B4-BE49-F238E27FC236}">
                <a16:creationId xmlns:a16="http://schemas.microsoft.com/office/drawing/2014/main" id="{5259BE71-9359-494A-BF37-7E2D7E037628}"/>
              </a:ext>
            </a:extLst>
          </p:cNvPr>
          <p:cNvSpPr>
            <a:spLocks noGrp="1" noChangeArrowheads="1"/>
          </p:cNvSpPr>
          <p:nvPr>
            <p:ph type="ftr" sz="quarter" idx="3"/>
            <p:custDataLst>
              <p:tags r:id="rId4"/>
            </p:custDataLst>
          </p:nvPr>
        </p:nvSpPr>
        <p:spPr bwMode="auto">
          <a:xfrm>
            <a:off x="937336" y="6480000"/>
            <a:ext cx="6528000" cy="205184"/>
          </a:xfrm>
          <a:prstGeom prst="rect">
            <a:avLst/>
          </a:prstGeom>
          <a:noFill/>
          <a:ln w="9525">
            <a:noFill/>
            <a:miter lim="800000"/>
            <a:headEnd/>
            <a:tailEnd/>
          </a:ln>
          <a:effectLst/>
        </p:spPr>
        <p:txBody>
          <a:bodyPr vert="horz" wrap="square" lIns="0" tIns="0" rIns="0" bIns="0" numCol="1" anchor="b" anchorCtr="0" compatLnSpc="1">
            <a:prstTxWarp prst="textNoShape">
              <a:avLst/>
            </a:prstTxWarp>
            <a:noAutofit/>
          </a:bodyPr>
          <a:lstStyle>
            <a:lvl1pPr>
              <a:spcBef>
                <a:spcPct val="0"/>
              </a:spcBef>
              <a:buClrTx/>
              <a:buSzTx/>
              <a:buFontTx/>
              <a:buNone/>
              <a:defRPr sz="1333"/>
            </a:lvl1pPr>
          </a:lstStyle>
          <a:p>
            <a:endParaRPr lang="de-DE"/>
          </a:p>
        </p:txBody>
      </p:sp>
    </p:spTree>
    <p:extLst>
      <p:ext uri="{BB962C8B-B14F-4D97-AF65-F5344CB8AC3E}">
        <p14:creationId xmlns:p14="http://schemas.microsoft.com/office/powerpoint/2010/main" val="3409343156"/>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2. Heading/ Gray">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8516F6D1-8141-4F51-8886-E720EC15667D}"/>
              </a:ext>
            </a:extLst>
          </p:cNvPr>
          <p:cNvGraphicFramePr>
            <a:graphicFrameLocks noChangeAspect="1"/>
          </p:cNvGraphicFramePr>
          <p:nvPr>
            <p:custDataLst>
              <p:tags r:id="rId1"/>
            </p:custDataLst>
            <p:extLst>
              <p:ext uri="{D42A27DB-BD31-4B8C-83A1-F6EECF244321}">
                <p14:modId xmlns:p14="http://schemas.microsoft.com/office/powerpoint/2010/main" val="355296763"/>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6" imgW="473" imgH="473" progId="TCLayout.ActiveDocument.1">
                  <p:embed/>
                </p:oleObj>
              </mc:Choice>
              <mc:Fallback>
                <p:oleObj name="think-cell Slide" r:id="rId6" imgW="473" imgH="473" progId="TCLayout.ActiveDocument.1">
                  <p:embed/>
                  <p:pic>
                    <p:nvPicPr>
                      <p:cNvPr id="6" name="Object 5" hidden="1">
                        <a:extLst>
                          <a:ext uri="{FF2B5EF4-FFF2-40B4-BE49-F238E27FC236}">
                            <a16:creationId xmlns:a16="http://schemas.microsoft.com/office/drawing/2014/main" id="{8516F6D1-8141-4F51-8886-E720EC15667D}"/>
                          </a:ext>
                        </a:extLst>
                      </p:cNvPr>
                      <p:cNvPicPr/>
                      <p:nvPr/>
                    </p:nvPicPr>
                    <p:blipFill>
                      <a:blip r:embed="rId7"/>
                      <a:stretch>
                        <a:fillRect/>
                      </a:stretch>
                    </p:blipFill>
                    <p:spPr>
                      <a:xfrm>
                        <a:off x="1589" y="1589"/>
                        <a:ext cx="1588" cy="1588"/>
                      </a:xfrm>
                      <a:prstGeom prst="rect">
                        <a:avLst/>
                      </a:prstGeom>
                    </p:spPr>
                  </p:pic>
                </p:oleObj>
              </mc:Fallback>
            </mc:AlternateContent>
          </a:graphicData>
        </a:graphic>
      </p:graphicFrame>
      <p:sp>
        <p:nvSpPr>
          <p:cNvPr id="4" name="Rechteck 4">
            <a:extLst>
              <a:ext uri="{FF2B5EF4-FFF2-40B4-BE49-F238E27FC236}">
                <a16:creationId xmlns:a16="http://schemas.microsoft.com/office/drawing/2014/main" id="{88D2E30E-5E7E-A217-6BD6-FFC7D342DBBE}"/>
              </a:ext>
            </a:extLst>
          </p:cNvPr>
          <p:cNvSpPr/>
          <p:nvPr/>
        </p:nvSpPr>
        <p:spPr bwMode="gray">
          <a:xfrm>
            <a:off x="0" y="1387200"/>
            <a:ext cx="12192000" cy="4922160"/>
          </a:xfrm>
          <a:prstGeom prst="rect">
            <a:avLst/>
          </a:prstGeom>
          <a:solidFill>
            <a:srgbClr val="F5F5F5"/>
          </a:solidFill>
          <a:ln w="9525" cap="flat" cmpd="sng" algn="ctr">
            <a:solidFill>
              <a:srgbClr val="F5F5F5"/>
            </a:solidFill>
            <a:prstDash val="solid"/>
            <a:round/>
            <a:headEnd type="none" w="med" len="med"/>
            <a:tailEnd type="none" w="med" len="med"/>
          </a:ln>
          <a:effectLst/>
        </p:spPr>
        <p:txBody>
          <a:bodyPr vert="horz" wrap="square" lIns="96000" tIns="96000" rIns="96000" bIns="96000" numCol="1" rtlCol="0" anchor="t" anchorCtr="0" compatLnSpc="1">
            <a:prstTxWarp prst="textNoShape">
              <a:avLst/>
            </a:prstTxWarp>
          </a:bodyPr>
          <a:lstStyle/>
          <a:p>
            <a:pPr marL="2117" algn="l" defTabSz="1142971" fontAlgn="base">
              <a:spcBef>
                <a:spcPct val="40000"/>
              </a:spcBef>
              <a:spcAft>
                <a:spcPct val="0"/>
              </a:spcAft>
              <a:buClr>
                <a:schemeClr val="accent1"/>
              </a:buClr>
              <a:buSzPct val="70000"/>
            </a:pPr>
            <a:endParaRPr lang="en-US" sz="1867" dirty="0"/>
          </a:p>
        </p:txBody>
      </p:sp>
      <p:sp>
        <p:nvSpPr>
          <p:cNvPr id="3" name="Rectangle 2" hidden="1">
            <a:extLst>
              <a:ext uri="{FF2B5EF4-FFF2-40B4-BE49-F238E27FC236}">
                <a16:creationId xmlns:a16="http://schemas.microsoft.com/office/drawing/2014/main" id="{D4D12144-1039-47B9-808A-710CCFFF929F}"/>
              </a:ext>
            </a:extLst>
          </p:cNvPr>
          <p:cNvSpPr/>
          <p:nvPr>
            <p:custDataLst>
              <p:tags r:id="rId2"/>
            </p:custDataLst>
          </p:nvPr>
        </p:nvSpPr>
        <p:spPr bwMode="auto">
          <a:xfrm>
            <a:off x="1" y="1"/>
            <a:ext cx="158751" cy="158751"/>
          </a:xfrm>
          <a:prstGeom prst="rect">
            <a:avLst/>
          </a:prstGeom>
          <a:solidFill>
            <a:schemeClr val="bg1"/>
          </a:solidFill>
          <a:ln w="9525" cap="flat" cmpd="sng" algn="ctr">
            <a:solidFill>
              <a:schemeClr val="accent3"/>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l" defTabSz="914377" rtl="0" eaLnBrk="0" fontAlgn="base" latinLnBrk="0" hangingPunct="0">
              <a:lnSpc>
                <a:spcPct val="100000"/>
              </a:lnSpc>
              <a:spcBef>
                <a:spcPct val="50000"/>
              </a:spcBef>
              <a:spcAft>
                <a:spcPct val="0"/>
              </a:spcAft>
              <a:buClr>
                <a:schemeClr val="accent1"/>
              </a:buClr>
              <a:buSzPct val="80000"/>
              <a:buFont typeface="Wingdings" pitchFamily="2" charset="2"/>
              <a:buNone/>
              <a:tabLst/>
            </a:pPr>
            <a:endParaRPr kumimoji="0" lang="en-US" sz="2667" b="1" i="0" u="none" strike="noStrike" cap="none" normalizeH="0" baseline="0" dirty="0">
              <a:ln>
                <a:noFill/>
              </a:ln>
              <a:solidFill>
                <a:schemeClr val="tx1"/>
              </a:solidFill>
              <a:effectLst/>
              <a:latin typeface="Arial" panose="020B0604020202020204" pitchFamily="34" charset="0"/>
              <a:ea typeface="+mj-ea"/>
              <a:cs typeface="+mj-cs"/>
              <a:sym typeface="Arial" panose="020B0604020202020204" pitchFamily="34" charset="0"/>
            </a:endParaRPr>
          </a:p>
        </p:txBody>
      </p:sp>
      <p:sp>
        <p:nvSpPr>
          <p:cNvPr id="2" name="Titel 1"/>
          <p:cNvSpPr>
            <a:spLocks noGrp="1"/>
          </p:cNvSpPr>
          <p:nvPr>
            <p:ph type="title" hasCustomPrompt="1"/>
          </p:nvPr>
        </p:nvSpPr>
        <p:spPr>
          <a:xfrm>
            <a:off x="278400" y="457200"/>
            <a:ext cx="11640000" cy="762000"/>
          </a:xfrm>
        </p:spPr>
        <p:txBody>
          <a:bodyPr vert="horz"/>
          <a:lstStyle>
            <a:lvl1pPr>
              <a:defRPr/>
            </a:lvl1pPr>
          </a:lstStyle>
          <a:p>
            <a:r>
              <a:rPr lang="en-US" noProof="0" dirty="0"/>
              <a:t>Click</a:t>
            </a:r>
            <a:r>
              <a:rPr lang="en-US" dirty="0"/>
              <a:t> to add title</a:t>
            </a:r>
          </a:p>
        </p:txBody>
      </p:sp>
      <p:sp>
        <p:nvSpPr>
          <p:cNvPr id="22" name="Rectangle 45">
            <a:extLst>
              <a:ext uri="{FF2B5EF4-FFF2-40B4-BE49-F238E27FC236}">
                <a16:creationId xmlns:a16="http://schemas.microsoft.com/office/drawing/2014/main" id="{ADF04677-BCA8-4B82-86F0-956E96758780}"/>
              </a:ext>
            </a:extLst>
          </p:cNvPr>
          <p:cNvSpPr>
            <a:spLocks noGrp="1" noChangeArrowheads="1"/>
          </p:cNvSpPr>
          <p:nvPr>
            <p:ph type="sldNum" sz="quarter" idx="4"/>
            <p:custDataLst>
              <p:tags r:id="rId3"/>
            </p:custDataLst>
          </p:nvPr>
        </p:nvSpPr>
        <p:spPr bwMode="auto">
          <a:xfrm>
            <a:off x="283200" y="6480063"/>
            <a:ext cx="335220" cy="205121"/>
          </a:xfrm>
          <a:prstGeom prst="rect">
            <a:avLst/>
          </a:prstGeom>
          <a:noFill/>
          <a:ln w="9525">
            <a:noFill/>
            <a:miter lim="800000"/>
            <a:headEnd/>
            <a:tailEnd/>
          </a:ln>
          <a:effectLst/>
        </p:spPr>
        <p:txBody>
          <a:bodyPr vert="horz" wrap="none" lIns="0" tIns="0" rIns="0" bIns="0" numCol="1" anchor="b" anchorCtr="0" compatLnSpc="1">
            <a:prstTxWarp prst="textNoShape">
              <a:avLst/>
            </a:prstTxWarp>
            <a:spAutoFit/>
          </a:bodyPr>
          <a:lstStyle>
            <a:lvl1pPr>
              <a:spcBef>
                <a:spcPct val="0"/>
              </a:spcBef>
              <a:buClrTx/>
              <a:buSzTx/>
              <a:buFontTx/>
              <a:buNone/>
              <a:defRPr sz="1333" b="0"/>
            </a:lvl1pPr>
          </a:lstStyle>
          <a:p>
            <a:fld id="{B8B94130-3BBE-45CA-9999-1A0D48956379}" type="slidenum">
              <a:rPr lang="de-DE" smtClean="0"/>
              <a:t>‹Nr.›</a:t>
            </a:fld>
            <a:endParaRPr lang="de-DE"/>
          </a:p>
        </p:txBody>
      </p:sp>
      <p:sp>
        <p:nvSpPr>
          <p:cNvPr id="32" name="Textplatzhalter 5">
            <a:extLst>
              <a:ext uri="{FF2B5EF4-FFF2-40B4-BE49-F238E27FC236}">
                <a16:creationId xmlns:a16="http://schemas.microsoft.com/office/drawing/2014/main" id="{EDDF73C2-5319-42B7-A0E8-B4E0F2B8C792}"/>
              </a:ext>
            </a:extLst>
          </p:cNvPr>
          <p:cNvSpPr>
            <a:spLocks noGrp="1"/>
          </p:cNvSpPr>
          <p:nvPr>
            <p:ph type="body" sz="quarter" idx="16" hasCustomPrompt="1"/>
          </p:nvPr>
        </p:nvSpPr>
        <p:spPr>
          <a:xfrm>
            <a:off x="278400" y="110401"/>
            <a:ext cx="8107200" cy="215444"/>
          </a:xfrm>
        </p:spPr>
        <p:txBody>
          <a:bodyPr/>
          <a:lstStyle>
            <a:lvl1pPr>
              <a:defRPr sz="1600" baseline="0"/>
            </a:lvl1pPr>
            <a:lvl2pPr>
              <a:defRPr sz="1400"/>
            </a:lvl2pPr>
            <a:lvl3pPr>
              <a:defRPr sz="1400"/>
            </a:lvl3pPr>
            <a:lvl4pPr>
              <a:defRPr sz="1400"/>
            </a:lvl4pPr>
            <a:lvl5pPr>
              <a:defRPr sz="1400"/>
            </a:lvl5pPr>
          </a:lstStyle>
          <a:p>
            <a:pPr lvl="0"/>
            <a:r>
              <a:rPr lang="en-US" dirty="0"/>
              <a:t>2. Folientitel/Topic title</a:t>
            </a:r>
          </a:p>
        </p:txBody>
      </p:sp>
      <p:sp>
        <p:nvSpPr>
          <p:cNvPr id="35" name="Rectangle 44">
            <a:extLst>
              <a:ext uri="{FF2B5EF4-FFF2-40B4-BE49-F238E27FC236}">
                <a16:creationId xmlns:a16="http://schemas.microsoft.com/office/drawing/2014/main" id="{5259BE71-9359-494A-BF37-7E2D7E037628}"/>
              </a:ext>
            </a:extLst>
          </p:cNvPr>
          <p:cNvSpPr>
            <a:spLocks noGrp="1" noChangeArrowheads="1"/>
          </p:cNvSpPr>
          <p:nvPr>
            <p:ph type="ftr" sz="quarter" idx="3"/>
            <p:custDataLst>
              <p:tags r:id="rId4"/>
            </p:custDataLst>
          </p:nvPr>
        </p:nvSpPr>
        <p:spPr bwMode="auto">
          <a:xfrm>
            <a:off x="937336" y="6480000"/>
            <a:ext cx="6528000" cy="205184"/>
          </a:xfrm>
          <a:prstGeom prst="rect">
            <a:avLst/>
          </a:prstGeom>
          <a:noFill/>
          <a:ln w="9525">
            <a:noFill/>
            <a:miter lim="800000"/>
            <a:headEnd/>
            <a:tailEnd/>
          </a:ln>
          <a:effectLst/>
        </p:spPr>
        <p:txBody>
          <a:bodyPr vert="horz" wrap="square" lIns="0" tIns="0" rIns="0" bIns="0" numCol="1" anchor="b" anchorCtr="0" compatLnSpc="1">
            <a:prstTxWarp prst="textNoShape">
              <a:avLst/>
            </a:prstTxWarp>
            <a:noAutofit/>
          </a:bodyPr>
          <a:lstStyle>
            <a:lvl1pPr>
              <a:spcBef>
                <a:spcPct val="0"/>
              </a:spcBef>
              <a:buClrTx/>
              <a:buSzTx/>
              <a:buFontTx/>
              <a:buNone/>
              <a:defRPr sz="1333"/>
            </a:lvl1pPr>
          </a:lstStyle>
          <a:p>
            <a:endParaRPr lang="de-DE"/>
          </a:p>
        </p:txBody>
      </p:sp>
    </p:spTree>
    <p:extLst>
      <p:ext uri="{BB962C8B-B14F-4D97-AF65-F5344CB8AC3E}">
        <p14:creationId xmlns:p14="http://schemas.microsoft.com/office/powerpoint/2010/main" val="2169027472"/>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el und Inhalt">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F024663E-5A44-43C5-9D17-45D7178FF5A5}"/>
              </a:ext>
            </a:extLst>
          </p:cNvPr>
          <p:cNvGraphicFramePr>
            <a:graphicFrameLocks noChangeAspect="1"/>
          </p:cNvGraphicFramePr>
          <p:nvPr>
            <p:custDataLst>
              <p:tags r:id="rId1"/>
            </p:custDataLst>
            <p:extLst>
              <p:ext uri="{D42A27DB-BD31-4B8C-83A1-F6EECF244321}">
                <p14:modId xmlns:p14="http://schemas.microsoft.com/office/powerpoint/2010/main" val="4244873976"/>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9" imgW="473" imgH="473" progId="TCLayout.ActiveDocument.1">
                  <p:embed/>
                </p:oleObj>
              </mc:Choice>
              <mc:Fallback>
                <p:oleObj name="think-cell Slide" r:id="rId9" imgW="473" imgH="473" progId="TCLayout.ActiveDocument.1">
                  <p:embed/>
                  <p:pic>
                    <p:nvPicPr>
                      <p:cNvPr id="4" name="Object 3" hidden="1">
                        <a:extLst>
                          <a:ext uri="{FF2B5EF4-FFF2-40B4-BE49-F238E27FC236}">
                            <a16:creationId xmlns:a16="http://schemas.microsoft.com/office/drawing/2014/main" id="{F024663E-5A44-43C5-9D17-45D7178FF5A5}"/>
                          </a:ext>
                        </a:extLst>
                      </p:cNvPr>
                      <p:cNvPicPr/>
                      <p:nvPr/>
                    </p:nvPicPr>
                    <p:blipFill>
                      <a:blip r:embed="rId10"/>
                      <a:stretch>
                        <a:fillRect/>
                      </a:stretch>
                    </p:blipFill>
                    <p:spPr>
                      <a:xfrm>
                        <a:off x="1589" y="1589"/>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8011582F-C976-4982-BB3E-93AEA21105D2}"/>
              </a:ext>
            </a:extLst>
          </p:cNvPr>
          <p:cNvSpPr/>
          <p:nvPr>
            <p:custDataLst>
              <p:tags r:id="rId2"/>
            </p:custDataLst>
          </p:nvPr>
        </p:nvSpPr>
        <p:spPr bwMode="auto">
          <a:xfrm>
            <a:off x="1" y="1"/>
            <a:ext cx="158751" cy="158751"/>
          </a:xfrm>
          <a:prstGeom prst="rect">
            <a:avLst/>
          </a:prstGeom>
          <a:solidFill>
            <a:schemeClr val="bg1"/>
          </a:solidFill>
          <a:ln w="9525" cap="flat" cmpd="sng" algn="ctr">
            <a:solidFill>
              <a:schemeClr val="accent3"/>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l" defTabSz="914377" rtl="0" eaLnBrk="0" fontAlgn="base" latinLnBrk="0" hangingPunct="0">
              <a:lnSpc>
                <a:spcPct val="100000"/>
              </a:lnSpc>
              <a:spcBef>
                <a:spcPct val="50000"/>
              </a:spcBef>
              <a:spcAft>
                <a:spcPct val="0"/>
              </a:spcAft>
              <a:buClr>
                <a:schemeClr val="accent1"/>
              </a:buClr>
              <a:buSzPct val="80000"/>
              <a:buFont typeface="Wingdings" pitchFamily="2" charset="2"/>
              <a:buNone/>
              <a:tabLst/>
            </a:pPr>
            <a:endParaRPr kumimoji="0" lang="en-US" sz="2667" b="1" i="0" u="none" strike="noStrike" cap="none" normalizeH="0" baseline="0" dirty="0">
              <a:ln>
                <a:noFill/>
              </a:ln>
              <a:solidFill>
                <a:schemeClr val="tx1"/>
              </a:solidFill>
              <a:effectLst/>
              <a:latin typeface="Arial" panose="020B0604020202020204" pitchFamily="34" charset="0"/>
              <a:ea typeface="+mj-ea"/>
              <a:cs typeface="+mj-cs"/>
              <a:sym typeface="Arial" panose="020B0604020202020204" pitchFamily="34" charset="0"/>
            </a:endParaRPr>
          </a:p>
        </p:txBody>
      </p:sp>
      <p:sp>
        <p:nvSpPr>
          <p:cNvPr id="14" name="Textplatzhalter 13"/>
          <p:cNvSpPr>
            <a:spLocks noGrp="1"/>
          </p:cNvSpPr>
          <p:nvPr>
            <p:ph type="body" sz="quarter" idx="14" hasCustomPrompt="1"/>
            <p:custDataLst>
              <p:tags r:id="rId3"/>
            </p:custDataLst>
          </p:nvPr>
        </p:nvSpPr>
        <p:spPr>
          <a:xfrm>
            <a:off x="278400" y="1387475"/>
            <a:ext cx="11640000" cy="1828800"/>
          </a:xfrm>
        </p:spPr>
        <p:txBody>
          <a:bodyPr/>
          <a:lstStyle>
            <a:lvl1pPr>
              <a:defRPr baseline="0"/>
            </a:lvl1pPr>
            <a:lvl2pPr>
              <a:defRPr baseline="0"/>
            </a:lvl2pPr>
            <a:lvl3pPr>
              <a:defRPr baseline="0"/>
            </a:lvl3pPr>
            <a:lvl4pPr>
              <a:defRPr baseline="0"/>
            </a:lvl4pPr>
            <a:lvl5pPr>
              <a:defRPr baseline="0"/>
            </a:lvl5pPr>
          </a:lstStyle>
          <a:p>
            <a:pPr lvl="0"/>
            <a:r>
              <a:rPr lang="en-US" dirty="0"/>
              <a:t>Add text here</a:t>
            </a:r>
          </a:p>
          <a:p>
            <a:pPr lvl="1"/>
            <a:r>
              <a:rPr lang="en-US" dirty="0"/>
              <a:t>First level</a:t>
            </a:r>
          </a:p>
          <a:p>
            <a:pPr lvl="2"/>
            <a:r>
              <a:rPr lang="en-US" dirty="0"/>
              <a:t>Second level</a:t>
            </a:r>
          </a:p>
          <a:p>
            <a:pPr lvl="3"/>
            <a:r>
              <a:rPr lang="en-US" dirty="0"/>
              <a:t>Third level</a:t>
            </a:r>
          </a:p>
          <a:p>
            <a:pPr lvl="4"/>
            <a:r>
              <a:rPr lang="en-US" dirty="0"/>
              <a:t>Fourth level</a:t>
            </a:r>
          </a:p>
        </p:txBody>
      </p:sp>
      <p:sp>
        <p:nvSpPr>
          <p:cNvPr id="2" name="Titel 1"/>
          <p:cNvSpPr>
            <a:spLocks noGrp="1"/>
          </p:cNvSpPr>
          <p:nvPr>
            <p:ph type="title" hasCustomPrompt="1"/>
            <p:custDataLst>
              <p:tags r:id="rId4"/>
            </p:custDataLst>
          </p:nvPr>
        </p:nvSpPr>
        <p:spPr>
          <a:xfrm>
            <a:off x="278399" y="457200"/>
            <a:ext cx="11640000" cy="762000"/>
          </a:xfrm>
        </p:spPr>
        <p:txBody>
          <a:bodyPr vert="horz"/>
          <a:lstStyle>
            <a:lvl1pPr>
              <a:defRPr/>
            </a:lvl1pPr>
          </a:lstStyle>
          <a:p>
            <a:r>
              <a:rPr lang="en-US" dirty="0"/>
              <a:t>Click to add title</a:t>
            </a:r>
          </a:p>
        </p:txBody>
      </p:sp>
      <p:sp>
        <p:nvSpPr>
          <p:cNvPr id="6" name="Textplatzhalter 5"/>
          <p:cNvSpPr>
            <a:spLocks noGrp="1"/>
          </p:cNvSpPr>
          <p:nvPr>
            <p:ph type="body" sz="quarter" idx="15" hasCustomPrompt="1"/>
          </p:nvPr>
        </p:nvSpPr>
        <p:spPr>
          <a:xfrm>
            <a:off x="278400" y="110401"/>
            <a:ext cx="8107200" cy="215444"/>
          </a:xfrm>
        </p:spPr>
        <p:txBody>
          <a:bodyPr/>
          <a:lstStyle>
            <a:lvl1pPr>
              <a:defRPr sz="1600" baseline="0"/>
            </a:lvl1pPr>
            <a:lvl2pPr>
              <a:defRPr sz="1400"/>
            </a:lvl2pPr>
            <a:lvl3pPr>
              <a:defRPr sz="1400"/>
            </a:lvl3pPr>
            <a:lvl4pPr>
              <a:defRPr sz="1400"/>
            </a:lvl4pPr>
            <a:lvl5pPr>
              <a:defRPr sz="1400"/>
            </a:lvl5pPr>
          </a:lstStyle>
          <a:p>
            <a:pPr lvl="0"/>
            <a:r>
              <a:rPr lang="en-US" dirty="0"/>
              <a:t>2. Folientitel/Topic title</a:t>
            </a:r>
          </a:p>
        </p:txBody>
      </p:sp>
      <p:sp>
        <p:nvSpPr>
          <p:cNvPr id="24" name="Rectangle 45">
            <a:extLst>
              <a:ext uri="{FF2B5EF4-FFF2-40B4-BE49-F238E27FC236}">
                <a16:creationId xmlns:a16="http://schemas.microsoft.com/office/drawing/2014/main" id="{742A5D9C-3D14-4267-B413-4E14A7E0E224}"/>
              </a:ext>
            </a:extLst>
          </p:cNvPr>
          <p:cNvSpPr>
            <a:spLocks noGrp="1" noChangeArrowheads="1"/>
          </p:cNvSpPr>
          <p:nvPr>
            <p:ph type="sldNum" sz="quarter" idx="4"/>
            <p:custDataLst>
              <p:tags r:id="rId5"/>
            </p:custDataLst>
          </p:nvPr>
        </p:nvSpPr>
        <p:spPr bwMode="auto">
          <a:xfrm>
            <a:off x="283200" y="6480063"/>
            <a:ext cx="335220" cy="205121"/>
          </a:xfrm>
          <a:prstGeom prst="rect">
            <a:avLst/>
          </a:prstGeom>
          <a:noFill/>
          <a:ln w="9525">
            <a:noFill/>
            <a:miter lim="800000"/>
            <a:headEnd/>
            <a:tailEnd/>
          </a:ln>
          <a:effectLst/>
        </p:spPr>
        <p:txBody>
          <a:bodyPr vert="horz" wrap="none" lIns="0" tIns="0" rIns="0" bIns="0" numCol="1" anchor="b" anchorCtr="0" compatLnSpc="1">
            <a:prstTxWarp prst="textNoShape">
              <a:avLst/>
            </a:prstTxWarp>
            <a:spAutoFit/>
          </a:bodyPr>
          <a:lstStyle>
            <a:lvl1pPr>
              <a:spcBef>
                <a:spcPct val="0"/>
              </a:spcBef>
              <a:buClrTx/>
              <a:buSzTx/>
              <a:buFontTx/>
              <a:buNone/>
              <a:defRPr sz="1333" b="0"/>
            </a:lvl1pPr>
          </a:lstStyle>
          <a:p>
            <a:fld id="{B8B94130-3BBE-45CA-9999-1A0D48956379}" type="slidenum">
              <a:rPr lang="de-DE" smtClean="0"/>
              <a:t>‹Nr.›</a:t>
            </a:fld>
            <a:endParaRPr lang="de-DE"/>
          </a:p>
        </p:txBody>
      </p:sp>
      <p:sp>
        <p:nvSpPr>
          <p:cNvPr id="33" name="Textplatzhalter 9">
            <a:extLst>
              <a:ext uri="{FF2B5EF4-FFF2-40B4-BE49-F238E27FC236}">
                <a16:creationId xmlns:a16="http://schemas.microsoft.com/office/drawing/2014/main" id="{8AAC61B8-C5C9-4424-8DD2-8689A7FB89E9}"/>
              </a:ext>
            </a:extLst>
          </p:cNvPr>
          <p:cNvSpPr>
            <a:spLocks noGrp="1"/>
          </p:cNvSpPr>
          <p:nvPr>
            <p:ph type="body" sz="quarter" idx="12" hasCustomPrompt="1"/>
            <p:custDataLst>
              <p:tags r:id="rId6"/>
            </p:custDataLst>
          </p:nvPr>
        </p:nvSpPr>
        <p:spPr bwMode="gray">
          <a:xfrm>
            <a:off x="278400" y="5534339"/>
            <a:ext cx="11632237" cy="772861"/>
          </a:xfrm>
          <a:noFill/>
          <a:ln w="9525">
            <a:noFill/>
            <a:miter lim="800000"/>
            <a:headEnd/>
            <a:tailEnd/>
          </a:ln>
        </p:spPr>
        <p:txBody>
          <a:bodyPr wrap="square" lIns="0" tIns="0" rIns="0" bIns="0" anchor="b">
            <a:noAutofit/>
          </a:bodyPr>
          <a:lstStyle>
            <a:lvl1pPr algn="l" defTabSz="1142971" rtl="0" eaLnBrk="0" fontAlgn="base" hangingPunct="0">
              <a:lnSpc>
                <a:spcPct val="90000"/>
              </a:lnSpc>
              <a:spcBef>
                <a:spcPts val="0"/>
              </a:spcBef>
              <a:spcAft>
                <a:spcPct val="0"/>
              </a:spcAft>
              <a:buClr>
                <a:schemeClr val="accent1"/>
              </a:buClr>
              <a:buSzPct val="80000"/>
              <a:buFont typeface="Wingdings" pitchFamily="2" charset="2"/>
              <a:tabLst>
                <a:tab pos="243411" algn="l"/>
              </a:tabLst>
              <a:defRPr lang="de-DE" sz="1333" kern="1200" baseline="0">
                <a:solidFill>
                  <a:schemeClr val="tx1"/>
                </a:solidFill>
                <a:latin typeface="+mn-lt"/>
                <a:ea typeface="+mn-ea"/>
                <a:cs typeface="Arial" panose="020B0604020202020204" pitchFamily="34" charset="0"/>
                <a:sym typeface="Arial" panose="020B0604020202020204" pitchFamily="34" charset="0"/>
              </a:defRPr>
            </a:lvl1pPr>
            <a:lvl2pPr marL="0" indent="2117" algn="l" defTabSz="1142971" rtl="0" eaLnBrk="0" fontAlgn="base" hangingPunct="0">
              <a:lnSpc>
                <a:spcPct val="90000"/>
              </a:lnSpc>
              <a:spcBef>
                <a:spcPts val="320"/>
              </a:spcBef>
              <a:spcAft>
                <a:spcPct val="0"/>
              </a:spcAft>
              <a:buClr>
                <a:schemeClr val="accent1"/>
              </a:buClr>
              <a:buSzPct val="80000"/>
              <a:buFont typeface="Wingdings" pitchFamily="2" charset="2"/>
              <a:buNone/>
              <a:tabLst>
                <a:tab pos="584185" algn="r"/>
                <a:tab pos="634984" algn="l"/>
              </a:tabLst>
              <a:defRPr lang="de-DE" sz="1333" kern="1200" baseline="0">
                <a:solidFill>
                  <a:schemeClr val="tx1"/>
                </a:solidFill>
                <a:latin typeface="+mn-lt"/>
                <a:ea typeface="+mn-ea"/>
                <a:cs typeface="+mn-cs"/>
              </a:defRPr>
            </a:lvl2pPr>
            <a:lvl3pPr algn="l" defTabSz="1142971" rtl="0" eaLnBrk="0" fontAlgn="base" hangingPunct="0">
              <a:lnSpc>
                <a:spcPct val="90000"/>
              </a:lnSpc>
              <a:spcAft>
                <a:spcPct val="0"/>
              </a:spcAft>
              <a:buClr>
                <a:schemeClr val="accent1"/>
              </a:buClr>
              <a:buSzPct val="80000"/>
              <a:buFont typeface="Wingdings" pitchFamily="2" charset="2"/>
              <a:tabLst>
                <a:tab pos="584185" algn="r"/>
                <a:tab pos="634984" algn="l"/>
              </a:tabLst>
              <a:defRPr lang="de-DE" sz="1333" kern="1200">
                <a:solidFill>
                  <a:schemeClr val="tx1"/>
                </a:solidFill>
                <a:latin typeface="Arial" charset="0"/>
                <a:ea typeface="+mn-ea"/>
                <a:cs typeface="+mn-cs"/>
              </a:defRPr>
            </a:lvl3pPr>
            <a:lvl4pPr algn="l" defTabSz="1142971" rtl="0" eaLnBrk="0" fontAlgn="base" hangingPunct="0">
              <a:lnSpc>
                <a:spcPct val="90000"/>
              </a:lnSpc>
              <a:spcAft>
                <a:spcPct val="0"/>
              </a:spcAft>
              <a:buClr>
                <a:schemeClr val="accent1"/>
              </a:buClr>
              <a:buSzPct val="80000"/>
              <a:buFont typeface="Wingdings" pitchFamily="2" charset="2"/>
              <a:tabLst>
                <a:tab pos="584185" algn="r"/>
                <a:tab pos="634984" algn="l"/>
              </a:tabLst>
              <a:defRPr lang="de-DE" sz="1333" kern="1200">
                <a:solidFill>
                  <a:schemeClr val="tx1"/>
                </a:solidFill>
                <a:latin typeface="Arial" charset="0"/>
                <a:ea typeface="+mn-ea"/>
                <a:cs typeface="+mn-cs"/>
              </a:defRPr>
            </a:lvl4pPr>
            <a:lvl5pPr algn="l" defTabSz="1142971" rtl="0" eaLnBrk="0" fontAlgn="base" hangingPunct="0">
              <a:lnSpc>
                <a:spcPct val="90000"/>
              </a:lnSpc>
              <a:spcAft>
                <a:spcPct val="0"/>
              </a:spcAft>
              <a:buClr>
                <a:schemeClr val="accent1"/>
              </a:buClr>
              <a:buSzPct val="80000"/>
              <a:buFont typeface="Wingdings" pitchFamily="2" charset="2"/>
              <a:tabLst>
                <a:tab pos="584185" algn="r"/>
                <a:tab pos="634984" algn="l"/>
              </a:tabLst>
              <a:defRPr lang="de-DE" sz="1333" kern="1200" dirty="0">
                <a:solidFill>
                  <a:schemeClr val="tx1"/>
                </a:solidFill>
                <a:latin typeface="Arial" charset="0"/>
                <a:ea typeface="+mn-ea"/>
                <a:cs typeface="+mn-cs"/>
              </a:defRPr>
            </a:lvl5pPr>
          </a:lstStyle>
          <a:p>
            <a:pPr lvl="0"/>
            <a:r>
              <a:rPr lang="en-US" dirty="0"/>
              <a:t>Notes</a:t>
            </a:r>
          </a:p>
          <a:p>
            <a:pPr lvl="0"/>
            <a:r>
              <a:rPr lang="en-US" dirty="0"/>
              <a:t>1	Footnote 1</a:t>
            </a:r>
          </a:p>
          <a:p>
            <a:pPr lvl="0"/>
            <a:r>
              <a:rPr lang="en-US" dirty="0"/>
              <a:t>2	Footnote 2</a:t>
            </a:r>
            <a:br>
              <a:rPr lang="en-US" dirty="0"/>
            </a:br>
            <a:r>
              <a:rPr lang="en-US" dirty="0"/>
              <a:t>Source: Detailed information for sources</a:t>
            </a:r>
          </a:p>
        </p:txBody>
      </p:sp>
      <p:sp>
        <p:nvSpPr>
          <p:cNvPr id="37" name="Rectangle 44">
            <a:extLst>
              <a:ext uri="{FF2B5EF4-FFF2-40B4-BE49-F238E27FC236}">
                <a16:creationId xmlns:a16="http://schemas.microsoft.com/office/drawing/2014/main" id="{DBD04213-4305-48D4-9050-B7A1BFFE903D}"/>
              </a:ext>
            </a:extLst>
          </p:cNvPr>
          <p:cNvSpPr>
            <a:spLocks noGrp="1" noChangeArrowheads="1"/>
          </p:cNvSpPr>
          <p:nvPr>
            <p:ph type="ftr" sz="quarter" idx="3"/>
            <p:custDataLst>
              <p:tags r:id="rId7"/>
            </p:custDataLst>
          </p:nvPr>
        </p:nvSpPr>
        <p:spPr bwMode="auto">
          <a:xfrm>
            <a:off x="937336" y="6480000"/>
            <a:ext cx="6528000" cy="205184"/>
          </a:xfrm>
          <a:prstGeom prst="rect">
            <a:avLst/>
          </a:prstGeom>
          <a:noFill/>
          <a:ln w="9525">
            <a:noFill/>
            <a:miter lim="800000"/>
            <a:headEnd/>
            <a:tailEnd/>
          </a:ln>
          <a:effectLst/>
        </p:spPr>
        <p:txBody>
          <a:bodyPr vert="horz" wrap="square" lIns="0" tIns="0" rIns="0" bIns="0" numCol="1" anchor="b" anchorCtr="0" compatLnSpc="1">
            <a:prstTxWarp prst="textNoShape">
              <a:avLst/>
            </a:prstTxWarp>
            <a:noAutofit/>
          </a:bodyPr>
          <a:lstStyle>
            <a:lvl1pPr>
              <a:spcBef>
                <a:spcPct val="0"/>
              </a:spcBef>
              <a:buClrTx/>
              <a:buSzTx/>
              <a:buFontTx/>
              <a:buNone/>
              <a:defRPr sz="1333"/>
            </a:lvl1pPr>
          </a:lstStyle>
          <a:p>
            <a:endParaRPr lang="de-DE"/>
          </a:p>
        </p:txBody>
      </p:sp>
    </p:spTree>
    <p:extLst>
      <p:ext uri="{BB962C8B-B14F-4D97-AF65-F5344CB8AC3E}">
        <p14:creationId xmlns:p14="http://schemas.microsoft.com/office/powerpoint/2010/main" val="335877156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Gray/ White 1">
    <p:bg bwMode="gray">
      <p:bgRef idx="1001">
        <a:schemeClr val="bg1"/>
      </p:bgRef>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836A5806-75FC-49D3-AE29-8CC772894B6A}"/>
              </a:ext>
            </a:extLst>
          </p:cNvPr>
          <p:cNvGraphicFramePr>
            <a:graphicFrameLocks noChangeAspect="1"/>
          </p:cNvGraphicFramePr>
          <p:nvPr>
            <p:custDataLst>
              <p:tags r:id="rId1"/>
            </p:custDataLst>
            <p:extLst>
              <p:ext uri="{D42A27DB-BD31-4B8C-83A1-F6EECF244321}">
                <p14:modId xmlns:p14="http://schemas.microsoft.com/office/powerpoint/2010/main" val="539853866"/>
              </p:ext>
            </p:extLst>
          </p:nvPr>
        </p:nvGraphicFramePr>
        <p:xfrm>
          <a:off x="1956" y="1590"/>
          <a:ext cx="1955" cy="1588"/>
        </p:xfrm>
        <a:graphic>
          <a:graphicData uri="http://schemas.openxmlformats.org/presentationml/2006/ole">
            <mc:AlternateContent xmlns:mc="http://schemas.openxmlformats.org/markup-compatibility/2006">
              <mc:Choice xmlns:v="urn:schemas-microsoft-com:vml" Requires="v">
                <p:oleObj name="think-cell Slide" r:id="rId6" imgW="353" imgH="353" progId="TCLayout.ActiveDocument.1">
                  <p:embed/>
                </p:oleObj>
              </mc:Choice>
              <mc:Fallback>
                <p:oleObj name="think-cell Slide" r:id="rId6" imgW="353" imgH="353" progId="TCLayout.ActiveDocument.1">
                  <p:embed/>
                  <p:pic>
                    <p:nvPicPr>
                      <p:cNvPr id="3" name="Object 2" hidden="1">
                        <a:extLst>
                          <a:ext uri="{FF2B5EF4-FFF2-40B4-BE49-F238E27FC236}">
                            <a16:creationId xmlns:a16="http://schemas.microsoft.com/office/drawing/2014/main" id="{836A5806-75FC-49D3-AE29-8CC772894B6A}"/>
                          </a:ext>
                        </a:extLst>
                      </p:cNvPr>
                      <p:cNvPicPr/>
                      <p:nvPr/>
                    </p:nvPicPr>
                    <p:blipFill>
                      <a:blip r:embed="rId7"/>
                      <a:stretch>
                        <a:fillRect/>
                      </a:stretch>
                    </p:blipFill>
                    <p:spPr>
                      <a:xfrm>
                        <a:off x="1956" y="1590"/>
                        <a:ext cx="1955" cy="1588"/>
                      </a:xfrm>
                      <a:prstGeom prst="rect">
                        <a:avLst/>
                      </a:prstGeom>
                    </p:spPr>
                  </p:pic>
                </p:oleObj>
              </mc:Fallback>
            </mc:AlternateContent>
          </a:graphicData>
        </a:graphic>
      </p:graphicFrame>
      <p:sp>
        <p:nvSpPr>
          <p:cNvPr id="6" name="Rectangle 24">
            <a:extLst>
              <a:ext uri="{FF2B5EF4-FFF2-40B4-BE49-F238E27FC236}">
                <a16:creationId xmlns:a16="http://schemas.microsoft.com/office/drawing/2014/main" id="{5538B7D7-A3EF-B723-7F34-F2B62BF8CB2E}"/>
              </a:ext>
            </a:extLst>
          </p:cNvPr>
          <p:cNvSpPr/>
          <p:nvPr/>
        </p:nvSpPr>
        <p:spPr bwMode="gray">
          <a:xfrm>
            <a:off x="1" y="-600"/>
            <a:ext cx="4618611" cy="6859200"/>
          </a:xfrm>
          <a:custGeom>
            <a:avLst/>
            <a:gdLst>
              <a:gd name="connsiteX0" fmla="*/ 0 w 3463958"/>
              <a:gd name="connsiteY0" fmla="*/ 0 h 5144400"/>
              <a:gd name="connsiteX1" fmla="*/ 3463958 w 3463958"/>
              <a:gd name="connsiteY1" fmla="*/ 0 h 5144400"/>
              <a:gd name="connsiteX2" fmla="*/ 3463958 w 3463958"/>
              <a:gd name="connsiteY2" fmla="*/ 5144400 h 5144400"/>
              <a:gd name="connsiteX3" fmla="*/ 0 w 3463958"/>
              <a:gd name="connsiteY3" fmla="*/ 5144400 h 5144400"/>
              <a:gd name="connsiteX4" fmla="*/ 0 w 3463958"/>
              <a:gd name="connsiteY4" fmla="*/ 0 h 5144400"/>
              <a:gd name="connsiteX0" fmla="*/ 1282643 w 3463958"/>
              <a:gd name="connsiteY0" fmla="*/ 0 h 5144400"/>
              <a:gd name="connsiteX1" fmla="*/ 3463958 w 3463958"/>
              <a:gd name="connsiteY1" fmla="*/ 0 h 5144400"/>
              <a:gd name="connsiteX2" fmla="*/ 3463958 w 3463958"/>
              <a:gd name="connsiteY2" fmla="*/ 5144400 h 5144400"/>
              <a:gd name="connsiteX3" fmla="*/ 0 w 3463958"/>
              <a:gd name="connsiteY3" fmla="*/ 5144400 h 5144400"/>
              <a:gd name="connsiteX4" fmla="*/ 0 w 3463958"/>
              <a:gd name="connsiteY4" fmla="*/ 0 h 5144400"/>
              <a:gd name="connsiteX0" fmla="*/ 1282643 w 3463958"/>
              <a:gd name="connsiteY0" fmla="*/ 0 h 5144400"/>
              <a:gd name="connsiteX1" fmla="*/ 3463958 w 3463958"/>
              <a:gd name="connsiteY1" fmla="*/ 0 h 5144400"/>
              <a:gd name="connsiteX2" fmla="*/ 3463958 w 3463958"/>
              <a:gd name="connsiteY2" fmla="*/ 5144400 h 5144400"/>
              <a:gd name="connsiteX3" fmla="*/ 0 w 3463958"/>
              <a:gd name="connsiteY3" fmla="*/ 5144400 h 5144400"/>
              <a:gd name="connsiteX4" fmla="*/ 0 w 3463958"/>
              <a:gd name="connsiteY4" fmla="*/ 0 h 5144400"/>
              <a:gd name="connsiteX0" fmla="*/ 1282643 w 3463958"/>
              <a:gd name="connsiteY0" fmla="*/ 0 h 5144400"/>
              <a:gd name="connsiteX1" fmla="*/ 3463958 w 3463958"/>
              <a:gd name="connsiteY1" fmla="*/ 0 h 5144400"/>
              <a:gd name="connsiteX2" fmla="*/ 2181315 w 3463958"/>
              <a:gd name="connsiteY2" fmla="*/ 5144400 h 5144400"/>
              <a:gd name="connsiteX3" fmla="*/ 0 w 3463958"/>
              <a:gd name="connsiteY3" fmla="*/ 5144400 h 5144400"/>
              <a:gd name="connsiteX4" fmla="*/ 0 w 3463958"/>
              <a:gd name="connsiteY4" fmla="*/ 0 h 5144400"/>
              <a:gd name="connsiteX0" fmla="*/ 1282643 w 3463958"/>
              <a:gd name="connsiteY0" fmla="*/ 0 h 5144400"/>
              <a:gd name="connsiteX1" fmla="*/ 3463958 w 3463958"/>
              <a:gd name="connsiteY1" fmla="*/ 0 h 5144400"/>
              <a:gd name="connsiteX2" fmla="*/ 2181315 w 3463958"/>
              <a:gd name="connsiteY2" fmla="*/ 5144400 h 5144400"/>
              <a:gd name="connsiteX3" fmla="*/ 0 w 3463958"/>
              <a:gd name="connsiteY3" fmla="*/ 5144400 h 5144400"/>
              <a:gd name="connsiteX4" fmla="*/ 0 w 3463958"/>
              <a:gd name="connsiteY4" fmla="*/ 0 h 5144400"/>
              <a:gd name="connsiteX0" fmla="*/ 1282643 w 3463958"/>
              <a:gd name="connsiteY0" fmla="*/ 0 h 5144400"/>
              <a:gd name="connsiteX1" fmla="*/ 3463958 w 3463958"/>
              <a:gd name="connsiteY1" fmla="*/ 0 h 5144400"/>
              <a:gd name="connsiteX2" fmla="*/ 2181315 w 3463958"/>
              <a:gd name="connsiteY2" fmla="*/ 5144400 h 5144400"/>
              <a:gd name="connsiteX3" fmla="*/ 0 w 3463958"/>
              <a:gd name="connsiteY3" fmla="*/ 5144400 h 5144400"/>
              <a:gd name="connsiteX4" fmla="*/ 0 w 3463958"/>
              <a:gd name="connsiteY4" fmla="*/ 0 h 5144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63958" h="5144400">
                <a:moveTo>
                  <a:pt x="1282643" y="0"/>
                </a:moveTo>
                <a:lnTo>
                  <a:pt x="3463958" y="0"/>
                </a:lnTo>
                <a:lnTo>
                  <a:pt x="2181315" y="5144400"/>
                </a:lnTo>
                <a:lnTo>
                  <a:pt x="0" y="5144400"/>
                </a:lnTo>
                <a:lnTo>
                  <a:pt x="0" y="0"/>
                </a:lnTo>
                <a:close/>
              </a:path>
            </a:pathLst>
          </a:custGeom>
          <a:solidFill>
            <a:srgbClr val="F5F5F5"/>
          </a:solidFill>
          <a:ln w="9525" cap="flat" cmpd="sng" algn="ctr">
            <a:solidFill>
              <a:srgbClr val="F5F5F5"/>
            </a:solidFill>
            <a:prstDash val="solid"/>
            <a:round/>
            <a:headEnd type="none" w="med" len="med"/>
            <a:tailEnd type="none" w="med" len="med"/>
          </a:ln>
          <a:effectLst/>
        </p:spPr>
        <p:txBody>
          <a:bodyPr vert="horz" wrap="square" lIns="72000" tIns="72000" rIns="72000" bIns="72000" numCol="1" rtlCol="0" anchor="ctr" anchorCtr="0" compatLnSpc="1">
            <a:prstTxWarp prst="textNoShape">
              <a:avLst/>
            </a:prstTxWarp>
          </a:bodyPr>
          <a:lstStyle/>
          <a:p>
            <a:pPr marL="0" marR="0" indent="0" algn="l" defTabSz="914354" rtl="0" eaLnBrk="0" fontAlgn="base" latinLnBrk="0" hangingPunct="0">
              <a:lnSpc>
                <a:spcPct val="100000"/>
              </a:lnSpc>
              <a:spcBef>
                <a:spcPct val="50000"/>
              </a:spcBef>
              <a:spcAft>
                <a:spcPct val="0"/>
              </a:spcAft>
              <a:buClr>
                <a:schemeClr val="accent1"/>
              </a:buClr>
              <a:buSzPct val="80000"/>
              <a:buFont typeface="Wingdings" pitchFamily="2" charset="2"/>
              <a:buNone/>
              <a:tabLst/>
            </a:pPr>
            <a:endParaRPr kumimoji="0" lang="en-US" sz="1800" b="0" i="0" u="none" strike="noStrike" cap="none" normalizeH="0" baseline="0" dirty="0">
              <a:ln>
                <a:noFill/>
              </a:ln>
              <a:solidFill>
                <a:schemeClr val="tx1"/>
              </a:solidFill>
              <a:effectLst/>
              <a:latin typeface="+mn-lt"/>
            </a:endParaRPr>
          </a:p>
        </p:txBody>
      </p:sp>
      <p:sp>
        <p:nvSpPr>
          <p:cNvPr id="2" name="Rectangle 1" hidden="1">
            <a:extLst>
              <a:ext uri="{FF2B5EF4-FFF2-40B4-BE49-F238E27FC236}">
                <a16:creationId xmlns:a16="http://schemas.microsoft.com/office/drawing/2014/main" id="{0B4CEDCA-AF62-4B04-9050-4B40BEA63124}"/>
              </a:ext>
            </a:extLst>
          </p:cNvPr>
          <p:cNvSpPr/>
          <p:nvPr>
            <p:custDataLst>
              <p:tags r:id="rId2"/>
            </p:custDataLst>
          </p:nvPr>
        </p:nvSpPr>
        <p:spPr bwMode="auto">
          <a:xfrm>
            <a:off x="0" y="2"/>
            <a:ext cx="195384" cy="158751"/>
          </a:xfrm>
          <a:prstGeom prst="rect">
            <a:avLst/>
          </a:prstGeom>
          <a:solidFill>
            <a:schemeClr val="bg1"/>
          </a:solidFill>
          <a:ln w="9525" cap="flat" cmpd="sng" algn="ctr">
            <a:solidFill>
              <a:schemeClr val="accent3"/>
            </a:solidFill>
            <a:prstDash val="solid"/>
            <a:round/>
            <a:headEnd type="none" w="med" len="med"/>
            <a:tailEnd type="none" w="med" len="med"/>
          </a:ln>
          <a:effectLst/>
        </p:spPr>
        <p:txBody>
          <a:bodyPr vert="horz" wrap="none" lIns="0" tIns="0" rIns="0" bIns="0" numCol="1" spcCol="0" rtlCol="0" anchor="ctr" anchorCtr="0" compatLnSpc="1">
            <a:prstTxWarp prst="textNoShape">
              <a:avLst/>
            </a:prstTxWarp>
            <a:noAutofit/>
          </a:bodyPr>
          <a:lstStyle/>
          <a:p>
            <a:pPr marL="0" marR="0" lvl="0" indent="0" algn="l" defTabSz="914354" rtl="0" eaLnBrk="0" fontAlgn="base" latinLnBrk="0" hangingPunct="0">
              <a:lnSpc>
                <a:spcPct val="100000"/>
              </a:lnSpc>
              <a:spcBef>
                <a:spcPct val="50000"/>
              </a:spcBef>
              <a:spcAft>
                <a:spcPct val="0"/>
              </a:spcAft>
              <a:buClr>
                <a:schemeClr val="accent1"/>
              </a:buClr>
              <a:buSzPct val="80000"/>
              <a:buFont typeface="Wingdings" pitchFamily="2" charset="2"/>
              <a:buNone/>
              <a:tabLst/>
            </a:pPr>
            <a:endParaRPr kumimoji="0" lang="en-US" sz="2667" b="1" i="0" u="none" strike="noStrike" cap="none" normalizeH="0" baseline="0" dirty="0">
              <a:ln>
                <a:noFill/>
              </a:ln>
              <a:solidFill>
                <a:schemeClr val="tx1"/>
              </a:solidFill>
              <a:effectLst/>
              <a:latin typeface="Arial" panose="020B0604020202020204" pitchFamily="34" charset="0"/>
              <a:ea typeface="+mj-ea"/>
              <a:cs typeface="Arial" panose="020B0604020202020204" pitchFamily="34" charset="0"/>
              <a:sym typeface="Arial" panose="020B0604020202020204" pitchFamily="34" charset="0"/>
            </a:endParaRPr>
          </a:p>
        </p:txBody>
      </p:sp>
      <p:sp>
        <p:nvSpPr>
          <p:cNvPr id="5" name="Titel 1">
            <a:extLst>
              <a:ext uri="{FF2B5EF4-FFF2-40B4-BE49-F238E27FC236}">
                <a16:creationId xmlns:a16="http://schemas.microsoft.com/office/drawing/2014/main" id="{8B5962B3-B068-A3EA-2F1A-3CD7B68A3FA5}"/>
              </a:ext>
            </a:extLst>
          </p:cNvPr>
          <p:cNvSpPr>
            <a:spLocks noGrp="1"/>
          </p:cNvSpPr>
          <p:nvPr>
            <p:ph type="title" hasCustomPrompt="1"/>
            <p:custDataLst>
              <p:tags r:id="rId3"/>
            </p:custDataLst>
          </p:nvPr>
        </p:nvSpPr>
        <p:spPr>
          <a:xfrm>
            <a:off x="4809068" y="457200"/>
            <a:ext cx="7109331" cy="762000"/>
          </a:xfrm>
        </p:spPr>
        <p:txBody>
          <a:bodyPr vert="horz"/>
          <a:lstStyle>
            <a:lvl1pPr>
              <a:defRPr/>
            </a:lvl1pPr>
          </a:lstStyle>
          <a:p>
            <a:r>
              <a:rPr lang="en-US" dirty="0"/>
              <a:t>Click to add title</a:t>
            </a:r>
          </a:p>
        </p:txBody>
      </p:sp>
      <p:sp>
        <p:nvSpPr>
          <p:cNvPr id="7" name="Rectangle 45">
            <a:extLst>
              <a:ext uri="{FF2B5EF4-FFF2-40B4-BE49-F238E27FC236}">
                <a16:creationId xmlns:a16="http://schemas.microsoft.com/office/drawing/2014/main" id="{161BA47F-876A-E114-C82D-0D15C451F0D5}"/>
              </a:ext>
            </a:extLst>
          </p:cNvPr>
          <p:cNvSpPr>
            <a:spLocks noGrp="1" noChangeArrowheads="1"/>
          </p:cNvSpPr>
          <p:nvPr>
            <p:ph type="sldNum" sz="quarter" idx="4"/>
            <p:custDataLst>
              <p:tags r:id="rId4"/>
            </p:custDataLst>
          </p:nvPr>
        </p:nvSpPr>
        <p:spPr bwMode="auto">
          <a:xfrm>
            <a:off x="283200" y="6480063"/>
            <a:ext cx="335220" cy="205121"/>
          </a:xfrm>
          <a:prstGeom prst="rect">
            <a:avLst/>
          </a:prstGeom>
          <a:noFill/>
          <a:ln w="9525">
            <a:noFill/>
            <a:miter lim="800000"/>
            <a:headEnd/>
            <a:tailEnd/>
          </a:ln>
          <a:effectLst/>
        </p:spPr>
        <p:txBody>
          <a:bodyPr vert="horz" wrap="none" lIns="0" tIns="0" rIns="0" bIns="0" numCol="1" anchor="b" anchorCtr="0" compatLnSpc="1">
            <a:prstTxWarp prst="textNoShape">
              <a:avLst/>
            </a:prstTxWarp>
            <a:spAutoFit/>
          </a:bodyPr>
          <a:lstStyle>
            <a:lvl1pPr>
              <a:spcBef>
                <a:spcPct val="0"/>
              </a:spcBef>
              <a:buClrTx/>
              <a:buSzTx/>
              <a:buFontTx/>
              <a:buNone/>
              <a:defRPr sz="1333" b="0"/>
            </a:lvl1pPr>
          </a:lstStyle>
          <a:p>
            <a:fld id="{B8B94130-3BBE-45CA-9999-1A0D48956379}" type="slidenum">
              <a:rPr lang="de-DE" smtClean="0"/>
              <a:t>‹Nr.›</a:t>
            </a:fld>
            <a:endParaRPr lang="de-DE"/>
          </a:p>
        </p:txBody>
      </p:sp>
      <p:cxnSp>
        <p:nvCxnSpPr>
          <p:cNvPr id="11" name="Straight Connector 10">
            <a:extLst>
              <a:ext uri="{FF2B5EF4-FFF2-40B4-BE49-F238E27FC236}">
                <a16:creationId xmlns:a16="http://schemas.microsoft.com/office/drawing/2014/main" id="{9D24BFCC-8311-5C59-4F44-AF6FCE57C508}"/>
              </a:ext>
            </a:extLst>
          </p:cNvPr>
          <p:cNvCxnSpPr>
            <a:cxnSpLocks noGrp="1" noRot="1" noMove="1" noResize="1" noEditPoints="1" noAdjustHandles="1" noChangeArrowheads="1" noChangeShapeType="1"/>
          </p:cNvCxnSpPr>
          <p:nvPr/>
        </p:nvCxnSpPr>
        <p:spPr bwMode="gray">
          <a:xfrm flipH="1">
            <a:off x="2762923" y="-1200"/>
            <a:ext cx="1710191" cy="6859200"/>
          </a:xfrm>
          <a:prstGeom prst="line">
            <a:avLst/>
          </a:prstGeom>
          <a:solidFill>
            <a:schemeClr val="bg1"/>
          </a:solidFill>
          <a:ln w="15875" cap="flat" cmpd="sng" algn="ctr">
            <a:solidFill>
              <a:schemeClr val="accent1"/>
            </a:solidFill>
            <a:prstDash val="solid"/>
            <a:miter lim="800000"/>
            <a:headEnd type="none" w="med" len="med"/>
            <a:tailEnd type="none" w="med" len="med"/>
          </a:ln>
          <a:effectLst/>
        </p:spPr>
      </p:cxnSp>
    </p:spTree>
    <p:extLst>
      <p:ext uri="{BB962C8B-B14F-4D97-AF65-F5344CB8AC3E}">
        <p14:creationId xmlns:p14="http://schemas.microsoft.com/office/powerpoint/2010/main" val="1622089362"/>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White/ Gray 1">
    <p:bg bwMode="gray">
      <p:bgRef idx="1001">
        <a:schemeClr val="bg1"/>
      </p:bgRef>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836A5806-75FC-49D3-AE29-8CC772894B6A}"/>
              </a:ext>
            </a:extLst>
          </p:cNvPr>
          <p:cNvGraphicFramePr>
            <a:graphicFrameLocks noChangeAspect="1"/>
          </p:cNvGraphicFramePr>
          <p:nvPr>
            <p:custDataLst>
              <p:tags r:id="rId1"/>
            </p:custDataLst>
            <p:extLst>
              <p:ext uri="{D42A27DB-BD31-4B8C-83A1-F6EECF244321}">
                <p14:modId xmlns:p14="http://schemas.microsoft.com/office/powerpoint/2010/main" val="2419600433"/>
              </p:ext>
            </p:extLst>
          </p:nvPr>
        </p:nvGraphicFramePr>
        <p:xfrm>
          <a:off x="1956" y="1590"/>
          <a:ext cx="1955" cy="1588"/>
        </p:xfrm>
        <a:graphic>
          <a:graphicData uri="http://schemas.openxmlformats.org/presentationml/2006/ole">
            <mc:AlternateContent xmlns:mc="http://schemas.openxmlformats.org/markup-compatibility/2006">
              <mc:Choice xmlns:v="urn:schemas-microsoft-com:vml" Requires="v">
                <p:oleObj name="think-cell Slide" r:id="rId7" imgW="353" imgH="353" progId="TCLayout.ActiveDocument.1">
                  <p:embed/>
                </p:oleObj>
              </mc:Choice>
              <mc:Fallback>
                <p:oleObj name="think-cell Slide" r:id="rId7" imgW="353" imgH="353" progId="TCLayout.ActiveDocument.1">
                  <p:embed/>
                  <p:pic>
                    <p:nvPicPr>
                      <p:cNvPr id="3" name="Object 2" hidden="1">
                        <a:extLst>
                          <a:ext uri="{FF2B5EF4-FFF2-40B4-BE49-F238E27FC236}">
                            <a16:creationId xmlns:a16="http://schemas.microsoft.com/office/drawing/2014/main" id="{836A5806-75FC-49D3-AE29-8CC772894B6A}"/>
                          </a:ext>
                        </a:extLst>
                      </p:cNvPr>
                      <p:cNvPicPr/>
                      <p:nvPr/>
                    </p:nvPicPr>
                    <p:blipFill>
                      <a:blip r:embed="rId8"/>
                      <a:stretch>
                        <a:fillRect/>
                      </a:stretch>
                    </p:blipFill>
                    <p:spPr>
                      <a:xfrm>
                        <a:off x="1956" y="1590"/>
                        <a:ext cx="1955" cy="1588"/>
                      </a:xfrm>
                      <a:prstGeom prst="rect">
                        <a:avLst/>
                      </a:prstGeom>
                    </p:spPr>
                  </p:pic>
                </p:oleObj>
              </mc:Fallback>
            </mc:AlternateContent>
          </a:graphicData>
        </a:graphic>
      </p:graphicFrame>
      <p:sp>
        <p:nvSpPr>
          <p:cNvPr id="27" name="Rectangle 24">
            <a:extLst>
              <a:ext uri="{FF2B5EF4-FFF2-40B4-BE49-F238E27FC236}">
                <a16:creationId xmlns:a16="http://schemas.microsoft.com/office/drawing/2014/main" id="{CD5992C9-989F-4F27-AAD6-109ADF5F0319}"/>
              </a:ext>
            </a:extLst>
          </p:cNvPr>
          <p:cNvSpPr/>
          <p:nvPr/>
        </p:nvSpPr>
        <p:spPr bwMode="gray">
          <a:xfrm rot="10800000">
            <a:off x="7573393" y="-1199"/>
            <a:ext cx="4618611" cy="6859200"/>
          </a:xfrm>
          <a:custGeom>
            <a:avLst/>
            <a:gdLst>
              <a:gd name="connsiteX0" fmla="*/ 0 w 3463958"/>
              <a:gd name="connsiteY0" fmla="*/ 0 h 5142075"/>
              <a:gd name="connsiteX1" fmla="*/ 3463958 w 3463958"/>
              <a:gd name="connsiteY1" fmla="*/ 0 h 5142075"/>
              <a:gd name="connsiteX2" fmla="*/ 3463958 w 3463958"/>
              <a:gd name="connsiteY2" fmla="*/ 5142075 h 5142075"/>
              <a:gd name="connsiteX3" fmla="*/ 0 w 3463958"/>
              <a:gd name="connsiteY3" fmla="*/ 5142075 h 5142075"/>
              <a:gd name="connsiteX4" fmla="*/ 0 w 3463958"/>
              <a:gd name="connsiteY4" fmla="*/ 0 h 5142075"/>
              <a:gd name="connsiteX0" fmla="*/ 1282063 w 3463958"/>
              <a:gd name="connsiteY0" fmla="*/ 0 h 5142075"/>
              <a:gd name="connsiteX1" fmla="*/ 3463958 w 3463958"/>
              <a:gd name="connsiteY1" fmla="*/ 0 h 5142075"/>
              <a:gd name="connsiteX2" fmla="*/ 3463958 w 3463958"/>
              <a:gd name="connsiteY2" fmla="*/ 5142075 h 5142075"/>
              <a:gd name="connsiteX3" fmla="*/ 0 w 3463958"/>
              <a:gd name="connsiteY3" fmla="*/ 5142075 h 5142075"/>
              <a:gd name="connsiteX4" fmla="*/ 0 w 3463958"/>
              <a:gd name="connsiteY4" fmla="*/ 0 h 5142075"/>
              <a:gd name="connsiteX0" fmla="*/ 1282063 w 3463958"/>
              <a:gd name="connsiteY0" fmla="*/ 0 h 5142075"/>
              <a:gd name="connsiteX1" fmla="*/ 3463958 w 3463958"/>
              <a:gd name="connsiteY1" fmla="*/ 0 h 5142075"/>
              <a:gd name="connsiteX2" fmla="*/ 3463958 w 3463958"/>
              <a:gd name="connsiteY2" fmla="*/ 5142075 h 5142075"/>
              <a:gd name="connsiteX3" fmla="*/ 0 w 3463958"/>
              <a:gd name="connsiteY3" fmla="*/ 5142075 h 5142075"/>
              <a:gd name="connsiteX4" fmla="*/ 0 w 3463958"/>
              <a:gd name="connsiteY4" fmla="*/ 0 h 5142075"/>
              <a:gd name="connsiteX0" fmla="*/ 1282063 w 3463958"/>
              <a:gd name="connsiteY0" fmla="*/ 0 h 5142075"/>
              <a:gd name="connsiteX1" fmla="*/ 3463958 w 3463958"/>
              <a:gd name="connsiteY1" fmla="*/ 0 h 5142075"/>
              <a:gd name="connsiteX2" fmla="*/ 2181894 w 3463958"/>
              <a:gd name="connsiteY2" fmla="*/ 5142075 h 5142075"/>
              <a:gd name="connsiteX3" fmla="*/ 0 w 3463958"/>
              <a:gd name="connsiteY3" fmla="*/ 5142075 h 5142075"/>
              <a:gd name="connsiteX4" fmla="*/ 0 w 3463958"/>
              <a:gd name="connsiteY4" fmla="*/ 0 h 5142075"/>
              <a:gd name="connsiteX0" fmla="*/ 1282063 w 3463958"/>
              <a:gd name="connsiteY0" fmla="*/ 0 h 5142075"/>
              <a:gd name="connsiteX1" fmla="*/ 3463958 w 3463958"/>
              <a:gd name="connsiteY1" fmla="*/ 0 h 5142075"/>
              <a:gd name="connsiteX2" fmla="*/ 2181894 w 3463958"/>
              <a:gd name="connsiteY2" fmla="*/ 5142075 h 5142075"/>
              <a:gd name="connsiteX3" fmla="*/ 0 w 3463958"/>
              <a:gd name="connsiteY3" fmla="*/ 5142075 h 5142075"/>
              <a:gd name="connsiteX4" fmla="*/ 0 w 3463958"/>
              <a:gd name="connsiteY4" fmla="*/ 0 h 5142075"/>
              <a:gd name="connsiteX0" fmla="*/ 1282063 w 3463958"/>
              <a:gd name="connsiteY0" fmla="*/ 0 h 5142075"/>
              <a:gd name="connsiteX1" fmla="*/ 3463958 w 3463958"/>
              <a:gd name="connsiteY1" fmla="*/ 0 h 5142075"/>
              <a:gd name="connsiteX2" fmla="*/ 2181894 w 3463958"/>
              <a:gd name="connsiteY2" fmla="*/ 5142075 h 5142075"/>
              <a:gd name="connsiteX3" fmla="*/ 0 w 3463958"/>
              <a:gd name="connsiteY3" fmla="*/ 5142075 h 5142075"/>
              <a:gd name="connsiteX4" fmla="*/ 0 w 3463958"/>
              <a:gd name="connsiteY4" fmla="*/ 0 h 5142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63958" h="5142075">
                <a:moveTo>
                  <a:pt x="1282063" y="0"/>
                </a:moveTo>
                <a:lnTo>
                  <a:pt x="3463958" y="0"/>
                </a:lnTo>
                <a:lnTo>
                  <a:pt x="2181894" y="5142075"/>
                </a:lnTo>
                <a:lnTo>
                  <a:pt x="0" y="5142075"/>
                </a:lnTo>
                <a:lnTo>
                  <a:pt x="0" y="0"/>
                </a:lnTo>
                <a:close/>
              </a:path>
            </a:pathLst>
          </a:custGeom>
          <a:solidFill>
            <a:srgbClr val="F5F5F5"/>
          </a:solidFill>
          <a:ln w="9525" cap="flat" cmpd="sng" algn="ctr">
            <a:solidFill>
              <a:srgbClr val="F5F5F5"/>
            </a:solidFill>
            <a:prstDash val="solid"/>
            <a:miter lim="800000"/>
            <a:headEnd type="none" w="med" len="med"/>
            <a:tailEnd type="none" w="med" len="med"/>
          </a:ln>
          <a:effectLst/>
        </p:spPr>
        <p:txBody>
          <a:bodyPr vert="horz" wrap="square" lIns="72000" tIns="72000" rIns="72000" bIns="72000" numCol="1" rtlCol="0" anchor="ctr" anchorCtr="0" compatLnSpc="1">
            <a:prstTxWarp prst="textNoShape">
              <a:avLst/>
            </a:prstTxWarp>
          </a:bodyPr>
          <a:lstStyle/>
          <a:p>
            <a:pPr marL="0" marR="0" indent="0" algn="l" defTabSz="914354" rtl="0" eaLnBrk="0" fontAlgn="base" latinLnBrk="0" hangingPunct="0">
              <a:lnSpc>
                <a:spcPct val="100000"/>
              </a:lnSpc>
              <a:spcBef>
                <a:spcPct val="50000"/>
              </a:spcBef>
              <a:spcAft>
                <a:spcPct val="0"/>
              </a:spcAft>
              <a:buClr>
                <a:schemeClr val="accent1"/>
              </a:buClr>
              <a:buSzPct val="80000"/>
              <a:buFont typeface="Wingdings" pitchFamily="2" charset="2"/>
              <a:buNone/>
              <a:tabLst/>
            </a:pPr>
            <a:endParaRPr kumimoji="0" lang="en-US" sz="1800" b="0" i="0" u="none" strike="noStrike" cap="none" normalizeH="0" baseline="0" dirty="0">
              <a:ln>
                <a:noFill/>
              </a:ln>
              <a:solidFill>
                <a:schemeClr val="tx1"/>
              </a:solidFill>
              <a:effectLst/>
              <a:latin typeface="+mn-lt"/>
            </a:endParaRPr>
          </a:p>
        </p:txBody>
      </p:sp>
      <p:sp>
        <p:nvSpPr>
          <p:cNvPr id="2" name="Rectangle 1" hidden="1">
            <a:extLst>
              <a:ext uri="{FF2B5EF4-FFF2-40B4-BE49-F238E27FC236}">
                <a16:creationId xmlns:a16="http://schemas.microsoft.com/office/drawing/2014/main" id="{0B4CEDCA-AF62-4B04-9050-4B40BEA63124}"/>
              </a:ext>
            </a:extLst>
          </p:cNvPr>
          <p:cNvSpPr/>
          <p:nvPr>
            <p:custDataLst>
              <p:tags r:id="rId2"/>
            </p:custDataLst>
          </p:nvPr>
        </p:nvSpPr>
        <p:spPr bwMode="auto">
          <a:xfrm>
            <a:off x="0" y="2"/>
            <a:ext cx="195384" cy="158751"/>
          </a:xfrm>
          <a:prstGeom prst="rect">
            <a:avLst/>
          </a:prstGeom>
          <a:solidFill>
            <a:schemeClr val="bg1"/>
          </a:solidFill>
          <a:ln w="9525" cap="flat" cmpd="sng" algn="ctr">
            <a:solidFill>
              <a:schemeClr val="accent3"/>
            </a:solidFill>
            <a:prstDash val="solid"/>
            <a:round/>
            <a:headEnd type="none" w="med" len="med"/>
            <a:tailEnd type="none" w="med" len="med"/>
          </a:ln>
          <a:effectLst/>
        </p:spPr>
        <p:txBody>
          <a:bodyPr vert="horz" wrap="none" lIns="0" tIns="0" rIns="0" bIns="0" numCol="1" spcCol="0" rtlCol="0" anchor="ctr" anchorCtr="0" compatLnSpc="1">
            <a:prstTxWarp prst="textNoShape">
              <a:avLst/>
            </a:prstTxWarp>
            <a:noAutofit/>
          </a:bodyPr>
          <a:lstStyle/>
          <a:p>
            <a:pPr marL="0" marR="0" lvl="0" indent="0" algn="l" defTabSz="914354" rtl="0" eaLnBrk="0" fontAlgn="base" latinLnBrk="0" hangingPunct="0">
              <a:lnSpc>
                <a:spcPct val="100000"/>
              </a:lnSpc>
              <a:spcBef>
                <a:spcPct val="50000"/>
              </a:spcBef>
              <a:spcAft>
                <a:spcPct val="0"/>
              </a:spcAft>
              <a:buClr>
                <a:schemeClr val="accent1"/>
              </a:buClr>
              <a:buSzPct val="80000"/>
              <a:buFont typeface="Wingdings" pitchFamily="2" charset="2"/>
              <a:buNone/>
              <a:tabLst/>
            </a:pPr>
            <a:endParaRPr kumimoji="0" lang="en-US" sz="2667" b="1" i="0" u="none" strike="noStrike" cap="none" normalizeH="0" baseline="0" dirty="0">
              <a:ln>
                <a:noFill/>
              </a:ln>
              <a:solidFill>
                <a:schemeClr val="tx1"/>
              </a:solidFill>
              <a:effectLst/>
              <a:latin typeface="Arial" panose="020B0604020202020204" pitchFamily="34" charset="0"/>
              <a:ea typeface="+mj-ea"/>
              <a:cs typeface="Arial" panose="020B0604020202020204" pitchFamily="34" charset="0"/>
              <a:sym typeface="Arial" panose="020B0604020202020204" pitchFamily="34" charset="0"/>
            </a:endParaRPr>
          </a:p>
        </p:txBody>
      </p:sp>
      <p:sp>
        <p:nvSpPr>
          <p:cNvPr id="8" name="Rectangle 20">
            <a:extLst>
              <a:ext uri="{FF2B5EF4-FFF2-40B4-BE49-F238E27FC236}">
                <a16:creationId xmlns:a16="http://schemas.microsoft.com/office/drawing/2014/main" id="{C212D6F2-4331-4168-9E74-84AB17C0D1F4}"/>
              </a:ext>
            </a:extLst>
          </p:cNvPr>
          <p:cNvSpPr>
            <a:spLocks noGrp="1" noRot="1" noMove="1" noResize="1" noEditPoints="1" noAdjustHandles="1" noChangeArrowheads="1" noChangeShapeType="1"/>
          </p:cNvSpPr>
          <p:nvPr>
            <p:custDataLst>
              <p:tags r:id="rId3"/>
            </p:custDataLst>
          </p:nvPr>
        </p:nvSpPr>
        <p:spPr bwMode="auto">
          <a:xfrm>
            <a:off x="9587673" y="6480064"/>
            <a:ext cx="2328835" cy="205121"/>
          </a:xfrm>
          <a:prstGeom prst="rect">
            <a:avLst/>
          </a:prstGeom>
          <a:noFill/>
          <a:ln w="9525">
            <a:noFill/>
            <a:miter lim="800000"/>
            <a:headEnd/>
            <a:tailEnd/>
          </a:ln>
          <a:effectLst/>
        </p:spPr>
        <p:txBody>
          <a:bodyPr wrap="square" lIns="0" tIns="0" rIns="0" bIns="0" anchor="b">
            <a:spAutoFit/>
          </a:bodyPr>
          <a:lstStyle/>
          <a:p>
            <a:pPr algn="r" defTabSz="857208">
              <a:spcBef>
                <a:spcPct val="0"/>
              </a:spcBef>
              <a:buClrTx/>
              <a:buSzTx/>
              <a:buFontTx/>
              <a:buNone/>
              <a:defRPr/>
            </a:pPr>
            <a:r>
              <a:rPr lang="en-US" sz="1333" dirty="0">
                <a:solidFill>
                  <a:schemeClr val="accent1"/>
                </a:solidFill>
                <a:latin typeface="Arial" panose="020B0604020202020204" pitchFamily="34" charset="0"/>
                <a:cs typeface="Arial" panose="020B0604020202020204" pitchFamily="34" charset="0"/>
                <a:sym typeface="Arial" panose="020B0604020202020204" pitchFamily="34" charset="0"/>
              </a:rPr>
              <a:t>© Horváth</a:t>
            </a:r>
          </a:p>
        </p:txBody>
      </p:sp>
      <p:sp>
        <p:nvSpPr>
          <p:cNvPr id="26" name="Titel 1">
            <a:extLst>
              <a:ext uri="{FF2B5EF4-FFF2-40B4-BE49-F238E27FC236}">
                <a16:creationId xmlns:a16="http://schemas.microsoft.com/office/drawing/2014/main" id="{4DEA230A-FF0A-466A-94FB-AB03DD3810AA}"/>
              </a:ext>
            </a:extLst>
          </p:cNvPr>
          <p:cNvSpPr>
            <a:spLocks noGrp="1"/>
          </p:cNvSpPr>
          <p:nvPr>
            <p:ph type="title" hasCustomPrompt="1"/>
          </p:nvPr>
        </p:nvSpPr>
        <p:spPr bwMode="gray">
          <a:xfrm>
            <a:off x="278401" y="457200"/>
            <a:ext cx="8108308" cy="762000"/>
          </a:xfrm>
        </p:spPr>
        <p:txBody>
          <a:bodyPr vert="horz"/>
          <a:lstStyle>
            <a:lvl1pPr>
              <a:defRPr baseline="0">
                <a:latin typeface="+mj-lt"/>
                <a:cs typeface="Arial" panose="020B0604020202020204" pitchFamily="34" charset="0"/>
                <a:sym typeface="Arial" panose="020B0604020202020204" pitchFamily="34" charset="0"/>
              </a:defRPr>
            </a:lvl1pPr>
          </a:lstStyle>
          <a:p>
            <a:r>
              <a:rPr lang="en-US" dirty="0"/>
              <a:t>Click to add title</a:t>
            </a:r>
          </a:p>
        </p:txBody>
      </p:sp>
      <p:sp>
        <p:nvSpPr>
          <p:cNvPr id="45" name="Rectangle 45">
            <a:extLst>
              <a:ext uri="{FF2B5EF4-FFF2-40B4-BE49-F238E27FC236}">
                <a16:creationId xmlns:a16="http://schemas.microsoft.com/office/drawing/2014/main" id="{D68C3782-ECDD-4E7B-88EC-BC252344BA2F}"/>
              </a:ext>
            </a:extLst>
          </p:cNvPr>
          <p:cNvSpPr>
            <a:spLocks noGrp="1" noChangeArrowheads="1"/>
          </p:cNvSpPr>
          <p:nvPr>
            <p:ph type="sldNum" sz="quarter" idx="4"/>
            <p:custDataLst>
              <p:tags r:id="rId4"/>
            </p:custDataLst>
          </p:nvPr>
        </p:nvSpPr>
        <p:spPr bwMode="auto">
          <a:xfrm>
            <a:off x="283200" y="6480063"/>
            <a:ext cx="335220" cy="205121"/>
          </a:xfrm>
          <a:prstGeom prst="rect">
            <a:avLst/>
          </a:prstGeom>
          <a:noFill/>
          <a:ln w="9525">
            <a:noFill/>
            <a:miter lim="800000"/>
            <a:headEnd/>
            <a:tailEnd/>
          </a:ln>
          <a:effectLst/>
        </p:spPr>
        <p:txBody>
          <a:bodyPr vert="horz" wrap="none" lIns="0" tIns="0" rIns="0" bIns="0" numCol="1" anchor="b" anchorCtr="0" compatLnSpc="1">
            <a:prstTxWarp prst="textNoShape">
              <a:avLst/>
            </a:prstTxWarp>
            <a:spAutoFit/>
          </a:bodyPr>
          <a:lstStyle>
            <a:lvl1pPr>
              <a:spcBef>
                <a:spcPct val="0"/>
              </a:spcBef>
              <a:buClrTx/>
              <a:buSzTx/>
              <a:buFontTx/>
              <a:buNone/>
              <a:defRPr sz="1333" b="0"/>
            </a:lvl1pPr>
          </a:lstStyle>
          <a:p>
            <a:fld id="{B8B94130-3BBE-45CA-9999-1A0D48956379}" type="slidenum">
              <a:rPr lang="de-DE" smtClean="0"/>
              <a:t>‹Nr.›</a:t>
            </a:fld>
            <a:endParaRPr lang="de-DE"/>
          </a:p>
        </p:txBody>
      </p:sp>
      <p:sp>
        <p:nvSpPr>
          <p:cNvPr id="47" name="Rectangle 44">
            <a:extLst>
              <a:ext uri="{FF2B5EF4-FFF2-40B4-BE49-F238E27FC236}">
                <a16:creationId xmlns:a16="http://schemas.microsoft.com/office/drawing/2014/main" id="{2F82915A-74C0-4090-A6ED-60122C74A3C4}"/>
              </a:ext>
            </a:extLst>
          </p:cNvPr>
          <p:cNvSpPr>
            <a:spLocks noGrp="1" noChangeArrowheads="1"/>
          </p:cNvSpPr>
          <p:nvPr>
            <p:ph type="ftr" sz="quarter" idx="3"/>
            <p:custDataLst>
              <p:tags r:id="rId5"/>
            </p:custDataLst>
          </p:nvPr>
        </p:nvSpPr>
        <p:spPr bwMode="auto">
          <a:xfrm>
            <a:off x="937336" y="6480000"/>
            <a:ext cx="6528000" cy="205184"/>
          </a:xfrm>
          <a:prstGeom prst="rect">
            <a:avLst/>
          </a:prstGeom>
          <a:noFill/>
          <a:ln w="9525">
            <a:noFill/>
            <a:miter lim="800000"/>
            <a:headEnd/>
            <a:tailEnd/>
          </a:ln>
          <a:effectLst/>
        </p:spPr>
        <p:txBody>
          <a:bodyPr vert="horz" wrap="square" lIns="0" tIns="0" rIns="0" bIns="0" numCol="1" anchor="b" anchorCtr="0" compatLnSpc="1">
            <a:prstTxWarp prst="textNoShape">
              <a:avLst/>
            </a:prstTxWarp>
            <a:noAutofit/>
          </a:bodyPr>
          <a:lstStyle>
            <a:lvl1pPr>
              <a:spcBef>
                <a:spcPct val="0"/>
              </a:spcBef>
              <a:buClrTx/>
              <a:buSzTx/>
              <a:buFontTx/>
              <a:buNone/>
              <a:defRPr sz="1333"/>
            </a:lvl1pPr>
          </a:lstStyle>
          <a:p>
            <a:endParaRPr lang="de-DE"/>
          </a:p>
        </p:txBody>
      </p:sp>
      <p:pic>
        <p:nvPicPr>
          <p:cNvPr id="5" name="Grafik 17">
            <a:extLst>
              <a:ext uri="{FF2B5EF4-FFF2-40B4-BE49-F238E27FC236}">
                <a16:creationId xmlns:a16="http://schemas.microsoft.com/office/drawing/2014/main" id="{89BBA475-A913-A9EC-CC2E-391C58FBD3D1}"/>
              </a:ext>
            </a:extLst>
          </p:cNvPr>
          <p:cNvPicPr>
            <a:picLocks noGrp="1" noRot="1" noChangeAspect="1" noMove="1" noResize="1" noEditPoints="1" noAdjustHandles="1" noChangeArrowheads="1" noChangeShapeType="1" noCrop="1"/>
          </p:cNvPicPr>
          <p:nvPr/>
        </p:nvPicPr>
        <p:blipFill>
          <a:blip r:embed="rId9">
            <a:extLst>
              <a:ext uri="{96DAC541-7B7A-43D3-8B79-37D633B846F1}">
                <asvg:svgBlip xmlns:asvg="http://schemas.microsoft.com/office/drawing/2016/SVG/main" r:embed="rId10"/>
              </a:ext>
            </a:extLst>
          </a:blip>
          <a:stretch>
            <a:fillRect/>
          </a:stretch>
        </p:blipFill>
        <p:spPr bwMode="gray">
          <a:xfrm>
            <a:off x="11617326" y="157491"/>
            <a:ext cx="289023" cy="260120"/>
          </a:xfrm>
          <a:prstGeom prst="rect">
            <a:avLst/>
          </a:prstGeom>
        </p:spPr>
      </p:pic>
      <p:cxnSp>
        <p:nvCxnSpPr>
          <p:cNvPr id="7" name="Straight Connector 6">
            <a:extLst>
              <a:ext uri="{FF2B5EF4-FFF2-40B4-BE49-F238E27FC236}">
                <a16:creationId xmlns:a16="http://schemas.microsoft.com/office/drawing/2014/main" id="{03960F84-B3D0-FB8C-3C06-F7F92A06D761}"/>
              </a:ext>
            </a:extLst>
          </p:cNvPr>
          <p:cNvCxnSpPr>
            <a:cxnSpLocks noGrp="1" noRot="1" noMove="1" noResize="1" noEditPoints="1" noAdjustHandles="1" noChangeArrowheads="1" noChangeShapeType="1"/>
          </p:cNvCxnSpPr>
          <p:nvPr/>
        </p:nvCxnSpPr>
        <p:spPr bwMode="gray">
          <a:xfrm flipH="1">
            <a:off x="7706601" y="-1200"/>
            <a:ext cx="1710191" cy="6859200"/>
          </a:xfrm>
          <a:prstGeom prst="line">
            <a:avLst/>
          </a:prstGeom>
          <a:solidFill>
            <a:schemeClr val="bg1"/>
          </a:solidFill>
          <a:ln w="15875" cap="flat" cmpd="sng" algn="ctr">
            <a:solidFill>
              <a:schemeClr val="accent1"/>
            </a:solidFill>
            <a:prstDash val="solid"/>
            <a:miter lim="800000"/>
            <a:headEnd type="none" w="med" len="med"/>
            <a:tailEnd type="none" w="med" len="med"/>
          </a:ln>
          <a:effectLst/>
        </p:spPr>
      </p:cxnSp>
    </p:spTree>
    <p:extLst>
      <p:ext uri="{BB962C8B-B14F-4D97-AF65-F5344CB8AC3E}">
        <p14:creationId xmlns:p14="http://schemas.microsoft.com/office/powerpoint/2010/main" val="2071413091"/>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Gray/ White 2">
    <p:bg bwMode="gray">
      <p:bgRef idx="1001">
        <a:schemeClr val="bg1"/>
      </p:bgRef>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836A5806-75FC-49D3-AE29-8CC772894B6A}"/>
              </a:ext>
            </a:extLst>
          </p:cNvPr>
          <p:cNvGraphicFramePr>
            <a:graphicFrameLocks noChangeAspect="1"/>
          </p:cNvGraphicFramePr>
          <p:nvPr>
            <p:custDataLst>
              <p:tags r:id="rId1"/>
            </p:custDataLst>
            <p:extLst>
              <p:ext uri="{D42A27DB-BD31-4B8C-83A1-F6EECF244321}">
                <p14:modId xmlns:p14="http://schemas.microsoft.com/office/powerpoint/2010/main" val="2065144252"/>
              </p:ext>
            </p:extLst>
          </p:nvPr>
        </p:nvGraphicFramePr>
        <p:xfrm>
          <a:off x="1956" y="1590"/>
          <a:ext cx="1955" cy="1588"/>
        </p:xfrm>
        <a:graphic>
          <a:graphicData uri="http://schemas.openxmlformats.org/presentationml/2006/ole">
            <mc:AlternateContent xmlns:mc="http://schemas.openxmlformats.org/markup-compatibility/2006">
              <mc:Choice xmlns:v="urn:schemas-microsoft-com:vml" Requires="v">
                <p:oleObj name="think-cell Slide" r:id="rId6" imgW="353" imgH="353" progId="TCLayout.ActiveDocument.1">
                  <p:embed/>
                </p:oleObj>
              </mc:Choice>
              <mc:Fallback>
                <p:oleObj name="think-cell Slide" r:id="rId6" imgW="353" imgH="353" progId="TCLayout.ActiveDocument.1">
                  <p:embed/>
                  <p:pic>
                    <p:nvPicPr>
                      <p:cNvPr id="3" name="Object 2" hidden="1">
                        <a:extLst>
                          <a:ext uri="{FF2B5EF4-FFF2-40B4-BE49-F238E27FC236}">
                            <a16:creationId xmlns:a16="http://schemas.microsoft.com/office/drawing/2014/main" id="{836A5806-75FC-49D3-AE29-8CC772894B6A}"/>
                          </a:ext>
                        </a:extLst>
                      </p:cNvPr>
                      <p:cNvPicPr/>
                      <p:nvPr/>
                    </p:nvPicPr>
                    <p:blipFill>
                      <a:blip r:embed="rId7"/>
                      <a:stretch>
                        <a:fillRect/>
                      </a:stretch>
                    </p:blipFill>
                    <p:spPr>
                      <a:xfrm>
                        <a:off x="1956" y="1590"/>
                        <a:ext cx="1955" cy="1588"/>
                      </a:xfrm>
                      <a:prstGeom prst="rect">
                        <a:avLst/>
                      </a:prstGeom>
                    </p:spPr>
                  </p:pic>
                </p:oleObj>
              </mc:Fallback>
            </mc:AlternateContent>
          </a:graphicData>
        </a:graphic>
      </p:graphicFrame>
      <p:sp>
        <p:nvSpPr>
          <p:cNvPr id="6" name="Rectangle 24">
            <a:extLst>
              <a:ext uri="{FF2B5EF4-FFF2-40B4-BE49-F238E27FC236}">
                <a16:creationId xmlns:a16="http://schemas.microsoft.com/office/drawing/2014/main" id="{FBD9458C-0206-A9AA-FE9E-CF13BD70340C}"/>
              </a:ext>
            </a:extLst>
          </p:cNvPr>
          <p:cNvSpPr/>
          <p:nvPr/>
        </p:nvSpPr>
        <p:spPr bwMode="gray">
          <a:xfrm>
            <a:off x="1" y="0"/>
            <a:ext cx="3692769" cy="6859200"/>
          </a:xfrm>
          <a:prstGeom prst="rect">
            <a:avLst/>
          </a:prstGeom>
          <a:solidFill>
            <a:srgbClr val="F5F5F5"/>
          </a:solidFill>
          <a:ln w="9525" cap="flat" cmpd="sng" algn="ctr">
            <a:solidFill>
              <a:srgbClr val="F5F5F5"/>
            </a:solidFill>
            <a:prstDash val="solid"/>
            <a:round/>
            <a:headEnd type="none" w="med" len="med"/>
            <a:tailEnd type="none" w="med" len="med"/>
          </a:ln>
          <a:effectLst/>
        </p:spPr>
        <p:txBody>
          <a:bodyPr vert="horz" wrap="square" lIns="72000" tIns="72000" rIns="72000" bIns="72000" numCol="1" rtlCol="0" anchor="ctr" anchorCtr="0" compatLnSpc="1">
            <a:prstTxWarp prst="textNoShape">
              <a:avLst/>
            </a:prstTxWarp>
          </a:bodyPr>
          <a:lstStyle/>
          <a:p>
            <a:pPr marL="0" marR="0" indent="0" algn="l" defTabSz="914354" rtl="0" eaLnBrk="0" fontAlgn="base" latinLnBrk="0" hangingPunct="0">
              <a:lnSpc>
                <a:spcPct val="100000"/>
              </a:lnSpc>
              <a:spcBef>
                <a:spcPct val="50000"/>
              </a:spcBef>
              <a:spcAft>
                <a:spcPct val="0"/>
              </a:spcAft>
              <a:buClr>
                <a:schemeClr val="accent1"/>
              </a:buClr>
              <a:buSzPct val="80000"/>
              <a:buFont typeface="Wingdings" pitchFamily="2" charset="2"/>
              <a:buNone/>
              <a:tabLst/>
            </a:pPr>
            <a:endParaRPr kumimoji="0" lang="en-US" sz="1800" b="0" i="0" u="none" strike="noStrike" cap="none" normalizeH="0" baseline="0" dirty="0">
              <a:ln>
                <a:noFill/>
              </a:ln>
              <a:solidFill>
                <a:schemeClr val="tx1"/>
              </a:solidFill>
              <a:effectLst/>
              <a:latin typeface="+mn-lt"/>
            </a:endParaRPr>
          </a:p>
        </p:txBody>
      </p:sp>
      <p:sp>
        <p:nvSpPr>
          <p:cNvPr id="2" name="Rectangle 1" hidden="1">
            <a:extLst>
              <a:ext uri="{FF2B5EF4-FFF2-40B4-BE49-F238E27FC236}">
                <a16:creationId xmlns:a16="http://schemas.microsoft.com/office/drawing/2014/main" id="{0B4CEDCA-AF62-4B04-9050-4B40BEA63124}"/>
              </a:ext>
            </a:extLst>
          </p:cNvPr>
          <p:cNvSpPr/>
          <p:nvPr>
            <p:custDataLst>
              <p:tags r:id="rId2"/>
            </p:custDataLst>
          </p:nvPr>
        </p:nvSpPr>
        <p:spPr bwMode="auto">
          <a:xfrm>
            <a:off x="0" y="2"/>
            <a:ext cx="195384" cy="158751"/>
          </a:xfrm>
          <a:prstGeom prst="rect">
            <a:avLst/>
          </a:prstGeom>
          <a:solidFill>
            <a:schemeClr val="bg1"/>
          </a:solidFill>
          <a:ln w="9525" cap="flat" cmpd="sng" algn="ctr">
            <a:solidFill>
              <a:schemeClr val="accent3"/>
            </a:solidFill>
            <a:prstDash val="solid"/>
            <a:round/>
            <a:headEnd type="none" w="med" len="med"/>
            <a:tailEnd type="none" w="med" len="med"/>
          </a:ln>
          <a:effectLst/>
        </p:spPr>
        <p:txBody>
          <a:bodyPr vert="horz" wrap="none" lIns="0" tIns="0" rIns="0" bIns="0" numCol="1" spcCol="0" rtlCol="0" anchor="ctr" anchorCtr="0" compatLnSpc="1">
            <a:prstTxWarp prst="textNoShape">
              <a:avLst/>
            </a:prstTxWarp>
            <a:noAutofit/>
          </a:bodyPr>
          <a:lstStyle/>
          <a:p>
            <a:pPr marL="0" marR="0" lvl="0" indent="0" algn="l" defTabSz="914354" rtl="0" eaLnBrk="0" fontAlgn="base" latinLnBrk="0" hangingPunct="0">
              <a:lnSpc>
                <a:spcPct val="100000"/>
              </a:lnSpc>
              <a:spcBef>
                <a:spcPct val="50000"/>
              </a:spcBef>
              <a:spcAft>
                <a:spcPct val="0"/>
              </a:spcAft>
              <a:buClr>
                <a:schemeClr val="accent1"/>
              </a:buClr>
              <a:buSzPct val="80000"/>
              <a:buFont typeface="Wingdings" pitchFamily="2" charset="2"/>
              <a:buNone/>
              <a:tabLst/>
            </a:pPr>
            <a:endParaRPr kumimoji="0" lang="en-US" sz="2667" b="1" i="0" u="none" strike="noStrike" cap="none" normalizeH="0" baseline="0" dirty="0">
              <a:ln>
                <a:noFill/>
              </a:ln>
              <a:solidFill>
                <a:schemeClr val="tx1"/>
              </a:solidFill>
              <a:effectLst/>
              <a:latin typeface="Arial" panose="020B0604020202020204" pitchFamily="34" charset="0"/>
              <a:ea typeface="+mj-ea"/>
              <a:cs typeface="Arial" panose="020B0604020202020204" pitchFamily="34" charset="0"/>
              <a:sym typeface="Arial" panose="020B0604020202020204" pitchFamily="34" charset="0"/>
            </a:endParaRPr>
          </a:p>
        </p:txBody>
      </p:sp>
      <p:sp>
        <p:nvSpPr>
          <p:cNvPr id="4" name="Titel 1">
            <a:extLst>
              <a:ext uri="{FF2B5EF4-FFF2-40B4-BE49-F238E27FC236}">
                <a16:creationId xmlns:a16="http://schemas.microsoft.com/office/drawing/2014/main" id="{C17CAC67-2EFE-D3D2-3256-3E28BA9A35C1}"/>
              </a:ext>
            </a:extLst>
          </p:cNvPr>
          <p:cNvSpPr>
            <a:spLocks noGrp="1"/>
          </p:cNvSpPr>
          <p:nvPr>
            <p:ph type="title" hasCustomPrompt="1"/>
            <p:custDataLst>
              <p:tags r:id="rId3"/>
            </p:custDataLst>
          </p:nvPr>
        </p:nvSpPr>
        <p:spPr>
          <a:xfrm>
            <a:off x="3931923" y="457200"/>
            <a:ext cx="7986477" cy="762000"/>
          </a:xfrm>
        </p:spPr>
        <p:txBody>
          <a:bodyPr vert="horz"/>
          <a:lstStyle>
            <a:lvl1pPr>
              <a:defRPr/>
            </a:lvl1pPr>
          </a:lstStyle>
          <a:p>
            <a:r>
              <a:rPr lang="en-US" dirty="0"/>
              <a:t>Click to add title</a:t>
            </a:r>
          </a:p>
        </p:txBody>
      </p:sp>
      <p:sp>
        <p:nvSpPr>
          <p:cNvPr id="5" name="Rectangle 45">
            <a:extLst>
              <a:ext uri="{FF2B5EF4-FFF2-40B4-BE49-F238E27FC236}">
                <a16:creationId xmlns:a16="http://schemas.microsoft.com/office/drawing/2014/main" id="{37C1CB68-CB99-5E99-721C-1F7F7F2D7A94}"/>
              </a:ext>
            </a:extLst>
          </p:cNvPr>
          <p:cNvSpPr>
            <a:spLocks noGrp="1" noChangeArrowheads="1"/>
          </p:cNvSpPr>
          <p:nvPr>
            <p:ph type="sldNum" sz="quarter" idx="4"/>
            <p:custDataLst>
              <p:tags r:id="rId4"/>
            </p:custDataLst>
          </p:nvPr>
        </p:nvSpPr>
        <p:spPr bwMode="auto">
          <a:xfrm>
            <a:off x="283200" y="6480063"/>
            <a:ext cx="335220" cy="205121"/>
          </a:xfrm>
          <a:prstGeom prst="rect">
            <a:avLst/>
          </a:prstGeom>
          <a:noFill/>
          <a:ln w="9525">
            <a:noFill/>
            <a:miter lim="800000"/>
            <a:headEnd/>
            <a:tailEnd/>
          </a:ln>
          <a:effectLst/>
        </p:spPr>
        <p:txBody>
          <a:bodyPr vert="horz" wrap="none" lIns="0" tIns="0" rIns="0" bIns="0" numCol="1" anchor="b" anchorCtr="0" compatLnSpc="1">
            <a:prstTxWarp prst="textNoShape">
              <a:avLst/>
            </a:prstTxWarp>
            <a:spAutoFit/>
          </a:bodyPr>
          <a:lstStyle>
            <a:lvl1pPr>
              <a:spcBef>
                <a:spcPct val="0"/>
              </a:spcBef>
              <a:buClrTx/>
              <a:buSzTx/>
              <a:buFontTx/>
              <a:buNone/>
              <a:defRPr sz="1333" b="0"/>
            </a:lvl1pPr>
          </a:lstStyle>
          <a:p>
            <a:fld id="{B8B94130-3BBE-45CA-9999-1A0D48956379}" type="slidenum">
              <a:rPr lang="de-DE" smtClean="0"/>
              <a:t>‹Nr.›</a:t>
            </a:fld>
            <a:endParaRPr lang="de-DE"/>
          </a:p>
        </p:txBody>
      </p:sp>
      <p:cxnSp>
        <p:nvCxnSpPr>
          <p:cNvPr id="8" name="Straight Connector 7">
            <a:extLst>
              <a:ext uri="{FF2B5EF4-FFF2-40B4-BE49-F238E27FC236}">
                <a16:creationId xmlns:a16="http://schemas.microsoft.com/office/drawing/2014/main" id="{68C90F0B-F19F-1EF6-25B1-BD09E8E4DF4F}"/>
              </a:ext>
            </a:extLst>
          </p:cNvPr>
          <p:cNvCxnSpPr>
            <a:cxnSpLocks noGrp="1" noRot="1" noMove="1" noResize="1" noEditPoints="1" noAdjustHandles="1" noChangeArrowheads="1" noChangeShapeType="1"/>
          </p:cNvCxnSpPr>
          <p:nvPr/>
        </p:nvCxnSpPr>
        <p:spPr bwMode="gray">
          <a:xfrm>
            <a:off x="3552111" y="0"/>
            <a:ext cx="0" cy="6859200"/>
          </a:xfrm>
          <a:prstGeom prst="line">
            <a:avLst/>
          </a:prstGeom>
          <a:solidFill>
            <a:schemeClr val="bg1"/>
          </a:solidFill>
          <a:ln w="15875" cap="flat" cmpd="sng" algn="ctr">
            <a:solidFill>
              <a:schemeClr val="accent1"/>
            </a:solidFill>
            <a:prstDash val="solid"/>
            <a:miter lim="800000"/>
            <a:headEnd type="none" w="med" len="med"/>
            <a:tailEnd type="none" w="med" len="med"/>
          </a:ln>
          <a:effectLst/>
        </p:spPr>
      </p:cxnSp>
    </p:spTree>
    <p:extLst>
      <p:ext uri="{BB962C8B-B14F-4D97-AF65-F5344CB8AC3E}">
        <p14:creationId xmlns:p14="http://schemas.microsoft.com/office/powerpoint/2010/main" val="2194578575"/>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White/ Gray 2">
    <p:bg bwMode="gray">
      <p:bgRef idx="1001">
        <a:schemeClr val="bg1"/>
      </p:bgRef>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836A5806-75FC-49D3-AE29-8CC772894B6A}"/>
              </a:ext>
            </a:extLst>
          </p:cNvPr>
          <p:cNvGraphicFramePr>
            <a:graphicFrameLocks noChangeAspect="1"/>
          </p:cNvGraphicFramePr>
          <p:nvPr>
            <p:custDataLst>
              <p:tags r:id="rId1"/>
            </p:custDataLst>
            <p:extLst>
              <p:ext uri="{D42A27DB-BD31-4B8C-83A1-F6EECF244321}">
                <p14:modId xmlns:p14="http://schemas.microsoft.com/office/powerpoint/2010/main" val="2537614128"/>
              </p:ext>
            </p:extLst>
          </p:nvPr>
        </p:nvGraphicFramePr>
        <p:xfrm>
          <a:off x="1956" y="1590"/>
          <a:ext cx="1955" cy="1588"/>
        </p:xfrm>
        <a:graphic>
          <a:graphicData uri="http://schemas.openxmlformats.org/presentationml/2006/ole">
            <mc:AlternateContent xmlns:mc="http://schemas.openxmlformats.org/markup-compatibility/2006">
              <mc:Choice xmlns:v="urn:schemas-microsoft-com:vml" Requires="v">
                <p:oleObj name="think-cell Slide" r:id="rId7" imgW="353" imgH="353" progId="TCLayout.ActiveDocument.1">
                  <p:embed/>
                </p:oleObj>
              </mc:Choice>
              <mc:Fallback>
                <p:oleObj name="think-cell Slide" r:id="rId7" imgW="353" imgH="353" progId="TCLayout.ActiveDocument.1">
                  <p:embed/>
                  <p:pic>
                    <p:nvPicPr>
                      <p:cNvPr id="3" name="Object 2" hidden="1">
                        <a:extLst>
                          <a:ext uri="{FF2B5EF4-FFF2-40B4-BE49-F238E27FC236}">
                            <a16:creationId xmlns:a16="http://schemas.microsoft.com/office/drawing/2014/main" id="{836A5806-75FC-49D3-AE29-8CC772894B6A}"/>
                          </a:ext>
                        </a:extLst>
                      </p:cNvPr>
                      <p:cNvPicPr/>
                      <p:nvPr/>
                    </p:nvPicPr>
                    <p:blipFill>
                      <a:blip r:embed="rId8"/>
                      <a:stretch>
                        <a:fillRect/>
                      </a:stretch>
                    </p:blipFill>
                    <p:spPr>
                      <a:xfrm>
                        <a:off x="1956" y="1590"/>
                        <a:ext cx="1955" cy="1588"/>
                      </a:xfrm>
                      <a:prstGeom prst="rect">
                        <a:avLst/>
                      </a:prstGeom>
                    </p:spPr>
                  </p:pic>
                </p:oleObj>
              </mc:Fallback>
            </mc:AlternateContent>
          </a:graphicData>
        </a:graphic>
      </p:graphicFrame>
      <p:sp>
        <p:nvSpPr>
          <p:cNvPr id="27" name="Rectangle 24">
            <a:extLst>
              <a:ext uri="{FF2B5EF4-FFF2-40B4-BE49-F238E27FC236}">
                <a16:creationId xmlns:a16="http://schemas.microsoft.com/office/drawing/2014/main" id="{CD5992C9-989F-4F27-AAD6-109ADF5F0319}"/>
              </a:ext>
            </a:extLst>
          </p:cNvPr>
          <p:cNvSpPr/>
          <p:nvPr/>
        </p:nvSpPr>
        <p:spPr bwMode="gray">
          <a:xfrm>
            <a:off x="8499233" y="0"/>
            <a:ext cx="3692769" cy="6859200"/>
          </a:xfrm>
          <a:prstGeom prst="rect">
            <a:avLst/>
          </a:prstGeom>
          <a:solidFill>
            <a:srgbClr val="F5F5F5"/>
          </a:solidFill>
          <a:ln w="9525" cap="flat" cmpd="sng" algn="ctr">
            <a:solidFill>
              <a:srgbClr val="F5F5F5"/>
            </a:solidFill>
            <a:prstDash val="solid"/>
            <a:miter lim="800000"/>
            <a:headEnd type="none" w="med" len="med"/>
            <a:tailEnd type="none" w="med" len="med"/>
          </a:ln>
          <a:effectLst/>
        </p:spPr>
        <p:txBody>
          <a:bodyPr vert="horz" wrap="square" lIns="72000" tIns="72000" rIns="72000" bIns="72000" numCol="1" rtlCol="0" anchor="ctr" anchorCtr="0" compatLnSpc="1">
            <a:prstTxWarp prst="textNoShape">
              <a:avLst/>
            </a:prstTxWarp>
          </a:bodyPr>
          <a:lstStyle/>
          <a:p>
            <a:pPr marL="0" marR="0" indent="0" algn="l" defTabSz="914354" rtl="0" eaLnBrk="0" fontAlgn="base" latinLnBrk="0" hangingPunct="0">
              <a:lnSpc>
                <a:spcPct val="100000"/>
              </a:lnSpc>
              <a:spcBef>
                <a:spcPct val="50000"/>
              </a:spcBef>
              <a:spcAft>
                <a:spcPct val="0"/>
              </a:spcAft>
              <a:buClr>
                <a:schemeClr val="accent1"/>
              </a:buClr>
              <a:buSzPct val="80000"/>
              <a:buFont typeface="Wingdings" pitchFamily="2" charset="2"/>
              <a:buNone/>
              <a:tabLst/>
            </a:pPr>
            <a:endParaRPr kumimoji="0" lang="en-US" sz="1800" b="0" i="0" u="none" strike="noStrike" cap="none" normalizeH="0" baseline="0" dirty="0">
              <a:ln>
                <a:noFill/>
              </a:ln>
              <a:solidFill>
                <a:schemeClr val="tx1"/>
              </a:solidFill>
              <a:effectLst/>
              <a:latin typeface="+mn-lt"/>
            </a:endParaRPr>
          </a:p>
        </p:txBody>
      </p:sp>
      <p:sp>
        <p:nvSpPr>
          <p:cNvPr id="2" name="Rectangle 1" hidden="1">
            <a:extLst>
              <a:ext uri="{FF2B5EF4-FFF2-40B4-BE49-F238E27FC236}">
                <a16:creationId xmlns:a16="http://schemas.microsoft.com/office/drawing/2014/main" id="{0B4CEDCA-AF62-4B04-9050-4B40BEA63124}"/>
              </a:ext>
            </a:extLst>
          </p:cNvPr>
          <p:cNvSpPr/>
          <p:nvPr>
            <p:custDataLst>
              <p:tags r:id="rId2"/>
            </p:custDataLst>
          </p:nvPr>
        </p:nvSpPr>
        <p:spPr bwMode="auto">
          <a:xfrm>
            <a:off x="0" y="2"/>
            <a:ext cx="195384" cy="158751"/>
          </a:xfrm>
          <a:prstGeom prst="rect">
            <a:avLst/>
          </a:prstGeom>
          <a:solidFill>
            <a:schemeClr val="bg1"/>
          </a:solidFill>
          <a:ln w="9525" cap="flat" cmpd="sng" algn="ctr">
            <a:solidFill>
              <a:schemeClr val="accent3"/>
            </a:solidFill>
            <a:prstDash val="solid"/>
            <a:round/>
            <a:headEnd type="none" w="med" len="med"/>
            <a:tailEnd type="none" w="med" len="med"/>
          </a:ln>
          <a:effectLst/>
        </p:spPr>
        <p:txBody>
          <a:bodyPr vert="horz" wrap="none" lIns="0" tIns="0" rIns="0" bIns="0" numCol="1" spcCol="0" rtlCol="0" anchor="ctr" anchorCtr="0" compatLnSpc="1">
            <a:prstTxWarp prst="textNoShape">
              <a:avLst/>
            </a:prstTxWarp>
            <a:noAutofit/>
          </a:bodyPr>
          <a:lstStyle/>
          <a:p>
            <a:pPr marL="0" marR="0" lvl="0" indent="0" algn="l" defTabSz="914354" rtl="0" eaLnBrk="0" fontAlgn="base" latinLnBrk="0" hangingPunct="0">
              <a:lnSpc>
                <a:spcPct val="100000"/>
              </a:lnSpc>
              <a:spcBef>
                <a:spcPct val="50000"/>
              </a:spcBef>
              <a:spcAft>
                <a:spcPct val="0"/>
              </a:spcAft>
              <a:buClr>
                <a:schemeClr val="accent1"/>
              </a:buClr>
              <a:buSzPct val="80000"/>
              <a:buFont typeface="Wingdings" pitchFamily="2" charset="2"/>
              <a:buNone/>
              <a:tabLst/>
            </a:pPr>
            <a:endParaRPr kumimoji="0" lang="en-US" sz="2667" b="1" i="0" u="none" strike="noStrike" cap="none" normalizeH="0" baseline="0" dirty="0">
              <a:ln>
                <a:noFill/>
              </a:ln>
              <a:solidFill>
                <a:schemeClr val="tx1"/>
              </a:solidFill>
              <a:effectLst/>
              <a:latin typeface="Arial" panose="020B0604020202020204" pitchFamily="34" charset="0"/>
              <a:ea typeface="+mj-ea"/>
              <a:cs typeface="Arial" panose="020B0604020202020204" pitchFamily="34" charset="0"/>
              <a:sym typeface="Arial" panose="020B0604020202020204" pitchFamily="34" charset="0"/>
            </a:endParaRPr>
          </a:p>
        </p:txBody>
      </p:sp>
      <p:sp>
        <p:nvSpPr>
          <p:cNvPr id="8" name="Rectangle 20">
            <a:extLst>
              <a:ext uri="{FF2B5EF4-FFF2-40B4-BE49-F238E27FC236}">
                <a16:creationId xmlns:a16="http://schemas.microsoft.com/office/drawing/2014/main" id="{C212D6F2-4331-4168-9E74-84AB17C0D1F4}"/>
              </a:ext>
            </a:extLst>
          </p:cNvPr>
          <p:cNvSpPr>
            <a:spLocks noGrp="1" noRot="1" noMove="1" noResize="1" noEditPoints="1" noAdjustHandles="1" noChangeArrowheads="1" noChangeShapeType="1"/>
          </p:cNvSpPr>
          <p:nvPr>
            <p:custDataLst>
              <p:tags r:id="rId3"/>
            </p:custDataLst>
          </p:nvPr>
        </p:nvSpPr>
        <p:spPr bwMode="auto">
          <a:xfrm>
            <a:off x="9587673" y="6480064"/>
            <a:ext cx="2328835" cy="205121"/>
          </a:xfrm>
          <a:prstGeom prst="rect">
            <a:avLst/>
          </a:prstGeom>
          <a:noFill/>
          <a:ln w="9525">
            <a:noFill/>
            <a:miter lim="800000"/>
            <a:headEnd/>
            <a:tailEnd/>
          </a:ln>
          <a:effectLst/>
        </p:spPr>
        <p:txBody>
          <a:bodyPr wrap="square" lIns="0" tIns="0" rIns="0" bIns="0" anchor="b">
            <a:spAutoFit/>
          </a:bodyPr>
          <a:lstStyle/>
          <a:p>
            <a:pPr algn="r" defTabSz="857208">
              <a:spcBef>
                <a:spcPct val="0"/>
              </a:spcBef>
              <a:buClrTx/>
              <a:buSzTx/>
              <a:buFontTx/>
              <a:buNone/>
              <a:defRPr/>
            </a:pPr>
            <a:r>
              <a:rPr lang="en-US" sz="1333" dirty="0">
                <a:solidFill>
                  <a:schemeClr val="accent1"/>
                </a:solidFill>
                <a:latin typeface="Arial" panose="020B0604020202020204" pitchFamily="34" charset="0"/>
                <a:cs typeface="Arial" panose="020B0604020202020204" pitchFamily="34" charset="0"/>
                <a:sym typeface="Arial" panose="020B0604020202020204" pitchFamily="34" charset="0"/>
              </a:rPr>
              <a:t>© Horváth</a:t>
            </a:r>
          </a:p>
        </p:txBody>
      </p:sp>
      <p:sp>
        <p:nvSpPr>
          <p:cNvPr id="26" name="Titel 1">
            <a:extLst>
              <a:ext uri="{FF2B5EF4-FFF2-40B4-BE49-F238E27FC236}">
                <a16:creationId xmlns:a16="http://schemas.microsoft.com/office/drawing/2014/main" id="{4DEA230A-FF0A-466A-94FB-AB03DD3810AA}"/>
              </a:ext>
            </a:extLst>
          </p:cNvPr>
          <p:cNvSpPr>
            <a:spLocks noGrp="1"/>
          </p:cNvSpPr>
          <p:nvPr>
            <p:ph type="title" hasCustomPrompt="1"/>
          </p:nvPr>
        </p:nvSpPr>
        <p:spPr bwMode="gray">
          <a:xfrm>
            <a:off x="278401" y="457200"/>
            <a:ext cx="8108308" cy="762000"/>
          </a:xfrm>
        </p:spPr>
        <p:txBody>
          <a:bodyPr vert="horz"/>
          <a:lstStyle>
            <a:lvl1pPr>
              <a:defRPr baseline="0">
                <a:latin typeface="+mj-lt"/>
                <a:cs typeface="Arial" panose="020B0604020202020204" pitchFamily="34" charset="0"/>
                <a:sym typeface="Arial" panose="020B0604020202020204" pitchFamily="34" charset="0"/>
              </a:defRPr>
            </a:lvl1pPr>
          </a:lstStyle>
          <a:p>
            <a:r>
              <a:rPr lang="en-US" dirty="0"/>
              <a:t>Click to add title</a:t>
            </a:r>
          </a:p>
        </p:txBody>
      </p:sp>
      <p:sp>
        <p:nvSpPr>
          <p:cNvPr id="45" name="Rectangle 45">
            <a:extLst>
              <a:ext uri="{FF2B5EF4-FFF2-40B4-BE49-F238E27FC236}">
                <a16:creationId xmlns:a16="http://schemas.microsoft.com/office/drawing/2014/main" id="{D68C3782-ECDD-4E7B-88EC-BC252344BA2F}"/>
              </a:ext>
            </a:extLst>
          </p:cNvPr>
          <p:cNvSpPr>
            <a:spLocks noGrp="1" noChangeArrowheads="1"/>
          </p:cNvSpPr>
          <p:nvPr>
            <p:ph type="sldNum" sz="quarter" idx="4"/>
            <p:custDataLst>
              <p:tags r:id="rId4"/>
            </p:custDataLst>
          </p:nvPr>
        </p:nvSpPr>
        <p:spPr bwMode="auto">
          <a:xfrm>
            <a:off x="283200" y="6480063"/>
            <a:ext cx="335220" cy="205121"/>
          </a:xfrm>
          <a:prstGeom prst="rect">
            <a:avLst/>
          </a:prstGeom>
          <a:noFill/>
          <a:ln w="9525">
            <a:noFill/>
            <a:miter lim="800000"/>
            <a:headEnd/>
            <a:tailEnd/>
          </a:ln>
          <a:effectLst/>
        </p:spPr>
        <p:txBody>
          <a:bodyPr vert="horz" wrap="none" lIns="0" tIns="0" rIns="0" bIns="0" numCol="1" anchor="b" anchorCtr="0" compatLnSpc="1">
            <a:prstTxWarp prst="textNoShape">
              <a:avLst/>
            </a:prstTxWarp>
            <a:spAutoFit/>
          </a:bodyPr>
          <a:lstStyle>
            <a:lvl1pPr>
              <a:spcBef>
                <a:spcPct val="0"/>
              </a:spcBef>
              <a:buClrTx/>
              <a:buSzTx/>
              <a:buFontTx/>
              <a:buNone/>
              <a:defRPr sz="1333" b="0"/>
            </a:lvl1pPr>
          </a:lstStyle>
          <a:p>
            <a:fld id="{B8B94130-3BBE-45CA-9999-1A0D48956379}" type="slidenum">
              <a:rPr lang="de-DE" smtClean="0"/>
              <a:t>‹Nr.›</a:t>
            </a:fld>
            <a:endParaRPr lang="de-DE"/>
          </a:p>
        </p:txBody>
      </p:sp>
      <p:sp>
        <p:nvSpPr>
          <p:cNvPr id="47" name="Rectangle 44">
            <a:extLst>
              <a:ext uri="{FF2B5EF4-FFF2-40B4-BE49-F238E27FC236}">
                <a16:creationId xmlns:a16="http://schemas.microsoft.com/office/drawing/2014/main" id="{2F82915A-74C0-4090-A6ED-60122C74A3C4}"/>
              </a:ext>
            </a:extLst>
          </p:cNvPr>
          <p:cNvSpPr>
            <a:spLocks noGrp="1" noChangeArrowheads="1"/>
          </p:cNvSpPr>
          <p:nvPr>
            <p:ph type="ftr" sz="quarter" idx="3"/>
            <p:custDataLst>
              <p:tags r:id="rId5"/>
            </p:custDataLst>
          </p:nvPr>
        </p:nvSpPr>
        <p:spPr bwMode="auto">
          <a:xfrm>
            <a:off x="937336" y="6480000"/>
            <a:ext cx="6528000" cy="205184"/>
          </a:xfrm>
          <a:prstGeom prst="rect">
            <a:avLst/>
          </a:prstGeom>
          <a:noFill/>
          <a:ln w="9525">
            <a:noFill/>
            <a:miter lim="800000"/>
            <a:headEnd/>
            <a:tailEnd/>
          </a:ln>
          <a:effectLst/>
        </p:spPr>
        <p:txBody>
          <a:bodyPr vert="horz" wrap="square" lIns="0" tIns="0" rIns="0" bIns="0" numCol="1" anchor="b" anchorCtr="0" compatLnSpc="1">
            <a:prstTxWarp prst="textNoShape">
              <a:avLst/>
            </a:prstTxWarp>
            <a:noAutofit/>
          </a:bodyPr>
          <a:lstStyle>
            <a:lvl1pPr>
              <a:spcBef>
                <a:spcPct val="0"/>
              </a:spcBef>
              <a:buClrTx/>
              <a:buSzTx/>
              <a:buFontTx/>
              <a:buNone/>
              <a:defRPr sz="1333"/>
            </a:lvl1pPr>
          </a:lstStyle>
          <a:p>
            <a:endParaRPr lang="de-DE"/>
          </a:p>
        </p:txBody>
      </p:sp>
      <p:pic>
        <p:nvPicPr>
          <p:cNvPr id="5" name="Grafik 17">
            <a:extLst>
              <a:ext uri="{FF2B5EF4-FFF2-40B4-BE49-F238E27FC236}">
                <a16:creationId xmlns:a16="http://schemas.microsoft.com/office/drawing/2014/main" id="{42C9348A-4E82-0386-4B65-5A8517E15D4F}"/>
              </a:ext>
            </a:extLst>
          </p:cNvPr>
          <p:cNvPicPr>
            <a:picLocks noGrp="1" noRot="1" noChangeAspect="1" noMove="1" noResize="1" noEditPoints="1" noAdjustHandles="1" noChangeArrowheads="1" noChangeShapeType="1" noCrop="1"/>
          </p:cNvPicPr>
          <p:nvPr/>
        </p:nvPicPr>
        <p:blipFill>
          <a:blip r:embed="rId9">
            <a:extLst>
              <a:ext uri="{96DAC541-7B7A-43D3-8B79-37D633B846F1}">
                <asvg:svgBlip xmlns:asvg="http://schemas.microsoft.com/office/drawing/2016/SVG/main" r:embed="rId10"/>
              </a:ext>
            </a:extLst>
          </a:blip>
          <a:stretch>
            <a:fillRect/>
          </a:stretch>
        </p:blipFill>
        <p:spPr bwMode="gray">
          <a:xfrm>
            <a:off x="11617326" y="157491"/>
            <a:ext cx="289023" cy="260120"/>
          </a:xfrm>
          <a:prstGeom prst="rect">
            <a:avLst/>
          </a:prstGeom>
        </p:spPr>
      </p:pic>
      <p:cxnSp>
        <p:nvCxnSpPr>
          <p:cNvPr id="6" name="Straight Connector 5">
            <a:extLst>
              <a:ext uri="{FF2B5EF4-FFF2-40B4-BE49-F238E27FC236}">
                <a16:creationId xmlns:a16="http://schemas.microsoft.com/office/drawing/2014/main" id="{9EBD715C-FA33-7440-5450-D69B4DE70A78}"/>
              </a:ext>
            </a:extLst>
          </p:cNvPr>
          <p:cNvCxnSpPr>
            <a:cxnSpLocks noGrp="1" noRot="1" noMove="1" noResize="1" noEditPoints="1" noAdjustHandles="1" noChangeArrowheads="1" noChangeShapeType="1"/>
          </p:cNvCxnSpPr>
          <p:nvPr/>
        </p:nvCxnSpPr>
        <p:spPr bwMode="gray">
          <a:xfrm>
            <a:off x="8640000" y="0"/>
            <a:ext cx="0" cy="6859200"/>
          </a:xfrm>
          <a:prstGeom prst="line">
            <a:avLst/>
          </a:prstGeom>
          <a:solidFill>
            <a:schemeClr val="bg1"/>
          </a:solidFill>
          <a:ln w="15875" cap="flat" cmpd="sng" algn="ctr">
            <a:solidFill>
              <a:schemeClr val="accent1"/>
            </a:solidFill>
            <a:prstDash val="solid"/>
            <a:miter lim="800000"/>
            <a:headEnd type="none" w="med" len="med"/>
            <a:tailEnd type="none" w="med" len="med"/>
          </a:ln>
          <a:effectLst/>
        </p:spPr>
      </p:cxnSp>
    </p:spTree>
    <p:extLst>
      <p:ext uri="{BB962C8B-B14F-4D97-AF65-F5344CB8AC3E}">
        <p14:creationId xmlns:p14="http://schemas.microsoft.com/office/powerpoint/2010/main" val="1876620505"/>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HOR Group/ White 1">
    <p:bg bwMode="gray">
      <p:bgRef idx="1001">
        <a:schemeClr val="bg1"/>
      </p:bgRef>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836A5806-75FC-49D3-AE29-8CC772894B6A}"/>
              </a:ext>
            </a:extLst>
          </p:cNvPr>
          <p:cNvGraphicFramePr>
            <a:graphicFrameLocks noChangeAspect="1"/>
          </p:cNvGraphicFramePr>
          <p:nvPr>
            <p:custDataLst>
              <p:tags r:id="rId1"/>
            </p:custDataLst>
            <p:extLst>
              <p:ext uri="{D42A27DB-BD31-4B8C-83A1-F6EECF244321}">
                <p14:modId xmlns:p14="http://schemas.microsoft.com/office/powerpoint/2010/main" val="4239589372"/>
              </p:ext>
            </p:extLst>
          </p:nvPr>
        </p:nvGraphicFramePr>
        <p:xfrm>
          <a:off x="1956" y="1590"/>
          <a:ext cx="1955" cy="1588"/>
        </p:xfrm>
        <a:graphic>
          <a:graphicData uri="http://schemas.openxmlformats.org/presentationml/2006/ole">
            <mc:AlternateContent xmlns:mc="http://schemas.openxmlformats.org/markup-compatibility/2006">
              <mc:Choice xmlns:v="urn:schemas-microsoft-com:vml" Requires="v">
                <p:oleObj name="think-cell Slide" r:id="rId6" imgW="353" imgH="353" progId="TCLayout.ActiveDocument.1">
                  <p:embed/>
                </p:oleObj>
              </mc:Choice>
              <mc:Fallback>
                <p:oleObj name="think-cell Slide" r:id="rId6" imgW="353" imgH="353" progId="TCLayout.ActiveDocument.1">
                  <p:embed/>
                  <p:pic>
                    <p:nvPicPr>
                      <p:cNvPr id="3" name="Object 2" hidden="1">
                        <a:extLst>
                          <a:ext uri="{FF2B5EF4-FFF2-40B4-BE49-F238E27FC236}">
                            <a16:creationId xmlns:a16="http://schemas.microsoft.com/office/drawing/2014/main" id="{836A5806-75FC-49D3-AE29-8CC772894B6A}"/>
                          </a:ext>
                        </a:extLst>
                      </p:cNvPr>
                      <p:cNvPicPr/>
                      <p:nvPr/>
                    </p:nvPicPr>
                    <p:blipFill>
                      <a:blip r:embed="rId7"/>
                      <a:stretch>
                        <a:fillRect/>
                      </a:stretch>
                    </p:blipFill>
                    <p:spPr>
                      <a:xfrm>
                        <a:off x="1956" y="1590"/>
                        <a:ext cx="1955" cy="1588"/>
                      </a:xfrm>
                      <a:prstGeom prst="rect">
                        <a:avLst/>
                      </a:prstGeom>
                    </p:spPr>
                  </p:pic>
                </p:oleObj>
              </mc:Fallback>
            </mc:AlternateContent>
          </a:graphicData>
        </a:graphic>
      </p:graphicFrame>
      <p:pic>
        <p:nvPicPr>
          <p:cNvPr id="14" name="Grafik 13" descr="Ein Bild, das Screenshot, Wasser, Türkis, Kunst enthält.&#10;&#10;Automatisch generierte Beschreibung">
            <a:extLst>
              <a:ext uri="{FF2B5EF4-FFF2-40B4-BE49-F238E27FC236}">
                <a16:creationId xmlns:a16="http://schemas.microsoft.com/office/drawing/2014/main" id="{EE7317E0-8B80-D15A-9334-65630D3B01F5}"/>
              </a:ext>
            </a:extLst>
          </p:cNvPr>
          <p:cNvPicPr>
            <a:picLocks noChangeAspect="1"/>
          </p:cNvPicPr>
          <p:nvPr/>
        </p:nvPicPr>
        <p:blipFill>
          <a:blip r:embed="rId8" cstate="print">
            <a:extLst>
              <a:ext uri="{28A0092B-C50C-407E-A947-70E740481C1C}">
                <a14:useLocalDpi xmlns:a14="http://schemas.microsoft.com/office/drawing/2010/main"/>
              </a:ext>
            </a:extLst>
          </a:blip>
          <a:srcRect l="390" t="1699" r="62982" b="1699"/>
          <a:stretch>
            <a:fillRect/>
          </a:stretch>
        </p:blipFill>
        <p:spPr>
          <a:xfrm>
            <a:off x="-6350" y="0"/>
            <a:ext cx="4622803" cy="6858000"/>
          </a:xfrm>
          <a:custGeom>
            <a:avLst/>
            <a:gdLst>
              <a:gd name="connsiteX0" fmla="*/ 0 w 3467102"/>
              <a:gd name="connsiteY0" fmla="*/ 0 h 5143500"/>
              <a:gd name="connsiteX1" fmla="*/ 1282419 w 3467102"/>
              <a:gd name="connsiteY1" fmla="*/ 0 h 5143500"/>
              <a:gd name="connsiteX2" fmla="*/ 3467102 w 3467102"/>
              <a:gd name="connsiteY2" fmla="*/ 0 h 5143500"/>
              <a:gd name="connsiteX3" fmla="*/ 2184683 w 3467102"/>
              <a:gd name="connsiteY3" fmla="*/ 5143500 h 5143500"/>
              <a:gd name="connsiteX4" fmla="*/ 0 w 3467102"/>
              <a:gd name="connsiteY4" fmla="*/ 514350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67102" h="5143500">
                <a:moveTo>
                  <a:pt x="0" y="0"/>
                </a:moveTo>
                <a:lnTo>
                  <a:pt x="1282419" y="0"/>
                </a:lnTo>
                <a:lnTo>
                  <a:pt x="3467102" y="0"/>
                </a:lnTo>
                <a:lnTo>
                  <a:pt x="2184683" y="5143500"/>
                </a:lnTo>
                <a:lnTo>
                  <a:pt x="0" y="5143500"/>
                </a:lnTo>
                <a:close/>
              </a:path>
            </a:pathLst>
          </a:custGeom>
        </p:spPr>
      </p:pic>
      <p:sp>
        <p:nvSpPr>
          <p:cNvPr id="2" name="Rectangle 1" hidden="1">
            <a:extLst>
              <a:ext uri="{FF2B5EF4-FFF2-40B4-BE49-F238E27FC236}">
                <a16:creationId xmlns:a16="http://schemas.microsoft.com/office/drawing/2014/main" id="{0B4CEDCA-AF62-4B04-9050-4B40BEA63124}"/>
              </a:ext>
            </a:extLst>
          </p:cNvPr>
          <p:cNvSpPr/>
          <p:nvPr>
            <p:custDataLst>
              <p:tags r:id="rId2"/>
            </p:custDataLst>
          </p:nvPr>
        </p:nvSpPr>
        <p:spPr bwMode="auto">
          <a:xfrm>
            <a:off x="0" y="2"/>
            <a:ext cx="195384" cy="158751"/>
          </a:xfrm>
          <a:prstGeom prst="rect">
            <a:avLst/>
          </a:prstGeom>
          <a:solidFill>
            <a:schemeClr val="bg1"/>
          </a:solidFill>
          <a:ln w="9525" cap="flat" cmpd="sng" algn="ctr">
            <a:solidFill>
              <a:schemeClr val="accent3"/>
            </a:solidFill>
            <a:prstDash val="solid"/>
            <a:round/>
            <a:headEnd type="none" w="med" len="med"/>
            <a:tailEnd type="none" w="med" len="med"/>
          </a:ln>
          <a:effectLst/>
        </p:spPr>
        <p:txBody>
          <a:bodyPr vert="horz" wrap="none" lIns="0" tIns="0" rIns="0" bIns="0" numCol="1" spcCol="0" rtlCol="0" anchor="ctr" anchorCtr="0" compatLnSpc="1">
            <a:prstTxWarp prst="textNoShape">
              <a:avLst/>
            </a:prstTxWarp>
            <a:noAutofit/>
          </a:bodyPr>
          <a:lstStyle/>
          <a:p>
            <a:pPr marL="0" marR="0" lvl="0" indent="0" algn="l" defTabSz="914354" rtl="0" eaLnBrk="0" fontAlgn="base" latinLnBrk="0" hangingPunct="0">
              <a:lnSpc>
                <a:spcPct val="100000"/>
              </a:lnSpc>
              <a:spcBef>
                <a:spcPct val="50000"/>
              </a:spcBef>
              <a:spcAft>
                <a:spcPct val="0"/>
              </a:spcAft>
              <a:buClr>
                <a:schemeClr val="accent1"/>
              </a:buClr>
              <a:buSzPct val="80000"/>
              <a:buFont typeface="Wingdings" pitchFamily="2" charset="2"/>
              <a:buNone/>
              <a:tabLst/>
            </a:pPr>
            <a:endParaRPr kumimoji="0" lang="en-US" sz="2667" b="1" i="0" u="none" strike="noStrike" cap="none" normalizeH="0" baseline="0" dirty="0">
              <a:ln>
                <a:noFill/>
              </a:ln>
              <a:solidFill>
                <a:schemeClr val="tx1"/>
              </a:solidFill>
              <a:effectLst/>
              <a:latin typeface="Arial" panose="020B0604020202020204" pitchFamily="34" charset="0"/>
              <a:ea typeface="+mj-ea"/>
              <a:cs typeface="Arial" panose="020B0604020202020204" pitchFamily="34" charset="0"/>
              <a:sym typeface="Arial" panose="020B0604020202020204" pitchFamily="34" charset="0"/>
            </a:endParaRPr>
          </a:p>
        </p:txBody>
      </p:sp>
      <p:sp>
        <p:nvSpPr>
          <p:cNvPr id="4" name="Titel 1">
            <a:extLst>
              <a:ext uri="{FF2B5EF4-FFF2-40B4-BE49-F238E27FC236}">
                <a16:creationId xmlns:a16="http://schemas.microsoft.com/office/drawing/2014/main" id="{2627F8D4-7307-8DCB-3242-A88807C0F3DD}"/>
              </a:ext>
            </a:extLst>
          </p:cNvPr>
          <p:cNvSpPr>
            <a:spLocks noGrp="1"/>
          </p:cNvSpPr>
          <p:nvPr>
            <p:ph type="title" hasCustomPrompt="1"/>
            <p:custDataLst>
              <p:tags r:id="rId3"/>
            </p:custDataLst>
          </p:nvPr>
        </p:nvSpPr>
        <p:spPr>
          <a:xfrm>
            <a:off x="4809068" y="457200"/>
            <a:ext cx="7109331" cy="762000"/>
          </a:xfrm>
        </p:spPr>
        <p:txBody>
          <a:bodyPr vert="horz"/>
          <a:lstStyle>
            <a:lvl1pPr>
              <a:defRPr/>
            </a:lvl1pPr>
          </a:lstStyle>
          <a:p>
            <a:r>
              <a:rPr lang="en-US" dirty="0"/>
              <a:t>Click to add title</a:t>
            </a:r>
          </a:p>
        </p:txBody>
      </p:sp>
      <p:sp>
        <p:nvSpPr>
          <p:cNvPr id="5" name="Rectangle 45">
            <a:extLst>
              <a:ext uri="{FF2B5EF4-FFF2-40B4-BE49-F238E27FC236}">
                <a16:creationId xmlns:a16="http://schemas.microsoft.com/office/drawing/2014/main" id="{488F8A9F-107C-87CB-417B-C58725BDA72F}"/>
              </a:ext>
            </a:extLst>
          </p:cNvPr>
          <p:cNvSpPr>
            <a:spLocks noGrp="1" noChangeArrowheads="1"/>
          </p:cNvSpPr>
          <p:nvPr>
            <p:ph type="sldNum" sz="quarter" idx="4"/>
            <p:custDataLst>
              <p:tags r:id="rId4"/>
            </p:custDataLst>
          </p:nvPr>
        </p:nvSpPr>
        <p:spPr bwMode="auto">
          <a:xfrm>
            <a:off x="283200" y="6480063"/>
            <a:ext cx="335220" cy="205121"/>
          </a:xfrm>
          <a:prstGeom prst="rect">
            <a:avLst/>
          </a:prstGeom>
          <a:noFill/>
          <a:ln w="9525">
            <a:noFill/>
            <a:miter lim="800000"/>
            <a:headEnd/>
            <a:tailEnd/>
          </a:ln>
          <a:effectLst/>
        </p:spPr>
        <p:txBody>
          <a:bodyPr vert="horz" wrap="none" lIns="0" tIns="0" rIns="0" bIns="0" numCol="1" anchor="b" anchorCtr="0" compatLnSpc="1">
            <a:prstTxWarp prst="textNoShape">
              <a:avLst/>
            </a:prstTxWarp>
            <a:spAutoFit/>
          </a:bodyPr>
          <a:lstStyle>
            <a:lvl1pPr>
              <a:spcBef>
                <a:spcPct val="0"/>
              </a:spcBef>
              <a:buClrTx/>
              <a:buSzTx/>
              <a:buFontTx/>
              <a:buNone/>
              <a:defRPr sz="1333" b="0">
                <a:solidFill>
                  <a:schemeClr val="bg1"/>
                </a:solidFill>
              </a:defRPr>
            </a:lvl1pPr>
          </a:lstStyle>
          <a:p>
            <a:fld id="{B8B94130-3BBE-45CA-9999-1A0D48956379}" type="slidenum">
              <a:rPr lang="de-DE" smtClean="0"/>
              <a:t>‹Nr.›</a:t>
            </a:fld>
            <a:endParaRPr lang="de-DE"/>
          </a:p>
        </p:txBody>
      </p:sp>
      <p:cxnSp>
        <p:nvCxnSpPr>
          <p:cNvPr id="8" name="Straight Connector 7">
            <a:extLst>
              <a:ext uri="{FF2B5EF4-FFF2-40B4-BE49-F238E27FC236}">
                <a16:creationId xmlns:a16="http://schemas.microsoft.com/office/drawing/2014/main" id="{949F225E-3DE8-5C14-2044-53076C1C142C}"/>
              </a:ext>
            </a:extLst>
          </p:cNvPr>
          <p:cNvCxnSpPr>
            <a:cxnSpLocks noGrp="1" noRot="1" noMove="1" noResize="1" noEditPoints="1" noAdjustHandles="1" noChangeArrowheads="1" noChangeShapeType="1"/>
          </p:cNvCxnSpPr>
          <p:nvPr/>
        </p:nvCxnSpPr>
        <p:spPr bwMode="gray">
          <a:xfrm flipH="1">
            <a:off x="2762923" y="-1200"/>
            <a:ext cx="1710191" cy="6859200"/>
          </a:xfrm>
          <a:prstGeom prst="line">
            <a:avLst/>
          </a:prstGeom>
          <a:solidFill>
            <a:schemeClr val="bg1"/>
          </a:solidFill>
          <a:ln w="15875" cap="flat" cmpd="sng" algn="ctr">
            <a:solidFill>
              <a:schemeClr val="bg1"/>
            </a:solidFill>
            <a:prstDash val="solid"/>
            <a:miter lim="800000"/>
            <a:headEnd type="none" w="med" len="med"/>
            <a:tailEnd type="none" w="med" len="med"/>
          </a:ln>
          <a:effectLst/>
        </p:spPr>
      </p:cxnSp>
    </p:spTree>
    <p:extLst>
      <p:ext uri="{BB962C8B-B14F-4D97-AF65-F5344CB8AC3E}">
        <p14:creationId xmlns:p14="http://schemas.microsoft.com/office/powerpoint/2010/main" val="162965748"/>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White/ HOR Group 1">
    <p:bg bwMode="gray">
      <p:bgRef idx="1001">
        <a:schemeClr val="bg1"/>
      </p:bgRef>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0335C32F-4164-BE62-96E6-BD9DA6AFAEC5}"/>
              </a:ext>
            </a:extLst>
          </p:cNvPr>
          <p:cNvGraphicFramePr>
            <a:graphicFrameLocks noChangeAspect="1"/>
          </p:cNvGraphicFramePr>
          <p:nvPr>
            <p:custDataLst>
              <p:tags r:id="rId1"/>
            </p:custDataLst>
            <p:extLst>
              <p:ext uri="{D42A27DB-BD31-4B8C-83A1-F6EECF244321}">
                <p14:modId xmlns:p14="http://schemas.microsoft.com/office/powerpoint/2010/main" val="3259667714"/>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6" imgW="360" imgH="360" progId="TCLayout.ActiveDocument.1">
                  <p:embed/>
                </p:oleObj>
              </mc:Choice>
              <mc:Fallback>
                <p:oleObj name="think-cell Slide" r:id="rId6" imgW="360" imgH="360" progId="TCLayout.ActiveDocument.1">
                  <p:embed/>
                  <p:pic>
                    <p:nvPicPr>
                      <p:cNvPr id="6" name="think-cell data - do not delete" hidden="1">
                        <a:extLst>
                          <a:ext uri="{FF2B5EF4-FFF2-40B4-BE49-F238E27FC236}">
                            <a16:creationId xmlns:a16="http://schemas.microsoft.com/office/drawing/2014/main" id="{0335C32F-4164-BE62-96E6-BD9DA6AFAEC5}"/>
                          </a:ext>
                        </a:extLst>
                      </p:cNvPr>
                      <p:cNvPicPr/>
                      <p:nvPr/>
                    </p:nvPicPr>
                    <p:blipFill>
                      <a:blip r:embed="rId7"/>
                      <a:stretch>
                        <a:fillRect/>
                      </a:stretch>
                    </p:blipFill>
                    <p:spPr>
                      <a:xfrm>
                        <a:off x="2118" y="2118"/>
                        <a:ext cx="2117" cy="2117"/>
                      </a:xfrm>
                      <a:prstGeom prst="rect">
                        <a:avLst/>
                      </a:prstGeom>
                    </p:spPr>
                  </p:pic>
                </p:oleObj>
              </mc:Fallback>
            </mc:AlternateContent>
          </a:graphicData>
        </a:graphic>
      </p:graphicFrame>
      <p:pic>
        <p:nvPicPr>
          <p:cNvPr id="8" name="Grafik 7" descr="Ein Bild, das Screenshot, Wasser, Türkis, Kunst enthält.&#10;&#10;Automatisch generierte Beschreibung">
            <a:extLst>
              <a:ext uri="{FF2B5EF4-FFF2-40B4-BE49-F238E27FC236}">
                <a16:creationId xmlns:a16="http://schemas.microsoft.com/office/drawing/2014/main" id="{7BA9226C-6B70-6FA8-10F5-0F2E13178270}"/>
              </a:ext>
            </a:extLst>
          </p:cNvPr>
          <p:cNvPicPr>
            <a:picLocks noChangeAspect="1"/>
          </p:cNvPicPr>
          <p:nvPr/>
        </p:nvPicPr>
        <p:blipFill rotWithShape="1">
          <a:blip r:embed="rId8" cstate="print">
            <a:extLst>
              <a:ext uri="{28A0092B-C50C-407E-A947-70E740481C1C}">
                <a14:useLocalDpi xmlns:a14="http://schemas.microsoft.com/office/drawing/2010/main"/>
              </a:ext>
            </a:extLst>
          </a:blip>
          <a:srcRect l="188" t="1699" r="63184" b="1699"/>
          <a:stretch/>
        </p:blipFill>
        <p:spPr>
          <a:xfrm>
            <a:off x="7573393" y="0"/>
            <a:ext cx="4622803" cy="6858000"/>
          </a:xfrm>
          <a:custGeom>
            <a:avLst/>
            <a:gdLst>
              <a:gd name="connsiteX0" fmla="*/ 1282419 w 3467102"/>
              <a:gd name="connsiteY0" fmla="*/ 0 h 5143500"/>
              <a:gd name="connsiteX1" fmla="*/ 3467102 w 3467102"/>
              <a:gd name="connsiteY1" fmla="*/ 0 h 5143500"/>
              <a:gd name="connsiteX2" fmla="*/ 3467102 w 3467102"/>
              <a:gd name="connsiteY2" fmla="*/ 5143500 h 5143500"/>
              <a:gd name="connsiteX3" fmla="*/ 2184683 w 3467102"/>
              <a:gd name="connsiteY3" fmla="*/ 5143500 h 5143500"/>
              <a:gd name="connsiteX4" fmla="*/ 0 w 3467102"/>
              <a:gd name="connsiteY4" fmla="*/ 514350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67102" h="5143500">
                <a:moveTo>
                  <a:pt x="1282419" y="0"/>
                </a:moveTo>
                <a:lnTo>
                  <a:pt x="3467102" y="0"/>
                </a:lnTo>
                <a:lnTo>
                  <a:pt x="3467102" y="5143500"/>
                </a:lnTo>
                <a:lnTo>
                  <a:pt x="2184683" y="5143500"/>
                </a:lnTo>
                <a:lnTo>
                  <a:pt x="0" y="5143500"/>
                </a:lnTo>
                <a:close/>
              </a:path>
            </a:pathLst>
          </a:custGeom>
        </p:spPr>
      </p:pic>
      <p:sp>
        <p:nvSpPr>
          <p:cNvPr id="26" name="Titel 1">
            <a:extLst>
              <a:ext uri="{FF2B5EF4-FFF2-40B4-BE49-F238E27FC236}">
                <a16:creationId xmlns:a16="http://schemas.microsoft.com/office/drawing/2014/main" id="{4DEA230A-FF0A-466A-94FB-AB03DD3810AA}"/>
              </a:ext>
            </a:extLst>
          </p:cNvPr>
          <p:cNvSpPr>
            <a:spLocks noGrp="1"/>
          </p:cNvSpPr>
          <p:nvPr>
            <p:ph type="title" hasCustomPrompt="1"/>
          </p:nvPr>
        </p:nvSpPr>
        <p:spPr bwMode="gray">
          <a:xfrm>
            <a:off x="278401" y="457200"/>
            <a:ext cx="8108308" cy="762000"/>
          </a:xfrm>
        </p:spPr>
        <p:txBody>
          <a:bodyPr vert="horz"/>
          <a:lstStyle>
            <a:lvl1pPr>
              <a:defRPr baseline="0">
                <a:latin typeface="+mj-lt"/>
                <a:cs typeface="Arial" panose="020B0604020202020204" pitchFamily="34" charset="0"/>
                <a:sym typeface="Arial" panose="020B0604020202020204" pitchFamily="34" charset="0"/>
              </a:defRPr>
            </a:lvl1pPr>
          </a:lstStyle>
          <a:p>
            <a:r>
              <a:rPr lang="en-US" dirty="0"/>
              <a:t>Click to add title</a:t>
            </a:r>
          </a:p>
        </p:txBody>
      </p:sp>
      <p:sp>
        <p:nvSpPr>
          <p:cNvPr id="45" name="Rectangle 45">
            <a:extLst>
              <a:ext uri="{FF2B5EF4-FFF2-40B4-BE49-F238E27FC236}">
                <a16:creationId xmlns:a16="http://schemas.microsoft.com/office/drawing/2014/main" id="{D68C3782-ECDD-4E7B-88EC-BC252344BA2F}"/>
              </a:ext>
            </a:extLst>
          </p:cNvPr>
          <p:cNvSpPr>
            <a:spLocks noGrp="1" noChangeArrowheads="1"/>
          </p:cNvSpPr>
          <p:nvPr>
            <p:ph type="sldNum" sz="quarter" idx="4"/>
            <p:custDataLst>
              <p:tags r:id="rId2"/>
            </p:custDataLst>
          </p:nvPr>
        </p:nvSpPr>
        <p:spPr bwMode="auto">
          <a:xfrm>
            <a:off x="283200" y="6480063"/>
            <a:ext cx="335220" cy="205121"/>
          </a:xfrm>
          <a:prstGeom prst="rect">
            <a:avLst/>
          </a:prstGeom>
          <a:noFill/>
          <a:ln w="9525">
            <a:noFill/>
            <a:miter lim="800000"/>
            <a:headEnd/>
            <a:tailEnd/>
          </a:ln>
          <a:effectLst/>
        </p:spPr>
        <p:txBody>
          <a:bodyPr vert="horz" wrap="none" lIns="0" tIns="0" rIns="0" bIns="0" numCol="1" anchor="b" anchorCtr="0" compatLnSpc="1">
            <a:prstTxWarp prst="textNoShape">
              <a:avLst/>
            </a:prstTxWarp>
            <a:spAutoFit/>
          </a:bodyPr>
          <a:lstStyle>
            <a:lvl1pPr>
              <a:spcBef>
                <a:spcPct val="0"/>
              </a:spcBef>
              <a:buClrTx/>
              <a:buSzTx/>
              <a:buFontTx/>
              <a:buNone/>
              <a:defRPr sz="1333" b="0"/>
            </a:lvl1pPr>
          </a:lstStyle>
          <a:p>
            <a:fld id="{B8B94130-3BBE-45CA-9999-1A0D48956379}" type="slidenum">
              <a:rPr lang="de-DE" smtClean="0"/>
              <a:t>‹Nr.›</a:t>
            </a:fld>
            <a:endParaRPr lang="de-DE"/>
          </a:p>
        </p:txBody>
      </p:sp>
      <p:sp>
        <p:nvSpPr>
          <p:cNvPr id="47" name="Rectangle 44">
            <a:extLst>
              <a:ext uri="{FF2B5EF4-FFF2-40B4-BE49-F238E27FC236}">
                <a16:creationId xmlns:a16="http://schemas.microsoft.com/office/drawing/2014/main" id="{2F82915A-74C0-4090-A6ED-60122C74A3C4}"/>
              </a:ext>
            </a:extLst>
          </p:cNvPr>
          <p:cNvSpPr>
            <a:spLocks noGrp="1" noChangeArrowheads="1"/>
          </p:cNvSpPr>
          <p:nvPr>
            <p:ph type="ftr" sz="quarter" idx="3"/>
            <p:custDataLst>
              <p:tags r:id="rId3"/>
            </p:custDataLst>
          </p:nvPr>
        </p:nvSpPr>
        <p:spPr bwMode="auto">
          <a:xfrm>
            <a:off x="937336" y="6480000"/>
            <a:ext cx="6528000" cy="205184"/>
          </a:xfrm>
          <a:prstGeom prst="rect">
            <a:avLst/>
          </a:prstGeom>
          <a:noFill/>
          <a:ln w="9525">
            <a:noFill/>
            <a:miter lim="800000"/>
            <a:headEnd/>
            <a:tailEnd/>
          </a:ln>
          <a:effectLst/>
        </p:spPr>
        <p:txBody>
          <a:bodyPr vert="horz" wrap="square" lIns="0" tIns="0" rIns="0" bIns="0" numCol="1" anchor="b" anchorCtr="0" compatLnSpc="1">
            <a:prstTxWarp prst="textNoShape">
              <a:avLst/>
            </a:prstTxWarp>
            <a:noAutofit/>
          </a:bodyPr>
          <a:lstStyle>
            <a:lvl1pPr>
              <a:spcBef>
                <a:spcPct val="0"/>
              </a:spcBef>
              <a:buClrTx/>
              <a:buSzTx/>
              <a:buFontTx/>
              <a:buNone/>
              <a:defRPr sz="1333"/>
            </a:lvl1pPr>
          </a:lstStyle>
          <a:p>
            <a:endParaRPr lang="de-DE"/>
          </a:p>
        </p:txBody>
      </p:sp>
      <p:sp>
        <p:nvSpPr>
          <p:cNvPr id="11" name="Rectangle 20">
            <a:extLst>
              <a:ext uri="{FF2B5EF4-FFF2-40B4-BE49-F238E27FC236}">
                <a16:creationId xmlns:a16="http://schemas.microsoft.com/office/drawing/2014/main" id="{61E1C82C-EF4C-CA3C-417B-AB1E2D28B41C}"/>
              </a:ext>
            </a:extLst>
          </p:cNvPr>
          <p:cNvSpPr>
            <a:spLocks noGrp="1" noRot="1" noMove="1" noResize="1" noEditPoints="1" noAdjustHandles="1" noChangeArrowheads="1" noChangeShapeType="1"/>
          </p:cNvSpPr>
          <p:nvPr>
            <p:custDataLst>
              <p:tags r:id="rId4"/>
            </p:custDataLst>
          </p:nvPr>
        </p:nvSpPr>
        <p:spPr bwMode="gray">
          <a:xfrm>
            <a:off x="9587673" y="6480064"/>
            <a:ext cx="2328835" cy="205121"/>
          </a:xfrm>
          <a:prstGeom prst="rect">
            <a:avLst/>
          </a:prstGeom>
          <a:noFill/>
          <a:ln w="9525">
            <a:noFill/>
            <a:miter lim="800000"/>
            <a:headEnd/>
            <a:tailEnd/>
          </a:ln>
          <a:effectLst/>
        </p:spPr>
        <p:txBody>
          <a:bodyPr wrap="square" lIns="0" tIns="0" rIns="0" bIns="0" anchor="b">
            <a:spAutoFit/>
          </a:bodyPr>
          <a:lstStyle/>
          <a:p>
            <a:pPr algn="r" defTabSz="857208">
              <a:spcBef>
                <a:spcPct val="0"/>
              </a:spcBef>
              <a:buClrTx/>
              <a:buSzTx/>
              <a:buFontTx/>
              <a:buNone/>
              <a:defRPr/>
            </a:pPr>
            <a:r>
              <a:rPr lang="en-US" sz="1333" dirty="0">
                <a:solidFill>
                  <a:schemeClr val="bg1"/>
                </a:solidFill>
                <a:latin typeface="Arial" panose="020B0604020202020204" pitchFamily="34" charset="0"/>
                <a:cs typeface="Arial" panose="020B0604020202020204" pitchFamily="34" charset="0"/>
                <a:sym typeface="Arial" panose="020B0604020202020204" pitchFamily="34" charset="0"/>
              </a:rPr>
              <a:t>© Horváth</a:t>
            </a:r>
          </a:p>
        </p:txBody>
      </p:sp>
      <p:pic>
        <p:nvPicPr>
          <p:cNvPr id="2" name="Grafik 15">
            <a:extLst>
              <a:ext uri="{FF2B5EF4-FFF2-40B4-BE49-F238E27FC236}">
                <a16:creationId xmlns:a16="http://schemas.microsoft.com/office/drawing/2014/main" id="{92B618B3-1ABE-F3DC-D1C5-A87D08BD9B63}"/>
              </a:ext>
            </a:extLst>
          </p:cNvPr>
          <p:cNvPicPr>
            <a:picLocks noGrp="1" noRot="1" noChangeAspect="1" noMove="1" noResize="1" noEditPoints="1" noAdjustHandles="1" noChangeArrowheads="1" noChangeShapeType="1" noCrop="1"/>
          </p:cNvPicPr>
          <p:nvPr/>
        </p:nvPicPr>
        <p:blipFill>
          <a:blip r:embed="rId9">
            <a:extLst>
              <a:ext uri="{96DAC541-7B7A-43D3-8B79-37D633B846F1}">
                <asvg:svgBlip xmlns:asvg="http://schemas.microsoft.com/office/drawing/2016/SVG/main" r:embed="rId10"/>
              </a:ext>
            </a:extLst>
          </a:blip>
          <a:stretch>
            <a:fillRect/>
          </a:stretch>
        </p:blipFill>
        <p:spPr bwMode="gray">
          <a:xfrm>
            <a:off x="11617326" y="157491"/>
            <a:ext cx="289023" cy="260120"/>
          </a:xfrm>
          <a:prstGeom prst="rect">
            <a:avLst/>
          </a:prstGeom>
        </p:spPr>
      </p:pic>
      <p:cxnSp>
        <p:nvCxnSpPr>
          <p:cNvPr id="5" name="Straight Connector 4">
            <a:extLst>
              <a:ext uri="{FF2B5EF4-FFF2-40B4-BE49-F238E27FC236}">
                <a16:creationId xmlns:a16="http://schemas.microsoft.com/office/drawing/2014/main" id="{D8258316-A500-D808-54F8-19DF21A4FD42}"/>
              </a:ext>
            </a:extLst>
          </p:cNvPr>
          <p:cNvCxnSpPr>
            <a:cxnSpLocks noGrp="1" noRot="1" noMove="1" noResize="1" noEditPoints="1" noAdjustHandles="1" noChangeArrowheads="1" noChangeShapeType="1"/>
          </p:cNvCxnSpPr>
          <p:nvPr/>
        </p:nvCxnSpPr>
        <p:spPr bwMode="gray">
          <a:xfrm flipH="1">
            <a:off x="7706601" y="-1200"/>
            <a:ext cx="1710191" cy="6859200"/>
          </a:xfrm>
          <a:prstGeom prst="line">
            <a:avLst/>
          </a:prstGeom>
          <a:solidFill>
            <a:schemeClr val="bg1"/>
          </a:solidFill>
          <a:ln w="15875" cap="flat" cmpd="sng" algn="ctr">
            <a:solidFill>
              <a:schemeClr val="bg1"/>
            </a:solidFill>
            <a:prstDash val="solid"/>
            <a:miter lim="800000"/>
            <a:headEnd type="none" w="med" len="med"/>
            <a:tailEnd type="none" w="med" len="med"/>
          </a:ln>
          <a:effectLst/>
        </p:spPr>
      </p:cxnSp>
    </p:spTree>
    <p:extLst>
      <p:ext uri="{BB962C8B-B14F-4D97-AF65-F5344CB8AC3E}">
        <p14:creationId xmlns:p14="http://schemas.microsoft.com/office/powerpoint/2010/main" val="3326697143"/>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HOR Group/ White 2">
    <p:bg bwMode="gray">
      <p:bgRef idx="1001">
        <a:schemeClr val="bg1"/>
      </p:bgRef>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836A5806-75FC-49D3-AE29-8CC772894B6A}"/>
              </a:ext>
            </a:extLst>
          </p:cNvPr>
          <p:cNvGraphicFramePr>
            <a:graphicFrameLocks noChangeAspect="1"/>
          </p:cNvGraphicFramePr>
          <p:nvPr>
            <p:custDataLst>
              <p:tags r:id="rId1"/>
            </p:custDataLst>
            <p:extLst>
              <p:ext uri="{D42A27DB-BD31-4B8C-83A1-F6EECF244321}">
                <p14:modId xmlns:p14="http://schemas.microsoft.com/office/powerpoint/2010/main" val="538778529"/>
              </p:ext>
            </p:extLst>
          </p:nvPr>
        </p:nvGraphicFramePr>
        <p:xfrm>
          <a:off x="1956" y="1590"/>
          <a:ext cx="1955" cy="1588"/>
        </p:xfrm>
        <a:graphic>
          <a:graphicData uri="http://schemas.openxmlformats.org/presentationml/2006/ole">
            <mc:AlternateContent xmlns:mc="http://schemas.openxmlformats.org/markup-compatibility/2006">
              <mc:Choice xmlns:v="urn:schemas-microsoft-com:vml" Requires="v">
                <p:oleObj name="think-cell Slide" r:id="rId6" imgW="353" imgH="353" progId="TCLayout.ActiveDocument.1">
                  <p:embed/>
                </p:oleObj>
              </mc:Choice>
              <mc:Fallback>
                <p:oleObj name="think-cell Slide" r:id="rId6" imgW="353" imgH="353" progId="TCLayout.ActiveDocument.1">
                  <p:embed/>
                  <p:pic>
                    <p:nvPicPr>
                      <p:cNvPr id="3" name="Object 2" hidden="1">
                        <a:extLst>
                          <a:ext uri="{FF2B5EF4-FFF2-40B4-BE49-F238E27FC236}">
                            <a16:creationId xmlns:a16="http://schemas.microsoft.com/office/drawing/2014/main" id="{836A5806-75FC-49D3-AE29-8CC772894B6A}"/>
                          </a:ext>
                        </a:extLst>
                      </p:cNvPr>
                      <p:cNvPicPr/>
                      <p:nvPr/>
                    </p:nvPicPr>
                    <p:blipFill>
                      <a:blip r:embed="rId7"/>
                      <a:stretch>
                        <a:fillRect/>
                      </a:stretch>
                    </p:blipFill>
                    <p:spPr>
                      <a:xfrm>
                        <a:off x="1956" y="1590"/>
                        <a:ext cx="1955" cy="1588"/>
                      </a:xfrm>
                      <a:prstGeom prst="rect">
                        <a:avLst/>
                      </a:prstGeom>
                    </p:spPr>
                  </p:pic>
                </p:oleObj>
              </mc:Fallback>
            </mc:AlternateContent>
          </a:graphicData>
        </a:graphic>
      </p:graphicFrame>
      <p:pic>
        <p:nvPicPr>
          <p:cNvPr id="13" name="Grafik 12" descr="Ein Bild, das Screenshot, Wasser, Türkis, Kunst enthält.&#10;&#10;Automatisch generierte Beschreibung">
            <a:extLst>
              <a:ext uri="{FF2B5EF4-FFF2-40B4-BE49-F238E27FC236}">
                <a16:creationId xmlns:a16="http://schemas.microsoft.com/office/drawing/2014/main" id="{EB93CAE4-7B2D-8F07-73BC-70A3EBEE0692}"/>
              </a:ext>
            </a:extLst>
          </p:cNvPr>
          <p:cNvPicPr>
            <a:picLocks noChangeAspect="1"/>
          </p:cNvPicPr>
          <p:nvPr/>
        </p:nvPicPr>
        <p:blipFill>
          <a:blip r:embed="rId8" cstate="print">
            <a:extLst>
              <a:ext uri="{28A0092B-C50C-407E-A947-70E740481C1C}">
                <a14:useLocalDpi xmlns:a14="http://schemas.microsoft.com/office/drawing/2010/main"/>
              </a:ext>
            </a:extLst>
          </a:blip>
          <a:srcRect l="390" t="1711" r="70351" b="1711"/>
          <a:stretch>
            <a:fillRect/>
          </a:stretch>
        </p:blipFill>
        <p:spPr>
          <a:xfrm>
            <a:off x="2" y="900"/>
            <a:ext cx="3692767" cy="6856200"/>
          </a:xfrm>
          <a:custGeom>
            <a:avLst/>
            <a:gdLst>
              <a:gd name="connsiteX0" fmla="*/ 0 w 2769575"/>
              <a:gd name="connsiteY0" fmla="*/ 0 h 5142150"/>
              <a:gd name="connsiteX1" fmla="*/ 2769575 w 2769575"/>
              <a:gd name="connsiteY1" fmla="*/ 0 h 5142150"/>
              <a:gd name="connsiteX2" fmla="*/ 2769575 w 2769575"/>
              <a:gd name="connsiteY2" fmla="*/ 5142150 h 5142150"/>
              <a:gd name="connsiteX3" fmla="*/ 0 w 2769575"/>
              <a:gd name="connsiteY3" fmla="*/ 5142150 h 5142150"/>
            </a:gdLst>
            <a:ahLst/>
            <a:cxnLst>
              <a:cxn ang="0">
                <a:pos x="connsiteX0" y="connsiteY0"/>
              </a:cxn>
              <a:cxn ang="0">
                <a:pos x="connsiteX1" y="connsiteY1"/>
              </a:cxn>
              <a:cxn ang="0">
                <a:pos x="connsiteX2" y="connsiteY2"/>
              </a:cxn>
              <a:cxn ang="0">
                <a:pos x="connsiteX3" y="connsiteY3"/>
              </a:cxn>
            </a:cxnLst>
            <a:rect l="l" t="t" r="r" b="b"/>
            <a:pathLst>
              <a:path w="2769575" h="5142150">
                <a:moveTo>
                  <a:pt x="0" y="0"/>
                </a:moveTo>
                <a:lnTo>
                  <a:pt x="2769575" y="0"/>
                </a:lnTo>
                <a:lnTo>
                  <a:pt x="2769575" y="5142150"/>
                </a:lnTo>
                <a:lnTo>
                  <a:pt x="0" y="5142150"/>
                </a:lnTo>
                <a:close/>
              </a:path>
            </a:pathLst>
          </a:custGeom>
        </p:spPr>
      </p:pic>
      <p:sp>
        <p:nvSpPr>
          <p:cNvPr id="2" name="Rectangle 1" hidden="1">
            <a:extLst>
              <a:ext uri="{FF2B5EF4-FFF2-40B4-BE49-F238E27FC236}">
                <a16:creationId xmlns:a16="http://schemas.microsoft.com/office/drawing/2014/main" id="{0B4CEDCA-AF62-4B04-9050-4B40BEA63124}"/>
              </a:ext>
            </a:extLst>
          </p:cNvPr>
          <p:cNvSpPr/>
          <p:nvPr>
            <p:custDataLst>
              <p:tags r:id="rId2"/>
            </p:custDataLst>
          </p:nvPr>
        </p:nvSpPr>
        <p:spPr bwMode="auto">
          <a:xfrm>
            <a:off x="0" y="2"/>
            <a:ext cx="195384" cy="158751"/>
          </a:xfrm>
          <a:prstGeom prst="rect">
            <a:avLst/>
          </a:prstGeom>
          <a:solidFill>
            <a:schemeClr val="bg1"/>
          </a:solidFill>
          <a:ln w="9525" cap="flat" cmpd="sng" algn="ctr">
            <a:solidFill>
              <a:schemeClr val="accent3"/>
            </a:solidFill>
            <a:prstDash val="solid"/>
            <a:round/>
            <a:headEnd type="none" w="med" len="med"/>
            <a:tailEnd type="none" w="med" len="med"/>
          </a:ln>
          <a:effectLst/>
        </p:spPr>
        <p:txBody>
          <a:bodyPr vert="horz" wrap="none" lIns="0" tIns="0" rIns="0" bIns="0" numCol="1" spcCol="0" rtlCol="0" anchor="ctr" anchorCtr="0" compatLnSpc="1">
            <a:prstTxWarp prst="textNoShape">
              <a:avLst/>
            </a:prstTxWarp>
            <a:noAutofit/>
          </a:bodyPr>
          <a:lstStyle/>
          <a:p>
            <a:pPr marL="0" marR="0" lvl="0" indent="0" algn="l" defTabSz="914354" rtl="0" eaLnBrk="0" fontAlgn="base" latinLnBrk="0" hangingPunct="0">
              <a:lnSpc>
                <a:spcPct val="100000"/>
              </a:lnSpc>
              <a:spcBef>
                <a:spcPct val="50000"/>
              </a:spcBef>
              <a:spcAft>
                <a:spcPct val="0"/>
              </a:spcAft>
              <a:buClr>
                <a:schemeClr val="accent1"/>
              </a:buClr>
              <a:buSzPct val="80000"/>
              <a:buFont typeface="Wingdings" pitchFamily="2" charset="2"/>
              <a:buNone/>
              <a:tabLst/>
            </a:pPr>
            <a:endParaRPr kumimoji="0" lang="en-US" sz="2667" b="1" i="0" u="none" strike="noStrike" cap="none" normalizeH="0" baseline="0" dirty="0">
              <a:ln>
                <a:noFill/>
              </a:ln>
              <a:solidFill>
                <a:schemeClr val="tx1"/>
              </a:solidFill>
              <a:effectLst/>
              <a:latin typeface="Arial" panose="020B0604020202020204" pitchFamily="34" charset="0"/>
              <a:ea typeface="+mj-ea"/>
              <a:cs typeface="Arial" panose="020B0604020202020204" pitchFamily="34" charset="0"/>
              <a:sym typeface="Arial" panose="020B0604020202020204" pitchFamily="34" charset="0"/>
            </a:endParaRPr>
          </a:p>
        </p:txBody>
      </p:sp>
      <p:sp>
        <p:nvSpPr>
          <p:cNvPr id="4" name="Titel 1">
            <a:extLst>
              <a:ext uri="{FF2B5EF4-FFF2-40B4-BE49-F238E27FC236}">
                <a16:creationId xmlns:a16="http://schemas.microsoft.com/office/drawing/2014/main" id="{C17CAC67-2EFE-D3D2-3256-3E28BA9A35C1}"/>
              </a:ext>
            </a:extLst>
          </p:cNvPr>
          <p:cNvSpPr>
            <a:spLocks noGrp="1"/>
          </p:cNvSpPr>
          <p:nvPr>
            <p:ph type="title" hasCustomPrompt="1"/>
            <p:custDataLst>
              <p:tags r:id="rId3"/>
            </p:custDataLst>
          </p:nvPr>
        </p:nvSpPr>
        <p:spPr>
          <a:xfrm>
            <a:off x="3931923" y="457200"/>
            <a:ext cx="7986477" cy="762000"/>
          </a:xfrm>
        </p:spPr>
        <p:txBody>
          <a:bodyPr vert="horz"/>
          <a:lstStyle>
            <a:lvl1pPr>
              <a:defRPr/>
            </a:lvl1pPr>
          </a:lstStyle>
          <a:p>
            <a:r>
              <a:rPr lang="en-US" dirty="0"/>
              <a:t>Click to add title</a:t>
            </a:r>
          </a:p>
        </p:txBody>
      </p:sp>
      <p:sp>
        <p:nvSpPr>
          <p:cNvPr id="6" name="Rectangle 45">
            <a:extLst>
              <a:ext uri="{FF2B5EF4-FFF2-40B4-BE49-F238E27FC236}">
                <a16:creationId xmlns:a16="http://schemas.microsoft.com/office/drawing/2014/main" id="{9A2FAA5C-046E-9E4B-4D6F-CA11B7EC2477}"/>
              </a:ext>
            </a:extLst>
          </p:cNvPr>
          <p:cNvSpPr>
            <a:spLocks noGrp="1" noChangeArrowheads="1"/>
          </p:cNvSpPr>
          <p:nvPr>
            <p:ph type="sldNum" sz="quarter" idx="4"/>
            <p:custDataLst>
              <p:tags r:id="rId4"/>
            </p:custDataLst>
          </p:nvPr>
        </p:nvSpPr>
        <p:spPr bwMode="auto">
          <a:xfrm>
            <a:off x="283200" y="6480063"/>
            <a:ext cx="335220" cy="205121"/>
          </a:xfrm>
          <a:prstGeom prst="rect">
            <a:avLst/>
          </a:prstGeom>
          <a:noFill/>
          <a:ln w="9525">
            <a:noFill/>
            <a:miter lim="800000"/>
            <a:headEnd/>
            <a:tailEnd/>
          </a:ln>
          <a:effectLst/>
        </p:spPr>
        <p:txBody>
          <a:bodyPr vert="horz" wrap="none" lIns="0" tIns="0" rIns="0" bIns="0" numCol="1" anchor="b" anchorCtr="0" compatLnSpc="1">
            <a:prstTxWarp prst="textNoShape">
              <a:avLst/>
            </a:prstTxWarp>
            <a:spAutoFit/>
          </a:bodyPr>
          <a:lstStyle>
            <a:lvl1pPr>
              <a:spcBef>
                <a:spcPct val="0"/>
              </a:spcBef>
              <a:buClrTx/>
              <a:buSzTx/>
              <a:buFontTx/>
              <a:buNone/>
              <a:defRPr sz="1333" b="0">
                <a:solidFill>
                  <a:schemeClr val="bg1"/>
                </a:solidFill>
              </a:defRPr>
            </a:lvl1pPr>
          </a:lstStyle>
          <a:p>
            <a:fld id="{B8B94130-3BBE-45CA-9999-1A0D48956379}" type="slidenum">
              <a:rPr lang="de-DE" smtClean="0"/>
              <a:t>‹Nr.›</a:t>
            </a:fld>
            <a:endParaRPr lang="de-DE"/>
          </a:p>
        </p:txBody>
      </p:sp>
      <p:cxnSp>
        <p:nvCxnSpPr>
          <p:cNvPr id="7" name="Straight Connector 6">
            <a:extLst>
              <a:ext uri="{FF2B5EF4-FFF2-40B4-BE49-F238E27FC236}">
                <a16:creationId xmlns:a16="http://schemas.microsoft.com/office/drawing/2014/main" id="{8AA58A3E-70A0-7761-243A-E688F67E2A16}"/>
              </a:ext>
            </a:extLst>
          </p:cNvPr>
          <p:cNvCxnSpPr>
            <a:cxnSpLocks noGrp="1" noRot="1" noMove="1" noResize="1" noEditPoints="1" noAdjustHandles="1" noChangeArrowheads="1" noChangeShapeType="1"/>
          </p:cNvCxnSpPr>
          <p:nvPr/>
        </p:nvCxnSpPr>
        <p:spPr bwMode="gray">
          <a:xfrm>
            <a:off x="3552111" y="0"/>
            <a:ext cx="0" cy="6859200"/>
          </a:xfrm>
          <a:prstGeom prst="line">
            <a:avLst/>
          </a:prstGeom>
          <a:solidFill>
            <a:schemeClr val="bg1"/>
          </a:solidFill>
          <a:ln w="15875" cap="flat" cmpd="sng" algn="ctr">
            <a:solidFill>
              <a:schemeClr val="bg1"/>
            </a:solidFill>
            <a:prstDash val="solid"/>
            <a:miter lim="800000"/>
            <a:headEnd type="none" w="med" len="med"/>
            <a:tailEnd type="none" w="med" len="med"/>
          </a:ln>
          <a:effectLst/>
        </p:spPr>
      </p:cxnSp>
    </p:spTree>
    <p:extLst>
      <p:ext uri="{BB962C8B-B14F-4D97-AF65-F5344CB8AC3E}">
        <p14:creationId xmlns:p14="http://schemas.microsoft.com/office/powerpoint/2010/main" val="1802932501"/>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White/ HOR Group 2">
    <p:bg bwMode="gray">
      <p:bgRef idx="1001">
        <a:schemeClr val="bg1"/>
      </p:bgRef>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836A5806-75FC-49D3-AE29-8CC772894B6A}"/>
              </a:ext>
            </a:extLst>
          </p:cNvPr>
          <p:cNvGraphicFramePr>
            <a:graphicFrameLocks noChangeAspect="1"/>
          </p:cNvGraphicFramePr>
          <p:nvPr>
            <p:custDataLst>
              <p:tags r:id="rId1"/>
            </p:custDataLst>
            <p:extLst>
              <p:ext uri="{D42A27DB-BD31-4B8C-83A1-F6EECF244321}">
                <p14:modId xmlns:p14="http://schemas.microsoft.com/office/powerpoint/2010/main" val="1819777735"/>
              </p:ext>
            </p:extLst>
          </p:nvPr>
        </p:nvGraphicFramePr>
        <p:xfrm>
          <a:off x="1956" y="1590"/>
          <a:ext cx="1955" cy="1588"/>
        </p:xfrm>
        <a:graphic>
          <a:graphicData uri="http://schemas.openxmlformats.org/presentationml/2006/ole">
            <mc:AlternateContent xmlns:mc="http://schemas.openxmlformats.org/markup-compatibility/2006">
              <mc:Choice xmlns:v="urn:schemas-microsoft-com:vml" Requires="v">
                <p:oleObj name="think-cell Slide" r:id="rId7" imgW="353" imgH="353" progId="TCLayout.ActiveDocument.1">
                  <p:embed/>
                </p:oleObj>
              </mc:Choice>
              <mc:Fallback>
                <p:oleObj name="think-cell Slide" r:id="rId7" imgW="353" imgH="353" progId="TCLayout.ActiveDocument.1">
                  <p:embed/>
                  <p:pic>
                    <p:nvPicPr>
                      <p:cNvPr id="3" name="Object 2" hidden="1">
                        <a:extLst>
                          <a:ext uri="{FF2B5EF4-FFF2-40B4-BE49-F238E27FC236}">
                            <a16:creationId xmlns:a16="http://schemas.microsoft.com/office/drawing/2014/main" id="{836A5806-75FC-49D3-AE29-8CC772894B6A}"/>
                          </a:ext>
                        </a:extLst>
                      </p:cNvPr>
                      <p:cNvPicPr/>
                      <p:nvPr/>
                    </p:nvPicPr>
                    <p:blipFill>
                      <a:blip r:embed="rId8"/>
                      <a:stretch>
                        <a:fillRect/>
                      </a:stretch>
                    </p:blipFill>
                    <p:spPr>
                      <a:xfrm>
                        <a:off x="1956" y="1590"/>
                        <a:ext cx="1955" cy="1588"/>
                      </a:xfrm>
                      <a:prstGeom prst="rect">
                        <a:avLst/>
                      </a:prstGeom>
                    </p:spPr>
                  </p:pic>
                </p:oleObj>
              </mc:Fallback>
            </mc:AlternateContent>
          </a:graphicData>
        </a:graphic>
      </p:graphicFrame>
      <p:pic>
        <p:nvPicPr>
          <p:cNvPr id="10" name="Grafik 9" descr="Ein Bild, das Screenshot, Wasser, Türkis, Kunst enthält.&#10;&#10;Automatisch generierte Beschreibung">
            <a:extLst>
              <a:ext uri="{FF2B5EF4-FFF2-40B4-BE49-F238E27FC236}">
                <a16:creationId xmlns:a16="http://schemas.microsoft.com/office/drawing/2014/main" id="{E9D3591C-4A1C-E856-26E0-84B1D9F5113E}"/>
              </a:ext>
            </a:extLst>
          </p:cNvPr>
          <p:cNvPicPr>
            <a:picLocks noChangeAspect="1"/>
          </p:cNvPicPr>
          <p:nvPr/>
        </p:nvPicPr>
        <p:blipFill>
          <a:blip r:embed="rId9" cstate="print">
            <a:extLst>
              <a:ext uri="{28A0092B-C50C-407E-A947-70E740481C1C}">
                <a14:useLocalDpi xmlns:a14="http://schemas.microsoft.com/office/drawing/2010/main"/>
              </a:ext>
            </a:extLst>
          </a:blip>
          <a:srcRect l="390" t="1711" r="70351" b="1711"/>
          <a:stretch>
            <a:fillRect/>
          </a:stretch>
        </p:blipFill>
        <p:spPr>
          <a:xfrm>
            <a:off x="8499234" y="900"/>
            <a:ext cx="3692767" cy="6856200"/>
          </a:xfrm>
          <a:custGeom>
            <a:avLst/>
            <a:gdLst>
              <a:gd name="connsiteX0" fmla="*/ 0 w 2769575"/>
              <a:gd name="connsiteY0" fmla="*/ 0 h 5142150"/>
              <a:gd name="connsiteX1" fmla="*/ 2769575 w 2769575"/>
              <a:gd name="connsiteY1" fmla="*/ 0 h 5142150"/>
              <a:gd name="connsiteX2" fmla="*/ 2769575 w 2769575"/>
              <a:gd name="connsiteY2" fmla="*/ 5142150 h 5142150"/>
              <a:gd name="connsiteX3" fmla="*/ 0 w 2769575"/>
              <a:gd name="connsiteY3" fmla="*/ 5142150 h 5142150"/>
            </a:gdLst>
            <a:ahLst/>
            <a:cxnLst>
              <a:cxn ang="0">
                <a:pos x="connsiteX0" y="connsiteY0"/>
              </a:cxn>
              <a:cxn ang="0">
                <a:pos x="connsiteX1" y="connsiteY1"/>
              </a:cxn>
              <a:cxn ang="0">
                <a:pos x="connsiteX2" y="connsiteY2"/>
              </a:cxn>
              <a:cxn ang="0">
                <a:pos x="connsiteX3" y="connsiteY3"/>
              </a:cxn>
            </a:cxnLst>
            <a:rect l="l" t="t" r="r" b="b"/>
            <a:pathLst>
              <a:path w="2769575" h="5142150">
                <a:moveTo>
                  <a:pt x="0" y="0"/>
                </a:moveTo>
                <a:lnTo>
                  <a:pt x="2769575" y="0"/>
                </a:lnTo>
                <a:lnTo>
                  <a:pt x="2769575" y="5142150"/>
                </a:lnTo>
                <a:lnTo>
                  <a:pt x="0" y="5142150"/>
                </a:lnTo>
                <a:close/>
              </a:path>
            </a:pathLst>
          </a:custGeom>
        </p:spPr>
      </p:pic>
      <p:sp>
        <p:nvSpPr>
          <p:cNvPr id="2" name="Rectangle 1" hidden="1">
            <a:extLst>
              <a:ext uri="{FF2B5EF4-FFF2-40B4-BE49-F238E27FC236}">
                <a16:creationId xmlns:a16="http://schemas.microsoft.com/office/drawing/2014/main" id="{0B4CEDCA-AF62-4B04-9050-4B40BEA63124}"/>
              </a:ext>
            </a:extLst>
          </p:cNvPr>
          <p:cNvSpPr/>
          <p:nvPr>
            <p:custDataLst>
              <p:tags r:id="rId2"/>
            </p:custDataLst>
          </p:nvPr>
        </p:nvSpPr>
        <p:spPr bwMode="auto">
          <a:xfrm>
            <a:off x="0" y="2"/>
            <a:ext cx="195384" cy="158751"/>
          </a:xfrm>
          <a:prstGeom prst="rect">
            <a:avLst/>
          </a:prstGeom>
          <a:solidFill>
            <a:schemeClr val="bg1"/>
          </a:solidFill>
          <a:ln w="9525" cap="flat" cmpd="sng" algn="ctr">
            <a:solidFill>
              <a:schemeClr val="accent3"/>
            </a:solidFill>
            <a:prstDash val="solid"/>
            <a:round/>
            <a:headEnd type="none" w="med" len="med"/>
            <a:tailEnd type="none" w="med" len="med"/>
          </a:ln>
          <a:effectLst/>
        </p:spPr>
        <p:txBody>
          <a:bodyPr vert="horz" wrap="none" lIns="0" tIns="0" rIns="0" bIns="0" numCol="1" spcCol="0" rtlCol="0" anchor="ctr" anchorCtr="0" compatLnSpc="1">
            <a:prstTxWarp prst="textNoShape">
              <a:avLst/>
            </a:prstTxWarp>
            <a:noAutofit/>
          </a:bodyPr>
          <a:lstStyle/>
          <a:p>
            <a:pPr marL="0" marR="0" lvl="0" indent="0" algn="l" defTabSz="914354" rtl="0" eaLnBrk="0" fontAlgn="base" latinLnBrk="0" hangingPunct="0">
              <a:lnSpc>
                <a:spcPct val="100000"/>
              </a:lnSpc>
              <a:spcBef>
                <a:spcPct val="50000"/>
              </a:spcBef>
              <a:spcAft>
                <a:spcPct val="0"/>
              </a:spcAft>
              <a:buClr>
                <a:schemeClr val="accent1"/>
              </a:buClr>
              <a:buSzPct val="80000"/>
              <a:buFont typeface="Wingdings" pitchFamily="2" charset="2"/>
              <a:buNone/>
              <a:tabLst/>
            </a:pPr>
            <a:endParaRPr kumimoji="0" lang="en-US" sz="2667" b="1" i="0" u="none" strike="noStrike" cap="none" normalizeH="0" baseline="0" dirty="0">
              <a:ln>
                <a:noFill/>
              </a:ln>
              <a:solidFill>
                <a:schemeClr val="tx1"/>
              </a:solidFill>
              <a:effectLst/>
              <a:latin typeface="Arial" panose="020B0604020202020204" pitchFamily="34" charset="0"/>
              <a:ea typeface="+mj-ea"/>
              <a:cs typeface="Arial" panose="020B0604020202020204" pitchFamily="34" charset="0"/>
              <a:sym typeface="Arial" panose="020B0604020202020204" pitchFamily="34" charset="0"/>
            </a:endParaRPr>
          </a:p>
        </p:txBody>
      </p:sp>
      <p:sp>
        <p:nvSpPr>
          <p:cNvPr id="26" name="Titel 1">
            <a:extLst>
              <a:ext uri="{FF2B5EF4-FFF2-40B4-BE49-F238E27FC236}">
                <a16:creationId xmlns:a16="http://schemas.microsoft.com/office/drawing/2014/main" id="{4DEA230A-FF0A-466A-94FB-AB03DD3810AA}"/>
              </a:ext>
            </a:extLst>
          </p:cNvPr>
          <p:cNvSpPr>
            <a:spLocks noGrp="1"/>
          </p:cNvSpPr>
          <p:nvPr>
            <p:ph type="title" hasCustomPrompt="1"/>
          </p:nvPr>
        </p:nvSpPr>
        <p:spPr bwMode="gray">
          <a:xfrm>
            <a:off x="278401" y="457200"/>
            <a:ext cx="8108308" cy="762000"/>
          </a:xfrm>
        </p:spPr>
        <p:txBody>
          <a:bodyPr vert="horz"/>
          <a:lstStyle>
            <a:lvl1pPr>
              <a:defRPr baseline="0">
                <a:latin typeface="+mj-lt"/>
                <a:cs typeface="Arial" panose="020B0604020202020204" pitchFamily="34" charset="0"/>
                <a:sym typeface="Arial" panose="020B0604020202020204" pitchFamily="34" charset="0"/>
              </a:defRPr>
            </a:lvl1pPr>
          </a:lstStyle>
          <a:p>
            <a:r>
              <a:rPr lang="en-US" dirty="0"/>
              <a:t>Click to add title</a:t>
            </a:r>
          </a:p>
        </p:txBody>
      </p:sp>
      <p:sp>
        <p:nvSpPr>
          <p:cNvPr id="45" name="Rectangle 45">
            <a:extLst>
              <a:ext uri="{FF2B5EF4-FFF2-40B4-BE49-F238E27FC236}">
                <a16:creationId xmlns:a16="http://schemas.microsoft.com/office/drawing/2014/main" id="{D68C3782-ECDD-4E7B-88EC-BC252344BA2F}"/>
              </a:ext>
            </a:extLst>
          </p:cNvPr>
          <p:cNvSpPr>
            <a:spLocks noGrp="1" noChangeArrowheads="1"/>
          </p:cNvSpPr>
          <p:nvPr>
            <p:ph type="sldNum" sz="quarter" idx="4"/>
            <p:custDataLst>
              <p:tags r:id="rId3"/>
            </p:custDataLst>
          </p:nvPr>
        </p:nvSpPr>
        <p:spPr bwMode="auto">
          <a:xfrm>
            <a:off x="283200" y="6480063"/>
            <a:ext cx="335220" cy="205121"/>
          </a:xfrm>
          <a:prstGeom prst="rect">
            <a:avLst/>
          </a:prstGeom>
          <a:noFill/>
          <a:ln w="9525">
            <a:noFill/>
            <a:miter lim="800000"/>
            <a:headEnd/>
            <a:tailEnd/>
          </a:ln>
          <a:effectLst/>
        </p:spPr>
        <p:txBody>
          <a:bodyPr vert="horz" wrap="none" lIns="0" tIns="0" rIns="0" bIns="0" numCol="1" anchor="b" anchorCtr="0" compatLnSpc="1">
            <a:prstTxWarp prst="textNoShape">
              <a:avLst/>
            </a:prstTxWarp>
            <a:spAutoFit/>
          </a:bodyPr>
          <a:lstStyle>
            <a:lvl1pPr>
              <a:spcBef>
                <a:spcPct val="0"/>
              </a:spcBef>
              <a:buClrTx/>
              <a:buSzTx/>
              <a:buFontTx/>
              <a:buNone/>
              <a:defRPr sz="1333" b="0"/>
            </a:lvl1pPr>
          </a:lstStyle>
          <a:p>
            <a:fld id="{B8B94130-3BBE-45CA-9999-1A0D48956379}" type="slidenum">
              <a:rPr lang="de-DE" smtClean="0"/>
              <a:t>‹Nr.›</a:t>
            </a:fld>
            <a:endParaRPr lang="de-DE"/>
          </a:p>
        </p:txBody>
      </p:sp>
      <p:sp>
        <p:nvSpPr>
          <p:cNvPr id="47" name="Rectangle 44">
            <a:extLst>
              <a:ext uri="{FF2B5EF4-FFF2-40B4-BE49-F238E27FC236}">
                <a16:creationId xmlns:a16="http://schemas.microsoft.com/office/drawing/2014/main" id="{2F82915A-74C0-4090-A6ED-60122C74A3C4}"/>
              </a:ext>
            </a:extLst>
          </p:cNvPr>
          <p:cNvSpPr>
            <a:spLocks noGrp="1" noChangeArrowheads="1"/>
          </p:cNvSpPr>
          <p:nvPr>
            <p:ph type="ftr" sz="quarter" idx="3"/>
            <p:custDataLst>
              <p:tags r:id="rId4"/>
            </p:custDataLst>
          </p:nvPr>
        </p:nvSpPr>
        <p:spPr bwMode="auto">
          <a:xfrm>
            <a:off x="937336" y="6480000"/>
            <a:ext cx="6528000" cy="205184"/>
          </a:xfrm>
          <a:prstGeom prst="rect">
            <a:avLst/>
          </a:prstGeom>
          <a:noFill/>
          <a:ln w="9525">
            <a:noFill/>
            <a:miter lim="800000"/>
            <a:headEnd/>
            <a:tailEnd/>
          </a:ln>
          <a:effectLst/>
        </p:spPr>
        <p:txBody>
          <a:bodyPr vert="horz" wrap="square" lIns="0" tIns="0" rIns="0" bIns="0" numCol="1" anchor="b" anchorCtr="0" compatLnSpc="1">
            <a:prstTxWarp prst="textNoShape">
              <a:avLst/>
            </a:prstTxWarp>
            <a:noAutofit/>
          </a:bodyPr>
          <a:lstStyle>
            <a:lvl1pPr>
              <a:spcBef>
                <a:spcPct val="0"/>
              </a:spcBef>
              <a:buClrTx/>
              <a:buSzTx/>
              <a:buFontTx/>
              <a:buNone/>
              <a:defRPr sz="1333"/>
            </a:lvl1pPr>
          </a:lstStyle>
          <a:p>
            <a:endParaRPr lang="de-DE"/>
          </a:p>
        </p:txBody>
      </p:sp>
      <p:sp>
        <p:nvSpPr>
          <p:cNvPr id="23" name="Rectangle 20">
            <a:extLst>
              <a:ext uri="{FF2B5EF4-FFF2-40B4-BE49-F238E27FC236}">
                <a16:creationId xmlns:a16="http://schemas.microsoft.com/office/drawing/2014/main" id="{F09AAAF9-D7A4-49C5-9E6D-D909B10797F9}"/>
              </a:ext>
            </a:extLst>
          </p:cNvPr>
          <p:cNvSpPr>
            <a:spLocks noGrp="1" noRot="1" noMove="1" noResize="1" noEditPoints="1" noAdjustHandles="1" noChangeArrowheads="1" noChangeShapeType="1"/>
          </p:cNvSpPr>
          <p:nvPr>
            <p:custDataLst>
              <p:tags r:id="rId5"/>
            </p:custDataLst>
          </p:nvPr>
        </p:nvSpPr>
        <p:spPr bwMode="gray">
          <a:xfrm>
            <a:off x="9587673" y="6480064"/>
            <a:ext cx="2328835" cy="205121"/>
          </a:xfrm>
          <a:prstGeom prst="rect">
            <a:avLst/>
          </a:prstGeom>
          <a:noFill/>
          <a:ln w="9525">
            <a:noFill/>
            <a:miter lim="800000"/>
            <a:headEnd/>
            <a:tailEnd/>
          </a:ln>
          <a:effectLst/>
        </p:spPr>
        <p:txBody>
          <a:bodyPr wrap="square" lIns="0" tIns="0" rIns="0" bIns="0" anchor="b">
            <a:spAutoFit/>
          </a:bodyPr>
          <a:lstStyle/>
          <a:p>
            <a:pPr algn="r" defTabSz="857208">
              <a:spcBef>
                <a:spcPct val="0"/>
              </a:spcBef>
              <a:buClrTx/>
              <a:buSzTx/>
              <a:buFontTx/>
              <a:buNone/>
              <a:defRPr/>
            </a:pPr>
            <a:r>
              <a:rPr lang="en-US" sz="1333" dirty="0">
                <a:solidFill>
                  <a:schemeClr val="bg1"/>
                </a:solidFill>
              </a:rPr>
              <a:t>© Horváth</a:t>
            </a:r>
          </a:p>
        </p:txBody>
      </p:sp>
      <p:pic>
        <p:nvPicPr>
          <p:cNvPr id="5" name="Grafik 15">
            <a:extLst>
              <a:ext uri="{FF2B5EF4-FFF2-40B4-BE49-F238E27FC236}">
                <a16:creationId xmlns:a16="http://schemas.microsoft.com/office/drawing/2014/main" id="{12262CE9-11A8-BF57-71F2-90C08278D96C}"/>
              </a:ext>
            </a:extLst>
          </p:cNvPr>
          <p:cNvPicPr>
            <a:picLocks noGrp="1" noRot="1" noChangeAspect="1" noMove="1" noResize="1" noEditPoints="1" noAdjustHandles="1" noChangeArrowheads="1" noChangeShapeType="1" noCrop="1"/>
          </p:cNvPicPr>
          <p:nvPr/>
        </p:nvPicPr>
        <p:blipFill>
          <a:blip r:embed="rId10">
            <a:extLst>
              <a:ext uri="{96DAC541-7B7A-43D3-8B79-37D633B846F1}">
                <asvg:svgBlip xmlns:asvg="http://schemas.microsoft.com/office/drawing/2016/SVG/main" r:embed="rId11"/>
              </a:ext>
            </a:extLst>
          </a:blip>
          <a:stretch>
            <a:fillRect/>
          </a:stretch>
        </p:blipFill>
        <p:spPr bwMode="gray">
          <a:xfrm>
            <a:off x="11617326" y="157491"/>
            <a:ext cx="289023" cy="260120"/>
          </a:xfrm>
          <a:prstGeom prst="rect">
            <a:avLst/>
          </a:prstGeom>
        </p:spPr>
      </p:pic>
      <p:cxnSp>
        <p:nvCxnSpPr>
          <p:cNvPr id="6" name="Straight Connector 5">
            <a:extLst>
              <a:ext uri="{FF2B5EF4-FFF2-40B4-BE49-F238E27FC236}">
                <a16:creationId xmlns:a16="http://schemas.microsoft.com/office/drawing/2014/main" id="{25DF64F5-4FCC-0BF9-15B5-BC31A6C88621}"/>
              </a:ext>
            </a:extLst>
          </p:cNvPr>
          <p:cNvCxnSpPr>
            <a:cxnSpLocks noGrp="1" noRot="1" noMove="1" noResize="1" noEditPoints="1" noAdjustHandles="1" noChangeArrowheads="1" noChangeShapeType="1"/>
          </p:cNvCxnSpPr>
          <p:nvPr/>
        </p:nvCxnSpPr>
        <p:spPr bwMode="gray">
          <a:xfrm>
            <a:off x="8640000" y="0"/>
            <a:ext cx="0" cy="6859200"/>
          </a:xfrm>
          <a:prstGeom prst="line">
            <a:avLst/>
          </a:prstGeom>
          <a:solidFill>
            <a:schemeClr val="bg1"/>
          </a:solidFill>
          <a:ln w="15875" cap="flat" cmpd="sng" algn="ctr">
            <a:solidFill>
              <a:schemeClr val="bg1"/>
            </a:solidFill>
            <a:prstDash val="solid"/>
            <a:miter lim="800000"/>
            <a:headEnd type="none" w="med" len="med"/>
            <a:tailEnd type="none" w="med" len="med"/>
          </a:ln>
          <a:effectLst/>
        </p:spPr>
      </p:cxnSp>
    </p:spTree>
    <p:extLst>
      <p:ext uri="{BB962C8B-B14F-4D97-AF65-F5344CB8AC3E}">
        <p14:creationId xmlns:p14="http://schemas.microsoft.com/office/powerpoint/2010/main" val="473163883"/>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Gradient/ White 1">
    <p:bg bwMode="gray">
      <p:bgRef idx="1001">
        <a:schemeClr val="bg1"/>
      </p:bgRef>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836A5806-75FC-49D3-AE29-8CC772894B6A}"/>
              </a:ext>
            </a:extLst>
          </p:cNvPr>
          <p:cNvGraphicFramePr>
            <a:graphicFrameLocks noChangeAspect="1"/>
          </p:cNvGraphicFramePr>
          <p:nvPr>
            <p:custDataLst>
              <p:tags r:id="rId1"/>
            </p:custDataLst>
            <p:extLst>
              <p:ext uri="{D42A27DB-BD31-4B8C-83A1-F6EECF244321}">
                <p14:modId xmlns:p14="http://schemas.microsoft.com/office/powerpoint/2010/main" val="292553091"/>
              </p:ext>
            </p:extLst>
          </p:nvPr>
        </p:nvGraphicFramePr>
        <p:xfrm>
          <a:off x="1956" y="1590"/>
          <a:ext cx="1955" cy="1588"/>
        </p:xfrm>
        <a:graphic>
          <a:graphicData uri="http://schemas.openxmlformats.org/presentationml/2006/ole">
            <mc:AlternateContent xmlns:mc="http://schemas.openxmlformats.org/markup-compatibility/2006">
              <mc:Choice xmlns:v="urn:schemas-microsoft-com:vml" Requires="v">
                <p:oleObj name="think-cell Slide" r:id="rId6" imgW="353" imgH="353" progId="TCLayout.ActiveDocument.1">
                  <p:embed/>
                </p:oleObj>
              </mc:Choice>
              <mc:Fallback>
                <p:oleObj name="think-cell Slide" r:id="rId6" imgW="353" imgH="353" progId="TCLayout.ActiveDocument.1">
                  <p:embed/>
                  <p:pic>
                    <p:nvPicPr>
                      <p:cNvPr id="3" name="Object 2" hidden="1">
                        <a:extLst>
                          <a:ext uri="{FF2B5EF4-FFF2-40B4-BE49-F238E27FC236}">
                            <a16:creationId xmlns:a16="http://schemas.microsoft.com/office/drawing/2014/main" id="{836A5806-75FC-49D3-AE29-8CC772894B6A}"/>
                          </a:ext>
                        </a:extLst>
                      </p:cNvPr>
                      <p:cNvPicPr/>
                      <p:nvPr/>
                    </p:nvPicPr>
                    <p:blipFill>
                      <a:blip r:embed="rId7"/>
                      <a:stretch>
                        <a:fillRect/>
                      </a:stretch>
                    </p:blipFill>
                    <p:spPr>
                      <a:xfrm>
                        <a:off x="1956" y="1590"/>
                        <a:ext cx="1955" cy="1588"/>
                      </a:xfrm>
                      <a:prstGeom prst="rect">
                        <a:avLst/>
                      </a:prstGeom>
                    </p:spPr>
                  </p:pic>
                </p:oleObj>
              </mc:Fallback>
            </mc:AlternateContent>
          </a:graphicData>
        </a:graphic>
      </p:graphicFrame>
      <p:pic>
        <p:nvPicPr>
          <p:cNvPr id="14" name="Grafik 13" descr="Ein Bild, das Verschwommen, Blau, Screenshot enthält.&#10;&#10;Automatisch generierte Beschreibung">
            <a:extLst>
              <a:ext uri="{FF2B5EF4-FFF2-40B4-BE49-F238E27FC236}">
                <a16:creationId xmlns:a16="http://schemas.microsoft.com/office/drawing/2014/main" id="{D2172912-DC2C-E294-1F7E-1268AE98D72A}"/>
              </a:ext>
            </a:extLst>
          </p:cNvPr>
          <p:cNvPicPr>
            <a:picLocks noChangeAspect="1"/>
          </p:cNvPicPr>
          <p:nvPr/>
        </p:nvPicPr>
        <p:blipFill>
          <a:blip r:embed="rId8" cstate="print">
            <a:extLst>
              <a:ext uri="{28A0092B-C50C-407E-A947-70E740481C1C}">
                <a14:useLocalDpi xmlns:a14="http://schemas.microsoft.com/office/drawing/2010/main"/>
              </a:ext>
            </a:extLst>
          </a:blip>
          <a:srcRect l="38967" t="1690" r="24418" b="1690"/>
          <a:stretch>
            <a:fillRect/>
          </a:stretch>
        </p:blipFill>
        <p:spPr>
          <a:xfrm>
            <a:off x="0" y="-600"/>
            <a:ext cx="4618611" cy="6859200"/>
          </a:xfrm>
          <a:custGeom>
            <a:avLst/>
            <a:gdLst>
              <a:gd name="connsiteX0" fmla="*/ 0 w 3463958"/>
              <a:gd name="connsiteY0" fmla="*/ 0 h 5144400"/>
              <a:gd name="connsiteX1" fmla="*/ 1282643 w 3463958"/>
              <a:gd name="connsiteY1" fmla="*/ 0 h 5144400"/>
              <a:gd name="connsiteX2" fmla="*/ 3463958 w 3463958"/>
              <a:gd name="connsiteY2" fmla="*/ 0 h 5144400"/>
              <a:gd name="connsiteX3" fmla="*/ 2181315 w 3463958"/>
              <a:gd name="connsiteY3" fmla="*/ 5144400 h 5144400"/>
              <a:gd name="connsiteX4" fmla="*/ 0 w 3463958"/>
              <a:gd name="connsiteY4" fmla="*/ 5144400 h 5144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63958" h="5144400">
                <a:moveTo>
                  <a:pt x="0" y="0"/>
                </a:moveTo>
                <a:lnTo>
                  <a:pt x="1282643" y="0"/>
                </a:lnTo>
                <a:lnTo>
                  <a:pt x="3463958" y="0"/>
                </a:lnTo>
                <a:lnTo>
                  <a:pt x="2181315" y="5144400"/>
                </a:lnTo>
                <a:lnTo>
                  <a:pt x="0" y="5144400"/>
                </a:lnTo>
                <a:close/>
              </a:path>
            </a:pathLst>
          </a:custGeom>
        </p:spPr>
      </p:pic>
      <p:sp>
        <p:nvSpPr>
          <p:cNvPr id="2" name="Rectangle 1" hidden="1">
            <a:extLst>
              <a:ext uri="{FF2B5EF4-FFF2-40B4-BE49-F238E27FC236}">
                <a16:creationId xmlns:a16="http://schemas.microsoft.com/office/drawing/2014/main" id="{0B4CEDCA-AF62-4B04-9050-4B40BEA63124}"/>
              </a:ext>
            </a:extLst>
          </p:cNvPr>
          <p:cNvSpPr/>
          <p:nvPr>
            <p:custDataLst>
              <p:tags r:id="rId2"/>
            </p:custDataLst>
          </p:nvPr>
        </p:nvSpPr>
        <p:spPr bwMode="auto">
          <a:xfrm>
            <a:off x="0" y="2"/>
            <a:ext cx="195384" cy="158751"/>
          </a:xfrm>
          <a:prstGeom prst="rect">
            <a:avLst/>
          </a:prstGeom>
          <a:solidFill>
            <a:schemeClr val="bg1"/>
          </a:solidFill>
          <a:ln w="9525" cap="flat" cmpd="sng" algn="ctr">
            <a:solidFill>
              <a:schemeClr val="accent3"/>
            </a:solidFill>
            <a:prstDash val="solid"/>
            <a:round/>
            <a:headEnd type="none" w="med" len="med"/>
            <a:tailEnd type="none" w="med" len="med"/>
          </a:ln>
          <a:effectLst/>
        </p:spPr>
        <p:txBody>
          <a:bodyPr vert="horz" wrap="none" lIns="0" tIns="0" rIns="0" bIns="0" numCol="1" spcCol="0" rtlCol="0" anchor="ctr" anchorCtr="0" compatLnSpc="1">
            <a:prstTxWarp prst="textNoShape">
              <a:avLst/>
            </a:prstTxWarp>
            <a:noAutofit/>
          </a:bodyPr>
          <a:lstStyle/>
          <a:p>
            <a:pPr marL="0" marR="0" lvl="0" indent="0" algn="l" defTabSz="914354" rtl="0" eaLnBrk="0" fontAlgn="base" latinLnBrk="0" hangingPunct="0">
              <a:lnSpc>
                <a:spcPct val="100000"/>
              </a:lnSpc>
              <a:spcBef>
                <a:spcPct val="50000"/>
              </a:spcBef>
              <a:spcAft>
                <a:spcPct val="0"/>
              </a:spcAft>
              <a:buClr>
                <a:schemeClr val="accent1"/>
              </a:buClr>
              <a:buSzPct val="80000"/>
              <a:buFont typeface="Wingdings" pitchFamily="2" charset="2"/>
              <a:buNone/>
              <a:tabLst/>
            </a:pPr>
            <a:endParaRPr kumimoji="0" lang="en-US" sz="2667" b="1" i="0" u="none" strike="noStrike" cap="none" normalizeH="0" baseline="0" dirty="0">
              <a:ln>
                <a:noFill/>
              </a:ln>
              <a:solidFill>
                <a:schemeClr val="tx1"/>
              </a:solidFill>
              <a:effectLst/>
              <a:latin typeface="Arial" panose="020B0604020202020204" pitchFamily="34" charset="0"/>
              <a:ea typeface="+mj-ea"/>
              <a:cs typeface="Arial" panose="020B0604020202020204" pitchFamily="34" charset="0"/>
              <a:sym typeface="Arial" panose="020B0604020202020204" pitchFamily="34" charset="0"/>
            </a:endParaRPr>
          </a:p>
        </p:txBody>
      </p:sp>
      <p:sp>
        <p:nvSpPr>
          <p:cNvPr id="4" name="Titel 1">
            <a:extLst>
              <a:ext uri="{FF2B5EF4-FFF2-40B4-BE49-F238E27FC236}">
                <a16:creationId xmlns:a16="http://schemas.microsoft.com/office/drawing/2014/main" id="{56638C03-272B-5E8B-4D44-11BB0E9A8BAB}"/>
              </a:ext>
            </a:extLst>
          </p:cNvPr>
          <p:cNvSpPr>
            <a:spLocks noGrp="1"/>
          </p:cNvSpPr>
          <p:nvPr>
            <p:ph type="title" hasCustomPrompt="1"/>
            <p:custDataLst>
              <p:tags r:id="rId3"/>
            </p:custDataLst>
          </p:nvPr>
        </p:nvSpPr>
        <p:spPr>
          <a:xfrm>
            <a:off x="4809068" y="457200"/>
            <a:ext cx="7109331" cy="762000"/>
          </a:xfrm>
        </p:spPr>
        <p:txBody>
          <a:bodyPr vert="horz"/>
          <a:lstStyle>
            <a:lvl1pPr>
              <a:defRPr/>
            </a:lvl1pPr>
          </a:lstStyle>
          <a:p>
            <a:r>
              <a:rPr lang="en-US" dirty="0"/>
              <a:t>Click to add title</a:t>
            </a:r>
          </a:p>
        </p:txBody>
      </p:sp>
      <p:sp>
        <p:nvSpPr>
          <p:cNvPr id="5" name="Rectangle 45">
            <a:extLst>
              <a:ext uri="{FF2B5EF4-FFF2-40B4-BE49-F238E27FC236}">
                <a16:creationId xmlns:a16="http://schemas.microsoft.com/office/drawing/2014/main" id="{F3C30D5F-813E-ACCC-6D67-7F16190DA48C}"/>
              </a:ext>
            </a:extLst>
          </p:cNvPr>
          <p:cNvSpPr>
            <a:spLocks noGrp="1" noChangeArrowheads="1"/>
          </p:cNvSpPr>
          <p:nvPr>
            <p:ph type="sldNum" sz="quarter" idx="4"/>
            <p:custDataLst>
              <p:tags r:id="rId4"/>
            </p:custDataLst>
          </p:nvPr>
        </p:nvSpPr>
        <p:spPr bwMode="auto">
          <a:xfrm>
            <a:off x="283200" y="6480063"/>
            <a:ext cx="335220" cy="205121"/>
          </a:xfrm>
          <a:prstGeom prst="rect">
            <a:avLst/>
          </a:prstGeom>
          <a:noFill/>
          <a:ln w="9525">
            <a:noFill/>
            <a:miter lim="800000"/>
            <a:headEnd/>
            <a:tailEnd/>
          </a:ln>
          <a:effectLst/>
        </p:spPr>
        <p:txBody>
          <a:bodyPr vert="horz" wrap="none" lIns="0" tIns="0" rIns="0" bIns="0" numCol="1" anchor="b" anchorCtr="0" compatLnSpc="1">
            <a:prstTxWarp prst="textNoShape">
              <a:avLst/>
            </a:prstTxWarp>
            <a:spAutoFit/>
          </a:bodyPr>
          <a:lstStyle>
            <a:lvl1pPr>
              <a:spcBef>
                <a:spcPct val="0"/>
              </a:spcBef>
              <a:buClrTx/>
              <a:buSzTx/>
              <a:buFontTx/>
              <a:buNone/>
              <a:defRPr sz="1333" b="0">
                <a:solidFill>
                  <a:schemeClr val="bg1"/>
                </a:solidFill>
              </a:defRPr>
            </a:lvl1pPr>
          </a:lstStyle>
          <a:p>
            <a:fld id="{B8B94130-3BBE-45CA-9999-1A0D48956379}" type="slidenum">
              <a:rPr lang="de-DE" smtClean="0"/>
              <a:t>‹Nr.›</a:t>
            </a:fld>
            <a:endParaRPr lang="de-DE"/>
          </a:p>
        </p:txBody>
      </p:sp>
      <p:cxnSp>
        <p:nvCxnSpPr>
          <p:cNvPr id="8" name="Straight Connector 7">
            <a:extLst>
              <a:ext uri="{FF2B5EF4-FFF2-40B4-BE49-F238E27FC236}">
                <a16:creationId xmlns:a16="http://schemas.microsoft.com/office/drawing/2014/main" id="{9E3AE14E-F645-7FE2-46FF-DE37C3F7F132}"/>
              </a:ext>
            </a:extLst>
          </p:cNvPr>
          <p:cNvCxnSpPr>
            <a:cxnSpLocks noGrp="1" noRot="1" noMove="1" noResize="1" noEditPoints="1" noAdjustHandles="1" noChangeArrowheads="1" noChangeShapeType="1"/>
          </p:cNvCxnSpPr>
          <p:nvPr/>
        </p:nvCxnSpPr>
        <p:spPr bwMode="gray">
          <a:xfrm flipH="1">
            <a:off x="2762923" y="-1200"/>
            <a:ext cx="1710191" cy="6859200"/>
          </a:xfrm>
          <a:prstGeom prst="line">
            <a:avLst/>
          </a:prstGeom>
          <a:solidFill>
            <a:schemeClr val="bg1"/>
          </a:solidFill>
          <a:ln w="15875" cap="flat" cmpd="sng" algn="ctr">
            <a:solidFill>
              <a:schemeClr val="bg1"/>
            </a:solidFill>
            <a:prstDash val="solid"/>
            <a:miter lim="800000"/>
            <a:headEnd type="none" w="med" len="med"/>
            <a:tailEnd type="none" w="med" len="med"/>
          </a:ln>
          <a:effectLst/>
        </p:spPr>
      </p:cxnSp>
    </p:spTree>
    <p:extLst>
      <p:ext uri="{BB962C8B-B14F-4D97-AF65-F5344CB8AC3E}">
        <p14:creationId xmlns:p14="http://schemas.microsoft.com/office/powerpoint/2010/main" val="1695578509"/>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White/ Gradient 1">
    <p:bg bwMode="gray">
      <p:bgRef idx="1001">
        <a:schemeClr val="bg1"/>
      </p:bgRef>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836A5806-75FC-49D3-AE29-8CC772894B6A}"/>
              </a:ext>
            </a:extLst>
          </p:cNvPr>
          <p:cNvGraphicFramePr>
            <a:graphicFrameLocks noChangeAspect="1"/>
          </p:cNvGraphicFramePr>
          <p:nvPr>
            <p:custDataLst>
              <p:tags r:id="rId1"/>
            </p:custDataLst>
            <p:extLst>
              <p:ext uri="{D42A27DB-BD31-4B8C-83A1-F6EECF244321}">
                <p14:modId xmlns:p14="http://schemas.microsoft.com/office/powerpoint/2010/main" val="1908538600"/>
              </p:ext>
            </p:extLst>
          </p:nvPr>
        </p:nvGraphicFramePr>
        <p:xfrm>
          <a:off x="1956" y="1590"/>
          <a:ext cx="1955" cy="1588"/>
        </p:xfrm>
        <a:graphic>
          <a:graphicData uri="http://schemas.openxmlformats.org/presentationml/2006/ole">
            <mc:AlternateContent xmlns:mc="http://schemas.openxmlformats.org/markup-compatibility/2006">
              <mc:Choice xmlns:v="urn:schemas-microsoft-com:vml" Requires="v">
                <p:oleObj name="think-cell Slide" r:id="rId7" imgW="353" imgH="353" progId="TCLayout.ActiveDocument.1">
                  <p:embed/>
                </p:oleObj>
              </mc:Choice>
              <mc:Fallback>
                <p:oleObj name="think-cell Slide" r:id="rId7" imgW="353" imgH="353" progId="TCLayout.ActiveDocument.1">
                  <p:embed/>
                  <p:pic>
                    <p:nvPicPr>
                      <p:cNvPr id="3" name="Object 2" hidden="1">
                        <a:extLst>
                          <a:ext uri="{FF2B5EF4-FFF2-40B4-BE49-F238E27FC236}">
                            <a16:creationId xmlns:a16="http://schemas.microsoft.com/office/drawing/2014/main" id="{836A5806-75FC-49D3-AE29-8CC772894B6A}"/>
                          </a:ext>
                        </a:extLst>
                      </p:cNvPr>
                      <p:cNvPicPr/>
                      <p:nvPr/>
                    </p:nvPicPr>
                    <p:blipFill>
                      <a:blip r:embed="rId8"/>
                      <a:stretch>
                        <a:fillRect/>
                      </a:stretch>
                    </p:blipFill>
                    <p:spPr>
                      <a:xfrm>
                        <a:off x="1956" y="1590"/>
                        <a:ext cx="1955" cy="1588"/>
                      </a:xfrm>
                      <a:prstGeom prst="rect">
                        <a:avLst/>
                      </a:prstGeom>
                    </p:spPr>
                  </p:pic>
                </p:oleObj>
              </mc:Fallback>
            </mc:AlternateContent>
          </a:graphicData>
        </a:graphic>
      </p:graphicFrame>
      <p:pic>
        <p:nvPicPr>
          <p:cNvPr id="11" name="Grafik 10" descr="Ein Bild, das Verschwommen, Blau, Screenshot enthält.&#10;&#10;Automatisch generierte Beschreibung">
            <a:extLst>
              <a:ext uri="{FF2B5EF4-FFF2-40B4-BE49-F238E27FC236}">
                <a16:creationId xmlns:a16="http://schemas.microsoft.com/office/drawing/2014/main" id="{46F0A69A-9729-1590-9869-ABF655CF123A}"/>
              </a:ext>
            </a:extLst>
          </p:cNvPr>
          <p:cNvPicPr>
            <a:picLocks noChangeAspect="1"/>
          </p:cNvPicPr>
          <p:nvPr/>
        </p:nvPicPr>
        <p:blipFill>
          <a:blip r:embed="rId9" cstate="print">
            <a:extLst>
              <a:ext uri="{28A0092B-C50C-407E-A947-70E740481C1C}">
                <a14:useLocalDpi xmlns:a14="http://schemas.microsoft.com/office/drawing/2010/main"/>
              </a:ext>
            </a:extLst>
          </a:blip>
          <a:srcRect l="38687" t="1690" r="24697" b="1690"/>
          <a:stretch>
            <a:fillRect/>
          </a:stretch>
        </p:blipFill>
        <p:spPr>
          <a:xfrm>
            <a:off x="7573389" y="-600"/>
            <a:ext cx="4618611" cy="6859200"/>
          </a:xfrm>
          <a:custGeom>
            <a:avLst/>
            <a:gdLst>
              <a:gd name="connsiteX0" fmla="*/ 1282643 w 3463958"/>
              <a:gd name="connsiteY0" fmla="*/ 0 h 5144400"/>
              <a:gd name="connsiteX1" fmla="*/ 3463958 w 3463958"/>
              <a:gd name="connsiteY1" fmla="*/ 0 h 5144400"/>
              <a:gd name="connsiteX2" fmla="*/ 3463958 w 3463958"/>
              <a:gd name="connsiteY2" fmla="*/ 5144400 h 5144400"/>
              <a:gd name="connsiteX3" fmla="*/ 2181315 w 3463958"/>
              <a:gd name="connsiteY3" fmla="*/ 5144400 h 5144400"/>
              <a:gd name="connsiteX4" fmla="*/ 0 w 3463958"/>
              <a:gd name="connsiteY4" fmla="*/ 5144400 h 5144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63958" h="5144400">
                <a:moveTo>
                  <a:pt x="1282643" y="0"/>
                </a:moveTo>
                <a:lnTo>
                  <a:pt x="3463958" y="0"/>
                </a:lnTo>
                <a:lnTo>
                  <a:pt x="3463958" y="5144400"/>
                </a:lnTo>
                <a:lnTo>
                  <a:pt x="2181315" y="5144400"/>
                </a:lnTo>
                <a:lnTo>
                  <a:pt x="0" y="5144400"/>
                </a:lnTo>
                <a:close/>
              </a:path>
            </a:pathLst>
          </a:custGeom>
        </p:spPr>
      </p:pic>
      <p:sp>
        <p:nvSpPr>
          <p:cNvPr id="2" name="Rectangle 1" hidden="1">
            <a:extLst>
              <a:ext uri="{FF2B5EF4-FFF2-40B4-BE49-F238E27FC236}">
                <a16:creationId xmlns:a16="http://schemas.microsoft.com/office/drawing/2014/main" id="{0B4CEDCA-AF62-4B04-9050-4B40BEA63124}"/>
              </a:ext>
            </a:extLst>
          </p:cNvPr>
          <p:cNvSpPr/>
          <p:nvPr>
            <p:custDataLst>
              <p:tags r:id="rId2"/>
            </p:custDataLst>
          </p:nvPr>
        </p:nvSpPr>
        <p:spPr bwMode="auto">
          <a:xfrm>
            <a:off x="0" y="2"/>
            <a:ext cx="195384" cy="158751"/>
          </a:xfrm>
          <a:prstGeom prst="rect">
            <a:avLst/>
          </a:prstGeom>
          <a:solidFill>
            <a:schemeClr val="bg1"/>
          </a:solidFill>
          <a:ln w="9525" cap="flat" cmpd="sng" algn="ctr">
            <a:solidFill>
              <a:schemeClr val="accent3"/>
            </a:solidFill>
            <a:prstDash val="solid"/>
            <a:round/>
            <a:headEnd type="none" w="med" len="med"/>
            <a:tailEnd type="none" w="med" len="med"/>
          </a:ln>
          <a:effectLst/>
        </p:spPr>
        <p:txBody>
          <a:bodyPr vert="horz" wrap="none" lIns="0" tIns="0" rIns="0" bIns="0" numCol="1" spcCol="0" rtlCol="0" anchor="ctr" anchorCtr="0" compatLnSpc="1">
            <a:prstTxWarp prst="textNoShape">
              <a:avLst/>
            </a:prstTxWarp>
            <a:noAutofit/>
          </a:bodyPr>
          <a:lstStyle/>
          <a:p>
            <a:pPr marL="0" marR="0" lvl="0" indent="0" algn="l" defTabSz="914354" rtl="0" eaLnBrk="0" fontAlgn="base" latinLnBrk="0" hangingPunct="0">
              <a:lnSpc>
                <a:spcPct val="100000"/>
              </a:lnSpc>
              <a:spcBef>
                <a:spcPct val="50000"/>
              </a:spcBef>
              <a:spcAft>
                <a:spcPct val="0"/>
              </a:spcAft>
              <a:buClr>
                <a:schemeClr val="accent1"/>
              </a:buClr>
              <a:buSzPct val="80000"/>
              <a:buFont typeface="Wingdings" pitchFamily="2" charset="2"/>
              <a:buNone/>
              <a:tabLst/>
            </a:pPr>
            <a:endParaRPr kumimoji="0" lang="en-US" sz="2667" b="1" i="0" u="none" strike="noStrike" cap="none" normalizeH="0" baseline="0" dirty="0">
              <a:ln>
                <a:noFill/>
              </a:ln>
              <a:solidFill>
                <a:schemeClr val="tx1"/>
              </a:solidFill>
              <a:effectLst/>
              <a:latin typeface="Arial" panose="020B0604020202020204" pitchFamily="34" charset="0"/>
              <a:ea typeface="+mj-ea"/>
              <a:cs typeface="Arial" panose="020B0604020202020204" pitchFamily="34" charset="0"/>
              <a:sym typeface="Arial" panose="020B0604020202020204" pitchFamily="34" charset="0"/>
            </a:endParaRPr>
          </a:p>
        </p:txBody>
      </p:sp>
      <p:sp>
        <p:nvSpPr>
          <p:cNvPr id="26" name="Titel 1">
            <a:extLst>
              <a:ext uri="{FF2B5EF4-FFF2-40B4-BE49-F238E27FC236}">
                <a16:creationId xmlns:a16="http://schemas.microsoft.com/office/drawing/2014/main" id="{4DEA230A-FF0A-466A-94FB-AB03DD3810AA}"/>
              </a:ext>
            </a:extLst>
          </p:cNvPr>
          <p:cNvSpPr>
            <a:spLocks noGrp="1"/>
          </p:cNvSpPr>
          <p:nvPr>
            <p:ph type="title" hasCustomPrompt="1"/>
          </p:nvPr>
        </p:nvSpPr>
        <p:spPr bwMode="gray">
          <a:xfrm>
            <a:off x="278401" y="457200"/>
            <a:ext cx="8108308" cy="762000"/>
          </a:xfrm>
        </p:spPr>
        <p:txBody>
          <a:bodyPr vert="horz"/>
          <a:lstStyle>
            <a:lvl1pPr>
              <a:defRPr baseline="0">
                <a:latin typeface="+mj-lt"/>
                <a:cs typeface="Arial" panose="020B0604020202020204" pitchFamily="34" charset="0"/>
                <a:sym typeface="Arial" panose="020B0604020202020204" pitchFamily="34" charset="0"/>
              </a:defRPr>
            </a:lvl1pPr>
          </a:lstStyle>
          <a:p>
            <a:r>
              <a:rPr lang="en-US" dirty="0"/>
              <a:t>Click to add title</a:t>
            </a:r>
          </a:p>
        </p:txBody>
      </p:sp>
      <p:sp>
        <p:nvSpPr>
          <p:cNvPr id="45" name="Rectangle 45">
            <a:extLst>
              <a:ext uri="{FF2B5EF4-FFF2-40B4-BE49-F238E27FC236}">
                <a16:creationId xmlns:a16="http://schemas.microsoft.com/office/drawing/2014/main" id="{D68C3782-ECDD-4E7B-88EC-BC252344BA2F}"/>
              </a:ext>
            </a:extLst>
          </p:cNvPr>
          <p:cNvSpPr>
            <a:spLocks noGrp="1" noChangeArrowheads="1"/>
          </p:cNvSpPr>
          <p:nvPr>
            <p:ph type="sldNum" sz="quarter" idx="4"/>
            <p:custDataLst>
              <p:tags r:id="rId3"/>
            </p:custDataLst>
          </p:nvPr>
        </p:nvSpPr>
        <p:spPr bwMode="auto">
          <a:xfrm>
            <a:off x="283200" y="6480063"/>
            <a:ext cx="335220" cy="205121"/>
          </a:xfrm>
          <a:prstGeom prst="rect">
            <a:avLst/>
          </a:prstGeom>
          <a:noFill/>
          <a:ln w="9525">
            <a:noFill/>
            <a:miter lim="800000"/>
            <a:headEnd/>
            <a:tailEnd/>
          </a:ln>
          <a:effectLst/>
        </p:spPr>
        <p:txBody>
          <a:bodyPr vert="horz" wrap="none" lIns="0" tIns="0" rIns="0" bIns="0" numCol="1" anchor="b" anchorCtr="0" compatLnSpc="1">
            <a:prstTxWarp prst="textNoShape">
              <a:avLst/>
            </a:prstTxWarp>
            <a:spAutoFit/>
          </a:bodyPr>
          <a:lstStyle>
            <a:lvl1pPr>
              <a:spcBef>
                <a:spcPct val="0"/>
              </a:spcBef>
              <a:buClrTx/>
              <a:buSzTx/>
              <a:buFontTx/>
              <a:buNone/>
              <a:defRPr sz="1333" b="0"/>
            </a:lvl1pPr>
          </a:lstStyle>
          <a:p>
            <a:fld id="{B8B94130-3BBE-45CA-9999-1A0D48956379}" type="slidenum">
              <a:rPr lang="de-DE" smtClean="0"/>
              <a:t>‹Nr.›</a:t>
            </a:fld>
            <a:endParaRPr lang="de-DE"/>
          </a:p>
        </p:txBody>
      </p:sp>
      <p:sp>
        <p:nvSpPr>
          <p:cNvPr id="47" name="Rectangle 44">
            <a:extLst>
              <a:ext uri="{FF2B5EF4-FFF2-40B4-BE49-F238E27FC236}">
                <a16:creationId xmlns:a16="http://schemas.microsoft.com/office/drawing/2014/main" id="{2F82915A-74C0-4090-A6ED-60122C74A3C4}"/>
              </a:ext>
            </a:extLst>
          </p:cNvPr>
          <p:cNvSpPr>
            <a:spLocks noGrp="1" noChangeArrowheads="1"/>
          </p:cNvSpPr>
          <p:nvPr>
            <p:ph type="ftr" sz="quarter" idx="3"/>
            <p:custDataLst>
              <p:tags r:id="rId4"/>
            </p:custDataLst>
          </p:nvPr>
        </p:nvSpPr>
        <p:spPr bwMode="auto">
          <a:xfrm>
            <a:off x="937336" y="6480000"/>
            <a:ext cx="6528000" cy="205184"/>
          </a:xfrm>
          <a:prstGeom prst="rect">
            <a:avLst/>
          </a:prstGeom>
          <a:noFill/>
          <a:ln w="9525">
            <a:noFill/>
            <a:miter lim="800000"/>
            <a:headEnd/>
            <a:tailEnd/>
          </a:ln>
          <a:effectLst/>
        </p:spPr>
        <p:txBody>
          <a:bodyPr vert="horz" wrap="square" lIns="0" tIns="0" rIns="0" bIns="0" numCol="1" anchor="b" anchorCtr="0" compatLnSpc="1">
            <a:prstTxWarp prst="textNoShape">
              <a:avLst/>
            </a:prstTxWarp>
            <a:noAutofit/>
          </a:bodyPr>
          <a:lstStyle>
            <a:lvl1pPr>
              <a:spcBef>
                <a:spcPct val="0"/>
              </a:spcBef>
              <a:buClrTx/>
              <a:buSzTx/>
              <a:buFontTx/>
              <a:buNone/>
              <a:defRPr sz="1333"/>
            </a:lvl1pPr>
          </a:lstStyle>
          <a:p>
            <a:endParaRPr lang="de-DE"/>
          </a:p>
        </p:txBody>
      </p:sp>
      <p:sp>
        <p:nvSpPr>
          <p:cNvPr id="23" name="Rectangle 20">
            <a:extLst>
              <a:ext uri="{FF2B5EF4-FFF2-40B4-BE49-F238E27FC236}">
                <a16:creationId xmlns:a16="http://schemas.microsoft.com/office/drawing/2014/main" id="{52495B09-B425-4E90-B111-7469A6815DBC}"/>
              </a:ext>
            </a:extLst>
          </p:cNvPr>
          <p:cNvSpPr>
            <a:spLocks noGrp="1" noRot="1" noMove="1" noResize="1" noEditPoints="1" noAdjustHandles="1" noChangeArrowheads="1" noChangeShapeType="1"/>
          </p:cNvSpPr>
          <p:nvPr>
            <p:custDataLst>
              <p:tags r:id="rId5"/>
            </p:custDataLst>
          </p:nvPr>
        </p:nvSpPr>
        <p:spPr bwMode="gray">
          <a:xfrm>
            <a:off x="9587673" y="6480064"/>
            <a:ext cx="2328835" cy="205121"/>
          </a:xfrm>
          <a:prstGeom prst="rect">
            <a:avLst/>
          </a:prstGeom>
          <a:noFill/>
          <a:ln w="9525">
            <a:noFill/>
            <a:miter lim="800000"/>
            <a:headEnd/>
            <a:tailEnd/>
          </a:ln>
          <a:effectLst/>
        </p:spPr>
        <p:txBody>
          <a:bodyPr wrap="square" lIns="0" tIns="0" rIns="0" bIns="0" anchor="b">
            <a:spAutoFit/>
          </a:bodyPr>
          <a:lstStyle/>
          <a:p>
            <a:pPr algn="r" defTabSz="857208">
              <a:spcBef>
                <a:spcPct val="0"/>
              </a:spcBef>
              <a:buClrTx/>
              <a:buSzTx/>
              <a:buFontTx/>
              <a:buNone/>
              <a:defRPr/>
            </a:pPr>
            <a:r>
              <a:rPr lang="en-US" sz="1333" dirty="0">
                <a:solidFill>
                  <a:schemeClr val="bg1"/>
                </a:solidFill>
              </a:rPr>
              <a:t>© Horváth</a:t>
            </a:r>
          </a:p>
        </p:txBody>
      </p:sp>
      <p:pic>
        <p:nvPicPr>
          <p:cNvPr id="5" name="Grafik 15">
            <a:extLst>
              <a:ext uri="{FF2B5EF4-FFF2-40B4-BE49-F238E27FC236}">
                <a16:creationId xmlns:a16="http://schemas.microsoft.com/office/drawing/2014/main" id="{53057E8D-9F20-3247-973C-B31DE7188F8F}"/>
              </a:ext>
            </a:extLst>
          </p:cNvPr>
          <p:cNvPicPr>
            <a:picLocks noGrp="1" noRot="1" noChangeAspect="1" noMove="1" noResize="1" noEditPoints="1" noAdjustHandles="1" noChangeArrowheads="1" noChangeShapeType="1" noCrop="1"/>
          </p:cNvPicPr>
          <p:nvPr/>
        </p:nvPicPr>
        <p:blipFill>
          <a:blip r:embed="rId10">
            <a:extLst>
              <a:ext uri="{96DAC541-7B7A-43D3-8B79-37D633B846F1}">
                <asvg:svgBlip xmlns:asvg="http://schemas.microsoft.com/office/drawing/2016/SVG/main" r:embed="rId11"/>
              </a:ext>
            </a:extLst>
          </a:blip>
          <a:stretch>
            <a:fillRect/>
          </a:stretch>
        </p:blipFill>
        <p:spPr bwMode="gray">
          <a:xfrm>
            <a:off x="11617326" y="157491"/>
            <a:ext cx="289023" cy="260120"/>
          </a:xfrm>
          <a:prstGeom prst="rect">
            <a:avLst/>
          </a:prstGeom>
        </p:spPr>
      </p:pic>
      <p:cxnSp>
        <p:nvCxnSpPr>
          <p:cNvPr id="7" name="Straight Connector 6">
            <a:extLst>
              <a:ext uri="{FF2B5EF4-FFF2-40B4-BE49-F238E27FC236}">
                <a16:creationId xmlns:a16="http://schemas.microsoft.com/office/drawing/2014/main" id="{DAC74695-06EB-4A7E-9A0B-DD846BD3101B}"/>
              </a:ext>
            </a:extLst>
          </p:cNvPr>
          <p:cNvCxnSpPr>
            <a:cxnSpLocks noGrp="1" noRot="1" noMove="1" noResize="1" noEditPoints="1" noAdjustHandles="1" noChangeArrowheads="1" noChangeShapeType="1"/>
          </p:cNvCxnSpPr>
          <p:nvPr/>
        </p:nvCxnSpPr>
        <p:spPr bwMode="gray">
          <a:xfrm flipH="1">
            <a:off x="7706601" y="-1200"/>
            <a:ext cx="1710191" cy="6859200"/>
          </a:xfrm>
          <a:prstGeom prst="line">
            <a:avLst/>
          </a:prstGeom>
          <a:solidFill>
            <a:schemeClr val="bg1"/>
          </a:solidFill>
          <a:ln w="15875" cap="flat" cmpd="sng" algn="ctr">
            <a:solidFill>
              <a:schemeClr val="bg1"/>
            </a:solidFill>
            <a:prstDash val="solid"/>
            <a:miter lim="800000"/>
            <a:headEnd type="none" w="med" len="med"/>
            <a:tailEnd type="none" w="med" len="med"/>
          </a:ln>
          <a:effectLst/>
        </p:spPr>
      </p:cxnSp>
    </p:spTree>
    <p:extLst>
      <p:ext uri="{BB962C8B-B14F-4D97-AF65-F5344CB8AC3E}">
        <p14:creationId xmlns:p14="http://schemas.microsoft.com/office/powerpoint/2010/main" val="3997232645"/>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adient/ White 2">
    <p:bg bwMode="gray">
      <p:bgRef idx="1001">
        <a:schemeClr val="bg1"/>
      </p:bgRef>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836A5806-75FC-49D3-AE29-8CC772894B6A}"/>
              </a:ext>
            </a:extLst>
          </p:cNvPr>
          <p:cNvGraphicFramePr>
            <a:graphicFrameLocks noChangeAspect="1"/>
          </p:cNvGraphicFramePr>
          <p:nvPr>
            <p:custDataLst>
              <p:tags r:id="rId1"/>
            </p:custDataLst>
            <p:extLst>
              <p:ext uri="{D42A27DB-BD31-4B8C-83A1-F6EECF244321}">
                <p14:modId xmlns:p14="http://schemas.microsoft.com/office/powerpoint/2010/main" val="2839069243"/>
              </p:ext>
            </p:extLst>
          </p:nvPr>
        </p:nvGraphicFramePr>
        <p:xfrm>
          <a:off x="1956" y="1590"/>
          <a:ext cx="1955" cy="1588"/>
        </p:xfrm>
        <a:graphic>
          <a:graphicData uri="http://schemas.openxmlformats.org/presentationml/2006/ole">
            <mc:AlternateContent xmlns:mc="http://schemas.openxmlformats.org/markup-compatibility/2006">
              <mc:Choice xmlns:v="urn:schemas-microsoft-com:vml" Requires="v">
                <p:oleObj name="think-cell Slide" r:id="rId6" imgW="353" imgH="353" progId="TCLayout.ActiveDocument.1">
                  <p:embed/>
                </p:oleObj>
              </mc:Choice>
              <mc:Fallback>
                <p:oleObj name="think-cell Slide" r:id="rId6" imgW="353" imgH="353" progId="TCLayout.ActiveDocument.1">
                  <p:embed/>
                  <p:pic>
                    <p:nvPicPr>
                      <p:cNvPr id="3" name="Object 2" hidden="1">
                        <a:extLst>
                          <a:ext uri="{FF2B5EF4-FFF2-40B4-BE49-F238E27FC236}">
                            <a16:creationId xmlns:a16="http://schemas.microsoft.com/office/drawing/2014/main" id="{836A5806-75FC-49D3-AE29-8CC772894B6A}"/>
                          </a:ext>
                        </a:extLst>
                      </p:cNvPr>
                      <p:cNvPicPr/>
                      <p:nvPr/>
                    </p:nvPicPr>
                    <p:blipFill>
                      <a:blip r:embed="rId7"/>
                      <a:stretch>
                        <a:fillRect/>
                      </a:stretch>
                    </p:blipFill>
                    <p:spPr>
                      <a:xfrm>
                        <a:off x="1956" y="1590"/>
                        <a:ext cx="1955" cy="1588"/>
                      </a:xfrm>
                      <a:prstGeom prst="rect">
                        <a:avLst/>
                      </a:prstGeom>
                    </p:spPr>
                  </p:pic>
                </p:oleObj>
              </mc:Fallback>
            </mc:AlternateContent>
          </a:graphicData>
        </a:graphic>
      </p:graphicFrame>
      <p:pic>
        <p:nvPicPr>
          <p:cNvPr id="11" name="Grafik 10" descr="Ein Bild, das Verschwommen, Blau, Screenshot enthält.&#10;&#10;Automatisch generierte Beschreibung">
            <a:extLst>
              <a:ext uri="{FF2B5EF4-FFF2-40B4-BE49-F238E27FC236}">
                <a16:creationId xmlns:a16="http://schemas.microsoft.com/office/drawing/2014/main" id="{A6738D59-0531-FCEC-0F99-F4FD35BE02F4}"/>
              </a:ext>
            </a:extLst>
          </p:cNvPr>
          <p:cNvPicPr>
            <a:picLocks noChangeAspect="1"/>
          </p:cNvPicPr>
          <p:nvPr/>
        </p:nvPicPr>
        <p:blipFill>
          <a:blip r:embed="rId8" cstate="print">
            <a:extLst>
              <a:ext uri="{28A0092B-C50C-407E-A947-70E740481C1C}">
                <a14:useLocalDpi xmlns:a14="http://schemas.microsoft.com/office/drawing/2010/main"/>
              </a:ext>
            </a:extLst>
          </a:blip>
          <a:srcRect l="46212" t="1690" r="24513" b="1690"/>
          <a:stretch>
            <a:fillRect/>
          </a:stretch>
        </p:blipFill>
        <p:spPr>
          <a:xfrm>
            <a:off x="2" y="-600"/>
            <a:ext cx="3692769" cy="6859200"/>
          </a:xfrm>
          <a:custGeom>
            <a:avLst/>
            <a:gdLst>
              <a:gd name="connsiteX0" fmla="*/ 0 w 2769577"/>
              <a:gd name="connsiteY0" fmla="*/ 0 h 5144400"/>
              <a:gd name="connsiteX1" fmla="*/ 2769577 w 2769577"/>
              <a:gd name="connsiteY1" fmla="*/ 0 h 5144400"/>
              <a:gd name="connsiteX2" fmla="*/ 2769577 w 2769577"/>
              <a:gd name="connsiteY2" fmla="*/ 5144400 h 5144400"/>
              <a:gd name="connsiteX3" fmla="*/ 0 w 2769577"/>
              <a:gd name="connsiteY3" fmla="*/ 5144400 h 5144400"/>
            </a:gdLst>
            <a:ahLst/>
            <a:cxnLst>
              <a:cxn ang="0">
                <a:pos x="connsiteX0" y="connsiteY0"/>
              </a:cxn>
              <a:cxn ang="0">
                <a:pos x="connsiteX1" y="connsiteY1"/>
              </a:cxn>
              <a:cxn ang="0">
                <a:pos x="connsiteX2" y="connsiteY2"/>
              </a:cxn>
              <a:cxn ang="0">
                <a:pos x="connsiteX3" y="connsiteY3"/>
              </a:cxn>
            </a:cxnLst>
            <a:rect l="l" t="t" r="r" b="b"/>
            <a:pathLst>
              <a:path w="2769577" h="5144400">
                <a:moveTo>
                  <a:pt x="0" y="0"/>
                </a:moveTo>
                <a:lnTo>
                  <a:pt x="2769577" y="0"/>
                </a:lnTo>
                <a:lnTo>
                  <a:pt x="2769577" y="5144400"/>
                </a:lnTo>
                <a:lnTo>
                  <a:pt x="0" y="5144400"/>
                </a:lnTo>
                <a:close/>
              </a:path>
            </a:pathLst>
          </a:custGeom>
        </p:spPr>
      </p:pic>
      <p:sp>
        <p:nvSpPr>
          <p:cNvPr id="6" name="Titel 1">
            <a:extLst>
              <a:ext uri="{FF2B5EF4-FFF2-40B4-BE49-F238E27FC236}">
                <a16:creationId xmlns:a16="http://schemas.microsoft.com/office/drawing/2014/main" id="{DD6D2477-7F1A-97D1-611A-4044F1307FC2}"/>
              </a:ext>
            </a:extLst>
          </p:cNvPr>
          <p:cNvSpPr>
            <a:spLocks noGrp="1"/>
          </p:cNvSpPr>
          <p:nvPr>
            <p:ph type="title" hasCustomPrompt="1"/>
            <p:custDataLst>
              <p:tags r:id="rId2"/>
            </p:custDataLst>
          </p:nvPr>
        </p:nvSpPr>
        <p:spPr>
          <a:xfrm>
            <a:off x="3931923" y="457200"/>
            <a:ext cx="7986477" cy="762000"/>
          </a:xfrm>
        </p:spPr>
        <p:txBody>
          <a:bodyPr vert="horz"/>
          <a:lstStyle>
            <a:lvl1pPr>
              <a:defRPr/>
            </a:lvl1pPr>
          </a:lstStyle>
          <a:p>
            <a:r>
              <a:rPr lang="en-US" dirty="0"/>
              <a:t>Click to add title</a:t>
            </a:r>
          </a:p>
        </p:txBody>
      </p:sp>
      <p:sp>
        <p:nvSpPr>
          <p:cNvPr id="2" name="Rectangle 1" hidden="1">
            <a:extLst>
              <a:ext uri="{FF2B5EF4-FFF2-40B4-BE49-F238E27FC236}">
                <a16:creationId xmlns:a16="http://schemas.microsoft.com/office/drawing/2014/main" id="{0B4CEDCA-AF62-4B04-9050-4B40BEA63124}"/>
              </a:ext>
            </a:extLst>
          </p:cNvPr>
          <p:cNvSpPr/>
          <p:nvPr>
            <p:custDataLst>
              <p:tags r:id="rId3"/>
            </p:custDataLst>
          </p:nvPr>
        </p:nvSpPr>
        <p:spPr bwMode="auto">
          <a:xfrm>
            <a:off x="0" y="2"/>
            <a:ext cx="195384" cy="158751"/>
          </a:xfrm>
          <a:prstGeom prst="rect">
            <a:avLst/>
          </a:prstGeom>
          <a:solidFill>
            <a:schemeClr val="bg1"/>
          </a:solidFill>
          <a:ln w="9525" cap="flat" cmpd="sng" algn="ctr">
            <a:solidFill>
              <a:schemeClr val="accent3"/>
            </a:solidFill>
            <a:prstDash val="solid"/>
            <a:round/>
            <a:headEnd type="none" w="med" len="med"/>
            <a:tailEnd type="none" w="med" len="med"/>
          </a:ln>
          <a:effectLst/>
        </p:spPr>
        <p:txBody>
          <a:bodyPr vert="horz" wrap="none" lIns="0" tIns="0" rIns="0" bIns="0" numCol="1" spcCol="0" rtlCol="0" anchor="ctr" anchorCtr="0" compatLnSpc="1">
            <a:prstTxWarp prst="textNoShape">
              <a:avLst/>
            </a:prstTxWarp>
            <a:noAutofit/>
          </a:bodyPr>
          <a:lstStyle/>
          <a:p>
            <a:pPr marL="0" marR="0" lvl="0" indent="0" algn="l" defTabSz="914354" rtl="0" eaLnBrk="0" fontAlgn="base" latinLnBrk="0" hangingPunct="0">
              <a:lnSpc>
                <a:spcPct val="100000"/>
              </a:lnSpc>
              <a:spcBef>
                <a:spcPct val="50000"/>
              </a:spcBef>
              <a:spcAft>
                <a:spcPct val="0"/>
              </a:spcAft>
              <a:buClr>
                <a:schemeClr val="accent1"/>
              </a:buClr>
              <a:buSzPct val="80000"/>
              <a:buFont typeface="Wingdings" pitchFamily="2" charset="2"/>
              <a:buNone/>
              <a:tabLst/>
            </a:pPr>
            <a:endParaRPr kumimoji="0" lang="en-US" sz="2667" b="1" i="0" u="none" strike="noStrike" cap="none" normalizeH="0" baseline="0" dirty="0">
              <a:ln>
                <a:noFill/>
              </a:ln>
              <a:solidFill>
                <a:schemeClr val="tx1"/>
              </a:solidFill>
              <a:effectLst/>
              <a:latin typeface="Arial" panose="020B0604020202020204" pitchFamily="34" charset="0"/>
              <a:ea typeface="+mj-ea"/>
              <a:cs typeface="Arial" panose="020B0604020202020204" pitchFamily="34" charset="0"/>
              <a:sym typeface="Arial" panose="020B0604020202020204" pitchFamily="34" charset="0"/>
            </a:endParaRPr>
          </a:p>
        </p:txBody>
      </p:sp>
      <p:sp>
        <p:nvSpPr>
          <p:cNvPr id="5" name="Rectangle 45">
            <a:extLst>
              <a:ext uri="{FF2B5EF4-FFF2-40B4-BE49-F238E27FC236}">
                <a16:creationId xmlns:a16="http://schemas.microsoft.com/office/drawing/2014/main" id="{6E5FC1DC-D1EF-96BF-2728-BA9413EA7C23}"/>
              </a:ext>
            </a:extLst>
          </p:cNvPr>
          <p:cNvSpPr>
            <a:spLocks noGrp="1" noChangeArrowheads="1"/>
          </p:cNvSpPr>
          <p:nvPr>
            <p:ph type="sldNum" sz="quarter" idx="4"/>
            <p:custDataLst>
              <p:tags r:id="rId4"/>
            </p:custDataLst>
          </p:nvPr>
        </p:nvSpPr>
        <p:spPr bwMode="auto">
          <a:xfrm>
            <a:off x="283200" y="6480063"/>
            <a:ext cx="335220" cy="205121"/>
          </a:xfrm>
          <a:prstGeom prst="rect">
            <a:avLst/>
          </a:prstGeom>
          <a:noFill/>
          <a:ln w="9525">
            <a:noFill/>
            <a:miter lim="800000"/>
            <a:headEnd/>
            <a:tailEnd/>
          </a:ln>
          <a:effectLst/>
        </p:spPr>
        <p:txBody>
          <a:bodyPr vert="horz" wrap="none" lIns="0" tIns="0" rIns="0" bIns="0" numCol="1" anchor="b" anchorCtr="0" compatLnSpc="1">
            <a:prstTxWarp prst="textNoShape">
              <a:avLst/>
            </a:prstTxWarp>
            <a:spAutoFit/>
          </a:bodyPr>
          <a:lstStyle>
            <a:lvl1pPr>
              <a:spcBef>
                <a:spcPct val="0"/>
              </a:spcBef>
              <a:buClrTx/>
              <a:buSzTx/>
              <a:buFontTx/>
              <a:buNone/>
              <a:defRPr sz="1333" b="0">
                <a:solidFill>
                  <a:schemeClr val="bg1"/>
                </a:solidFill>
              </a:defRPr>
            </a:lvl1pPr>
          </a:lstStyle>
          <a:p>
            <a:fld id="{B8B94130-3BBE-45CA-9999-1A0D48956379}" type="slidenum">
              <a:rPr lang="de-DE" smtClean="0"/>
              <a:t>‹Nr.›</a:t>
            </a:fld>
            <a:endParaRPr lang="de-DE"/>
          </a:p>
        </p:txBody>
      </p:sp>
      <p:cxnSp>
        <p:nvCxnSpPr>
          <p:cNvPr id="7" name="Straight Connector 6">
            <a:extLst>
              <a:ext uri="{FF2B5EF4-FFF2-40B4-BE49-F238E27FC236}">
                <a16:creationId xmlns:a16="http://schemas.microsoft.com/office/drawing/2014/main" id="{02447FC7-B390-F098-B10F-7E62624CC11D}"/>
              </a:ext>
            </a:extLst>
          </p:cNvPr>
          <p:cNvCxnSpPr>
            <a:cxnSpLocks noGrp="1" noRot="1" noMove="1" noResize="1" noEditPoints="1" noAdjustHandles="1" noChangeArrowheads="1" noChangeShapeType="1"/>
          </p:cNvCxnSpPr>
          <p:nvPr/>
        </p:nvCxnSpPr>
        <p:spPr bwMode="gray">
          <a:xfrm>
            <a:off x="3552111" y="0"/>
            <a:ext cx="0" cy="6859200"/>
          </a:xfrm>
          <a:prstGeom prst="line">
            <a:avLst/>
          </a:prstGeom>
          <a:solidFill>
            <a:schemeClr val="bg1"/>
          </a:solidFill>
          <a:ln w="15875" cap="flat" cmpd="sng" algn="ctr">
            <a:solidFill>
              <a:schemeClr val="bg1"/>
            </a:solidFill>
            <a:prstDash val="solid"/>
            <a:miter lim="800000"/>
            <a:headEnd type="none" w="med" len="med"/>
            <a:tailEnd type="none" w="med" len="med"/>
          </a:ln>
          <a:effectLst/>
        </p:spPr>
      </p:cxnSp>
    </p:spTree>
    <p:extLst>
      <p:ext uri="{BB962C8B-B14F-4D97-AF65-F5344CB8AC3E}">
        <p14:creationId xmlns:p14="http://schemas.microsoft.com/office/powerpoint/2010/main" val="1764584775"/>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White/ Gradient 2">
    <p:bg bwMode="gray">
      <p:bgRef idx="1001">
        <a:schemeClr val="bg1"/>
      </p:bgRef>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836A5806-75FC-49D3-AE29-8CC772894B6A}"/>
              </a:ext>
            </a:extLst>
          </p:cNvPr>
          <p:cNvGraphicFramePr>
            <a:graphicFrameLocks noChangeAspect="1"/>
          </p:cNvGraphicFramePr>
          <p:nvPr>
            <p:custDataLst>
              <p:tags r:id="rId1"/>
            </p:custDataLst>
            <p:extLst>
              <p:ext uri="{D42A27DB-BD31-4B8C-83A1-F6EECF244321}">
                <p14:modId xmlns:p14="http://schemas.microsoft.com/office/powerpoint/2010/main" val="3172578541"/>
              </p:ext>
            </p:extLst>
          </p:nvPr>
        </p:nvGraphicFramePr>
        <p:xfrm>
          <a:off x="1956" y="1590"/>
          <a:ext cx="1955" cy="1588"/>
        </p:xfrm>
        <a:graphic>
          <a:graphicData uri="http://schemas.openxmlformats.org/presentationml/2006/ole">
            <mc:AlternateContent xmlns:mc="http://schemas.openxmlformats.org/markup-compatibility/2006">
              <mc:Choice xmlns:v="urn:schemas-microsoft-com:vml" Requires="v">
                <p:oleObj name="think-cell Slide" r:id="rId7" imgW="353" imgH="353" progId="TCLayout.ActiveDocument.1">
                  <p:embed/>
                </p:oleObj>
              </mc:Choice>
              <mc:Fallback>
                <p:oleObj name="think-cell Slide" r:id="rId7" imgW="353" imgH="353" progId="TCLayout.ActiveDocument.1">
                  <p:embed/>
                  <p:pic>
                    <p:nvPicPr>
                      <p:cNvPr id="3" name="Object 2" hidden="1">
                        <a:extLst>
                          <a:ext uri="{FF2B5EF4-FFF2-40B4-BE49-F238E27FC236}">
                            <a16:creationId xmlns:a16="http://schemas.microsoft.com/office/drawing/2014/main" id="{836A5806-75FC-49D3-AE29-8CC772894B6A}"/>
                          </a:ext>
                        </a:extLst>
                      </p:cNvPr>
                      <p:cNvPicPr/>
                      <p:nvPr/>
                    </p:nvPicPr>
                    <p:blipFill>
                      <a:blip r:embed="rId8"/>
                      <a:stretch>
                        <a:fillRect/>
                      </a:stretch>
                    </p:blipFill>
                    <p:spPr>
                      <a:xfrm>
                        <a:off x="1956" y="1590"/>
                        <a:ext cx="1955" cy="1588"/>
                      </a:xfrm>
                      <a:prstGeom prst="rect">
                        <a:avLst/>
                      </a:prstGeom>
                    </p:spPr>
                  </p:pic>
                </p:oleObj>
              </mc:Fallback>
            </mc:AlternateContent>
          </a:graphicData>
        </a:graphic>
      </p:graphicFrame>
      <p:pic>
        <p:nvPicPr>
          <p:cNvPr id="9" name="Grafik 8" descr="Ein Bild, das Verschwommen, Blau, Screenshot enthält.&#10;&#10;Automatisch generierte Beschreibung">
            <a:extLst>
              <a:ext uri="{FF2B5EF4-FFF2-40B4-BE49-F238E27FC236}">
                <a16:creationId xmlns:a16="http://schemas.microsoft.com/office/drawing/2014/main" id="{D972EF5C-B044-338D-78F0-47C730FF1E98}"/>
              </a:ext>
            </a:extLst>
          </p:cNvPr>
          <p:cNvPicPr>
            <a:picLocks noChangeAspect="1"/>
          </p:cNvPicPr>
          <p:nvPr/>
        </p:nvPicPr>
        <p:blipFill>
          <a:blip r:embed="rId9" cstate="print">
            <a:extLst>
              <a:ext uri="{28A0092B-C50C-407E-A947-70E740481C1C}">
                <a14:useLocalDpi xmlns:a14="http://schemas.microsoft.com/office/drawing/2010/main"/>
              </a:ext>
            </a:extLst>
          </a:blip>
          <a:srcRect l="46212" t="1690" r="24513" b="1690"/>
          <a:stretch>
            <a:fillRect/>
          </a:stretch>
        </p:blipFill>
        <p:spPr>
          <a:xfrm>
            <a:off x="8499232" y="-600"/>
            <a:ext cx="3692769" cy="6859200"/>
          </a:xfrm>
          <a:custGeom>
            <a:avLst/>
            <a:gdLst>
              <a:gd name="connsiteX0" fmla="*/ 0 w 2769577"/>
              <a:gd name="connsiteY0" fmla="*/ 0 h 5144400"/>
              <a:gd name="connsiteX1" fmla="*/ 2769577 w 2769577"/>
              <a:gd name="connsiteY1" fmla="*/ 0 h 5144400"/>
              <a:gd name="connsiteX2" fmla="*/ 2769577 w 2769577"/>
              <a:gd name="connsiteY2" fmla="*/ 5144400 h 5144400"/>
              <a:gd name="connsiteX3" fmla="*/ 0 w 2769577"/>
              <a:gd name="connsiteY3" fmla="*/ 5144400 h 5144400"/>
            </a:gdLst>
            <a:ahLst/>
            <a:cxnLst>
              <a:cxn ang="0">
                <a:pos x="connsiteX0" y="connsiteY0"/>
              </a:cxn>
              <a:cxn ang="0">
                <a:pos x="connsiteX1" y="connsiteY1"/>
              </a:cxn>
              <a:cxn ang="0">
                <a:pos x="connsiteX2" y="connsiteY2"/>
              </a:cxn>
              <a:cxn ang="0">
                <a:pos x="connsiteX3" y="connsiteY3"/>
              </a:cxn>
            </a:cxnLst>
            <a:rect l="l" t="t" r="r" b="b"/>
            <a:pathLst>
              <a:path w="2769577" h="5144400">
                <a:moveTo>
                  <a:pt x="0" y="0"/>
                </a:moveTo>
                <a:lnTo>
                  <a:pt x="2769577" y="0"/>
                </a:lnTo>
                <a:lnTo>
                  <a:pt x="2769577" y="5144400"/>
                </a:lnTo>
                <a:lnTo>
                  <a:pt x="0" y="5144400"/>
                </a:lnTo>
                <a:close/>
              </a:path>
            </a:pathLst>
          </a:custGeom>
        </p:spPr>
      </p:pic>
      <p:sp>
        <p:nvSpPr>
          <p:cNvPr id="2" name="Rectangle 1" hidden="1">
            <a:extLst>
              <a:ext uri="{FF2B5EF4-FFF2-40B4-BE49-F238E27FC236}">
                <a16:creationId xmlns:a16="http://schemas.microsoft.com/office/drawing/2014/main" id="{0B4CEDCA-AF62-4B04-9050-4B40BEA63124}"/>
              </a:ext>
            </a:extLst>
          </p:cNvPr>
          <p:cNvSpPr/>
          <p:nvPr>
            <p:custDataLst>
              <p:tags r:id="rId2"/>
            </p:custDataLst>
          </p:nvPr>
        </p:nvSpPr>
        <p:spPr bwMode="auto">
          <a:xfrm>
            <a:off x="0" y="2"/>
            <a:ext cx="195384" cy="158751"/>
          </a:xfrm>
          <a:prstGeom prst="rect">
            <a:avLst/>
          </a:prstGeom>
          <a:solidFill>
            <a:schemeClr val="bg1"/>
          </a:solidFill>
          <a:ln w="9525" cap="flat" cmpd="sng" algn="ctr">
            <a:solidFill>
              <a:schemeClr val="accent3"/>
            </a:solidFill>
            <a:prstDash val="solid"/>
            <a:round/>
            <a:headEnd type="none" w="med" len="med"/>
            <a:tailEnd type="none" w="med" len="med"/>
          </a:ln>
          <a:effectLst/>
        </p:spPr>
        <p:txBody>
          <a:bodyPr vert="horz" wrap="none" lIns="0" tIns="0" rIns="0" bIns="0" numCol="1" spcCol="0" rtlCol="0" anchor="ctr" anchorCtr="0" compatLnSpc="1">
            <a:prstTxWarp prst="textNoShape">
              <a:avLst/>
            </a:prstTxWarp>
            <a:noAutofit/>
          </a:bodyPr>
          <a:lstStyle/>
          <a:p>
            <a:pPr marL="0" marR="0" lvl="0" indent="0" algn="l" defTabSz="914354" rtl="0" eaLnBrk="0" fontAlgn="base" latinLnBrk="0" hangingPunct="0">
              <a:lnSpc>
                <a:spcPct val="100000"/>
              </a:lnSpc>
              <a:spcBef>
                <a:spcPct val="50000"/>
              </a:spcBef>
              <a:spcAft>
                <a:spcPct val="0"/>
              </a:spcAft>
              <a:buClr>
                <a:schemeClr val="accent1"/>
              </a:buClr>
              <a:buSzPct val="80000"/>
              <a:buFont typeface="Wingdings" pitchFamily="2" charset="2"/>
              <a:buNone/>
              <a:tabLst/>
            </a:pPr>
            <a:endParaRPr kumimoji="0" lang="en-US" sz="2667" b="1" i="0" u="none" strike="noStrike" cap="none" normalizeH="0" baseline="0" dirty="0">
              <a:ln>
                <a:noFill/>
              </a:ln>
              <a:solidFill>
                <a:schemeClr val="tx1"/>
              </a:solidFill>
              <a:effectLst/>
              <a:latin typeface="Arial" panose="020B0604020202020204" pitchFamily="34" charset="0"/>
              <a:ea typeface="+mj-ea"/>
              <a:cs typeface="Arial" panose="020B0604020202020204" pitchFamily="34" charset="0"/>
              <a:sym typeface="Arial" panose="020B0604020202020204" pitchFamily="34" charset="0"/>
            </a:endParaRPr>
          </a:p>
        </p:txBody>
      </p:sp>
      <p:sp>
        <p:nvSpPr>
          <p:cNvPr id="26" name="Titel 1">
            <a:extLst>
              <a:ext uri="{FF2B5EF4-FFF2-40B4-BE49-F238E27FC236}">
                <a16:creationId xmlns:a16="http://schemas.microsoft.com/office/drawing/2014/main" id="{4DEA230A-FF0A-466A-94FB-AB03DD3810AA}"/>
              </a:ext>
            </a:extLst>
          </p:cNvPr>
          <p:cNvSpPr>
            <a:spLocks noGrp="1"/>
          </p:cNvSpPr>
          <p:nvPr>
            <p:ph type="title" hasCustomPrompt="1"/>
          </p:nvPr>
        </p:nvSpPr>
        <p:spPr bwMode="gray">
          <a:xfrm>
            <a:off x="278401" y="457200"/>
            <a:ext cx="8108308" cy="762000"/>
          </a:xfrm>
        </p:spPr>
        <p:txBody>
          <a:bodyPr vert="horz"/>
          <a:lstStyle>
            <a:lvl1pPr>
              <a:defRPr baseline="0">
                <a:latin typeface="+mj-lt"/>
                <a:cs typeface="Arial" panose="020B0604020202020204" pitchFamily="34" charset="0"/>
                <a:sym typeface="Arial" panose="020B0604020202020204" pitchFamily="34" charset="0"/>
              </a:defRPr>
            </a:lvl1pPr>
          </a:lstStyle>
          <a:p>
            <a:r>
              <a:rPr lang="en-US" dirty="0"/>
              <a:t>Click to add title</a:t>
            </a:r>
          </a:p>
        </p:txBody>
      </p:sp>
      <p:sp>
        <p:nvSpPr>
          <p:cNvPr id="45" name="Rectangle 45">
            <a:extLst>
              <a:ext uri="{FF2B5EF4-FFF2-40B4-BE49-F238E27FC236}">
                <a16:creationId xmlns:a16="http://schemas.microsoft.com/office/drawing/2014/main" id="{D68C3782-ECDD-4E7B-88EC-BC252344BA2F}"/>
              </a:ext>
            </a:extLst>
          </p:cNvPr>
          <p:cNvSpPr>
            <a:spLocks noGrp="1" noChangeArrowheads="1"/>
          </p:cNvSpPr>
          <p:nvPr>
            <p:ph type="sldNum" sz="quarter" idx="4"/>
            <p:custDataLst>
              <p:tags r:id="rId3"/>
            </p:custDataLst>
          </p:nvPr>
        </p:nvSpPr>
        <p:spPr bwMode="auto">
          <a:xfrm>
            <a:off x="283200" y="6480063"/>
            <a:ext cx="335220" cy="205121"/>
          </a:xfrm>
          <a:prstGeom prst="rect">
            <a:avLst/>
          </a:prstGeom>
          <a:noFill/>
          <a:ln w="9525">
            <a:noFill/>
            <a:miter lim="800000"/>
            <a:headEnd/>
            <a:tailEnd/>
          </a:ln>
          <a:effectLst/>
        </p:spPr>
        <p:txBody>
          <a:bodyPr vert="horz" wrap="none" lIns="0" tIns="0" rIns="0" bIns="0" numCol="1" anchor="b" anchorCtr="0" compatLnSpc="1">
            <a:prstTxWarp prst="textNoShape">
              <a:avLst/>
            </a:prstTxWarp>
            <a:spAutoFit/>
          </a:bodyPr>
          <a:lstStyle>
            <a:lvl1pPr>
              <a:spcBef>
                <a:spcPct val="0"/>
              </a:spcBef>
              <a:buClrTx/>
              <a:buSzTx/>
              <a:buFontTx/>
              <a:buNone/>
              <a:defRPr sz="1333" b="0"/>
            </a:lvl1pPr>
          </a:lstStyle>
          <a:p>
            <a:fld id="{B8B94130-3BBE-45CA-9999-1A0D48956379}" type="slidenum">
              <a:rPr lang="de-DE" smtClean="0"/>
              <a:t>‹Nr.›</a:t>
            </a:fld>
            <a:endParaRPr lang="de-DE"/>
          </a:p>
        </p:txBody>
      </p:sp>
      <p:sp>
        <p:nvSpPr>
          <p:cNvPr id="47" name="Rectangle 44">
            <a:extLst>
              <a:ext uri="{FF2B5EF4-FFF2-40B4-BE49-F238E27FC236}">
                <a16:creationId xmlns:a16="http://schemas.microsoft.com/office/drawing/2014/main" id="{2F82915A-74C0-4090-A6ED-60122C74A3C4}"/>
              </a:ext>
            </a:extLst>
          </p:cNvPr>
          <p:cNvSpPr>
            <a:spLocks noGrp="1" noChangeArrowheads="1"/>
          </p:cNvSpPr>
          <p:nvPr>
            <p:ph type="ftr" sz="quarter" idx="3"/>
            <p:custDataLst>
              <p:tags r:id="rId4"/>
            </p:custDataLst>
          </p:nvPr>
        </p:nvSpPr>
        <p:spPr bwMode="auto">
          <a:xfrm>
            <a:off x="937336" y="6480000"/>
            <a:ext cx="6528000" cy="205184"/>
          </a:xfrm>
          <a:prstGeom prst="rect">
            <a:avLst/>
          </a:prstGeom>
          <a:noFill/>
          <a:ln w="9525">
            <a:noFill/>
            <a:miter lim="800000"/>
            <a:headEnd/>
            <a:tailEnd/>
          </a:ln>
          <a:effectLst/>
        </p:spPr>
        <p:txBody>
          <a:bodyPr vert="horz" wrap="square" lIns="0" tIns="0" rIns="0" bIns="0" numCol="1" anchor="b" anchorCtr="0" compatLnSpc="1">
            <a:prstTxWarp prst="textNoShape">
              <a:avLst/>
            </a:prstTxWarp>
            <a:noAutofit/>
          </a:bodyPr>
          <a:lstStyle>
            <a:lvl1pPr>
              <a:spcBef>
                <a:spcPct val="0"/>
              </a:spcBef>
              <a:buClrTx/>
              <a:buSzTx/>
              <a:buFontTx/>
              <a:buNone/>
              <a:defRPr sz="1333"/>
            </a:lvl1pPr>
          </a:lstStyle>
          <a:p>
            <a:endParaRPr lang="de-DE"/>
          </a:p>
        </p:txBody>
      </p:sp>
      <p:sp>
        <p:nvSpPr>
          <p:cNvPr id="23" name="Rectangle 20">
            <a:extLst>
              <a:ext uri="{FF2B5EF4-FFF2-40B4-BE49-F238E27FC236}">
                <a16:creationId xmlns:a16="http://schemas.microsoft.com/office/drawing/2014/main" id="{F09AAAF9-D7A4-49C5-9E6D-D909B10797F9}"/>
              </a:ext>
            </a:extLst>
          </p:cNvPr>
          <p:cNvSpPr>
            <a:spLocks noGrp="1" noRot="1" noMove="1" noResize="1" noEditPoints="1" noAdjustHandles="1" noChangeArrowheads="1" noChangeShapeType="1"/>
          </p:cNvSpPr>
          <p:nvPr>
            <p:custDataLst>
              <p:tags r:id="rId5"/>
            </p:custDataLst>
          </p:nvPr>
        </p:nvSpPr>
        <p:spPr bwMode="gray">
          <a:xfrm>
            <a:off x="9587673" y="6480064"/>
            <a:ext cx="2328835" cy="205121"/>
          </a:xfrm>
          <a:prstGeom prst="rect">
            <a:avLst/>
          </a:prstGeom>
          <a:noFill/>
          <a:ln w="9525">
            <a:noFill/>
            <a:miter lim="800000"/>
            <a:headEnd/>
            <a:tailEnd/>
          </a:ln>
          <a:effectLst/>
        </p:spPr>
        <p:txBody>
          <a:bodyPr wrap="square" lIns="0" tIns="0" rIns="0" bIns="0" anchor="b">
            <a:spAutoFit/>
          </a:bodyPr>
          <a:lstStyle/>
          <a:p>
            <a:pPr algn="r" defTabSz="857208">
              <a:spcBef>
                <a:spcPct val="0"/>
              </a:spcBef>
              <a:buClrTx/>
              <a:buSzTx/>
              <a:buFontTx/>
              <a:buNone/>
              <a:defRPr/>
            </a:pPr>
            <a:r>
              <a:rPr lang="en-US" sz="1333" dirty="0">
                <a:solidFill>
                  <a:schemeClr val="bg1"/>
                </a:solidFill>
              </a:rPr>
              <a:t>© Horváth</a:t>
            </a:r>
          </a:p>
        </p:txBody>
      </p:sp>
      <p:pic>
        <p:nvPicPr>
          <p:cNvPr id="5" name="Grafik 15">
            <a:extLst>
              <a:ext uri="{FF2B5EF4-FFF2-40B4-BE49-F238E27FC236}">
                <a16:creationId xmlns:a16="http://schemas.microsoft.com/office/drawing/2014/main" id="{12E200E7-E510-7321-1EAB-B2737D860122}"/>
              </a:ext>
            </a:extLst>
          </p:cNvPr>
          <p:cNvPicPr>
            <a:picLocks noGrp="1" noRot="1" noChangeAspect="1" noMove="1" noResize="1" noEditPoints="1" noAdjustHandles="1" noChangeArrowheads="1" noChangeShapeType="1" noCrop="1"/>
          </p:cNvPicPr>
          <p:nvPr/>
        </p:nvPicPr>
        <p:blipFill>
          <a:blip r:embed="rId10">
            <a:extLst>
              <a:ext uri="{96DAC541-7B7A-43D3-8B79-37D633B846F1}">
                <asvg:svgBlip xmlns:asvg="http://schemas.microsoft.com/office/drawing/2016/SVG/main" r:embed="rId11"/>
              </a:ext>
            </a:extLst>
          </a:blip>
          <a:stretch>
            <a:fillRect/>
          </a:stretch>
        </p:blipFill>
        <p:spPr bwMode="gray">
          <a:xfrm>
            <a:off x="11617326" y="157491"/>
            <a:ext cx="289023" cy="260120"/>
          </a:xfrm>
          <a:prstGeom prst="rect">
            <a:avLst/>
          </a:prstGeom>
        </p:spPr>
      </p:pic>
      <p:cxnSp>
        <p:nvCxnSpPr>
          <p:cNvPr id="6" name="Straight Connector 5">
            <a:extLst>
              <a:ext uri="{FF2B5EF4-FFF2-40B4-BE49-F238E27FC236}">
                <a16:creationId xmlns:a16="http://schemas.microsoft.com/office/drawing/2014/main" id="{3D64E624-6F11-2540-EC1F-3FFFA92A6104}"/>
              </a:ext>
            </a:extLst>
          </p:cNvPr>
          <p:cNvCxnSpPr>
            <a:cxnSpLocks noGrp="1" noRot="1" noMove="1" noResize="1" noEditPoints="1" noAdjustHandles="1" noChangeArrowheads="1" noChangeShapeType="1"/>
          </p:cNvCxnSpPr>
          <p:nvPr/>
        </p:nvCxnSpPr>
        <p:spPr bwMode="gray">
          <a:xfrm>
            <a:off x="8640000" y="0"/>
            <a:ext cx="0" cy="6859200"/>
          </a:xfrm>
          <a:prstGeom prst="line">
            <a:avLst/>
          </a:prstGeom>
          <a:solidFill>
            <a:schemeClr val="bg1"/>
          </a:solidFill>
          <a:ln w="15875" cap="flat" cmpd="sng" algn="ctr">
            <a:solidFill>
              <a:schemeClr val="bg1"/>
            </a:solidFill>
            <a:prstDash val="solid"/>
            <a:miter lim="800000"/>
            <a:headEnd type="none" w="med" len="med"/>
            <a:tailEnd type="none" w="med" len="med"/>
          </a:ln>
          <a:effectLst/>
        </p:spPr>
      </p:cxnSp>
    </p:spTree>
    <p:extLst>
      <p:ext uri="{BB962C8B-B14F-4D97-AF65-F5344CB8AC3E}">
        <p14:creationId xmlns:p14="http://schemas.microsoft.com/office/powerpoint/2010/main" val="1471357184"/>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icture/ White 1">
    <p:bg bwMode="gray">
      <p:bgRef idx="1001">
        <a:schemeClr val="bg1"/>
      </p:bgRef>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836A5806-75FC-49D3-AE29-8CC772894B6A}"/>
              </a:ext>
            </a:extLst>
          </p:cNvPr>
          <p:cNvGraphicFramePr>
            <a:graphicFrameLocks noChangeAspect="1"/>
          </p:cNvGraphicFramePr>
          <p:nvPr>
            <p:custDataLst>
              <p:tags r:id="rId1"/>
            </p:custDataLst>
            <p:extLst>
              <p:ext uri="{D42A27DB-BD31-4B8C-83A1-F6EECF244321}">
                <p14:modId xmlns:p14="http://schemas.microsoft.com/office/powerpoint/2010/main" val="568207900"/>
              </p:ext>
            </p:extLst>
          </p:nvPr>
        </p:nvGraphicFramePr>
        <p:xfrm>
          <a:off x="1956" y="1590"/>
          <a:ext cx="1955" cy="1588"/>
        </p:xfrm>
        <a:graphic>
          <a:graphicData uri="http://schemas.openxmlformats.org/presentationml/2006/ole">
            <mc:AlternateContent xmlns:mc="http://schemas.openxmlformats.org/markup-compatibility/2006">
              <mc:Choice xmlns:v="urn:schemas-microsoft-com:vml" Requires="v">
                <p:oleObj name="think-cell Slide" r:id="rId6" imgW="353" imgH="353" progId="TCLayout.ActiveDocument.1">
                  <p:embed/>
                </p:oleObj>
              </mc:Choice>
              <mc:Fallback>
                <p:oleObj name="think-cell Slide" r:id="rId6" imgW="353" imgH="353" progId="TCLayout.ActiveDocument.1">
                  <p:embed/>
                  <p:pic>
                    <p:nvPicPr>
                      <p:cNvPr id="3" name="Object 2" hidden="1">
                        <a:extLst>
                          <a:ext uri="{FF2B5EF4-FFF2-40B4-BE49-F238E27FC236}">
                            <a16:creationId xmlns:a16="http://schemas.microsoft.com/office/drawing/2014/main" id="{836A5806-75FC-49D3-AE29-8CC772894B6A}"/>
                          </a:ext>
                        </a:extLst>
                      </p:cNvPr>
                      <p:cNvPicPr/>
                      <p:nvPr/>
                    </p:nvPicPr>
                    <p:blipFill>
                      <a:blip r:embed="rId7"/>
                      <a:stretch>
                        <a:fillRect/>
                      </a:stretch>
                    </p:blipFill>
                    <p:spPr>
                      <a:xfrm>
                        <a:off x="1956" y="1590"/>
                        <a:ext cx="1955"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B4CEDCA-AF62-4B04-9050-4B40BEA63124}"/>
              </a:ext>
            </a:extLst>
          </p:cNvPr>
          <p:cNvSpPr/>
          <p:nvPr>
            <p:custDataLst>
              <p:tags r:id="rId2"/>
            </p:custDataLst>
          </p:nvPr>
        </p:nvSpPr>
        <p:spPr bwMode="auto">
          <a:xfrm>
            <a:off x="0" y="2"/>
            <a:ext cx="195384" cy="158751"/>
          </a:xfrm>
          <a:prstGeom prst="rect">
            <a:avLst/>
          </a:prstGeom>
          <a:solidFill>
            <a:schemeClr val="bg1"/>
          </a:solidFill>
          <a:ln w="9525" cap="flat" cmpd="sng" algn="ctr">
            <a:solidFill>
              <a:schemeClr val="accent3"/>
            </a:solidFill>
            <a:prstDash val="solid"/>
            <a:round/>
            <a:headEnd type="none" w="med" len="med"/>
            <a:tailEnd type="none" w="med" len="med"/>
          </a:ln>
          <a:effectLst/>
        </p:spPr>
        <p:txBody>
          <a:bodyPr vert="horz" wrap="none" lIns="0" tIns="0" rIns="0" bIns="0" numCol="1" spcCol="0" rtlCol="0" anchor="ctr" anchorCtr="0" compatLnSpc="1">
            <a:prstTxWarp prst="textNoShape">
              <a:avLst/>
            </a:prstTxWarp>
            <a:noAutofit/>
          </a:bodyPr>
          <a:lstStyle/>
          <a:p>
            <a:pPr marL="0" marR="0" lvl="0" indent="0" algn="l" defTabSz="914354" rtl="0" eaLnBrk="0" fontAlgn="base" latinLnBrk="0" hangingPunct="0">
              <a:lnSpc>
                <a:spcPct val="100000"/>
              </a:lnSpc>
              <a:spcBef>
                <a:spcPct val="50000"/>
              </a:spcBef>
              <a:spcAft>
                <a:spcPct val="0"/>
              </a:spcAft>
              <a:buClr>
                <a:schemeClr val="accent1"/>
              </a:buClr>
              <a:buSzPct val="80000"/>
              <a:buFont typeface="Wingdings" pitchFamily="2" charset="2"/>
              <a:buNone/>
              <a:tabLst/>
            </a:pPr>
            <a:endParaRPr kumimoji="0" lang="en-US" sz="2667" b="1" i="0" u="none" strike="noStrike" cap="none" normalizeH="0" baseline="0" dirty="0">
              <a:ln>
                <a:noFill/>
              </a:ln>
              <a:solidFill>
                <a:schemeClr val="tx1"/>
              </a:solidFill>
              <a:effectLst/>
              <a:latin typeface="Arial" panose="020B0604020202020204" pitchFamily="34" charset="0"/>
              <a:ea typeface="+mj-ea"/>
              <a:cs typeface="Arial" panose="020B0604020202020204" pitchFamily="34" charset="0"/>
              <a:sym typeface="Arial" panose="020B0604020202020204" pitchFamily="34" charset="0"/>
            </a:endParaRPr>
          </a:p>
        </p:txBody>
      </p:sp>
      <p:sp>
        <p:nvSpPr>
          <p:cNvPr id="10" name="Picture Placeholder 9">
            <a:extLst>
              <a:ext uri="{FF2B5EF4-FFF2-40B4-BE49-F238E27FC236}">
                <a16:creationId xmlns:a16="http://schemas.microsoft.com/office/drawing/2014/main" id="{BBDCDD8B-793F-E900-694E-FD7D22810C22}"/>
              </a:ext>
            </a:extLst>
          </p:cNvPr>
          <p:cNvSpPr>
            <a:spLocks noGrp="1"/>
          </p:cNvSpPr>
          <p:nvPr>
            <p:ph type="pic" sz="quarter" idx="16"/>
          </p:nvPr>
        </p:nvSpPr>
        <p:spPr bwMode="gray">
          <a:xfrm>
            <a:off x="1" y="-13159"/>
            <a:ext cx="4618609" cy="6868801"/>
          </a:xfrm>
          <a:custGeom>
            <a:avLst/>
            <a:gdLst>
              <a:gd name="connsiteX0" fmla="*/ 0 w 3463957"/>
              <a:gd name="connsiteY0" fmla="*/ 0 h 5151601"/>
              <a:gd name="connsiteX1" fmla="*/ 586740 w 3463957"/>
              <a:gd name="connsiteY1" fmla="*/ 0 h 5151601"/>
              <a:gd name="connsiteX2" fmla="*/ 586740 w 3463957"/>
              <a:gd name="connsiteY2" fmla="*/ 64 h 5151601"/>
              <a:gd name="connsiteX3" fmla="*/ 3016334 w 3463957"/>
              <a:gd name="connsiteY3" fmla="*/ 330 h 5151601"/>
              <a:gd name="connsiteX4" fmla="*/ 3016416 w 3463957"/>
              <a:gd name="connsiteY4" fmla="*/ 0 h 5151601"/>
              <a:gd name="connsiteX5" fmla="*/ 3052721 w 3463957"/>
              <a:gd name="connsiteY5" fmla="*/ 0 h 5151601"/>
              <a:gd name="connsiteX6" fmla="*/ 3391478 w 3463957"/>
              <a:gd name="connsiteY6" fmla="*/ 0 h 5151601"/>
              <a:gd name="connsiteX7" fmla="*/ 3426262 w 3463957"/>
              <a:gd name="connsiteY7" fmla="*/ 0 h 5151601"/>
              <a:gd name="connsiteX8" fmla="*/ 3426169 w 3463957"/>
              <a:gd name="connsiteY8" fmla="*/ 374 h 5151601"/>
              <a:gd name="connsiteX9" fmla="*/ 3463957 w 3463957"/>
              <a:gd name="connsiteY9" fmla="*/ 378 h 5151601"/>
              <a:gd name="connsiteX10" fmla="*/ 3463957 w 3463957"/>
              <a:gd name="connsiteY10" fmla="*/ 382 h 5151601"/>
              <a:gd name="connsiteX11" fmla="*/ 2180975 w 3463957"/>
              <a:gd name="connsiteY11" fmla="*/ 5150499 h 5151601"/>
              <a:gd name="connsiteX12" fmla="*/ 2143889 w 3463957"/>
              <a:gd name="connsiteY12" fmla="*/ 5150518 h 5151601"/>
              <a:gd name="connsiteX13" fmla="*/ 2143619 w 3463957"/>
              <a:gd name="connsiteY13" fmla="*/ 5151600 h 5151601"/>
              <a:gd name="connsiteX14" fmla="*/ 2107040 w 3463957"/>
              <a:gd name="connsiteY14" fmla="*/ 5151600 h 5151601"/>
              <a:gd name="connsiteX15" fmla="*/ 1770078 w 3463957"/>
              <a:gd name="connsiteY15" fmla="*/ 5151600 h 5151601"/>
              <a:gd name="connsiteX16" fmla="*/ 1731978 w 3463957"/>
              <a:gd name="connsiteY16" fmla="*/ 5151600 h 5151601"/>
              <a:gd name="connsiteX17" fmla="*/ 1732196 w 3463957"/>
              <a:gd name="connsiteY17" fmla="*/ 5150727 h 5151601"/>
              <a:gd name="connsiteX18" fmla="*/ 586740 w 3463957"/>
              <a:gd name="connsiteY18" fmla="*/ 5151305 h 5151601"/>
              <a:gd name="connsiteX19" fmla="*/ 586740 w 3463957"/>
              <a:gd name="connsiteY19" fmla="*/ 5151600 h 5151601"/>
              <a:gd name="connsiteX20" fmla="*/ 3573 w 3463957"/>
              <a:gd name="connsiteY20" fmla="*/ 5151600 h 5151601"/>
              <a:gd name="connsiteX21" fmla="*/ 1447 w 3463957"/>
              <a:gd name="connsiteY21" fmla="*/ 5151601 h 5151601"/>
              <a:gd name="connsiteX22" fmla="*/ 1447 w 3463957"/>
              <a:gd name="connsiteY22" fmla="*/ 5151600 h 5151601"/>
              <a:gd name="connsiteX23" fmla="*/ 0 w 3463957"/>
              <a:gd name="connsiteY23" fmla="*/ 5151600 h 5151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463957" h="5151601">
                <a:moveTo>
                  <a:pt x="0" y="0"/>
                </a:moveTo>
                <a:lnTo>
                  <a:pt x="586740" y="0"/>
                </a:lnTo>
                <a:lnTo>
                  <a:pt x="586740" y="64"/>
                </a:lnTo>
                <a:lnTo>
                  <a:pt x="3016334" y="330"/>
                </a:lnTo>
                <a:lnTo>
                  <a:pt x="3016416" y="0"/>
                </a:lnTo>
                <a:lnTo>
                  <a:pt x="3052721" y="0"/>
                </a:lnTo>
                <a:lnTo>
                  <a:pt x="3391478" y="0"/>
                </a:lnTo>
                <a:lnTo>
                  <a:pt x="3426262" y="0"/>
                </a:lnTo>
                <a:lnTo>
                  <a:pt x="3426169" y="374"/>
                </a:lnTo>
                <a:lnTo>
                  <a:pt x="3463957" y="378"/>
                </a:lnTo>
                <a:lnTo>
                  <a:pt x="3463957" y="382"/>
                </a:lnTo>
                <a:lnTo>
                  <a:pt x="2180975" y="5150499"/>
                </a:lnTo>
                <a:lnTo>
                  <a:pt x="2143889" y="5150518"/>
                </a:lnTo>
                <a:lnTo>
                  <a:pt x="2143619" y="5151600"/>
                </a:lnTo>
                <a:lnTo>
                  <a:pt x="2107040" y="5151600"/>
                </a:lnTo>
                <a:lnTo>
                  <a:pt x="1770078" y="5151600"/>
                </a:lnTo>
                <a:lnTo>
                  <a:pt x="1731978" y="5151600"/>
                </a:lnTo>
                <a:lnTo>
                  <a:pt x="1732196" y="5150727"/>
                </a:lnTo>
                <a:lnTo>
                  <a:pt x="586740" y="5151305"/>
                </a:lnTo>
                <a:lnTo>
                  <a:pt x="586740" y="5151600"/>
                </a:lnTo>
                <a:lnTo>
                  <a:pt x="3573" y="5151600"/>
                </a:lnTo>
                <a:lnTo>
                  <a:pt x="1447" y="5151601"/>
                </a:lnTo>
                <a:lnTo>
                  <a:pt x="1447" y="5151600"/>
                </a:lnTo>
                <a:lnTo>
                  <a:pt x="0" y="5151600"/>
                </a:lnTo>
                <a:close/>
              </a:path>
            </a:pathLst>
          </a:custGeom>
          <a:solidFill>
            <a:srgbClr val="FFFFCC"/>
          </a:solidFill>
          <a:ln w="9525">
            <a:noFill/>
            <a:miter lim="800000"/>
            <a:headEnd/>
            <a:tailEnd/>
          </a:ln>
        </p:spPr>
        <p:txBody>
          <a:bodyPr wrap="square" lIns="72000" tIns="72000" rIns="72000" bIns="72000" anchor="ctr" anchorCtr="0">
            <a:noAutofit/>
          </a:bodyPr>
          <a:lstStyle>
            <a:lvl1pPr algn="l">
              <a:defRPr sz="1867"/>
            </a:lvl1pPr>
          </a:lstStyle>
          <a:p>
            <a:r>
              <a:rPr lang="de-DE"/>
              <a:t>Bild durch Klicken auf Symbol hinzufügen</a:t>
            </a:r>
            <a:endParaRPr lang="en-US" dirty="0"/>
          </a:p>
        </p:txBody>
      </p:sp>
      <p:sp>
        <p:nvSpPr>
          <p:cNvPr id="5" name="Titel 1">
            <a:extLst>
              <a:ext uri="{FF2B5EF4-FFF2-40B4-BE49-F238E27FC236}">
                <a16:creationId xmlns:a16="http://schemas.microsoft.com/office/drawing/2014/main" id="{FA09972C-45D9-B681-2D78-55E4B618AD47}"/>
              </a:ext>
            </a:extLst>
          </p:cNvPr>
          <p:cNvSpPr>
            <a:spLocks noGrp="1"/>
          </p:cNvSpPr>
          <p:nvPr>
            <p:ph type="title" hasCustomPrompt="1"/>
            <p:custDataLst>
              <p:tags r:id="rId3"/>
            </p:custDataLst>
          </p:nvPr>
        </p:nvSpPr>
        <p:spPr>
          <a:xfrm>
            <a:off x="4809068" y="457200"/>
            <a:ext cx="7109331" cy="762000"/>
          </a:xfrm>
        </p:spPr>
        <p:txBody>
          <a:bodyPr vert="horz"/>
          <a:lstStyle>
            <a:lvl1pPr>
              <a:defRPr/>
            </a:lvl1pPr>
          </a:lstStyle>
          <a:p>
            <a:r>
              <a:rPr lang="en-US" dirty="0"/>
              <a:t>Click to add title</a:t>
            </a:r>
          </a:p>
        </p:txBody>
      </p:sp>
      <p:sp>
        <p:nvSpPr>
          <p:cNvPr id="6" name="Rectangle 45">
            <a:extLst>
              <a:ext uri="{FF2B5EF4-FFF2-40B4-BE49-F238E27FC236}">
                <a16:creationId xmlns:a16="http://schemas.microsoft.com/office/drawing/2014/main" id="{30C4822D-6FB7-F65F-5760-5E49E4024CA0}"/>
              </a:ext>
            </a:extLst>
          </p:cNvPr>
          <p:cNvSpPr>
            <a:spLocks noGrp="1" noChangeArrowheads="1"/>
          </p:cNvSpPr>
          <p:nvPr>
            <p:ph type="sldNum" sz="quarter" idx="4"/>
            <p:custDataLst>
              <p:tags r:id="rId4"/>
            </p:custDataLst>
          </p:nvPr>
        </p:nvSpPr>
        <p:spPr bwMode="auto">
          <a:xfrm>
            <a:off x="283200" y="6480063"/>
            <a:ext cx="335220" cy="205121"/>
          </a:xfrm>
          <a:prstGeom prst="rect">
            <a:avLst/>
          </a:prstGeom>
          <a:noFill/>
          <a:ln w="9525">
            <a:noFill/>
            <a:miter lim="800000"/>
            <a:headEnd/>
            <a:tailEnd/>
          </a:ln>
          <a:effectLst/>
        </p:spPr>
        <p:txBody>
          <a:bodyPr vert="horz" wrap="none" lIns="0" tIns="0" rIns="0" bIns="0" numCol="1" anchor="b" anchorCtr="0" compatLnSpc="1">
            <a:prstTxWarp prst="textNoShape">
              <a:avLst/>
            </a:prstTxWarp>
            <a:spAutoFit/>
          </a:bodyPr>
          <a:lstStyle>
            <a:lvl1pPr>
              <a:spcBef>
                <a:spcPct val="0"/>
              </a:spcBef>
              <a:buClrTx/>
              <a:buSzTx/>
              <a:buFontTx/>
              <a:buNone/>
              <a:defRPr sz="1333" b="0">
                <a:solidFill>
                  <a:schemeClr val="bg1"/>
                </a:solidFill>
              </a:defRPr>
            </a:lvl1pPr>
          </a:lstStyle>
          <a:p>
            <a:fld id="{B8B94130-3BBE-45CA-9999-1A0D48956379}" type="slidenum">
              <a:rPr lang="de-DE" smtClean="0"/>
              <a:t>‹Nr.›</a:t>
            </a:fld>
            <a:endParaRPr lang="de-DE"/>
          </a:p>
        </p:txBody>
      </p:sp>
      <p:cxnSp>
        <p:nvCxnSpPr>
          <p:cNvPr id="4" name="Straight Connector 3">
            <a:extLst>
              <a:ext uri="{FF2B5EF4-FFF2-40B4-BE49-F238E27FC236}">
                <a16:creationId xmlns:a16="http://schemas.microsoft.com/office/drawing/2014/main" id="{5C9201A3-ABC3-4597-BDF3-1F31B44D6437}"/>
              </a:ext>
            </a:extLst>
          </p:cNvPr>
          <p:cNvCxnSpPr>
            <a:cxnSpLocks/>
          </p:cNvCxnSpPr>
          <p:nvPr/>
        </p:nvCxnSpPr>
        <p:spPr bwMode="gray">
          <a:xfrm flipH="1">
            <a:off x="2762923" y="-1200"/>
            <a:ext cx="1710191" cy="6859200"/>
          </a:xfrm>
          <a:prstGeom prst="line">
            <a:avLst/>
          </a:prstGeom>
          <a:solidFill>
            <a:schemeClr val="bg1"/>
          </a:solidFill>
          <a:ln w="15875" cap="flat" cmpd="sng" algn="ctr">
            <a:solidFill>
              <a:schemeClr val="bg1"/>
            </a:solidFill>
            <a:prstDash val="solid"/>
            <a:miter lim="800000"/>
            <a:headEnd type="none" w="med" len="med"/>
            <a:tailEnd type="none" w="med" len="med"/>
          </a:ln>
          <a:effectLst/>
        </p:spPr>
      </p:cxnSp>
    </p:spTree>
    <p:extLst>
      <p:ext uri="{BB962C8B-B14F-4D97-AF65-F5344CB8AC3E}">
        <p14:creationId xmlns:p14="http://schemas.microsoft.com/office/powerpoint/2010/main" val="2233567995"/>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White/ Picture 1">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836A5806-75FC-49D3-AE29-8CC772894B6A}"/>
              </a:ext>
            </a:extLst>
          </p:cNvPr>
          <p:cNvGraphicFramePr>
            <a:graphicFrameLocks noChangeAspect="1"/>
          </p:cNvGraphicFramePr>
          <p:nvPr>
            <p:custDataLst>
              <p:tags r:id="rId1"/>
            </p:custDataLst>
            <p:extLst>
              <p:ext uri="{D42A27DB-BD31-4B8C-83A1-F6EECF244321}">
                <p14:modId xmlns:p14="http://schemas.microsoft.com/office/powerpoint/2010/main" val="2806532785"/>
              </p:ext>
            </p:extLst>
          </p:nvPr>
        </p:nvGraphicFramePr>
        <p:xfrm>
          <a:off x="1956" y="1590"/>
          <a:ext cx="1955" cy="1588"/>
        </p:xfrm>
        <a:graphic>
          <a:graphicData uri="http://schemas.openxmlformats.org/presentationml/2006/ole">
            <mc:AlternateContent xmlns:mc="http://schemas.openxmlformats.org/markup-compatibility/2006">
              <mc:Choice xmlns:v="urn:schemas-microsoft-com:vml" Requires="v">
                <p:oleObj name="think-cell Slide" r:id="rId7" imgW="353" imgH="353" progId="TCLayout.ActiveDocument.1">
                  <p:embed/>
                </p:oleObj>
              </mc:Choice>
              <mc:Fallback>
                <p:oleObj name="think-cell Slide" r:id="rId7" imgW="353" imgH="353" progId="TCLayout.ActiveDocument.1">
                  <p:embed/>
                  <p:pic>
                    <p:nvPicPr>
                      <p:cNvPr id="3" name="Object 2" hidden="1">
                        <a:extLst>
                          <a:ext uri="{FF2B5EF4-FFF2-40B4-BE49-F238E27FC236}">
                            <a16:creationId xmlns:a16="http://schemas.microsoft.com/office/drawing/2014/main" id="{836A5806-75FC-49D3-AE29-8CC772894B6A}"/>
                          </a:ext>
                        </a:extLst>
                      </p:cNvPr>
                      <p:cNvPicPr/>
                      <p:nvPr/>
                    </p:nvPicPr>
                    <p:blipFill>
                      <a:blip r:embed="rId8"/>
                      <a:stretch>
                        <a:fillRect/>
                      </a:stretch>
                    </p:blipFill>
                    <p:spPr>
                      <a:xfrm>
                        <a:off x="1956" y="1590"/>
                        <a:ext cx="1955" cy="1588"/>
                      </a:xfrm>
                      <a:prstGeom prst="rect">
                        <a:avLst/>
                      </a:prstGeom>
                    </p:spPr>
                  </p:pic>
                </p:oleObj>
              </mc:Fallback>
            </mc:AlternateContent>
          </a:graphicData>
        </a:graphic>
      </p:graphicFrame>
      <p:sp>
        <p:nvSpPr>
          <p:cNvPr id="82" name="Cover Copyright">
            <a:extLst>
              <a:ext uri="{FF2B5EF4-FFF2-40B4-BE49-F238E27FC236}">
                <a16:creationId xmlns:a16="http://schemas.microsoft.com/office/drawing/2014/main" id="{DBA67C81-33EE-99CA-FCCD-AC0D00294537}"/>
              </a:ext>
            </a:extLst>
          </p:cNvPr>
          <p:cNvSpPr/>
          <p:nvPr/>
        </p:nvSpPr>
        <p:spPr bwMode="gray">
          <a:xfrm>
            <a:off x="11009746" y="1"/>
            <a:ext cx="1182255" cy="6858000"/>
          </a:xfrm>
          <a:prstGeom prst="rect">
            <a:avLst/>
          </a:prstGeom>
          <a:solidFill>
            <a:schemeClr val="bg1"/>
          </a:solidFill>
          <a:ln w="9525" cap="flat" cmpd="sng" algn="ctr">
            <a:noFill/>
            <a:prstDash val="solid"/>
            <a:round/>
            <a:headEnd type="none" w="med" len="med"/>
            <a:tailEnd type="none" w="med" len="med"/>
          </a:ln>
          <a:effectLst/>
        </p:spPr>
        <p:txBody>
          <a:bodyPr vert="horz" wrap="square" lIns="96000" tIns="96000" rIns="96000" bIns="96000" numCol="1" rtlCol="0" anchor="t" anchorCtr="0" compatLnSpc="1">
            <a:prstTxWarp prst="textNoShape">
              <a:avLst/>
            </a:prstTxWarp>
          </a:bodyPr>
          <a:lstStyle/>
          <a:p>
            <a:pPr marL="2117" algn="l" defTabSz="1142971" fontAlgn="base">
              <a:spcBef>
                <a:spcPct val="40000"/>
              </a:spcBef>
              <a:spcAft>
                <a:spcPct val="0"/>
              </a:spcAft>
              <a:buClr>
                <a:schemeClr val="accent1"/>
              </a:buClr>
              <a:buSzPct val="70000"/>
            </a:pPr>
            <a:endParaRPr lang="en-US" sz="1867" dirty="0"/>
          </a:p>
        </p:txBody>
      </p:sp>
      <p:sp>
        <p:nvSpPr>
          <p:cNvPr id="13" name="Picture Placeholder 12">
            <a:extLst>
              <a:ext uri="{FF2B5EF4-FFF2-40B4-BE49-F238E27FC236}">
                <a16:creationId xmlns:a16="http://schemas.microsoft.com/office/drawing/2014/main" id="{9F8F8E09-18C7-95E3-4A41-8932C547EA18}"/>
              </a:ext>
            </a:extLst>
          </p:cNvPr>
          <p:cNvSpPr>
            <a:spLocks noGrp="1"/>
          </p:cNvSpPr>
          <p:nvPr>
            <p:ph type="pic" sz="quarter" idx="15"/>
          </p:nvPr>
        </p:nvSpPr>
        <p:spPr bwMode="gray">
          <a:xfrm>
            <a:off x="7573389" y="-13160"/>
            <a:ext cx="4618611" cy="6868800"/>
          </a:xfrm>
          <a:custGeom>
            <a:avLst/>
            <a:gdLst>
              <a:gd name="connsiteX0" fmla="*/ 1335114 w 3463958"/>
              <a:gd name="connsiteY0" fmla="*/ 0 h 5151600"/>
              <a:gd name="connsiteX1" fmla="*/ 1350786 w 3463958"/>
              <a:gd name="connsiteY1" fmla="*/ 0 h 5151600"/>
              <a:gd name="connsiteX2" fmla="*/ 1363418 w 3463958"/>
              <a:gd name="connsiteY2" fmla="*/ 0 h 5151600"/>
              <a:gd name="connsiteX3" fmla="*/ 1374396 w 3463958"/>
              <a:gd name="connsiteY3" fmla="*/ 0 h 5151600"/>
              <a:gd name="connsiteX4" fmla="*/ 1382551 w 3463958"/>
              <a:gd name="connsiteY4" fmla="*/ 0 h 5151600"/>
              <a:gd name="connsiteX5" fmla="*/ 1708655 w 3463958"/>
              <a:gd name="connsiteY5" fmla="*/ 0 h 5151600"/>
              <a:gd name="connsiteX6" fmla="*/ 1724327 w 3463958"/>
              <a:gd name="connsiteY6" fmla="*/ 0 h 5151600"/>
              <a:gd name="connsiteX7" fmla="*/ 1749458 w 3463958"/>
              <a:gd name="connsiteY7" fmla="*/ 0 h 5151600"/>
              <a:gd name="connsiteX8" fmla="*/ 1749242 w 3463958"/>
              <a:gd name="connsiteY8" fmla="*/ 865 h 5151600"/>
              <a:gd name="connsiteX9" fmla="*/ 2877218 w 3463958"/>
              <a:gd name="connsiteY9" fmla="*/ 296 h 5151600"/>
              <a:gd name="connsiteX10" fmla="*/ 2877218 w 3463958"/>
              <a:gd name="connsiteY10" fmla="*/ 0 h 5151600"/>
              <a:gd name="connsiteX11" fmla="*/ 3462512 w 3463958"/>
              <a:gd name="connsiteY11" fmla="*/ 0 h 5151600"/>
              <a:gd name="connsiteX12" fmla="*/ 3463958 w 3463958"/>
              <a:gd name="connsiteY12" fmla="*/ 0 h 5151600"/>
              <a:gd name="connsiteX13" fmla="*/ 3463958 w 3463958"/>
              <a:gd name="connsiteY13" fmla="*/ 5151600 h 5151600"/>
              <a:gd name="connsiteX14" fmla="*/ 2877218 w 3463958"/>
              <a:gd name="connsiteY14" fmla="*/ 5151600 h 5151600"/>
              <a:gd name="connsiteX15" fmla="*/ 2877218 w 3463958"/>
              <a:gd name="connsiteY15" fmla="*/ 5151537 h 5151600"/>
              <a:gd name="connsiteX16" fmla="*/ 465101 w 3463958"/>
              <a:gd name="connsiteY16" fmla="*/ 5151275 h 5151600"/>
              <a:gd name="connsiteX17" fmla="*/ 465020 w 3463958"/>
              <a:gd name="connsiteY17" fmla="*/ 5151600 h 5151600"/>
              <a:gd name="connsiteX18" fmla="*/ 441684 w 3463958"/>
              <a:gd name="connsiteY18" fmla="*/ 5151600 h 5151600"/>
              <a:gd name="connsiteX19" fmla="*/ 426012 w 3463958"/>
              <a:gd name="connsiteY19" fmla="*/ 5151600 h 5151600"/>
              <a:gd name="connsiteX20" fmla="*/ 121673 w 3463958"/>
              <a:gd name="connsiteY20" fmla="*/ 5151600 h 5151600"/>
              <a:gd name="connsiteX21" fmla="*/ 100948 w 3463958"/>
              <a:gd name="connsiteY21" fmla="*/ 5151600 h 5151600"/>
              <a:gd name="connsiteX22" fmla="*/ 95848 w 3463958"/>
              <a:gd name="connsiteY22" fmla="*/ 5151600 h 5151600"/>
              <a:gd name="connsiteX23" fmla="*/ 89958 w 3463958"/>
              <a:gd name="connsiteY23" fmla="*/ 5151600 h 5151600"/>
              <a:gd name="connsiteX24" fmla="*/ 75120 w 3463958"/>
              <a:gd name="connsiteY24" fmla="*/ 5151600 h 5151600"/>
              <a:gd name="connsiteX25" fmla="*/ 68143 w 3463958"/>
              <a:gd name="connsiteY25" fmla="*/ 5151600 h 5151600"/>
              <a:gd name="connsiteX26" fmla="*/ 52471 w 3463958"/>
              <a:gd name="connsiteY26" fmla="*/ 5151600 h 5151600"/>
              <a:gd name="connsiteX27" fmla="*/ 52564 w 3463958"/>
              <a:gd name="connsiteY27" fmla="*/ 5151229 h 5151600"/>
              <a:gd name="connsiteX28" fmla="*/ 0 w 3463958"/>
              <a:gd name="connsiteY28" fmla="*/ 5151223 h 5151600"/>
              <a:gd name="connsiteX29" fmla="*/ 1282984 w 3463958"/>
              <a:gd name="connsiteY29" fmla="*/ 1101 h 5151600"/>
              <a:gd name="connsiteX30" fmla="*/ 1334847 w 3463958"/>
              <a:gd name="connsiteY30" fmla="*/ 1075 h 515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463958" h="5151600">
                <a:moveTo>
                  <a:pt x="1335114" y="0"/>
                </a:moveTo>
                <a:lnTo>
                  <a:pt x="1350786" y="0"/>
                </a:lnTo>
                <a:lnTo>
                  <a:pt x="1363418" y="0"/>
                </a:lnTo>
                <a:lnTo>
                  <a:pt x="1374396" y="0"/>
                </a:lnTo>
                <a:lnTo>
                  <a:pt x="1382551" y="0"/>
                </a:lnTo>
                <a:lnTo>
                  <a:pt x="1708655" y="0"/>
                </a:lnTo>
                <a:lnTo>
                  <a:pt x="1724327" y="0"/>
                </a:lnTo>
                <a:lnTo>
                  <a:pt x="1749458" y="0"/>
                </a:lnTo>
                <a:lnTo>
                  <a:pt x="1749242" y="865"/>
                </a:lnTo>
                <a:lnTo>
                  <a:pt x="2877218" y="296"/>
                </a:lnTo>
                <a:lnTo>
                  <a:pt x="2877218" y="0"/>
                </a:lnTo>
                <a:lnTo>
                  <a:pt x="3462512" y="0"/>
                </a:lnTo>
                <a:lnTo>
                  <a:pt x="3463958" y="0"/>
                </a:lnTo>
                <a:lnTo>
                  <a:pt x="3463958" y="5151600"/>
                </a:lnTo>
                <a:lnTo>
                  <a:pt x="2877218" y="5151600"/>
                </a:lnTo>
                <a:lnTo>
                  <a:pt x="2877218" y="5151537"/>
                </a:lnTo>
                <a:lnTo>
                  <a:pt x="465101" y="5151275"/>
                </a:lnTo>
                <a:lnTo>
                  <a:pt x="465020" y="5151600"/>
                </a:lnTo>
                <a:lnTo>
                  <a:pt x="441684" y="5151600"/>
                </a:lnTo>
                <a:lnTo>
                  <a:pt x="426012" y="5151600"/>
                </a:lnTo>
                <a:lnTo>
                  <a:pt x="121673" y="5151600"/>
                </a:lnTo>
                <a:lnTo>
                  <a:pt x="100948" y="5151600"/>
                </a:lnTo>
                <a:lnTo>
                  <a:pt x="95848" y="5151600"/>
                </a:lnTo>
                <a:lnTo>
                  <a:pt x="89958" y="5151600"/>
                </a:lnTo>
                <a:lnTo>
                  <a:pt x="75120" y="5151600"/>
                </a:lnTo>
                <a:lnTo>
                  <a:pt x="68143" y="5151600"/>
                </a:lnTo>
                <a:lnTo>
                  <a:pt x="52471" y="5151600"/>
                </a:lnTo>
                <a:lnTo>
                  <a:pt x="52564" y="5151229"/>
                </a:lnTo>
                <a:lnTo>
                  <a:pt x="0" y="5151223"/>
                </a:lnTo>
                <a:lnTo>
                  <a:pt x="1282984" y="1101"/>
                </a:lnTo>
                <a:lnTo>
                  <a:pt x="1334847" y="1075"/>
                </a:lnTo>
                <a:close/>
              </a:path>
            </a:pathLst>
          </a:custGeom>
          <a:solidFill>
            <a:srgbClr val="FFFFCC"/>
          </a:solidFill>
          <a:ln w="9525">
            <a:noFill/>
            <a:miter lim="800000"/>
            <a:headEnd/>
            <a:tailEnd/>
          </a:ln>
        </p:spPr>
        <p:txBody>
          <a:bodyPr wrap="square" lIns="72000" tIns="72000" rIns="72000" bIns="72000" anchor="ctr" anchorCtr="0">
            <a:noAutofit/>
          </a:bodyPr>
          <a:lstStyle>
            <a:lvl1pPr algn="ctr">
              <a:defRPr sz="1867"/>
            </a:lvl1pPr>
          </a:lstStyle>
          <a:p>
            <a:r>
              <a:rPr lang="de-DE"/>
              <a:t>Bild durch Klicken auf Symbol hinzufügen</a:t>
            </a:r>
            <a:endParaRPr lang="en-US" dirty="0"/>
          </a:p>
        </p:txBody>
      </p:sp>
      <p:sp>
        <p:nvSpPr>
          <p:cNvPr id="2" name="Rectangle 1" hidden="1">
            <a:extLst>
              <a:ext uri="{FF2B5EF4-FFF2-40B4-BE49-F238E27FC236}">
                <a16:creationId xmlns:a16="http://schemas.microsoft.com/office/drawing/2014/main" id="{A52F9A84-45DD-415D-A391-562F294439BD}"/>
              </a:ext>
            </a:extLst>
          </p:cNvPr>
          <p:cNvSpPr/>
          <p:nvPr>
            <p:custDataLst>
              <p:tags r:id="rId2"/>
            </p:custDataLst>
          </p:nvPr>
        </p:nvSpPr>
        <p:spPr bwMode="auto">
          <a:xfrm>
            <a:off x="0" y="2"/>
            <a:ext cx="195384" cy="158751"/>
          </a:xfrm>
          <a:prstGeom prst="rect">
            <a:avLst/>
          </a:prstGeom>
          <a:solidFill>
            <a:schemeClr val="bg1"/>
          </a:solidFill>
          <a:ln w="9525" cap="flat" cmpd="sng" algn="ctr">
            <a:solidFill>
              <a:schemeClr val="accent3"/>
            </a:solidFill>
            <a:prstDash val="solid"/>
            <a:round/>
            <a:headEnd type="none" w="med" len="med"/>
            <a:tailEnd type="none" w="med" len="med"/>
          </a:ln>
          <a:effectLst/>
        </p:spPr>
        <p:txBody>
          <a:bodyPr vert="horz" wrap="none" lIns="0" tIns="0" rIns="0" bIns="0" numCol="1" spcCol="0" rtlCol="0" anchor="ctr" anchorCtr="0" compatLnSpc="1">
            <a:prstTxWarp prst="textNoShape">
              <a:avLst/>
            </a:prstTxWarp>
            <a:noAutofit/>
          </a:bodyPr>
          <a:lstStyle/>
          <a:p>
            <a:pPr marL="0" marR="0" lvl="0" indent="0" algn="l" defTabSz="914354" rtl="0" eaLnBrk="0" fontAlgn="base" latinLnBrk="0" hangingPunct="0">
              <a:lnSpc>
                <a:spcPct val="100000"/>
              </a:lnSpc>
              <a:spcBef>
                <a:spcPct val="50000"/>
              </a:spcBef>
              <a:spcAft>
                <a:spcPct val="0"/>
              </a:spcAft>
              <a:buClr>
                <a:schemeClr val="accent1"/>
              </a:buClr>
              <a:buSzPct val="80000"/>
              <a:buFont typeface="Wingdings" pitchFamily="2" charset="2"/>
              <a:buNone/>
              <a:tabLst/>
            </a:pPr>
            <a:endParaRPr kumimoji="0" lang="en-US" sz="2667" b="1" i="0" u="none" strike="noStrike" cap="none" normalizeH="0" baseline="0" dirty="0">
              <a:ln>
                <a:noFill/>
              </a:ln>
              <a:solidFill>
                <a:schemeClr val="tx1"/>
              </a:solidFill>
              <a:effectLst/>
              <a:latin typeface="Arial" panose="020B0604020202020204" pitchFamily="34" charset="0"/>
              <a:ea typeface="+mj-ea"/>
              <a:cs typeface="Arial" panose="020B0604020202020204" pitchFamily="34" charset="0"/>
              <a:sym typeface="Arial" panose="020B0604020202020204" pitchFamily="34" charset="0"/>
            </a:endParaRPr>
          </a:p>
        </p:txBody>
      </p:sp>
      <p:sp>
        <p:nvSpPr>
          <p:cNvPr id="29" name="Titel 1">
            <a:extLst>
              <a:ext uri="{FF2B5EF4-FFF2-40B4-BE49-F238E27FC236}">
                <a16:creationId xmlns:a16="http://schemas.microsoft.com/office/drawing/2014/main" id="{C306387B-33E1-4538-917F-DA5F366062F1}"/>
              </a:ext>
            </a:extLst>
          </p:cNvPr>
          <p:cNvSpPr>
            <a:spLocks noGrp="1"/>
          </p:cNvSpPr>
          <p:nvPr>
            <p:ph type="title" hasCustomPrompt="1"/>
          </p:nvPr>
        </p:nvSpPr>
        <p:spPr bwMode="gray">
          <a:xfrm>
            <a:off x="278400" y="457200"/>
            <a:ext cx="8107200" cy="762000"/>
          </a:xfrm>
        </p:spPr>
        <p:txBody>
          <a:bodyPr vert="horz"/>
          <a:lstStyle>
            <a:lvl1pPr>
              <a:defRPr baseline="0">
                <a:latin typeface="+mj-lt"/>
                <a:cs typeface="Arial" panose="020B0604020202020204" pitchFamily="34" charset="0"/>
                <a:sym typeface="Arial" panose="020B0604020202020204" pitchFamily="34" charset="0"/>
              </a:defRPr>
            </a:lvl1pPr>
          </a:lstStyle>
          <a:p>
            <a:r>
              <a:rPr lang="en-US" dirty="0"/>
              <a:t>Click to add title</a:t>
            </a:r>
          </a:p>
        </p:txBody>
      </p:sp>
      <p:sp>
        <p:nvSpPr>
          <p:cNvPr id="42" name="Rectangle 45">
            <a:extLst>
              <a:ext uri="{FF2B5EF4-FFF2-40B4-BE49-F238E27FC236}">
                <a16:creationId xmlns:a16="http://schemas.microsoft.com/office/drawing/2014/main" id="{6C8D008C-FD44-437E-BD10-B48C9C8F7FED}"/>
              </a:ext>
            </a:extLst>
          </p:cNvPr>
          <p:cNvSpPr>
            <a:spLocks noGrp="1" noChangeArrowheads="1"/>
          </p:cNvSpPr>
          <p:nvPr>
            <p:ph type="sldNum" sz="quarter" idx="4"/>
            <p:custDataLst>
              <p:tags r:id="rId3"/>
            </p:custDataLst>
          </p:nvPr>
        </p:nvSpPr>
        <p:spPr bwMode="auto">
          <a:xfrm>
            <a:off x="283200" y="6480063"/>
            <a:ext cx="335220" cy="205121"/>
          </a:xfrm>
          <a:prstGeom prst="rect">
            <a:avLst/>
          </a:prstGeom>
          <a:noFill/>
          <a:ln w="9525">
            <a:noFill/>
            <a:miter lim="800000"/>
            <a:headEnd/>
            <a:tailEnd/>
          </a:ln>
          <a:effectLst/>
        </p:spPr>
        <p:txBody>
          <a:bodyPr vert="horz" wrap="none" lIns="0" tIns="0" rIns="0" bIns="0" numCol="1" anchor="b" anchorCtr="0" compatLnSpc="1">
            <a:prstTxWarp prst="textNoShape">
              <a:avLst/>
            </a:prstTxWarp>
            <a:spAutoFit/>
          </a:bodyPr>
          <a:lstStyle>
            <a:lvl1pPr>
              <a:spcBef>
                <a:spcPct val="0"/>
              </a:spcBef>
              <a:buClrTx/>
              <a:buSzTx/>
              <a:buFontTx/>
              <a:buNone/>
              <a:defRPr sz="1333" b="0"/>
            </a:lvl1pPr>
          </a:lstStyle>
          <a:p>
            <a:fld id="{B8B94130-3BBE-45CA-9999-1A0D48956379}" type="slidenum">
              <a:rPr lang="de-DE" smtClean="0"/>
              <a:t>‹Nr.›</a:t>
            </a:fld>
            <a:endParaRPr lang="de-DE"/>
          </a:p>
        </p:txBody>
      </p:sp>
      <p:sp>
        <p:nvSpPr>
          <p:cNvPr id="51" name="Rectangle 44">
            <a:extLst>
              <a:ext uri="{FF2B5EF4-FFF2-40B4-BE49-F238E27FC236}">
                <a16:creationId xmlns:a16="http://schemas.microsoft.com/office/drawing/2014/main" id="{87E518E1-91DD-439C-A0A8-528E0C2CA40D}"/>
              </a:ext>
            </a:extLst>
          </p:cNvPr>
          <p:cNvSpPr>
            <a:spLocks noGrp="1" noChangeArrowheads="1"/>
          </p:cNvSpPr>
          <p:nvPr>
            <p:ph type="ftr" sz="quarter" idx="3"/>
            <p:custDataLst>
              <p:tags r:id="rId4"/>
            </p:custDataLst>
          </p:nvPr>
        </p:nvSpPr>
        <p:spPr bwMode="auto">
          <a:xfrm>
            <a:off x="937336" y="6480000"/>
            <a:ext cx="6528000" cy="205184"/>
          </a:xfrm>
          <a:prstGeom prst="rect">
            <a:avLst/>
          </a:prstGeom>
          <a:noFill/>
          <a:ln w="9525">
            <a:noFill/>
            <a:miter lim="800000"/>
            <a:headEnd/>
            <a:tailEnd/>
          </a:ln>
          <a:effectLst/>
        </p:spPr>
        <p:txBody>
          <a:bodyPr vert="horz" wrap="square" lIns="0" tIns="0" rIns="0" bIns="0" numCol="1" anchor="b" anchorCtr="0" compatLnSpc="1">
            <a:prstTxWarp prst="textNoShape">
              <a:avLst/>
            </a:prstTxWarp>
            <a:noAutofit/>
          </a:bodyPr>
          <a:lstStyle>
            <a:lvl1pPr>
              <a:spcBef>
                <a:spcPct val="0"/>
              </a:spcBef>
              <a:buClrTx/>
              <a:buSzTx/>
              <a:buFontTx/>
              <a:buNone/>
              <a:defRPr sz="1333"/>
            </a:lvl1pPr>
          </a:lstStyle>
          <a:p>
            <a:endParaRPr lang="de-DE"/>
          </a:p>
        </p:txBody>
      </p:sp>
      <p:sp>
        <p:nvSpPr>
          <p:cNvPr id="4" name="Rectangle 20">
            <a:extLst>
              <a:ext uri="{FF2B5EF4-FFF2-40B4-BE49-F238E27FC236}">
                <a16:creationId xmlns:a16="http://schemas.microsoft.com/office/drawing/2014/main" id="{927807E6-6EAB-E814-1C2F-A003CAA446D6}"/>
              </a:ext>
            </a:extLst>
          </p:cNvPr>
          <p:cNvSpPr/>
          <p:nvPr>
            <p:custDataLst>
              <p:tags r:id="rId5"/>
            </p:custDataLst>
          </p:nvPr>
        </p:nvSpPr>
        <p:spPr bwMode="ltGray">
          <a:xfrm>
            <a:off x="9587673" y="6480064"/>
            <a:ext cx="2328835" cy="205121"/>
          </a:xfrm>
          <a:prstGeom prst="rect">
            <a:avLst/>
          </a:prstGeom>
          <a:noFill/>
          <a:ln w="9525">
            <a:noFill/>
            <a:miter lim="800000"/>
            <a:headEnd/>
            <a:tailEnd/>
          </a:ln>
          <a:effectLst/>
        </p:spPr>
        <p:txBody>
          <a:bodyPr wrap="square" lIns="0" tIns="0" rIns="0" bIns="0" anchor="b">
            <a:spAutoFit/>
          </a:bodyPr>
          <a:lstStyle/>
          <a:p>
            <a:pPr algn="r" defTabSz="857208">
              <a:spcBef>
                <a:spcPct val="0"/>
              </a:spcBef>
              <a:buClrTx/>
              <a:buSzTx/>
              <a:buFontTx/>
              <a:buNone/>
              <a:defRPr/>
            </a:pPr>
            <a:r>
              <a:rPr lang="en-US" sz="1333" dirty="0">
                <a:solidFill>
                  <a:schemeClr val="bg1"/>
                </a:solidFill>
              </a:rPr>
              <a:t>© Horváth</a:t>
            </a:r>
          </a:p>
        </p:txBody>
      </p:sp>
      <p:pic>
        <p:nvPicPr>
          <p:cNvPr id="5" name="Grafik 15">
            <a:extLst>
              <a:ext uri="{FF2B5EF4-FFF2-40B4-BE49-F238E27FC236}">
                <a16:creationId xmlns:a16="http://schemas.microsoft.com/office/drawing/2014/main" id="{7A276000-4B84-1DAA-F7B9-B9BAAFA5BB3E}"/>
              </a:ext>
            </a:extLst>
          </p:cNvPr>
          <p:cNvPicPr/>
          <p:nvPr/>
        </p:nvPicPr>
        <p:blipFill>
          <a:blip r:embed="rId9">
            <a:extLst>
              <a:ext uri="{96DAC541-7B7A-43D3-8B79-37D633B846F1}">
                <asvg:svgBlip xmlns:asvg="http://schemas.microsoft.com/office/drawing/2016/SVG/main" r:embed="rId10"/>
              </a:ext>
            </a:extLst>
          </a:blip>
          <a:stretch>
            <a:fillRect/>
          </a:stretch>
        </p:blipFill>
        <p:spPr bwMode="gray">
          <a:xfrm>
            <a:off x="11617326" y="157491"/>
            <a:ext cx="289023" cy="260120"/>
          </a:xfrm>
          <a:prstGeom prst="rect">
            <a:avLst/>
          </a:prstGeom>
        </p:spPr>
      </p:pic>
      <p:cxnSp>
        <p:nvCxnSpPr>
          <p:cNvPr id="6" name="Straight Connector 5">
            <a:extLst>
              <a:ext uri="{FF2B5EF4-FFF2-40B4-BE49-F238E27FC236}">
                <a16:creationId xmlns:a16="http://schemas.microsoft.com/office/drawing/2014/main" id="{BDAD092C-53C1-1F7C-6BD6-35F9B98F79BA}"/>
              </a:ext>
            </a:extLst>
          </p:cNvPr>
          <p:cNvCxnSpPr>
            <a:cxnSpLocks/>
          </p:cNvCxnSpPr>
          <p:nvPr/>
        </p:nvCxnSpPr>
        <p:spPr bwMode="gray">
          <a:xfrm flipH="1">
            <a:off x="7706601" y="-1200"/>
            <a:ext cx="1710191" cy="6859200"/>
          </a:xfrm>
          <a:prstGeom prst="line">
            <a:avLst/>
          </a:prstGeom>
          <a:solidFill>
            <a:schemeClr val="bg1"/>
          </a:solidFill>
          <a:ln w="15875" cap="flat" cmpd="sng" algn="ctr">
            <a:solidFill>
              <a:schemeClr val="bg1"/>
            </a:solidFill>
            <a:prstDash val="solid"/>
            <a:miter lim="800000"/>
            <a:headEnd type="none" w="med" len="med"/>
            <a:tailEnd type="none" w="med" len="med"/>
          </a:ln>
          <a:effectLst/>
        </p:spPr>
      </p:cxnSp>
    </p:spTree>
    <p:extLst>
      <p:ext uri="{BB962C8B-B14F-4D97-AF65-F5344CB8AC3E}">
        <p14:creationId xmlns:p14="http://schemas.microsoft.com/office/powerpoint/2010/main" val="1498410100"/>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Picture/ White 2">
    <p:bg bwMode="gray">
      <p:bgRef idx="1001">
        <a:schemeClr val="bg1"/>
      </p:bgRef>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836A5806-75FC-49D3-AE29-8CC772894B6A}"/>
              </a:ext>
            </a:extLst>
          </p:cNvPr>
          <p:cNvGraphicFramePr>
            <a:graphicFrameLocks noChangeAspect="1"/>
          </p:cNvGraphicFramePr>
          <p:nvPr>
            <p:custDataLst>
              <p:tags r:id="rId1"/>
            </p:custDataLst>
            <p:extLst>
              <p:ext uri="{D42A27DB-BD31-4B8C-83A1-F6EECF244321}">
                <p14:modId xmlns:p14="http://schemas.microsoft.com/office/powerpoint/2010/main" val="1495814505"/>
              </p:ext>
            </p:extLst>
          </p:nvPr>
        </p:nvGraphicFramePr>
        <p:xfrm>
          <a:off x="1956" y="1590"/>
          <a:ext cx="1955" cy="1588"/>
        </p:xfrm>
        <a:graphic>
          <a:graphicData uri="http://schemas.openxmlformats.org/presentationml/2006/ole">
            <mc:AlternateContent xmlns:mc="http://schemas.openxmlformats.org/markup-compatibility/2006">
              <mc:Choice xmlns:v="urn:schemas-microsoft-com:vml" Requires="v">
                <p:oleObj name="think-cell Slide" r:id="rId6" imgW="353" imgH="353" progId="TCLayout.ActiveDocument.1">
                  <p:embed/>
                </p:oleObj>
              </mc:Choice>
              <mc:Fallback>
                <p:oleObj name="think-cell Slide" r:id="rId6" imgW="353" imgH="353" progId="TCLayout.ActiveDocument.1">
                  <p:embed/>
                  <p:pic>
                    <p:nvPicPr>
                      <p:cNvPr id="3" name="Object 2" hidden="1">
                        <a:extLst>
                          <a:ext uri="{FF2B5EF4-FFF2-40B4-BE49-F238E27FC236}">
                            <a16:creationId xmlns:a16="http://schemas.microsoft.com/office/drawing/2014/main" id="{836A5806-75FC-49D3-AE29-8CC772894B6A}"/>
                          </a:ext>
                        </a:extLst>
                      </p:cNvPr>
                      <p:cNvPicPr/>
                      <p:nvPr/>
                    </p:nvPicPr>
                    <p:blipFill>
                      <a:blip r:embed="rId7"/>
                      <a:stretch>
                        <a:fillRect/>
                      </a:stretch>
                    </p:blipFill>
                    <p:spPr>
                      <a:xfrm>
                        <a:off x="1956" y="1590"/>
                        <a:ext cx="1955" cy="1588"/>
                      </a:xfrm>
                      <a:prstGeom prst="rect">
                        <a:avLst/>
                      </a:prstGeom>
                    </p:spPr>
                  </p:pic>
                </p:oleObj>
              </mc:Fallback>
            </mc:AlternateContent>
          </a:graphicData>
        </a:graphic>
      </p:graphicFrame>
      <p:sp>
        <p:nvSpPr>
          <p:cNvPr id="7" name="Picture Placeholder 6">
            <a:extLst>
              <a:ext uri="{FF2B5EF4-FFF2-40B4-BE49-F238E27FC236}">
                <a16:creationId xmlns:a16="http://schemas.microsoft.com/office/drawing/2014/main" id="{4F550C78-40C2-FE37-94ED-2E311A37C9AD}"/>
              </a:ext>
            </a:extLst>
          </p:cNvPr>
          <p:cNvSpPr>
            <a:spLocks noGrp="1"/>
          </p:cNvSpPr>
          <p:nvPr>
            <p:ph type="pic" sz="quarter" idx="45"/>
          </p:nvPr>
        </p:nvSpPr>
        <p:spPr bwMode="gray">
          <a:xfrm>
            <a:off x="1" y="-3000"/>
            <a:ext cx="3692769" cy="6864000"/>
          </a:xfrm>
          <a:custGeom>
            <a:avLst/>
            <a:gdLst>
              <a:gd name="connsiteX0" fmla="*/ 0 w 2769577"/>
              <a:gd name="connsiteY0" fmla="*/ 0 h 5148000"/>
              <a:gd name="connsiteX1" fmla="*/ 2468019 w 2769577"/>
              <a:gd name="connsiteY1" fmla="*/ 0 h 5148000"/>
              <a:gd name="connsiteX2" fmla="*/ 2649599 w 2769577"/>
              <a:gd name="connsiteY2" fmla="*/ 0 h 5148000"/>
              <a:gd name="connsiteX3" fmla="*/ 2668729 w 2769577"/>
              <a:gd name="connsiteY3" fmla="*/ 0 h 5148000"/>
              <a:gd name="connsiteX4" fmla="*/ 2704046 w 2769577"/>
              <a:gd name="connsiteY4" fmla="*/ 0 h 5148000"/>
              <a:gd name="connsiteX5" fmla="*/ 2769577 w 2769577"/>
              <a:gd name="connsiteY5" fmla="*/ 0 h 5148000"/>
              <a:gd name="connsiteX6" fmla="*/ 2769577 w 2769577"/>
              <a:gd name="connsiteY6" fmla="*/ 5148000 h 5148000"/>
              <a:gd name="connsiteX7" fmla="*/ 2704046 w 2769577"/>
              <a:gd name="connsiteY7" fmla="*/ 5148000 h 5148000"/>
              <a:gd name="connsiteX8" fmla="*/ 2668729 w 2769577"/>
              <a:gd name="connsiteY8" fmla="*/ 5148000 h 5148000"/>
              <a:gd name="connsiteX9" fmla="*/ 2649599 w 2769577"/>
              <a:gd name="connsiteY9" fmla="*/ 5148000 h 5148000"/>
              <a:gd name="connsiteX10" fmla="*/ 2468019 w 2769577"/>
              <a:gd name="connsiteY10" fmla="*/ 5148000 h 5148000"/>
              <a:gd name="connsiteX11" fmla="*/ 0 w 2769577"/>
              <a:gd name="connsiteY11" fmla="*/ 5148000 h 514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69577" h="5148000">
                <a:moveTo>
                  <a:pt x="0" y="0"/>
                </a:moveTo>
                <a:lnTo>
                  <a:pt x="2468019" y="0"/>
                </a:lnTo>
                <a:lnTo>
                  <a:pt x="2649599" y="0"/>
                </a:lnTo>
                <a:lnTo>
                  <a:pt x="2668729" y="0"/>
                </a:lnTo>
                <a:lnTo>
                  <a:pt x="2704046" y="0"/>
                </a:lnTo>
                <a:lnTo>
                  <a:pt x="2769577" y="0"/>
                </a:lnTo>
                <a:lnTo>
                  <a:pt x="2769577" y="5148000"/>
                </a:lnTo>
                <a:lnTo>
                  <a:pt x="2704046" y="5148000"/>
                </a:lnTo>
                <a:lnTo>
                  <a:pt x="2668729" y="5148000"/>
                </a:lnTo>
                <a:lnTo>
                  <a:pt x="2649599" y="5148000"/>
                </a:lnTo>
                <a:lnTo>
                  <a:pt x="2468019" y="5148000"/>
                </a:lnTo>
                <a:lnTo>
                  <a:pt x="0" y="5148000"/>
                </a:lnTo>
                <a:close/>
              </a:path>
            </a:pathLst>
          </a:custGeom>
          <a:solidFill>
            <a:srgbClr val="FFFFCC"/>
          </a:solidFill>
          <a:ln w="9525">
            <a:noFill/>
            <a:miter lim="800000"/>
            <a:headEnd/>
            <a:tailEnd/>
          </a:ln>
        </p:spPr>
        <p:txBody>
          <a:bodyPr wrap="square" lIns="72000" tIns="72000" rIns="72000" bIns="72000" anchor="ctr" anchorCtr="0">
            <a:noAutofit/>
          </a:bodyPr>
          <a:lstStyle>
            <a:lvl1pPr algn="ctr">
              <a:defRPr/>
            </a:lvl1pPr>
          </a:lstStyle>
          <a:p>
            <a:r>
              <a:rPr lang="de-DE"/>
              <a:t>Bild durch Klicken auf Symbol hinzufügen</a:t>
            </a:r>
            <a:endParaRPr lang="en-US" dirty="0"/>
          </a:p>
        </p:txBody>
      </p:sp>
      <p:sp>
        <p:nvSpPr>
          <p:cNvPr id="2" name="Rectangle 1" hidden="1">
            <a:extLst>
              <a:ext uri="{FF2B5EF4-FFF2-40B4-BE49-F238E27FC236}">
                <a16:creationId xmlns:a16="http://schemas.microsoft.com/office/drawing/2014/main" id="{0B4CEDCA-AF62-4B04-9050-4B40BEA63124}"/>
              </a:ext>
            </a:extLst>
          </p:cNvPr>
          <p:cNvSpPr/>
          <p:nvPr>
            <p:custDataLst>
              <p:tags r:id="rId2"/>
            </p:custDataLst>
          </p:nvPr>
        </p:nvSpPr>
        <p:spPr bwMode="auto">
          <a:xfrm>
            <a:off x="0" y="2"/>
            <a:ext cx="195384" cy="158751"/>
          </a:xfrm>
          <a:prstGeom prst="rect">
            <a:avLst/>
          </a:prstGeom>
          <a:solidFill>
            <a:schemeClr val="bg1"/>
          </a:solidFill>
          <a:ln w="9525" cap="flat" cmpd="sng" algn="ctr">
            <a:solidFill>
              <a:schemeClr val="accent3"/>
            </a:solidFill>
            <a:prstDash val="solid"/>
            <a:round/>
            <a:headEnd type="none" w="med" len="med"/>
            <a:tailEnd type="none" w="med" len="med"/>
          </a:ln>
          <a:effectLst/>
        </p:spPr>
        <p:txBody>
          <a:bodyPr vert="horz" wrap="none" lIns="0" tIns="0" rIns="0" bIns="0" numCol="1" spcCol="0" rtlCol="0" anchor="ctr" anchorCtr="0" compatLnSpc="1">
            <a:prstTxWarp prst="textNoShape">
              <a:avLst/>
            </a:prstTxWarp>
            <a:noAutofit/>
          </a:bodyPr>
          <a:lstStyle/>
          <a:p>
            <a:pPr marL="0" marR="0" lvl="0" indent="0" algn="l" defTabSz="914354" rtl="0" eaLnBrk="0" fontAlgn="base" latinLnBrk="0" hangingPunct="0">
              <a:lnSpc>
                <a:spcPct val="100000"/>
              </a:lnSpc>
              <a:spcBef>
                <a:spcPct val="50000"/>
              </a:spcBef>
              <a:spcAft>
                <a:spcPct val="0"/>
              </a:spcAft>
              <a:buClr>
                <a:schemeClr val="accent1"/>
              </a:buClr>
              <a:buSzPct val="80000"/>
              <a:buFont typeface="Wingdings" pitchFamily="2" charset="2"/>
              <a:buNone/>
              <a:tabLst/>
            </a:pPr>
            <a:endParaRPr kumimoji="0" lang="en-US" sz="2667" b="1" i="0" u="none" strike="noStrike" cap="none" normalizeH="0" baseline="0" dirty="0">
              <a:ln>
                <a:noFill/>
              </a:ln>
              <a:solidFill>
                <a:schemeClr val="tx1"/>
              </a:solidFill>
              <a:effectLst/>
              <a:latin typeface="Arial" panose="020B0604020202020204" pitchFamily="34" charset="0"/>
              <a:ea typeface="+mj-ea"/>
              <a:cs typeface="Arial" panose="020B0604020202020204" pitchFamily="34" charset="0"/>
              <a:sym typeface="Arial" panose="020B0604020202020204" pitchFamily="34" charset="0"/>
            </a:endParaRPr>
          </a:p>
        </p:txBody>
      </p:sp>
      <p:sp>
        <p:nvSpPr>
          <p:cNvPr id="6" name="Titel 1">
            <a:extLst>
              <a:ext uri="{FF2B5EF4-FFF2-40B4-BE49-F238E27FC236}">
                <a16:creationId xmlns:a16="http://schemas.microsoft.com/office/drawing/2014/main" id="{D44CDE59-0335-15D4-AB5B-56DC54C9215B}"/>
              </a:ext>
            </a:extLst>
          </p:cNvPr>
          <p:cNvSpPr>
            <a:spLocks noGrp="1"/>
          </p:cNvSpPr>
          <p:nvPr>
            <p:ph type="title" hasCustomPrompt="1"/>
            <p:custDataLst>
              <p:tags r:id="rId3"/>
            </p:custDataLst>
          </p:nvPr>
        </p:nvSpPr>
        <p:spPr>
          <a:xfrm>
            <a:off x="3931923" y="457200"/>
            <a:ext cx="7986477" cy="762000"/>
          </a:xfrm>
        </p:spPr>
        <p:txBody>
          <a:bodyPr vert="horz"/>
          <a:lstStyle>
            <a:lvl1pPr>
              <a:defRPr/>
            </a:lvl1pPr>
          </a:lstStyle>
          <a:p>
            <a:r>
              <a:rPr lang="en-US" dirty="0"/>
              <a:t>Click to add title</a:t>
            </a:r>
          </a:p>
        </p:txBody>
      </p:sp>
      <p:sp>
        <p:nvSpPr>
          <p:cNvPr id="4" name="Rectangle 45">
            <a:extLst>
              <a:ext uri="{FF2B5EF4-FFF2-40B4-BE49-F238E27FC236}">
                <a16:creationId xmlns:a16="http://schemas.microsoft.com/office/drawing/2014/main" id="{C02A5FF6-6075-F09A-E05E-E4F2888AF6CC}"/>
              </a:ext>
            </a:extLst>
          </p:cNvPr>
          <p:cNvSpPr>
            <a:spLocks noGrp="1" noChangeArrowheads="1"/>
          </p:cNvSpPr>
          <p:nvPr>
            <p:ph type="sldNum" sz="quarter" idx="4"/>
            <p:custDataLst>
              <p:tags r:id="rId4"/>
            </p:custDataLst>
          </p:nvPr>
        </p:nvSpPr>
        <p:spPr bwMode="auto">
          <a:xfrm>
            <a:off x="283200" y="6480063"/>
            <a:ext cx="335220" cy="205121"/>
          </a:xfrm>
          <a:prstGeom prst="rect">
            <a:avLst/>
          </a:prstGeom>
          <a:noFill/>
          <a:ln w="9525">
            <a:noFill/>
            <a:miter lim="800000"/>
            <a:headEnd/>
            <a:tailEnd/>
          </a:ln>
          <a:effectLst/>
        </p:spPr>
        <p:txBody>
          <a:bodyPr vert="horz" wrap="none" lIns="0" tIns="0" rIns="0" bIns="0" numCol="1" anchor="b" anchorCtr="0" compatLnSpc="1">
            <a:prstTxWarp prst="textNoShape">
              <a:avLst/>
            </a:prstTxWarp>
            <a:spAutoFit/>
          </a:bodyPr>
          <a:lstStyle>
            <a:lvl1pPr>
              <a:spcBef>
                <a:spcPct val="0"/>
              </a:spcBef>
              <a:buClrTx/>
              <a:buSzTx/>
              <a:buFontTx/>
              <a:buNone/>
              <a:defRPr sz="1333" b="0">
                <a:solidFill>
                  <a:schemeClr val="bg1"/>
                </a:solidFill>
              </a:defRPr>
            </a:lvl1pPr>
          </a:lstStyle>
          <a:p>
            <a:fld id="{B8B94130-3BBE-45CA-9999-1A0D48956379}" type="slidenum">
              <a:rPr lang="de-DE" smtClean="0"/>
              <a:t>‹Nr.›</a:t>
            </a:fld>
            <a:endParaRPr lang="de-DE"/>
          </a:p>
        </p:txBody>
      </p:sp>
      <p:cxnSp>
        <p:nvCxnSpPr>
          <p:cNvPr id="5" name="Straight Connector 4">
            <a:extLst>
              <a:ext uri="{FF2B5EF4-FFF2-40B4-BE49-F238E27FC236}">
                <a16:creationId xmlns:a16="http://schemas.microsoft.com/office/drawing/2014/main" id="{EEB64B94-4ABD-A8A4-8CBE-92747A12A9FA}"/>
              </a:ext>
            </a:extLst>
          </p:cNvPr>
          <p:cNvCxnSpPr>
            <a:cxnSpLocks/>
          </p:cNvCxnSpPr>
          <p:nvPr/>
        </p:nvCxnSpPr>
        <p:spPr bwMode="gray">
          <a:xfrm>
            <a:off x="3552111" y="0"/>
            <a:ext cx="0" cy="6859200"/>
          </a:xfrm>
          <a:prstGeom prst="line">
            <a:avLst/>
          </a:prstGeom>
          <a:solidFill>
            <a:schemeClr val="bg1"/>
          </a:solidFill>
          <a:ln w="15875" cap="flat" cmpd="sng" algn="ctr">
            <a:solidFill>
              <a:schemeClr val="bg1"/>
            </a:solidFill>
            <a:prstDash val="solid"/>
            <a:miter lim="800000"/>
            <a:headEnd type="none" w="med" len="med"/>
            <a:tailEnd type="none" w="med" len="med"/>
          </a:ln>
          <a:effectLst/>
        </p:spPr>
      </p:cxnSp>
    </p:spTree>
    <p:extLst>
      <p:ext uri="{BB962C8B-B14F-4D97-AF65-F5344CB8AC3E}">
        <p14:creationId xmlns:p14="http://schemas.microsoft.com/office/powerpoint/2010/main" val="3660902860"/>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White/ Picture 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836A5806-75FC-49D3-AE29-8CC772894B6A}"/>
              </a:ext>
            </a:extLst>
          </p:cNvPr>
          <p:cNvGraphicFramePr>
            <a:graphicFrameLocks noChangeAspect="1"/>
          </p:cNvGraphicFramePr>
          <p:nvPr>
            <p:custDataLst>
              <p:tags r:id="rId1"/>
            </p:custDataLst>
            <p:extLst>
              <p:ext uri="{D42A27DB-BD31-4B8C-83A1-F6EECF244321}">
                <p14:modId xmlns:p14="http://schemas.microsoft.com/office/powerpoint/2010/main" val="582136977"/>
              </p:ext>
            </p:extLst>
          </p:nvPr>
        </p:nvGraphicFramePr>
        <p:xfrm>
          <a:off x="1956" y="1590"/>
          <a:ext cx="1955" cy="1588"/>
        </p:xfrm>
        <a:graphic>
          <a:graphicData uri="http://schemas.openxmlformats.org/presentationml/2006/ole">
            <mc:AlternateContent xmlns:mc="http://schemas.openxmlformats.org/markup-compatibility/2006">
              <mc:Choice xmlns:v="urn:schemas-microsoft-com:vml" Requires="v">
                <p:oleObj name="think-cell Slide" r:id="rId7" imgW="353" imgH="353" progId="TCLayout.ActiveDocument.1">
                  <p:embed/>
                </p:oleObj>
              </mc:Choice>
              <mc:Fallback>
                <p:oleObj name="think-cell Slide" r:id="rId7" imgW="353" imgH="353" progId="TCLayout.ActiveDocument.1">
                  <p:embed/>
                  <p:pic>
                    <p:nvPicPr>
                      <p:cNvPr id="3" name="Object 2" hidden="1">
                        <a:extLst>
                          <a:ext uri="{FF2B5EF4-FFF2-40B4-BE49-F238E27FC236}">
                            <a16:creationId xmlns:a16="http://schemas.microsoft.com/office/drawing/2014/main" id="{836A5806-75FC-49D3-AE29-8CC772894B6A}"/>
                          </a:ext>
                        </a:extLst>
                      </p:cNvPr>
                      <p:cNvPicPr/>
                      <p:nvPr/>
                    </p:nvPicPr>
                    <p:blipFill>
                      <a:blip r:embed="rId8"/>
                      <a:stretch>
                        <a:fillRect/>
                      </a:stretch>
                    </p:blipFill>
                    <p:spPr>
                      <a:xfrm>
                        <a:off x="1956" y="1590"/>
                        <a:ext cx="1955" cy="1588"/>
                      </a:xfrm>
                      <a:prstGeom prst="rect">
                        <a:avLst/>
                      </a:prstGeom>
                    </p:spPr>
                  </p:pic>
                </p:oleObj>
              </mc:Fallback>
            </mc:AlternateContent>
          </a:graphicData>
        </a:graphic>
      </p:graphicFrame>
      <p:sp>
        <p:nvSpPr>
          <p:cNvPr id="27" name="Cover Copyright">
            <a:extLst>
              <a:ext uri="{FF2B5EF4-FFF2-40B4-BE49-F238E27FC236}">
                <a16:creationId xmlns:a16="http://schemas.microsoft.com/office/drawing/2014/main" id="{FBDE542B-35FB-4016-9411-8186A9C58D62}"/>
              </a:ext>
            </a:extLst>
          </p:cNvPr>
          <p:cNvSpPr>
            <a:spLocks noGrp="1" noRot="1" noMove="1" noResize="1" noEditPoints="1" noAdjustHandles="1" noChangeArrowheads="1" noChangeShapeType="1"/>
          </p:cNvSpPr>
          <p:nvPr/>
        </p:nvSpPr>
        <p:spPr bwMode="gray">
          <a:xfrm>
            <a:off x="11009746" y="1"/>
            <a:ext cx="1182255" cy="6858000"/>
          </a:xfrm>
          <a:prstGeom prst="rect">
            <a:avLst/>
          </a:prstGeom>
          <a:solidFill>
            <a:schemeClr val="bg1"/>
          </a:solidFill>
          <a:ln w="9525" cap="flat" cmpd="sng" algn="ctr">
            <a:noFill/>
            <a:prstDash val="solid"/>
            <a:round/>
            <a:headEnd type="none" w="med" len="med"/>
            <a:tailEnd type="none" w="med" len="med"/>
          </a:ln>
          <a:effectLst/>
        </p:spPr>
        <p:txBody>
          <a:bodyPr vert="horz" wrap="square" lIns="96000" tIns="96000" rIns="96000" bIns="96000" numCol="1" rtlCol="0" anchor="t" anchorCtr="0" compatLnSpc="1">
            <a:prstTxWarp prst="textNoShape">
              <a:avLst/>
            </a:prstTxWarp>
          </a:bodyPr>
          <a:lstStyle/>
          <a:p>
            <a:pPr marL="2117" algn="l" defTabSz="1142971" fontAlgn="base">
              <a:spcBef>
                <a:spcPct val="40000"/>
              </a:spcBef>
              <a:spcAft>
                <a:spcPct val="0"/>
              </a:spcAft>
              <a:buClr>
                <a:schemeClr val="accent1"/>
              </a:buClr>
              <a:buSzPct val="70000"/>
            </a:pPr>
            <a:endParaRPr lang="en-US" sz="1867" dirty="0"/>
          </a:p>
        </p:txBody>
      </p:sp>
      <p:sp>
        <p:nvSpPr>
          <p:cNvPr id="9" name="Picture Placeholder 8">
            <a:extLst>
              <a:ext uri="{FF2B5EF4-FFF2-40B4-BE49-F238E27FC236}">
                <a16:creationId xmlns:a16="http://schemas.microsoft.com/office/drawing/2014/main" id="{7D9485F9-33F2-A925-CC01-0B8BC50DFDDE}"/>
              </a:ext>
            </a:extLst>
          </p:cNvPr>
          <p:cNvSpPr>
            <a:spLocks noGrp="1"/>
          </p:cNvSpPr>
          <p:nvPr>
            <p:ph type="pic" sz="quarter" idx="15"/>
          </p:nvPr>
        </p:nvSpPr>
        <p:spPr bwMode="gray">
          <a:xfrm>
            <a:off x="8499232" y="-3000"/>
            <a:ext cx="3692769" cy="6864000"/>
          </a:xfrm>
          <a:custGeom>
            <a:avLst/>
            <a:gdLst>
              <a:gd name="connsiteX0" fmla="*/ 0 w 2769577"/>
              <a:gd name="connsiteY0" fmla="*/ 0 h 5148000"/>
              <a:gd name="connsiteX1" fmla="*/ 46423 w 2769577"/>
              <a:gd name="connsiteY1" fmla="*/ 0 h 5148000"/>
              <a:gd name="connsiteX2" fmla="*/ 98363 w 2769577"/>
              <a:gd name="connsiteY2" fmla="*/ 0 h 5148000"/>
              <a:gd name="connsiteX3" fmla="*/ 117493 w 2769577"/>
              <a:gd name="connsiteY3" fmla="*/ 0 h 5148000"/>
              <a:gd name="connsiteX4" fmla="*/ 282450 w 2769577"/>
              <a:gd name="connsiteY4" fmla="*/ 0 h 5148000"/>
              <a:gd name="connsiteX5" fmla="*/ 2769577 w 2769577"/>
              <a:gd name="connsiteY5" fmla="*/ 0 h 5148000"/>
              <a:gd name="connsiteX6" fmla="*/ 2769577 w 2769577"/>
              <a:gd name="connsiteY6" fmla="*/ 5148000 h 5148000"/>
              <a:gd name="connsiteX7" fmla="*/ 282450 w 2769577"/>
              <a:gd name="connsiteY7" fmla="*/ 5148000 h 5148000"/>
              <a:gd name="connsiteX8" fmla="*/ 117493 w 2769577"/>
              <a:gd name="connsiteY8" fmla="*/ 5148000 h 5148000"/>
              <a:gd name="connsiteX9" fmla="*/ 98363 w 2769577"/>
              <a:gd name="connsiteY9" fmla="*/ 5148000 h 5148000"/>
              <a:gd name="connsiteX10" fmla="*/ 46423 w 2769577"/>
              <a:gd name="connsiteY10" fmla="*/ 5148000 h 5148000"/>
              <a:gd name="connsiteX11" fmla="*/ 0 w 2769577"/>
              <a:gd name="connsiteY11" fmla="*/ 5148000 h 514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69577" h="5148000">
                <a:moveTo>
                  <a:pt x="0" y="0"/>
                </a:moveTo>
                <a:lnTo>
                  <a:pt x="46423" y="0"/>
                </a:lnTo>
                <a:lnTo>
                  <a:pt x="98363" y="0"/>
                </a:lnTo>
                <a:lnTo>
                  <a:pt x="117493" y="0"/>
                </a:lnTo>
                <a:lnTo>
                  <a:pt x="282450" y="0"/>
                </a:lnTo>
                <a:lnTo>
                  <a:pt x="2769577" y="0"/>
                </a:lnTo>
                <a:lnTo>
                  <a:pt x="2769577" y="5148000"/>
                </a:lnTo>
                <a:lnTo>
                  <a:pt x="282450" y="5148000"/>
                </a:lnTo>
                <a:lnTo>
                  <a:pt x="117493" y="5148000"/>
                </a:lnTo>
                <a:lnTo>
                  <a:pt x="98363" y="5148000"/>
                </a:lnTo>
                <a:lnTo>
                  <a:pt x="46423" y="5148000"/>
                </a:lnTo>
                <a:lnTo>
                  <a:pt x="0" y="5148000"/>
                </a:lnTo>
                <a:close/>
              </a:path>
            </a:pathLst>
          </a:custGeom>
          <a:solidFill>
            <a:srgbClr val="FFFFCC"/>
          </a:solidFill>
          <a:ln w="9525">
            <a:noFill/>
            <a:miter lim="800000"/>
            <a:headEnd/>
            <a:tailEnd/>
          </a:ln>
        </p:spPr>
        <p:txBody>
          <a:bodyPr wrap="square" lIns="72000" tIns="72000" rIns="72000" bIns="72000" anchor="ctr" anchorCtr="0">
            <a:noAutofit/>
          </a:bodyPr>
          <a:lstStyle>
            <a:lvl1pPr algn="ctr">
              <a:defRPr sz="1867"/>
            </a:lvl1pPr>
          </a:lstStyle>
          <a:p>
            <a:r>
              <a:rPr lang="de-DE"/>
              <a:t>Bild durch Klicken auf Symbol hinzufügen</a:t>
            </a:r>
            <a:endParaRPr lang="en-US" dirty="0"/>
          </a:p>
        </p:txBody>
      </p:sp>
      <p:sp>
        <p:nvSpPr>
          <p:cNvPr id="2" name="Rectangle 1" hidden="1">
            <a:extLst>
              <a:ext uri="{FF2B5EF4-FFF2-40B4-BE49-F238E27FC236}">
                <a16:creationId xmlns:a16="http://schemas.microsoft.com/office/drawing/2014/main" id="{A52F9A84-45DD-415D-A391-562F294439BD}"/>
              </a:ext>
            </a:extLst>
          </p:cNvPr>
          <p:cNvSpPr/>
          <p:nvPr>
            <p:custDataLst>
              <p:tags r:id="rId2"/>
            </p:custDataLst>
          </p:nvPr>
        </p:nvSpPr>
        <p:spPr bwMode="auto">
          <a:xfrm>
            <a:off x="0" y="2"/>
            <a:ext cx="195384" cy="158751"/>
          </a:xfrm>
          <a:prstGeom prst="rect">
            <a:avLst/>
          </a:prstGeom>
          <a:solidFill>
            <a:schemeClr val="bg1"/>
          </a:solidFill>
          <a:ln w="9525" cap="flat" cmpd="sng" algn="ctr">
            <a:solidFill>
              <a:schemeClr val="accent3"/>
            </a:solidFill>
            <a:prstDash val="solid"/>
            <a:round/>
            <a:headEnd type="none" w="med" len="med"/>
            <a:tailEnd type="none" w="med" len="med"/>
          </a:ln>
          <a:effectLst/>
        </p:spPr>
        <p:txBody>
          <a:bodyPr vert="horz" wrap="none" lIns="0" tIns="0" rIns="0" bIns="0" numCol="1" spcCol="0" rtlCol="0" anchor="ctr" anchorCtr="0" compatLnSpc="1">
            <a:prstTxWarp prst="textNoShape">
              <a:avLst/>
            </a:prstTxWarp>
            <a:noAutofit/>
          </a:bodyPr>
          <a:lstStyle/>
          <a:p>
            <a:pPr marL="0" marR="0" lvl="0" indent="0" algn="l" defTabSz="914354" rtl="0" eaLnBrk="0" fontAlgn="base" latinLnBrk="0" hangingPunct="0">
              <a:lnSpc>
                <a:spcPct val="100000"/>
              </a:lnSpc>
              <a:spcBef>
                <a:spcPct val="50000"/>
              </a:spcBef>
              <a:spcAft>
                <a:spcPct val="0"/>
              </a:spcAft>
              <a:buClr>
                <a:schemeClr val="accent1"/>
              </a:buClr>
              <a:buSzPct val="80000"/>
              <a:buFont typeface="Wingdings" pitchFamily="2" charset="2"/>
              <a:buNone/>
              <a:tabLst/>
            </a:pPr>
            <a:endParaRPr kumimoji="0" lang="en-US" sz="2667" b="1" i="0" u="none" strike="noStrike" cap="none" normalizeH="0" baseline="0" dirty="0">
              <a:ln>
                <a:noFill/>
              </a:ln>
              <a:solidFill>
                <a:schemeClr val="tx1"/>
              </a:solidFill>
              <a:effectLst/>
              <a:latin typeface="Arial" panose="020B0604020202020204" pitchFamily="34" charset="0"/>
              <a:ea typeface="+mj-ea"/>
              <a:cs typeface="Arial" panose="020B0604020202020204" pitchFamily="34" charset="0"/>
              <a:sym typeface="Arial" panose="020B0604020202020204" pitchFamily="34" charset="0"/>
            </a:endParaRPr>
          </a:p>
        </p:txBody>
      </p:sp>
      <p:sp>
        <p:nvSpPr>
          <p:cNvPr id="29" name="Titel 1">
            <a:extLst>
              <a:ext uri="{FF2B5EF4-FFF2-40B4-BE49-F238E27FC236}">
                <a16:creationId xmlns:a16="http://schemas.microsoft.com/office/drawing/2014/main" id="{C306387B-33E1-4538-917F-DA5F366062F1}"/>
              </a:ext>
            </a:extLst>
          </p:cNvPr>
          <p:cNvSpPr>
            <a:spLocks noGrp="1"/>
          </p:cNvSpPr>
          <p:nvPr>
            <p:ph type="title" hasCustomPrompt="1"/>
          </p:nvPr>
        </p:nvSpPr>
        <p:spPr bwMode="gray">
          <a:xfrm>
            <a:off x="278401" y="457200"/>
            <a:ext cx="8108308" cy="762000"/>
          </a:xfrm>
        </p:spPr>
        <p:txBody>
          <a:bodyPr vert="horz"/>
          <a:lstStyle>
            <a:lvl1pPr>
              <a:defRPr baseline="0">
                <a:latin typeface="+mj-lt"/>
                <a:cs typeface="Arial" panose="020B0604020202020204" pitchFamily="34" charset="0"/>
                <a:sym typeface="Arial" panose="020B0604020202020204" pitchFamily="34" charset="0"/>
              </a:defRPr>
            </a:lvl1pPr>
          </a:lstStyle>
          <a:p>
            <a:r>
              <a:rPr lang="en-US" dirty="0"/>
              <a:t>Click to add title</a:t>
            </a:r>
          </a:p>
        </p:txBody>
      </p:sp>
      <p:sp>
        <p:nvSpPr>
          <p:cNvPr id="42" name="Rectangle 45">
            <a:extLst>
              <a:ext uri="{FF2B5EF4-FFF2-40B4-BE49-F238E27FC236}">
                <a16:creationId xmlns:a16="http://schemas.microsoft.com/office/drawing/2014/main" id="{7F6D390F-FDA0-4654-8953-7FECAD83FDE1}"/>
              </a:ext>
            </a:extLst>
          </p:cNvPr>
          <p:cNvSpPr>
            <a:spLocks noGrp="1" noChangeArrowheads="1"/>
          </p:cNvSpPr>
          <p:nvPr>
            <p:ph type="sldNum" sz="quarter" idx="4"/>
            <p:custDataLst>
              <p:tags r:id="rId3"/>
            </p:custDataLst>
          </p:nvPr>
        </p:nvSpPr>
        <p:spPr bwMode="auto">
          <a:xfrm>
            <a:off x="283200" y="6480063"/>
            <a:ext cx="335220" cy="205121"/>
          </a:xfrm>
          <a:prstGeom prst="rect">
            <a:avLst/>
          </a:prstGeom>
          <a:noFill/>
          <a:ln w="9525">
            <a:noFill/>
            <a:miter lim="800000"/>
            <a:headEnd/>
            <a:tailEnd/>
          </a:ln>
          <a:effectLst/>
        </p:spPr>
        <p:txBody>
          <a:bodyPr vert="horz" wrap="none" lIns="0" tIns="0" rIns="0" bIns="0" numCol="1" anchor="b" anchorCtr="0" compatLnSpc="1">
            <a:prstTxWarp prst="textNoShape">
              <a:avLst/>
            </a:prstTxWarp>
            <a:spAutoFit/>
          </a:bodyPr>
          <a:lstStyle>
            <a:lvl1pPr>
              <a:spcBef>
                <a:spcPct val="0"/>
              </a:spcBef>
              <a:buClrTx/>
              <a:buSzTx/>
              <a:buFontTx/>
              <a:buNone/>
              <a:defRPr sz="1333" b="0"/>
            </a:lvl1pPr>
          </a:lstStyle>
          <a:p>
            <a:fld id="{B8B94130-3BBE-45CA-9999-1A0D48956379}" type="slidenum">
              <a:rPr lang="de-DE" smtClean="0"/>
              <a:t>‹Nr.›</a:t>
            </a:fld>
            <a:endParaRPr lang="de-DE"/>
          </a:p>
        </p:txBody>
      </p:sp>
      <p:sp>
        <p:nvSpPr>
          <p:cNvPr id="45" name="Footer Placeholder 44">
            <a:extLst>
              <a:ext uri="{FF2B5EF4-FFF2-40B4-BE49-F238E27FC236}">
                <a16:creationId xmlns:a16="http://schemas.microsoft.com/office/drawing/2014/main" id="{B2C51233-5495-407E-BD13-0A6A83902C2C}"/>
              </a:ext>
            </a:extLst>
          </p:cNvPr>
          <p:cNvSpPr>
            <a:spLocks noGrp="1" noChangeArrowheads="1"/>
          </p:cNvSpPr>
          <p:nvPr>
            <p:ph type="ftr" sz="quarter" idx="3"/>
            <p:custDataLst>
              <p:tags r:id="rId4"/>
            </p:custDataLst>
          </p:nvPr>
        </p:nvSpPr>
        <p:spPr bwMode="auto">
          <a:xfrm>
            <a:off x="937336" y="6480000"/>
            <a:ext cx="6528000" cy="205184"/>
          </a:xfrm>
          <a:prstGeom prst="rect">
            <a:avLst/>
          </a:prstGeom>
          <a:noFill/>
          <a:ln w="9525">
            <a:noFill/>
            <a:miter lim="800000"/>
            <a:headEnd/>
            <a:tailEnd/>
          </a:ln>
          <a:effectLst/>
        </p:spPr>
        <p:txBody>
          <a:bodyPr vert="horz" wrap="square" lIns="0" tIns="0" rIns="0" bIns="0" numCol="1" anchor="b" anchorCtr="0" compatLnSpc="1">
            <a:prstTxWarp prst="textNoShape">
              <a:avLst/>
            </a:prstTxWarp>
            <a:noAutofit/>
          </a:bodyPr>
          <a:lstStyle>
            <a:lvl1pPr>
              <a:spcBef>
                <a:spcPct val="0"/>
              </a:spcBef>
              <a:buClrTx/>
              <a:buSzTx/>
              <a:buFontTx/>
              <a:buNone/>
              <a:defRPr sz="1333"/>
            </a:lvl1pPr>
          </a:lstStyle>
          <a:p>
            <a:endParaRPr lang="de-DE"/>
          </a:p>
        </p:txBody>
      </p:sp>
      <p:sp>
        <p:nvSpPr>
          <p:cNvPr id="4" name="Rectangle 20">
            <a:extLst>
              <a:ext uri="{FF2B5EF4-FFF2-40B4-BE49-F238E27FC236}">
                <a16:creationId xmlns:a16="http://schemas.microsoft.com/office/drawing/2014/main" id="{8D2E2C94-D9B2-124A-E7AF-B29601E69717}"/>
              </a:ext>
            </a:extLst>
          </p:cNvPr>
          <p:cNvSpPr/>
          <p:nvPr>
            <p:custDataLst>
              <p:tags r:id="rId5"/>
            </p:custDataLst>
          </p:nvPr>
        </p:nvSpPr>
        <p:spPr bwMode="ltGray">
          <a:xfrm>
            <a:off x="9587673" y="6480064"/>
            <a:ext cx="2328835" cy="205121"/>
          </a:xfrm>
          <a:prstGeom prst="rect">
            <a:avLst/>
          </a:prstGeom>
          <a:noFill/>
          <a:ln w="9525">
            <a:noFill/>
            <a:miter lim="800000"/>
            <a:headEnd/>
            <a:tailEnd/>
          </a:ln>
          <a:effectLst/>
        </p:spPr>
        <p:txBody>
          <a:bodyPr wrap="square" lIns="0" tIns="0" rIns="0" bIns="0" anchor="b">
            <a:spAutoFit/>
          </a:bodyPr>
          <a:lstStyle/>
          <a:p>
            <a:pPr algn="r" defTabSz="857208">
              <a:spcBef>
                <a:spcPct val="0"/>
              </a:spcBef>
              <a:buClrTx/>
              <a:buSzTx/>
              <a:buFontTx/>
              <a:buNone/>
              <a:defRPr/>
            </a:pPr>
            <a:r>
              <a:rPr lang="en-US" sz="1333" dirty="0">
                <a:solidFill>
                  <a:schemeClr val="bg1"/>
                </a:solidFill>
              </a:rPr>
              <a:t>© Horváth</a:t>
            </a:r>
          </a:p>
        </p:txBody>
      </p:sp>
      <p:pic>
        <p:nvPicPr>
          <p:cNvPr id="5" name="Grafik 15">
            <a:extLst>
              <a:ext uri="{FF2B5EF4-FFF2-40B4-BE49-F238E27FC236}">
                <a16:creationId xmlns:a16="http://schemas.microsoft.com/office/drawing/2014/main" id="{F9603C1D-5DF2-401A-75DE-2535FD0FB322}"/>
              </a:ext>
            </a:extLst>
          </p:cNvPr>
          <p:cNvPicPr/>
          <p:nvPr/>
        </p:nvPicPr>
        <p:blipFill>
          <a:blip r:embed="rId9">
            <a:extLst>
              <a:ext uri="{96DAC541-7B7A-43D3-8B79-37D633B846F1}">
                <asvg:svgBlip xmlns:asvg="http://schemas.microsoft.com/office/drawing/2016/SVG/main" r:embed="rId10"/>
              </a:ext>
            </a:extLst>
          </a:blip>
          <a:stretch>
            <a:fillRect/>
          </a:stretch>
        </p:blipFill>
        <p:spPr bwMode="gray">
          <a:xfrm>
            <a:off x="11617326" y="157491"/>
            <a:ext cx="289023" cy="260120"/>
          </a:xfrm>
          <a:prstGeom prst="rect">
            <a:avLst/>
          </a:prstGeom>
        </p:spPr>
      </p:pic>
      <p:cxnSp>
        <p:nvCxnSpPr>
          <p:cNvPr id="6" name="Straight Connector 5">
            <a:extLst>
              <a:ext uri="{FF2B5EF4-FFF2-40B4-BE49-F238E27FC236}">
                <a16:creationId xmlns:a16="http://schemas.microsoft.com/office/drawing/2014/main" id="{AB617273-1B03-5104-6505-3CD97F4EC455}"/>
              </a:ext>
            </a:extLst>
          </p:cNvPr>
          <p:cNvCxnSpPr>
            <a:cxnSpLocks/>
          </p:cNvCxnSpPr>
          <p:nvPr/>
        </p:nvCxnSpPr>
        <p:spPr bwMode="gray">
          <a:xfrm>
            <a:off x="8640000" y="0"/>
            <a:ext cx="0" cy="6859200"/>
          </a:xfrm>
          <a:prstGeom prst="line">
            <a:avLst/>
          </a:prstGeom>
          <a:solidFill>
            <a:schemeClr val="bg1"/>
          </a:solidFill>
          <a:ln w="15875" cap="flat" cmpd="sng" algn="ctr">
            <a:solidFill>
              <a:schemeClr val="bg1"/>
            </a:solidFill>
            <a:prstDash val="solid"/>
            <a:miter lim="800000"/>
            <a:headEnd type="none" w="med" len="med"/>
            <a:tailEnd type="none" w="med" len="med"/>
          </a:ln>
          <a:effectLst/>
        </p:spPr>
      </p:cxnSp>
    </p:spTree>
    <p:extLst>
      <p:ext uri="{BB962C8B-B14F-4D97-AF65-F5344CB8AC3E}">
        <p14:creationId xmlns:p14="http://schemas.microsoft.com/office/powerpoint/2010/main" val="41334971"/>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White">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670E4A55-4881-47A2-9281-C78C4648658F}"/>
              </a:ext>
            </a:extLst>
          </p:cNvPr>
          <p:cNvGraphicFramePr>
            <a:graphicFrameLocks noChangeAspect="1"/>
          </p:cNvGraphicFramePr>
          <p:nvPr>
            <p:custDataLst>
              <p:tags r:id="rId1"/>
            </p:custDataLst>
            <p:extLst>
              <p:ext uri="{D42A27DB-BD31-4B8C-83A1-F6EECF244321}">
                <p14:modId xmlns:p14="http://schemas.microsoft.com/office/powerpoint/2010/main" val="40321514"/>
              </p:ext>
            </p:extLst>
          </p:nvPr>
        </p:nvGraphicFramePr>
        <p:xfrm>
          <a:off x="1956" y="1590"/>
          <a:ext cx="1955" cy="1588"/>
        </p:xfrm>
        <a:graphic>
          <a:graphicData uri="http://schemas.openxmlformats.org/presentationml/2006/ole">
            <mc:AlternateContent xmlns:mc="http://schemas.openxmlformats.org/markup-compatibility/2006">
              <mc:Choice xmlns:v="urn:schemas-microsoft-com:vml" Requires="v">
                <p:oleObj name="think-cell Slide" r:id="rId3" imgW="353" imgH="353" progId="TCLayout.ActiveDocument.1">
                  <p:embed/>
                </p:oleObj>
              </mc:Choice>
              <mc:Fallback>
                <p:oleObj name="think-cell Slide" r:id="rId3" imgW="353" imgH="353" progId="TCLayout.ActiveDocument.1">
                  <p:embed/>
                  <p:pic>
                    <p:nvPicPr>
                      <p:cNvPr id="2" name="Object 1" hidden="1">
                        <a:extLst>
                          <a:ext uri="{FF2B5EF4-FFF2-40B4-BE49-F238E27FC236}">
                            <a16:creationId xmlns:a16="http://schemas.microsoft.com/office/drawing/2014/main" id="{670E4A55-4881-47A2-9281-C78C4648658F}"/>
                          </a:ext>
                        </a:extLst>
                      </p:cNvPr>
                      <p:cNvPicPr/>
                      <p:nvPr/>
                    </p:nvPicPr>
                    <p:blipFill>
                      <a:blip r:embed="rId4"/>
                      <a:stretch>
                        <a:fillRect/>
                      </a:stretch>
                    </p:blipFill>
                    <p:spPr>
                      <a:xfrm>
                        <a:off x="1956" y="1590"/>
                        <a:ext cx="1955" cy="1588"/>
                      </a:xfrm>
                      <a:prstGeom prst="rect">
                        <a:avLst/>
                      </a:prstGeom>
                    </p:spPr>
                  </p:pic>
                </p:oleObj>
              </mc:Fallback>
            </mc:AlternateContent>
          </a:graphicData>
        </a:graphic>
      </p:graphicFrame>
      <p:grpSp>
        <p:nvGrpSpPr>
          <p:cNvPr id="49" name="Group 48" hidden="1">
            <a:extLst>
              <a:ext uri="{FF2B5EF4-FFF2-40B4-BE49-F238E27FC236}">
                <a16:creationId xmlns:a16="http://schemas.microsoft.com/office/drawing/2014/main" id="{4F821225-A38D-4DB6-B3FA-82B21EF24A67}"/>
              </a:ext>
            </a:extLst>
          </p:cNvPr>
          <p:cNvGrpSpPr/>
          <p:nvPr/>
        </p:nvGrpSpPr>
        <p:grpSpPr bwMode="gray">
          <a:xfrm>
            <a:off x="-550843" y="570240"/>
            <a:ext cx="13338048" cy="6747152"/>
            <a:chOff x="-447560" y="570240"/>
            <a:chExt cx="10837164" cy="6747152"/>
          </a:xfrm>
        </p:grpSpPr>
        <p:cxnSp>
          <p:nvCxnSpPr>
            <p:cNvPr id="50" name="Straight Connector 49">
              <a:extLst>
                <a:ext uri="{FF2B5EF4-FFF2-40B4-BE49-F238E27FC236}">
                  <a16:creationId xmlns:a16="http://schemas.microsoft.com/office/drawing/2014/main" id="{74E7C194-98DE-474F-8828-45CD3A84C13B}"/>
                </a:ext>
              </a:extLst>
            </p:cNvPr>
            <p:cNvCxnSpPr>
              <a:cxnSpLocks/>
            </p:cNvCxnSpPr>
            <p:nvPr/>
          </p:nvCxnSpPr>
          <p:spPr bwMode="gray">
            <a:xfrm rot="16200000">
              <a:off x="4777763" y="7137392"/>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1" name="Gerader Verbinder 10">
              <a:extLst>
                <a:ext uri="{FF2B5EF4-FFF2-40B4-BE49-F238E27FC236}">
                  <a16:creationId xmlns:a16="http://schemas.microsoft.com/office/drawing/2014/main" id="{72C4C3D9-41DE-46B4-80C6-826EE43F74AD}"/>
                </a:ext>
              </a:extLst>
            </p:cNvPr>
            <p:cNvCxnSpPr/>
            <p:nvPr/>
          </p:nvCxnSpPr>
          <p:spPr bwMode="gray">
            <a:xfrm>
              <a:off x="230188" y="6957391"/>
              <a:ext cx="0" cy="36000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2" name="Gerader Verbinder 11">
              <a:extLst>
                <a:ext uri="{FF2B5EF4-FFF2-40B4-BE49-F238E27FC236}">
                  <a16:creationId xmlns:a16="http://schemas.microsoft.com/office/drawing/2014/main" id="{3FE2AA68-6F7C-4A1D-87EB-DE2C2C0BBB34}"/>
                </a:ext>
              </a:extLst>
            </p:cNvPr>
            <p:cNvCxnSpPr/>
            <p:nvPr/>
          </p:nvCxnSpPr>
          <p:spPr bwMode="gray">
            <a:xfrm>
              <a:off x="6824663" y="6957391"/>
              <a:ext cx="0" cy="36000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3" name="Gerader Verbinder 12">
              <a:extLst>
                <a:ext uri="{FF2B5EF4-FFF2-40B4-BE49-F238E27FC236}">
                  <a16:creationId xmlns:a16="http://schemas.microsoft.com/office/drawing/2014/main" id="{A99887B0-BCF0-466E-8905-E0EDABB62C39}"/>
                </a:ext>
              </a:extLst>
            </p:cNvPr>
            <p:cNvCxnSpPr/>
            <p:nvPr/>
          </p:nvCxnSpPr>
          <p:spPr bwMode="gray">
            <a:xfrm>
              <a:off x="9669463" y="6957391"/>
              <a:ext cx="0" cy="36000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4" name="Gerader Verbinder 15">
              <a:extLst>
                <a:ext uri="{FF2B5EF4-FFF2-40B4-BE49-F238E27FC236}">
                  <a16:creationId xmlns:a16="http://schemas.microsoft.com/office/drawing/2014/main" id="{6787924B-F655-4DF6-AD37-BC26A4E84A01}"/>
                </a:ext>
              </a:extLst>
            </p:cNvPr>
            <p:cNvCxnSpPr/>
            <p:nvPr/>
          </p:nvCxnSpPr>
          <p:spPr bwMode="gray">
            <a:xfrm>
              <a:off x="7028772" y="6957391"/>
              <a:ext cx="0" cy="36000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5" name="Gerader Verbinder 16">
              <a:extLst>
                <a:ext uri="{FF2B5EF4-FFF2-40B4-BE49-F238E27FC236}">
                  <a16:creationId xmlns:a16="http://schemas.microsoft.com/office/drawing/2014/main" id="{D0D5FDB2-F44D-4887-BFFA-8A620EB2D117}"/>
                </a:ext>
              </a:extLst>
            </p:cNvPr>
            <p:cNvCxnSpPr/>
            <p:nvPr/>
          </p:nvCxnSpPr>
          <p:spPr bwMode="gray">
            <a:xfrm>
              <a:off x="-447560" y="139320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6" name="Gerader Verbinder 16">
              <a:extLst>
                <a:ext uri="{FF2B5EF4-FFF2-40B4-BE49-F238E27FC236}">
                  <a16:creationId xmlns:a16="http://schemas.microsoft.com/office/drawing/2014/main" id="{D5F77CBB-D232-4DF8-94F9-09469613856A}"/>
                </a:ext>
              </a:extLst>
            </p:cNvPr>
            <p:cNvCxnSpPr/>
            <p:nvPr/>
          </p:nvCxnSpPr>
          <p:spPr bwMode="gray">
            <a:xfrm>
              <a:off x="10029604" y="139320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7" name="Gerader Verbinder 8">
              <a:extLst>
                <a:ext uri="{FF2B5EF4-FFF2-40B4-BE49-F238E27FC236}">
                  <a16:creationId xmlns:a16="http://schemas.microsoft.com/office/drawing/2014/main" id="{4A608B79-43BF-493C-B618-86AD4B31FC8B}"/>
                </a:ext>
              </a:extLst>
            </p:cNvPr>
            <p:cNvCxnSpPr/>
            <p:nvPr/>
          </p:nvCxnSpPr>
          <p:spPr bwMode="gray">
            <a:xfrm>
              <a:off x="-447560" y="1700214"/>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8" name="Gerader Verbinder 8">
              <a:extLst>
                <a:ext uri="{FF2B5EF4-FFF2-40B4-BE49-F238E27FC236}">
                  <a16:creationId xmlns:a16="http://schemas.microsoft.com/office/drawing/2014/main" id="{B178F002-12C6-46E9-919D-BBA0B44546D9}"/>
                </a:ext>
              </a:extLst>
            </p:cNvPr>
            <p:cNvCxnSpPr/>
            <p:nvPr/>
          </p:nvCxnSpPr>
          <p:spPr bwMode="gray">
            <a:xfrm>
              <a:off x="10029604" y="1700214"/>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9" name="Straight Connector 58">
              <a:extLst>
                <a:ext uri="{FF2B5EF4-FFF2-40B4-BE49-F238E27FC236}">
                  <a16:creationId xmlns:a16="http://schemas.microsoft.com/office/drawing/2014/main" id="{2C4972A1-5C04-4472-B1B8-8691DC96E7D9}"/>
                </a:ext>
              </a:extLst>
            </p:cNvPr>
            <p:cNvCxnSpPr/>
            <p:nvPr/>
          </p:nvCxnSpPr>
          <p:spPr bwMode="gray">
            <a:xfrm>
              <a:off x="-447560" y="378904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60" name="Straight Connector 59">
              <a:extLst>
                <a:ext uri="{FF2B5EF4-FFF2-40B4-BE49-F238E27FC236}">
                  <a16:creationId xmlns:a16="http://schemas.microsoft.com/office/drawing/2014/main" id="{02D5AF70-5CEC-476A-90AD-7AE88370C839}"/>
                </a:ext>
              </a:extLst>
            </p:cNvPr>
            <p:cNvCxnSpPr/>
            <p:nvPr/>
          </p:nvCxnSpPr>
          <p:spPr bwMode="gray">
            <a:xfrm>
              <a:off x="10029604" y="378904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61" name="Straight Connector 60">
              <a:extLst>
                <a:ext uri="{FF2B5EF4-FFF2-40B4-BE49-F238E27FC236}">
                  <a16:creationId xmlns:a16="http://schemas.microsoft.com/office/drawing/2014/main" id="{A28B652F-3B9A-4E4C-A95A-6E90D2B3D5B5}"/>
                </a:ext>
              </a:extLst>
            </p:cNvPr>
            <p:cNvCxnSpPr/>
            <p:nvPr/>
          </p:nvCxnSpPr>
          <p:spPr bwMode="gray">
            <a:xfrm>
              <a:off x="-447560" y="631080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62" name="Straight Connector 61">
              <a:extLst>
                <a:ext uri="{FF2B5EF4-FFF2-40B4-BE49-F238E27FC236}">
                  <a16:creationId xmlns:a16="http://schemas.microsoft.com/office/drawing/2014/main" id="{8077D872-CE04-4234-8855-6F73CE08BC32}"/>
                </a:ext>
              </a:extLst>
            </p:cNvPr>
            <p:cNvCxnSpPr/>
            <p:nvPr/>
          </p:nvCxnSpPr>
          <p:spPr bwMode="gray">
            <a:xfrm>
              <a:off x="10029604" y="631080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65" name="Gerader Verbinder 16">
              <a:extLst>
                <a:ext uri="{FF2B5EF4-FFF2-40B4-BE49-F238E27FC236}">
                  <a16:creationId xmlns:a16="http://schemas.microsoft.com/office/drawing/2014/main" id="{005DD599-FCF0-4F4F-AC38-7CA34C82207B}"/>
                </a:ext>
              </a:extLst>
            </p:cNvPr>
            <p:cNvCxnSpPr/>
            <p:nvPr/>
          </p:nvCxnSpPr>
          <p:spPr bwMode="gray">
            <a:xfrm>
              <a:off x="-447560" y="57024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66" name="Gerader Verbinder 16">
              <a:extLst>
                <a:ext uri="{FF2B5EF4-FFF2-40B4-BE49-F238E27FC236}">
                  <a16:creationId xmlns:a16="http://schemas.microsoft.com/office/drawing/2014/main" id="{1F5C0D4B-8E51-4226-B8F2-0C5476B40AB2}"/>
                </a:ext>
              </a:extLst>
            </p:cNvPr>
            <p:cNvCxnSpPr/>
            <p:nvPr/>
          </p:nvCxnSpPr>
          <p:spPr bwMode="gray">
            <a:xfrm>
              <a:off x="10029604" y="57024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grpSp>
    </p:spTree>
    <p:extLst>
      <p:ext uri="{BB962C8B-B14F-4D97-AF65-F5344CB8AC3E}">
        <p14:creationId xmlns:p14="http://schemas.microsoft.com/office/powerpoint/2010/main" val="26995653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Gradient">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670E4A55-4881-47A2-9281-C78C4648658F}"/>
              </a:ext>
            </a:extLst>
          </p:cNvPr>
          <p:cNvGraphicFramePr>
            <a:graphicFrameLocks noChangeAspect="1"/>
          </p:cNvGraphicFramePr>
          <p:nvPr>
            <p:custDataLst>
              <p:tags r:id="rId1"/>
            </p:custDataLst>
            <p:extLst>
              <p:ext uri="{D42A27DB-BD31-4B8C-83A1-F6EECF244321}">
                <p14:modId xmlns:p14="http://schemas.microsoft.com/office/powerpoint/2010/main" val="3245430745"/>
              </p:ext>
            </p:extLst>
          </p:nvPr>
        </p:nvGraphicFramePr>
        <p:xfrm>
          <a:off x="1956" y="1590"/>
          <a:ext cx="1955" cy="1588"/>
        </p:xfrm>
        <a:graphic>
          <a:graphicData uri="http://schemas.openxmlformats.org/presentationml/2006/ole">
            <mc:AlternateContent xmlns:mc="http://schemas.openxmlformats.org/markup-compatibility/2006">
              <mc:Choice xmlns:v="urn:schemas-microsoft-com:vml" Requires="v">
                <p:oleObj name="think-cell Slide" r:id="rId4" imgW="353" imgH="353" progId="TCLayout.ActiveDocument.1">
                  <p:embed/>
                </p:oleObj>
              </mc:Choice>
              <mc:Fallback>
                <p:oleObj name="think-cell Slide" r:id="rId4" imgW="353" imgH="353" progId="TCLayout.ActiveDocument.1">
                  <p:embed/>
                  <p:pic>
                    <p:nvPicPr>
                      <p:cNvPr id="2" name="Object 1" hidden="1">
                        <a:extLst>
                          <a:ext uri="{FF2B5EF4-FFF2-40B4-BE49-F238E27FC236}">
                            <a16:creationId xmlns:a16="http://schemas.microsoft.com/office/drawing/2014/main" id="{670E4A55-4881-47A2-9281-C78C4648658F}"/>
                          </a:ext>
                        </a:extLst>
                      </p:cNvPr>
                      <p:cNvPicPr/>
                      <p:nvPr/>
                    </p:nvPicPr>
                    <p:blipFill>
                      <a:blip r:embed="rId5"/>
                      <a:stretch>
                        <a:fillRect/>
                      </a:stretch>
                    </p:blipFill>
                    <p:spPr>
                      <a:xfrm>
                        <a:off x="1956" y="1590"/>
                        <a:ext cx="1955" cy="1588"/>
                      </a:xfrm>
                      <a:prstGeom prst="rect">
                        <a:avLst/>
                      </a:prstGeom>
                    </p:spPr>
                  </p:pic>
                </p:oleObj>
              </mc:Fallback>
            </mc:AlternateContent>
          </a:graphicData>
        </a:graphic>
      </p:graphicFrame>
      <p:pic>
        <p:nvPicPr>
          <p:cNvPr id="10" name="Picture 9">
            <a:extLst>
              <a:ext uri="{FF2B5EF4-FFF2-40B4-BE49-F238E27FC236}">
                <a16:creationId xmlns:a16="http://schemas.microsoft.com/office/drawing/2014/main" id="{49AC9741-7ADB-C411-A0CD-3647FEEA44E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 y="0"/>
            <a:ext cx="12204697" cy="6858000"/>
          </a:xfrm>
          <a:prstGeom prst="rect">
            <a:avLst/>
          </a:prstGeom>
        </p:spPr>
      </p:pic>
      <p:grpSp>
        <p:nvGrpSpPr>
          <p:cNvPr id="49" name="Group 48" hidden="1">
            <a:extLst>
              <a:ext uri="{FF2B5EF4-FFF2-40B4-BE49-F238E27FC236}">
                <a16:creationId xmlns:a16="http://schemas.microsoft.com/office/drawing/2014/main" id="{4F821225-A38D-4DB6-B3FA-82B21EF24A67}"/>
              </a:ext>
            </a:extLst>
          </p:cNvPr>
          <p:cNvGrpSpPr/>
          <p:nvPr/>
        </p:nvGrpSpPr>
        <p:grpSpPr bwMode="gray">
          <a:xfrm>
            <a:off x="-550843" y="570240"/>
            <a:ext cx="13338048" cy="6747152"/>
            <a:chOff x="-447560" y="570240"/>
            <a:chExt cx="10837164" cy="6747152"/>
          </a:xfrm>
        </p:grpSpPr>
        <p:cxnSp>
          <p:nvCxnSpPr>
            <p:cNvPr id="50" name="Straight Connector 49">
              <a:extLst>
                <a:ext uri="{FF2B5EF4-FFF2-40B4-BE49-F238E27FC236}">
                  <a16:creationId xmlns:a16="http://schemas.microsoft.com/office/drawing/2014/main" id="{74E7C194-98DE-474F-8828-45CD3A84C13B}"/>
                </a:ext>
              </a:extLst>
            </p:cNvPr>
            <p:cNvCxnSpPr>
              <a:cxnSpLocks/>
            </p:cNvCxnSpPr>
            <p:nvPr/>
          </p:nvCxnSpPr>
          <p:spPr bwMode="gray">
            <a:xfrm rot="16200000">
              <a:off x="4777763" y="7137392"/>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1" name="Gerader Verbinder 10">
              <a:extLst>
                <a:ext uri="{FF2B5EF4-FFF2-40B4-BE49-F238E27FC236}">
                  <a16:creationId xmlns:a16="http://schemas.microsoft.com/office/drawing/2014/main" id="{72C4C3D9-41DE-46B4-80C6-826EE43F74AD}"/>
                </a:ext>
              </a:extLst>
            </p:cNvPr>
            <p:cNvCxnSpPr/>
            <p:nvPr/>
          </p:nvCxnSpPr>
          <p:spPr bwMode="gray">
            <a:xfrm>
              <a:off x="230188" y="6957391"/>
              <a:ext cx="0" cy="36000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2" name="Gerader Verbinder 11">
              <a:extLst>
                <a:ext uri="{FF2B5EF4-FFF2-40B4-BE49-F238E27FC236}">
                  <a16:creationId xmlns:a16="http://schemas.microsoft.com/office/drawing/2014/main" id="{3FE2AA68-6F7C-4A1D-87EB-DE2C2C0BBB34}"/>
                </a:ext>
              </a:extLst>
            </p:cNvPr>
            <p:cNvCxnSpPr/>
            <p:nvPr/>
          </p:nvCxnSpPr>
          <p:spPr bwMode="gray">
            <a:xfrm>
              <a:off x="6824663" y="6957391"/>
              <a:ext cx="0" cy="36000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3" name="Gerader Verbinder 12">
              <a:extLst>
                <a:ext uri="{FF2B5EF4-FFF2-40B4-BE49-F238E27FC236}">
                  <a16:creationId xmlns:a16="http://schemas.microsoft.com/office/drawing/2014/main" id="{A99887B0-BCF0-466E-8905-E0EDABB62C39}"/>
                </a:ext>
              </a:extLst>
            </p:cNvPr>
            <p:cNvCxnSpPr/>
            <p:nvPr/>
          </p:nvCxnSpPr>
          <p:spPr bwMode="gray">
            <a:xfrm>
              <a:off x="9669463" y="6957391"/>
              <a:ext cx="0" cy="36000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4" name="Gerader Verbinder 15">
              <a:extLst>
                <a:ext uri="{FF2B5EF4-FFF2-40B4-BE49-F238E27FC236}">
                  <a16:creationId xmlns:a16="http://schemas.microsoft.com/office/drawing/2014/main" id="{6787924B-F655-4DF6-AD37-BC26A4E84A01}"/>
                </a:ext>
              </a:extLst>
            </p:cNvPr>
            <p:cNvCxnSpPr/>
            <p:nvPr/>
          </p:nvCxnSpPr>
          <p:spPr bwMode="gray">
            <a:xfrm>
              <a:off x="7028772" y="6957391"/>
              <a:ext cx="0" cy="36000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5" name="Gerader Verbinder 16">
              <a:extLst>
                <a:ext uri="{FF2B5EF4-FFF2-40B4-BE49-F238E27FC236}">
                  <a16:creationId xmlns:a16="http://schemas.microsoft.com/office/drawing/2014/main" id="{D0D5FDB2-F44D-4887-BFFA-8A620EB2D117}"/>
                </a:ext>
              </a:extLst>
            </p:cNvPr>
            <p:cNvCxnSpPr/>
            <p:nvPr/>
          </p:nvCxnSpPr>
          <p:spPr bwMode="gray">
            <a:xfrm>
              <a:off x="-447560" y="139320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6" name="Gerader Verbinder 16">
              <a:extLst>
                <a:ext uri="{FF2B5EF4-FFF2-40B4-BE49-F238E27FC236}">
                  <a16:creationId xmlns:a16="http://schemas.microsoft.com/office/drawing/2014/main" id="{D5F77CBB-D232-4DF8-94F9-09469613856A}"/>
                </a:ext>
              </a:extLst>
            </p:cNvPr>
            <p:cNvCxnSpPr/>
            <p:nvPr/>
          </p:nvCxnSpPr>
          <p:spPr bwMode="gray">
            <a:xfrm>
              <a:off x="10029604" y="139320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7" name="Gerader Verbinder 8">
              <a:extLst>
                <a:ext uri="{FF2B5EF4-FFF2-40B4-BE49-F238E27FC236}">
                  <a16:creationId xmlns:a16="http://schemas.microsoft.com/office/drawing/2014/main" id="{4A608B79-43BF-493C-B618-86AD4B31FC8B}"/>
                </a:ext>
              </a:extLst>
            </p:cNvPr>
            <p:cNvCxnSpPr/>
            <p:nvPr/>
          </p:nvCxnSpPr>
          <p:spPr bwMode="gray">
            <a:xfrm>
              <a:off x="-447560" y="1700214"/>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8" name="Gerader Verbinder 8">
              <a:extLst>
                <a:ext uri="{FF2B5EF4-FFF2-40B4-BE49-F238E27FC236}">
                  <a16:creationId xmlns:a16="http://schemas.microsoft.com/office/drawing/2014/main" id="{B178F002-12C6-46E9-919D-BBA0B44546D9}"/>
                </a:ext>
              </a:extLst>
            </p:cNvPr>
            <p:cNvCxnSpPr/>
            <p:nvPr/>
          </p:nvCxnSpPr>
          <p:spPr bwMode="gray">
            <a:xfrm>
              <a:off x="10029604" y="1700214"/>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9" name="Straight Connector 58">
              <a:extLst>
                <a:ext uri="{FF2B5EF4-FFF2-40B4-BE49-F238E27FC236}">
                  <a16:creationId xmlns:a16="http://schemas.microsoft.com/office/drawing/2014/main" id="{2C4972A1-5C04-4472-B1B8-8691DC96E7D9}"/>
                </a:ext>
              </a:extLst>
            </p:cNvPr>
            <p:cNvCxnSpPr/>
            <p:nvPr/>
          </p:nvCxnSpPr>
          <p:spPr bwMode="gray">
            <a:xfrm>
              <a:off x="-447560" y="378904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60" name="Straight Connector 59">
              <a:extLst>
                <a:ext uri="{FF2B5EF4-FFF2-40B4-BE49-F238E27FC236}">
                  <a16:creationId xmlns:a16="http://schemas.microsoft.com/office/drawing/2014/main" id="{02D5AF70-5CEC-476A-90AD-7AE88370C839}"/>
                </a:ext>
              </a:extLst>
            </p:cNvPr>
            <p:cNvCxnSpPr/>
            <p:nvPr/>
          </p:nvCxnSpPr>
          <p:spPr bwMode="gray">
            <a:xfrm>
              <a:off x="10029604" y="378904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61" name="Straight Connector 60">
              <a:extLst>
                <a:ext uri="{FF2B5EF4-FFF2-40B4-BE49-F238E27FC236}">
                  <a16:creationId xmlns:a16="http://schemas.microsoft.com/office/drawing/2014/main" id="{A28B652F-3B9A-4E4C-A95A-6E90D2B3D5B5}"/>
                </a:ext>
              </a:extLst>
            </p:cNvPr>
            <p:cNvCxnSpPr/>
            <p:nvPr/>
          </p:nvCxnSpPr>
          <p:spPr bwMode="gray">
            <a:xfrm>
              <a:off x="-447560" y="631080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62" name="Straight Connector 61">
              <a:extLst>
                <a:ext uri="{FF2B5EF4-FFF2-40B4-BE49-F238E27FC236}">
                  <a16:creationId xmlns:a16="http://schemas.microsoft.com/office/drawing/2014/main" id="{8077D872-CE04-4234-8855-6F73CE08BC32}"/>
                </a:ext>
              </a:extLst>
            </p:cNvPr>
            <p:cNvCxnSpPr/>
            <p:nvPr/>
          </p:nvCxnSpPr>
          <p:spPr bwMode="gray">
            <a:xfrm>
              <a:off x="10029604" y="631080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65" name="Gerader Verbinder 16">
              <a:extLst>
                <a:ext uri="{FF2B5EF4-FFF2-40B4-BE49-F238E27FC236}">
                  <a16:creationId xmlns:a16="http://schemas.microsoft.com/office/drawing/2014/main" id="{005DD599-FCF0-4F4F-AC38-7CA34C82207B}"/>
                </a:ext>
              </a:extLst>
            </p:cNvPr>
            <p:cNvCxnSpPr/>
            <p:nvPr/>
          </p:nvCxnSpPr>
          <p:spPr bwMode="gray">
            <a:xfrm>
              <a:off x="-447560" y="57024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66" name="Gerader Verbinder 16">
              <a:extLst>
                <a:ext uri="{FF2B5EF4-FFF2-40B4-BE49-F238E27FC236}">
                  <a16:creationId xmlns:a16="http://schemas.microsoft.com/office/drawing/2014/main" id="{1F5C0D4B-8E51-4226-B8F2-0C5476B40AB2}"/>
                </a:ext>
              </a:extLst>
            </p:cNvPr>
            <p:cNvCxnSpPr/>
            <p:nvPr/>
          </p:nvCxnSpPr>
          <p:spPr bwMode="gray">
            <a:xfrm>
              <a:off x="10029604" y="57024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grpSp>
      <p:sp>
        <p:nvSpPr>
          <p:cNvPr id="5" name="Rectangle 20">
            <a:extLst>
              <a:ext uri="{FF2B5EF4-FFF2-40B4-BE49-F238E27FC236}">
                <a16:creationId xmlns:a16="http://schemas.microsoft.com/office/drawing/2014/main" id="{37F3CEDE-6D95-2BAA-2757-59ED13F99B5A}"/>
              </a:ext>
            </a:extLst>
          </p:cNvPr>
          <p:cNvSpPr>
            <a:spLocks noGrp="1" noRot="1" noMove="1" noResize="1" noEditPoints="1" noAdjustHandles="1" noChangeArrowheads="1" noChangeShapeType="1"/>
          </p:cNvSpPr>
          <p:nvPr>
            <p:custDataLst>
              <p:tags r:id="rId2"/>
            </p:custDataLst>
          </p:nvPr>
        </p:nvSpPr>
        <p:spPr bwMode="gray">
          <a:xfrm>
            <a:off x="9587673" y="6480064"/>
            <a:ext cx="2328835" cy="205121"/>
          </a:xfrm>
          <a:prstGeom prst="rect">
            <a:avLst/>
          </a:prstGeom>
          <a:noFill/>
          <a:ln w="9525">
            <a:noFill/>
            <a:miter lim="800000"/>
            <a:headEnd/>
            <a:tailEnd/>
          </a:ln>
          <a:effectLst/>
        </p:spPr>
        <p:txBody>
          <a:bodyPr wrap="square" lIns="0" tIns="0" rIns="0" bIns="0" anchor="b">
            <a:spAutoFit/>
          </a:bodyPr>
          <a:lstStyle/>
          <a:p>
            <a:pPr algn="r" defTabSz="857208">
              <a:spcBef>
                <a:spcPct val="0"/>
              </a:spcBef>
              <a:buClrTx/>
              <a:buSzTx/>
              <a:buFontTx/>
              <a:buNone/>
              <a:defRPr/>
            </a:pPr>
            <a:r>
              <a:rPr lang="en-US" sz="1333" dirty="0">
                <a:solidFill>
                  <a:schemeClr val="bg1"/>
                </a:solidFill>
              </a:rPr>
              <a:t>© Horváth</a:t>
            </a:r>
          </a:p>
        </p:txBody>
      </p:sp>
      <p:pic>
        <p:nvPicPr>
          <p:cNvPr id="3" name="Grafik 15">
            <a:extLst>
              <a:ext uri="{FF2B5EF4-FFF2-40B4-BE49-F238E27FC236}">
                <a16:creationId xmlns:a16="http://schemas.microsoft.com/office/drawing/2014/main" id="{B146E594-92BE-48E4-8E51-95D6C1004862}"/>
              </a:ext>
            </a:extLst>
          </p:cNvPr>
          <p:cNvPicPr>
            <a:picLocks noGrp="1" noRot="1" noChangeAspect="1" noMove="1" noResize="1" noEditPoints="1" noAdjustHandles="1" noChangeArrowheads="1" noChangeShapeType="1" noCrop="1"/>
          </p:cNvPicPr>
          <p:nvPr/>
        </p:nvPicPr>
        <p:blipFill>
          <a:blip r:embed="rId7">
            <a:extLst>
              <a:ext uri="{96DAC541-7B7A-43D3-8B79-37D633B846F1}">
                <asvg:svgBlip xmlns:asvg="http://schemas.microsoft.com/office/drawing/2016/SVG/main" r:embed="rId8"/>
              </a:ext>
            </a:extLst>
          </a:blip>
          <a:stretch>
            <a:fillRect/>
          </a:stretch>
        </p:blipFill>
        <p:spPr bwMode="gray">
          <a:xfrm>
            <a:off x="11617326" y="157491"/>
            <a:ext cx="289023" cy="260120"/>
          </a:xfrm>
          <a:prstGeom prst="rect">
            <a:avLst/>
          </a:prstGeom>
        </p:spPr>
      </p:pic>
    </p:spTree>
    <p:extLst>
      <p:ext uri="{BB962C8B-B14F-4D97-AF65-F5344CB8AC3E}">
        <p14:creationId xmlns:p14="http://schemas.microsoft.com/office/powerpoint/2010/main" val="2097635219"/>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Gradient/ Title Only">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670E4A55-4881-47A2-9281-C78C4648658F}"/>
              </a:ext>
            </a:extLst>
          </p:cNvPr>
          <p:cNvGraphicFramePr>
            <a:graphicFrameLocks noChangeAspect="1"/>
          </p:cNvGraphicFramePr>
          <p:nvPr>
            <p:custDataLst>
              <p:tags r:id="rId1"/>
            </p:custDataLst>
            <p:extLst>
              <p:ext uri="{D42A27DB-BD31-4B8C-83A1-F6EECF244321}">
                <p14:modId xmlns:p14="http://schemas.microsoft.com/office/powerpoint/2010/main" val="3245430745"/>
              </p:ext>
            </p:extLst>
          </p:nvPr>
        </p:nvGraphicFramePr>
        <p:xfrm>
          <a:off x="1956" y="1590"/>
          <a:ext cx="1955" cy="1588"/>
        </p:xfrm>
        <a:graphic>
          <a:graphicData uri="http://schemas.openxmlformats.org/presentationml/2006/ole">
            <mc:AlternateContent xmlns:mc="http://schemas.openxmlformats.org/markup-compatibility/2006">
              <mc:Choice xmlns:v="urn:schemas-microsoft-com:vml" Requires="v">
                <p:oleObj name="think-cell Slide" r:id="rId8" imgW="353" imgH="353" progId="TCLayout.ActiveDocument.1">
                  <p:embed/>
                </p:oleObj>
              </mc:Choice>
              <mc:Fallback>
                <p:oleObj name="think-cell Slide" r:id="rId8" imgW="353" imgH="353" progId="TCLayout.ActiveDocument.1">
                  <p:embed/>
                  <p:pic>
                    <p:nvPicPr>
                      <p:cNvPr id="2" name="Object 1" hidden="1">
                        <a:extLst>
                          <a:ext uri="{FF2B5EF4-FFF2-40B4-BE49-F238E27FC236}">
                            <a16:creationId xmlns:a16="http://schemas.microsoft.com/office/drawing/2014/main" id="{670E4A55-4881-47A2-9281-C78C4648658F}"/>
                          </a:ext>
                        </a:extLst>
                      </p:cNvPr>
                      <p:cNvPicPr/>
                      <p:nvPr/>
                    </p:nvPicPr>
                    <p:blipFill>
                      <a:blip r:embed="rId9"/>
                      <a:stretch>
                        <a:fillRect/>
                      </a:stretch>
                    </p:blipFill>
                    <p:spPr>
                      <a:xfrm>
                        <a:off x="1956" y="1590"/>
                        <a:ext cx="1955" cy="1588"/>
                      </a:xfrm>
                      <a:prstGeom prst="rect">
                        <a:avLst/>
                      </a:prstGeom>
                    </p:spPr>
                  </p:pic>
                </p:oleObj>
              </mc:Fallback>
            </mc:AlternateContent>
          </a:graphicData>
        </a:graphic>
      </p:graphicFrame>
      <p:pic>
        <p:nvPicPr>
          <p:cNvPr id="10" name="Picture 9">
            <a:extLst>
              <a:ext uri="{FF2B5EF4-FFF2-40B4-BE49-F238E27FC236}">
                <a16:creationId xmlns:a16="http://schemas.microsoft.com/office/drawing/2014/main" id="{49AC9741-7ADB-C411-A0CD-3647FEEA44EB}"/>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 y="0"/>
            <a:ext cx="12204697" cy="6858000"/>
          </a:xfrm>
          <a:prstGeom prst="rect">
            <a:avLst/>
          </a:prstGeom>
        </p:spPr>
      </p:pic>
      <p:grpSp>
        <p:nvGrpSpPr>
          <p:cNvPr id="49" name="Group 48" hidden="1">
            <a:extLst>
              <a:ext uri="{FF2B5EF4-FFF2-40B4-BE49-F238E27FC236}">
                <a16:creationId xmlns:a16="http://schemas.microsoft.com/office/drawing/2014/main" id="{4F821225-A38D-4DB6-B3FA-82B21EF24A67}"/>
              </a:ext>
            </a:extLst>
          </p:cNvPr>
          <p:cNvGrpSpPr/>
          <p:nvPr/>
        </p:nvGrpSpPr>
        <p:grpSpPr bwMode="gray">
          <a:xfrm>
            <a:off x="-550843" y="570240"/>
            <a:ext cx="13338048" cy="6747152"/>
            <a:chOff x="-447560" y="570240"/>
            <a:chExt cx="10837164" cy="6747152"/>
          </a:xfrm>
        </p:grpSpPr>
        <p:cxnSp>
          <p:nvCxnSpPr>
            <p:cNvPr id="50" name="Straight Connector 49">
              <a:extLst>
                <a:ext uri="{FF2B5EF4-FFF2-40B4-BE49-F238E27FC236}">
                  <a16:creationId xmlns:a16="http://schemas.microsoft.com/office/drawing/2014/main" id="{74E7C194-98DE-474F-8828-45CD3A84C13B}"/>
                </a:ext>
              </a:extLst>
            </p:cNvPr>
            <p:cNvCxnSpPr>
              <a:cxnSpLocks/>
            </p:cNvCxnSpPr>
            <p:nvPr/>
          </p:nvCxnSpPr>
          <p:spPr bwMode="gray">
            <a:xfrm rot="16200000">
              <a:off x="4777763" y="7137392"/>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1" name="Gerader Verbinder 10">
              <a:extLst>
                <a:ext uri="{FF2B5EF4-FFF2-40B4-BE49-F238E27FC236}">
                  <a16:creationId xmlns:a16="http://schemas.microsoft.com/office/drawing/2014/main" id="{72C4C3D9-41DE-46B4-80C6-826EE43F74AD}"/>
                </a:ext>
              </a:extLst>
            </p:cNvPr>
            <p:cNvCxnSpPr/>
            <p:nvPr/>
          </p:nvCxnSpPr>
          <p:spPr bwMode="gray">
            <a:xfrm>
              <a:off x="230188" y="6957391"/>
              <a:ext cx="0" cy="36000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2" name="Gerader Verbinder 11">
              <a:extLst>
                <a:ext uri="{FF2B5EF4-FFF2-40B4-BE49-F238E27FC236}">
                  <a16:creationId xmlns:a16="http://schemas.microsoft.com/office/drawing/2014/main" id="{3FE2AA68-6F7C-4A1D-87EB-DE2C2C0BBB34}"/>
                </a:ext>
              </a:extLst>
            </p:cNvPr>
            <p:cNvCxnSpPr/>
            <p:nvPr/>
          </p:nvCxnSpPr>
          <p:spPr bwMode="gray">
            <a:xfrm>
              <a:off x="6824663" y="6957391"/>
              <a:ext cx="0" cy="36000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3" name="Gerader Verbinder 12">
              <a:extLst>
                <a:ext uri="{FF2B5EF4-FFF2-40B4-BE49-F238E27FC236}">
                  <a16:creationId xmlns:a16="http://schemas.microsoft.com/office/drawing/2014/main" id="{A99887B0-BCF0-466E-8905-E0EDABB62C39}"/>
                </a:ext>
              </a:extLst>
            </p:cNvPr>
            <p:cNvCxnSpPr/>
            <p:nvPr/>
          </p:nvCxnSpPr>
          <p:spPr bwMode="gray">
            <a:xfrm>
              <a:off x="9669463" y="6957391"/>
              <a:ext cx="0" cy="36000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4" name="Gerader Verbinder 15">
              <a:extLst>
                <a:ext uri="{FF2B5EF4-FFF2-40B4-BE49-F238E27FC236}">
                  <a16:creationId xmlns:a16="http://schemas.microsoft.com/office/drawing/2014/main" id="{6787924B-F655-4DF6-AD37-BC26A4E84A01}"/>
                </a:ext>
              </a:extLst>
            </p:cNvPr>
            <p:cNvCxnSpPr/>
            <p:nvPr/>
          </p:nvCxnSpPr>
          <p:spPr bwMode="gray">
            <a:xfrm>
              <a:off x="7028772" y="6957391"/>
              <a:ext cx="0" cy="36000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5" name="Gerader Verbinder 16">
              <a:extLst>
                <a:ext uri="{FF2B5EF4-FFF2-40B4-BE49-F238E27FC236}">
                  <a16:creationId xmlns:a16="http://schemas.microsoft.com/office/drawing/2014/main" id="{D0D5FDB2-F44D-4887-BFFA-8A620EB2D117}"/>
                </a:ext>
              </a:extLst>
            </p:cNvPr>
            <p:cNvCxnSpPr/>
            <p:nvPr/>
          </p:nvCxnSpPr>
          <p:spPr bwMode="gray">
            <a:xfrm>
              <a:off x="-447560" y="139320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6" name="Gerader Verbinder 16">
              <a:extLst>
                <a:ext uri="{FF2B5EF4-FFF2-40B4-BE49-F238E27FC236}">
                  <a16:creationId xmlns:a16="http://schemas.microsoft.com/office/drawing/2014/main" id="{D5F77CBB-D232-4DF8-94F9-09469613856A}"/>
                </a:ext>
              </a:extLst>
            </p:cNvPr>
            <p:cNvCxnSpPr/>
            <p:nvPr/>
          </p:nvCxnSpPr>
          <p:spPr bwMode="gray">
            <a:xfrm>
              <a:off x="10029604" y="139320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7" name="Gerader Verbinder 8">
              <a:extLst>
                <a:ext uri="{FF2B5EF4-FFF2-40B4-BE49-F238E27FC236}">
                  <a16:creationId xmlns:a16="http://schemas.microsoft.com/office/drawing/2014/main" id="{4A608B79-43BF-493C-B618-86AD4B31FC8B}"/>
                </a:ext>
              </a:extLst>
            </p:cNvPr>
            <p:cNvCxnSpPr/>
            <p:nvPr/>
          </p:nvCxnSpPr>
          <p:spPr bwMode="gray">
            <a:xfrm>
              <a:off x="-447560" y="1700214"/>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8" name="Gerader Verbinder 8">
              <a:extLst>
                <a:ext uri="{FF2B5EF4-FFF2-40B4-BE49-F238E27FC236}">
                  <a16:creationId xmlns:a16="http://schemas.microsoft.com/office/drawing/2014/main" id="{B178F002-12C6-46E9-919D-BBA0B44546D9}"/>
                </a:ext>
              </a:extLst>
            </p:cNvPr>
            <p:cNvCxnSpPr/>
            <p:nvPr/>
          </p:nvCxnSpPr>
          <p:spPr bwMode="gray">
            <a:xfrm>
              <a:off x="10029604" y="1700214"/>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9" name="Straight Connector 58">
              <a:extLst>
                <a:ext uri="{FF2B5EF4-FFF2-40B4-BE49-F238E27FC236}">
                  <a16:creationId xmlns:a16="http://schemas.microsoft.com/office/drawing/2014/main" id="{2C4972A1-5C04-4472-B1B8-8691DC96E7D9}"/>
                </a:ext>
              </a:extLst>
            </p:cNvPr>
            <p:cNvCxnSpPr/>
            <p:nvPr/>
          </p:nvCxnSpPr>
          <p:spPr bwMode="gray">
            <a:xfrm>
              <a:off x="-447560" y="378904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60" name="Straight Connector 59">
              <a:extLst>
                <a:ext uri="{FF2B5EF4-FFF2-40B4-BE49-F238E27FC236}">
                  <a16:creationId xmlns:a16="http://schemas.microsoft.com/office/drawing/2014/main" id="{02D5AF70-5CEC-476A-90AD-7AE88370C839}"/>
                </a:ext>
              </a:extLst>
            </p:cNvPr>
            <p:cNvCxnSpPr/>
            <p:nvPr/>
          </p:nvCxnSpPr>
          <p:spPr bwMode="gray">
            <a:xfrm>
              <a:off x="10029604" y="378904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61" name="Straight Connector 60">
              <a:extLst>
                <a:ext uri="{FF2B5EF4-FFF2-40B4-BE49-F238E27FC236}">
                  <a16:creationId xmlns:a16="http://schemas.microsoft.com/office/drawing/2014/main" id="{A28B652F-3B9A-4E4C-A95A-6E90D2B3D5B5}"/>
                </a:ext>
              </a:extLst>
            </p:cNvPr>
            <p:cNvCxnSpPr/>
            <p:nvPr/>
          </p:nvCxnSpPr>
          <p:spPr bwMode="gray">
            <a:xfrm>
              <a:off x="-447560" y="631080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62" name="Straight Connector 61">
              <a:extLst>
                <a:ext uri="{FF2B5EF4-FFF2-40B4-BE49-F238E27FC236}">
                  <a16:creationId xmlns:a16="http://schemas.microsoft.com/office/drawing/2014/main" id="{8077D872-CE04-4234-8855-6F73CE08BC32}"/>
                </a:ext>
              </a:extLst>
            </p:cNvPr>
            <p:cNvCxnSpPr/>
            <p:nvPr/>
          </p:nvCxnSpPr>
          <p:spPr bwMode="gray">
            <a:xfrm>
              <a:off x="10029604" y="631080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65" name="Gerader Verbinder 16">
              <a:extLst>
                <a:ext uri="{FF2B5EF4-FFF2-40B4-BE49-F238E27FC236}">
                  <a16:creationId xmlns:a16="http://schemas.microsoft.com/office/drawing/2014/main" id="{005DD599-FCF0-4F4F-AC38-7CA34C82207B}"/>
                </a:ext>
              </a:extLst>
            </p:cNvPr>
            <p:cNvCxnSpPr/>
            <p:nvPr/>
          </p:nvCxnSpPr>
          <p:spPr bwMode="gray">
            <a:xfrm>
              <a:off x="-447560" y="57024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66" name="Gerader Verbinder 16">
              <a:extLst>
                <a:ext uri="{FF2B5EF4-FFF2-40B4-BE49-F238E27FC236}">
                  <a16:creationId xmlns:a16="http://schemas.microsoft.com/office/drawing/2014/main" id="{1F5C0D4B-8E51-4226-B8F2-0C5476B40AB2}"/>
                </a:ext>
              </a:extLst>
            </p:cNvPr>
            <p:cNvCxnSpPr/>
            <p:nvPr/>
          </p:nvCxnSpPr>
          <p:spPr bwMode="gray">
            <a:xfrm>
              <a:off x="10029604" y="57024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grpSp>
      <p:sp>
        <p:nvSpPr>
          <p:cNvPr id="5" name="Rectangle 20">
            <a:extLst>
              <a:ext uri="{FF2B5EF4-FFF2-40B4-BE49-F238E27FC236}">
                <a16:creationId xmlns:a16="http://schemas.microsoft.com/office/drawing/2014/main" id="{37F3CEDE-6D95-2BAA-2757-59ED13F99B5A}"/>
              </a:ext>
            </a:extLst>
          </p:cNvPr>
          <p:cNvSpPr>
            <a:spLocks noGrp="1" noRot="1" noMove="1" noResize="1" noEditPoints="1" noAdjustHandles="1" noChangeArrowheads="1" noChangeShapeType="1"/>
          </p:cNvSpPr>
          <p:nvPr>
            <p:custDataLst>
              <p:tags r:id="rId2"/>
            </p:custDataLst>
          </p:nvPr>
        </p:nvSpPr>
        <p:spPr bwMode="gray">
          <a:xfrm>
            <a:off x="9587673" y="6480064"/>
            <a:ext cx="2328835" cy="205121"/>
          </a:xfrm>
          <a:prstGeom prst="rect">
            <a:avLst/>
          </a:prstGeom>
          <a:noFill/>
          <a:ln w="9525">
            <a:noFill/>
            <a:miter lim="800000"/>
            <a:headEnd/>
            <a:tailEnd/>
          </a:ln>
          <a:effectLst/>
        </p:spPr>
        <p:txBody>
          <a:bodyPr wrap="square" lIns="0" tIns="0" rIns="0" bIns="0" anchor="b">
            <a:spAutoFit/>
          </a:bodyPr>
          <a:lstStyle/>
          <a:p>
            <a:pPr algn="r" defTabSz="857208">
              <a:spcBef>
                <a:spcPct val="0"/>
              </a:spcBef>
              <a:buClrTx/>
              <a:buSzTx/>
              <a:buFontTx/>
              <a:buNone/>
              <a:defRPr/>
            </a:pPr>
            <a:r>
              <a:rPr lang="en-US" sz="1333" dirty="0">
                <a:solidFill>
                  <a:schemeClr val="bg1"/>
                </a:solidFill>
              </a:rPr>
              <a:t>© Horváth</a:t>
            </a:r>
          </a:p>
        </p:txBody>
      </p:sp>
      <p:pic>
        <p:nvPicPr>
          <p:cNvPr id="3" name="Grafik 15">
            <a:extLst>
              <a:ext uri="{FF2B5EF4-FFF2-40B4-BE49-F238E27FC236}">
                <a16:creationId xmlns:a16="http://schemas.microsoft.com/office/drawing/2014/main" id="{B146E594-92BE-48E4-8E51-95D6C1004862}"/>
              </a:ext>
            </a:extLst>
          </p:cNvPr>
          <p:cNvPicPr>
            <a:picLocks noGrp="1" noRot="1" noChangeAspect="1" noMove="1" noResize="1" noEditPoints="1" noAdjustHandles="1" noChangeArrowheads="1" noChangeShapeType="1" noCrop="1"/>
          </p:cNvPicPr>
          <p:nvPr/>
        </p:nvPicPr>
        <p:blipFill>
          <a:blip r:embed="rId11">
            <a:extLst>
              <a:ext uri="{96DAC541-7B7A-43D3-8B79-37D633B846F1}">
                <asvg:svgBlip xmlns:asvg="http://schemas.microsoft.com/office/drawing/2016/SVG/main" r:embed="rId12"/>
              </a:ext>
            </a:extLst>
          </a:blip>
          <a:stretch>
            <a:fillRect/>
          </a:stretch>
        </p:blipFill>
        <p:spPr bwMode="gray">
          <a:xfrm>
            <a:off x="11617326" y="157491"/>
            <a:ext cx="289023" cy="260120"/>
          </a:xfrm>
          <a:prstGeom prst="rect">
            <a:avLst/>
          </a:prstGeom>
        </p:spPr>
      </p:pic>
      <p:sp>
        <p:nvSpPr>
          <p:cNvPr id="4" name="Rectangle 45">
            <a:extLst>
              <a:ext uri="{FF2B5EF4-FFF2-40B4-BE49-F238E27FC236}">
                <a16:creationId xmlns:a16="http://schemas.microsoft.com/office/drawing/2014/main" id="{B5151680-2BA0-D10D-B8BF-5C12B3D33129}"/>
              </a:ext>
            </a:extLst>
          </p:cNvPr>
          <p:cNvSpPr>
            <a:spLocks noGrp="1" noChangeArrowheads="1"/>
          </p:cNvSpPr>
          <p:nvPr>
            <p:ph type="sldNum" sz="quarter" idx="4"/>
            <p:custDataLst>
              <p:tags r:id="rId3"/>
            </p:custDataLst>
          </p:nvPr>
        </p:nvSpPr>
        <p:spPr bwMode="auto">
          <a:xfrm>
            <a:off x="283200" y="6480063"/>
            <a:ext cx="335220" cy="205121"/>
          </a:xfrm>
          <a:prstGeom prst="rect">
            <a:avLst/>
          </a:prstGeom>
          <a:noFill/>
          <a:ln w="9525">
            <a:noFill/>
            <a:miter lim="800000"/>
            <a:headEnd/>
            <a:tailEnd/>
          </a:ln>
          <a:effectLst/>
        </p:spPr>
        <p:txBody>
          <a:bodyPr vert="horz" wrap="none" lIns="0" tIns="0" rIns="0" bIns="0" numCol="1" anchor="b" anchorCtr="0" compatLnSpc="1">
            <a:prstTxWarp prst="textNoShape">
              <a:avLst/>
            </a:prstTxWarp>
            <a:spAutoFit/>
          </a:bodyPr>
          <a:lstStyle>
            <a:lvl1pPr>
              <a:spcBef>
                <a:spcPct val="0"/>
              </a:spcBef>
              <a:buClrTx/>
              <a:buSzTx/>
              <a:buFontTx/>
              <a:buNone/>
              <a:defRPr sz="1333" b="0">
                <a:solidFill>
                  <a:schemeClr val="bg1"/>
                </a:solidFill>
              </a:defRPr>
            </a:lvl1pPr>
          </a:lstStyle>
          <a:p>
            <a:fld id="{B8B94130-3BBE-45CA-9999-1A0D48956379}" type="slidenum">
              <a:rPr lang="de-DE" smtClean="0"/>
              <a:t>‹Nr.›</a:t>
            </a:fld>
            <a:endParaRPr lang="de-DE"/>
          </a:p>
        </p:txBody>
      </p:sp>
      <p:sp>
        <p:nvSpPr>
          <p:cNvPr id="6" name="Footer Placeholder 44">
            <a:extLst>
              <a:ext uri="{FF2B5EF4-FFF2-40B4-BE49-F238E27FC236}">
                <a16:creationId xmlns:a16="http://schemas.microsoft.com/office/drawing/2014/main" id="{B17A873A-0BC5-77E1-0695-354916D850F4}"/>
              </a:ext>
            </a:extLst>
          </p:cNvPr>
          <p:cNvSpPr>
            <a:spLocks noGrp="1" noChangeArrowheads="1"/>
          </p:cNvSpPr>
          <p:nvPr>
            <p:ph type="ftr" sz="quarter" idx="3"/>
            <p:custDataLst>
              <p:tags r:id="rId4"/>
            </p:custDataLst>
          </p:nvPr>
        </p:nvSpPr>
        <p:spPr bwMode="auto">
          <a:xfrm>
            <a:off x="937336" y="6480000"/>
            <a:ext cx="6528000" cy="205184"/>
          </a:xfrm>
          <a:prstGeom prst="rect">
            <a:avLst/>
          </a:prstGeom>
          <a:noFill/>
          <a:ln w="9525">
            <a:noFill/>
            <a:miter lim="800000"/>
            <a:headEnd/>
            <a:tailEnd/>
          </a:ln>
          <a:effectLst/>
        </p:spPr>
        <p:txBody>
          <a:bodyPr vert="horz" wrap="square" lIns="0" tIns="0" rIns="0" bIns="0" numCol="1" anchor="b" anchorCtr="0" compatLnSpc="1">
            <a:prstTxWarp prst="textNoShape">
              <a:avLst/>
            </a:prstTxWarp>
            <a:noAutofit/>
          </a:bodyPr>
          <a:lstStyle>
            <a:lvl1pPr>
              <a:spcBef>
                <a:spcPct val="0"/>
              </a:spcBef>
              <a:buClrTx/>
              <a:buSzTx/>
              <a:buFontTx/>
              <a:buNone/>
              <a:defRPr sz="1333">
                <a:solidFill>
                  <a:schemeClr val="bg1"/>
                </a:solidFill>
              </a:defRPr>
            </a:lvl1pPr>
          </a:lstStyle>
          <a:p>
            <a:endParaRPr lang="de-DE"/>
          </a:p>
        </p:txBody>
      </p:sp>
      <p:sp>
        <p:nvSpPr>
          <p:cNvPr id="7" name="Titel 1">
            <a:extLst>
              <a:ext uri="{FF2B5EF4-FFF2-40B4-BE49-F238E27FC236}">
                <a16:creationId xmlns:a16="http://schemas.microsoft.com/office/drawing/2014/main" id="{D4DA8EA5-7385-4A7A-DD46-3EA9E0A58B19}"/>
              </a:ext>
            </a:extLst>
          </p:cNvPr>
          <p:cNvSpPr>
            <a:spLocks noGrp="1"/>
          </p:cNvSpPr>
          <p:nvPr>
            <p:ph type="title" hasCustomPrompt="1"/>
            <p:custDataLst>
              <p:tags r:id="rId5"/>
            </p:custDataLst>
          </p:nvPr>
        </p:nvSpPr>
        <p:spPr>
          <a:xfrm>
            <a:off x="278399" y="457200"/>
            <a:ext cx="11640000" cy="762000"/>
          </a:xfrm>
        </p:spPr>
        <p:txBody>
          <a:bodyPr vert="horz"/>
          <a:lstStyle>
            <a:lvl1pPr>
              <a:defRPr>
                <a:solidFill>
                  <a:schemeClr val="bg1"/>
                </a:solidFill>
              </a:defRPr>
            </a:lvl1pPr>
          </a:lstStyle>
          <a:p>
            <a:r>
              <a:rPr lang="en-US" dirty="0"/>
              <a:t>Click to add title</a:t>
            </a:r>
          </a:p>
        </p:txBody>
      </p:sp>
      <p:sp>
        <p:nvSpPr>
          <p:cNvPr id="8" name="MIO_Placeholder_Mapping" hidden="1">
            <a:extLst>
              <a:ext uri="{FF2B5EF4-FFF2-40B4-BE49-F238E27FC236}">
                <a16:creationId xmlns:a16="http://schemas.microsoft.com/office/drawing/2014/main" id="{B0DB11BA-0FF5-AB3B-2DA9-E7A4B8CBD198}"/>
              </a:ext>
            </a:extLst>
          </p:cNvPr>
          <p:cNvSpPr/>
          <p:nvPr>
            <p:custDataLst>
              <p:tags r:id="rId6"/>
            </p:custDataLst>
          </p:nvPr>
        </p:nvSpPr>
        <p:spPr bwMode="auto">
          <a:xfrm>
            <a:off x="0" y="0"/>
            <a:ext cx="0" cy="0"/>
          </a:xfrm>
          <a:prstGeom prst="rect">
            <a:avLst/>
          </a:prstGeom>
          <a:solidFill>
            <a:schemeClr val="bg1"/>
          </a:solidFill>
          <a:ln w="9525" cap="flat" cmpd="sng" algn="ctr">
            <a:solidFill>
              <a:schemeClr val="accent3"/>
            </a:solidFill>
            <a:prstDash val="solid"/>
            <a:miter lim="800000"/>
            <a:headEnd type="none" w="med" len="med"/>
            <a:tailEnd type="none" w="med" len="med"/>
          </a:ln>
          <a:effectLst/>
        </p:spPr>
        <p:txBody>
          <a:bodyPr vert="horz" wrap="square" lIns="192000" tIns="192000" rIns="192000" bIns="192000" numCol="1" rtlCol="0" anchor="t" anchorCtr="0" compatLnSpc="1">
            <a:prstTxWarp prst="textNoShape">
              <a:avLst/>
            </a:prstTxWarp>
          </a:bodyPr>
          <a:lstStyle/>
          <a:p>
            <a:pPr marL="2117" algn="l" defTabSz="1142971" fontAlgn="base">
              <a:spcBef>
                <a:spcPct val="40000"/>
              </a:spcBef>
              <a:spcAft>
                <a:spcPct val="0"/>
              </a:spcAft>
              <a:buClr>
                <a:schemeClr val="accent1"/>
              </a:buClr>
              <a:buSzPct val="70000"/>
            </a:pPr>
            <a:endParaRPr lang="de-DE" sz="1600" dirty="0" err="1"/>
          </a:p>
        </p:txBody>
      </p:sp>
    </p:spTree>
    <p:extLst>
      <p:ext uri="{BB962C8B-B14F-4D97-AF65-F5344CB8AC3E}">
        <p14:creationId xmlns:p14="http://schemas.microsoft.com/office/powerpoint/2010/main" val="1311512508"/>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Gradient/ Picture 1">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670E4A55-4881-47A2-9281-C78C4648658F}"/>
              </a:ext>
            </a:extLst>
          </p:cNvPr>
          <p:cNvGraphicFramePr>
            <a:graphicFrameLocks noChangeAspect="1"/>
          </p:cNvGraphicFramePr>
          <p:nvPr>
            <p:custDataLst>
              <p:tags r:id="rId1"/>
            </p:custDataLst>
            <p:extLst>
              <p:ext uri="{D42A27DB-BD31-4B8C-83A1-F6EECF244321}">
                <p14:modId xmlns:p14="http://schemas.microsoft.com/office/powerpoint/2010/main" val="1521222166"/>
              </p:ext>
            </p:extLst>
          </p:nvPr>
        </p:nvGraphicFramePr>
        <p:xfrm>
          <a:off x="1956" y="1590"/>
          <a:ext cx="1955" cy="1588"/>
        </p:xfrm>
        <a:graphic>
          <a:graphicData uri="http://schemas.openxmlformats.org/presentationml/2006/ole">
            <mc:AlternateContent xmlns:mc="http://schemas.openxmlformats.org/markup-compatibility/2006">
              <mc:Choice xmlns:v="urn:schemas-microsoft-com:vml" Requires="v">
                <p:oleObj name="think-cell Slide" r:id="rId7" imgW="353" imgH="353" progId="TCLayout.ActiveDocument.1">
                  <p:embed/>
                </p:oleObj>
              </mc:Choice>
              <mc:Fallback>
                <p:oleObj name="think-cell Slide" r:id="rId7" imgW="353" imgH="353" progId="TCLayout.ActiveDocument.1">
                  <p:embed/>
                  <p:pic>
                    <p:nvPicPr>
                      <p:cNvPr id="2" name="Object 1" hidden="1">
                        <a:extLst>
                          <a:ext uri="{FF2B5EF4-FFF2-40B4-BE49-F238E27FC236}">
                            <a16:creationId xmlns:a16="http://schemas.microsoft.com/office/drawing/2014/main" id="{670E4A55-4881-47A2-9281-C78C4648658F}"/>
                          </a:ext>
                        </a:extLst>
                      </p:cNvPr>
                      <p:cNvPicPr/>
                      <p:nvPr/>
                    </p:nvPicPr>
                    <p:blipFill>
                      <a:blip r:embed="rId8"/>
                      <a:stretch>
                        <a:fillRect/>
                      </a:stretch>
                    </p:blipFill>
                    <p:spPr>
                      <a:xfrm>
                        <a:off x="1956" y="1590"/>
                        <a:ext cx="1955" cy="1588"/>
                      </a:xfrm>
                      <a:prstGeom prst="rect">
                        <a:avLst/>
                      </a:prstGeom>
                    </p:spPr>
                  </p:pic>
                </p:oleObj>
              </mc:Fallback>
            </mc:AlternateContent>
          </a:graphicData>
        </a:graphic>
      </p:graphicFrame>
      <p:pic>
        <p:nvPicPr>
          <p:cNvPr id="10" name="Picture 9">
            <a:extLst>
              <a:ext uri="{FF2B5EF4-FFF2-40B4-BE49-F238E27FC236}">
                <a16:creationId xmlns:a16="http://schemas.microsoft.com/office/drawing/2014/main" id="{49AC9741-7ADB-C411-A0CD-3647FEEA44EB}"/>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 y="0"/>
            <a:ext cx="12204697" cy="6858000"/>
          </a:xfrm>
          <a:prstGeom prst="rect">
            <a:avLst/>
          </a:prstGeom>
        </p:spPr>
      </p:pic>
      <p:grpSp>
        <p:nvGrpSpPr>
          <p:cNvPr id="49" name="Group 48" hidden="1">
            <a:extLst>
              <a:ext uri="{FF2B5EF4-FFF2-40B4-BE49-F238E27FC236}">
                <a16:creationId xmlns:a16="http://schemas.microsoft.com/office/drawing/2014/main" id="{4F821225-A38D-4DB6-B3FA-82B21EF24A67}"/>
              </a:ext>
            </a:extLst>
          </p:cNvPr>
          <p:cNvGrpSpPr/>
          <p:nvPr/>
        </p:nvGrpSpPr>
        <p:grpSpPr bwMode="gray">
          <a:xfrm>
            <a:off x="-550843" y="570240"/>
            <a:ext cx="13338048" cy="6747152"/>
            <a:chOff x="-447560" y="570240"/>
            <a:chExt cx="10837164" cy="6747152"/>
          </a:xfrm>
        </p:grpSpPr>
        <p:cxnSp>
          <p:nvCxnSpPr>
            <p:cNvPr id="50" name="Straight Connector 49">
              <a:extLst>
                <a:ext uri="{FF2B5EF4-FFF2-40B4-BE49-F238E27FC236}">
                  <a16:creationId xmlns:a16="http://schemas.microsoft.com/office/drawing/2014/main" id="{74E7C194-98DE-474F-8828-45CD3A84C13B}"/>
                </a:ext>
              </a:extLst>
            </p:cNvPr>
            <p:cNvCxnSpPr>
              <a:cxnSpLocks/>
            </p:cNvCxnSpPr>
            <p:nvPr/>
          </p:nvCxnSpPr>
          <p:spPr bwMode="gray">
            <a:xfrm rot="16200000">
              <a:off x="4777763" y="7137392"/>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1" name="Gerader Verbinder 10">
              <a:extLst>
                <a:ext uri="{FF2B5EF4-FFF2-40B4-BE49-F238E27FC236}">
                  <a16:creationId xmlns:a16="http://schemas.microsoft.com/office/drawing/2014/main" id="{72C4C3D9-41DE-46B4-80C6-826EE43F74AD}"/>
                </a:ext>
              </a:extLst>
            </p:cNvPr>
            <p:cNvCxnSpPr/>
            <p:nvPr/>
          </p:nvCxnSpPr>
          <p:spPr bwMode="gray">
            <a:xfrm>
              <a:off x="230188" y="6957391"/>
              <a:ext cx="0" cy="36000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2" name="Gerader Verbinder 11">
              <a:extLst>
                <a:ext uri="{FF2B5EF4-FFF2-40B4-BE49-F238E27FC236}">
                  <a16:creationId xmlns:a16="http://schemas.microsoft.com/office/drawing/2014/main" id="{3FE2AA68-6F7C-4A1D-87EB-DE2C2C0BBB34}"/>
                </a:ext>
              </a:extLst>
            </p:cNvPr>
            <p:cNvCxnSpPr/>
            <p:nvPr/>
          </p:nvCxnSpPr>
          <p:spPr bwMode="gray">
            <a:xfrm>
              <a:off x="6824663" y="6957391"/>
              <a:ext cx="0" cy="36000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3" name="Gerader Verbinder 12">
              <a:extLst>
                <a:ext uri="{FF2B5EF4-FFF2-40B4-BE49-F238E27FC236}">
                  <a16:creationId xmlns:a16="http://schemas.microsoft.com/office/drawing/2014/main" id="{A99887B0-BCF0-466E-8905-E0EDABB62C39}"/>
                </a:ext>
              </a:extLst>
            </p:cNvPr>
            <p:cNvCxnSpPr/>
            <p:nvPr/>
          </p:nvCxnSpPr>
          <p:spPr bwMode="gray">
            <a:xfrm>
              <a:off x="9669463" y="6957391"/>
              <a:ext cx="0" cy="36000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4" name="Gerader Verbinder 15">
              <a:extLst>
                <a:ext uri="{FF2B5EF4-FFF2-40B4-BE49-F238E27FC236}">
                  <a16:creationId xmlns:a16="http://schemas.microsoft.com/office/drawing/2014/main" id="{6787924B-F655-4DF6-AD37-BC26A4E84A01}"/>
                </a:ext>
              </a:extLst>
            </p:cNvPr>
            <p:cNvCxnSpPr/>
            <p:nvPr/>
          </p:nvCxnSpPr>
          <p:spPr bwMode="gray">
            <a:xfrm>
              <a:off x="7028772" y="6957391"/>
              <a:ext cx="0" cy="36000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5" name="Gerader Verbinder 16">
              <a:extLst>
                <a:ext uri="{FF2B5EF4-FFF2-40B4-BE49-F238E27FC236}">
                  <a16:creationId xmlns:a16="http://schemas.microsoft.com/office/drawing/2014/main" id="{D0D5FDB2-F44D-4887-BFFA-8A620EB2D117}"/>
                </a:ext>
              </a:extLst>
            </p:cNvPr>
            <p:cNvCxnSpPr/>
            <p:nvPr/>
          </p:nvCxnSpPr>
          <p:spPr bwMode="gray">
            <a:xfrm>
              <a:off x="-447560" y="139320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6" name="Gerader Verbinder 16">
              <a:extLst>
                <a:ext uri="{FF2B5EF4-FFF2-40B4-BE49-F238E27FC236}">
                  <a16:creationId xmlns:a16="http://schemas.microsoft.com/office/drawing/2014/main" id="{D5F77CBB-D232-4DF8-94F9-09469613856A}"/>
                </a:ext>
              </a:extLst>
            </p:cNvPr>
            <p:cNvCxnSpPr/>
            <p:nvPr/>
          </p:nvCxnSpPr>
          <p:spPr bwMode="gray">
            <a:xfrm>
              <a:off x="10029604" y="139320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7" name="Gerader Verbinder 8">
              <a:extLst>
                <a:ext uri="{FF2B5EF4-FFF2-40B4-BE49-F238E27FC236}">
                  <a16:creationId xmlns:a16="http://schemas.microsoft.com/office/drawing/2014/main" id="{4A608B79-43BF-493C-B618-86AD4B31FC8B}"/>
                </a:ext>
              </a:extLst>
            </p:cNvPr>
            <p:cNvCxnSpPr/>
            <p:nvPr/>
          </p:nvCxnSpPr>
          <p:spPr bwMode="gray">
            <a:xfrm>
              <a:off x="-447560" y="1700214"/>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8" name="Gerader Verbinder 8">
              <a:extLst>
                <a:ext uri="{FF2B5EF4-FFF2-40B4-BE49-F238E27FC236}">
                  <a16:creationId xmlns:a16="http://schemas.microsoft.com/office/drawing/2014/main" id="{B178F002-12C6-46E9-919D-BBA0B44546D9}"/>
                </a:ext>
              </a:extLst>
            </p:cNvPr>
            <p:cNvCxnSpPr/>
            <p:nvPr/>
          </p:nvCxnSpPr>
          <p:spPr bwMode="gray">
            <a:xfrm>
              <a:off x="10029604" y="1700214"/>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9" name="Straight Connector 58">
              <a:extLst>
                <a:ext uri="{FF2B5EF4-FFF2-40B4-BE49-F238E27FC236}">
                  <a16:creationId xmlns:a16="http://schemas.microsoft.com/office/drawing/2014/main" id="{2C4972A1-5C04-4472-B1B8-8691DC96E7D9}"/>
                </a:ext>
              </a:extLst>
            </p:cNvPr>
            <p:cNvCxnSpPr/>
            <p:nvPr/>
          </p:nvCxnSpPr>
          <p:spPr bwMode="gray">
            <a:xfrm>
              <a:off x="-447560" y="378904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60" name="Straight Connector 59">
              <a:extLst>
                <a:ext uri="{FF2B5EF4-FFF2-40B4-BE49-F238E27FC236}">
                  <a16:creationId xmlns:a16="http://schemas.microsoft.com/office/drawing/2014/main" id="{02D5AF70-5CEC-476A-90AD-7AE88370C839}"/>
                </a:ext>
              </a:extLst>
            </p:cNvPr>
            <p:cNvCxnSpPr/>
            <p:nvPr/>
          </p:nvCxnSpPr>
          <p:spPr bwMode="gray">
            <a:xfrm>
              <a:off x="10029604" y="378904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61" name="Straight Connector 60">
              <a:extLst>
                <a:ext uri="{FF2B5EF4-FFF2-40B4-BE49-F238E27FC236}">
                  <a16:creationId xmlns:a16="http://schemas.microsoft.com/office/drawing/2014/main" id="{A28B652F-3B9A-4E4C-A95A-6E90D2B3D5B5}"/>
                </a:ext>
              </a:extLst>
            </p:cNvPr>
            <p:cNvCxnSpPr/>
            <p:nvPr/>
          </p:nvCxnSpPr>
          <p:spPr bwMode="gray">
            <a:xfrm>
              <a:off x="-447560" y="631080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62" name="Straight Connector 61">
              <a:extLst>
                <a:ext uri="{FF2B5EF4-FFF2-40B4-BE49-F238E27FC236}">
                  <a16:creationId xmlns:a16="http://schemas.microsoft.com/office/drawing/2014/main" id="{8077D872-CE04-4234-8855-6F73CE08BC32}"/>
                </a:ext>
              </a:extLst>
            </p:cNvPr>
            <p:cNvCxnSpPr/>
            <p:nvPr/>
          </p:nvCxnSpPr>
          <p:spPr bwMode="gray">
            <a:xfrm>
              <a:off x="10029604" y="631080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65" name="Gerader Verbinder 16">
              <a:extLst>
                <a:ext uri="{FF2B5EF4-FFF2-40B4-BE49-F238E27FC236}">
                  <a16:creationId xmlns:a16="http://schemas.microsoft.com/office/drawing/2014/main" id="{005DD599-FCF0-4F4F-AC38-7CA34C82207B}"/>
                </a:ext>
              </a:extLst>
            </p:cNvPr>
            <p:cNvCxnSpPr/>
            <p:nvPr/>
          </p:nvCxnSpPr>
          <p:spPr bwMode="gray">
            <a:xfrm>
              <a:off x="-447560" y="57024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66" name="Gerader Verbinder 16">
              <a:extLst>
                <a:ext uri="{FF2B5EF4-FFF2-40B4-BE49-F238E27FC236}">
                  <a16:creationId xmlns:a16="http://schemas.microsoft.com/office/drawing/2014/main" id="{1F5C0D4B-8E51-4226-B8F2-0C5476B40AB2}"/>
                </a:ext>
              </a:extLst>
            </p:cNvPr>
            <p:cNvCxnSpPr/>
            <p:nvPr/>
          </p:nvCxnSpPr>
          <p:spPr bwMode="gray">
            <a:xfrm>
              <a:off x="10029604" y="57024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grpSp>
      <p:sp>
        <p:nvSpPr>
          <p:cNvPr id="4" name="Rectangle 45">
            <a:extLst>
              <a:ext uri="{FF2B5EF4-FFF2-40B4-BE49-F238E27FC236}">
                <a16:creationId xmlns:a16="http://schemas.microsoft.com/office/drawing/2014/main" id="{B5151680-2BA0-D10D-B8BF-5C12B3D33129}"/>
              </a:ext>
            </a:extLst>
          </p:cNvPr>
          <p:cNvSpPr>
            <a:spLocks noGrp="1" noChangeArrowheads="1"/>
          </p:cNvSpPr>
          <p:nvPr>
            <p:ph type="sldNum" sz="quarter" idx="4"/>
            <p:custDataLst>
              <p:tags r:id="rId2"/>
            </p:custDataLst>
          </p:nvPr>
        </p:nvSpPr>
        <p:spPr bwMode="auto">
          <a:xfrm>
            <a:off x="283200" y="6480063"/>
            <a:ext cx="335220" cy="205121"/>
          </a:xfrm>
          <a:prstGeom prst="rect">
            <a:avLst/>
          </a:prstGeom>
          <a:noFill/>
          <a:ln w="9525">
            <a:noFill/>
            <a:miter lim="800000"/>
            <a:headEnd/>
            <a:tailEnd/>
          </a:ln>
          <a:effectLst/>
        </p:spPr>
        <p:txBody>
          <a:bodyPr vert="horz" wrap="none" lIns="0" tIns="0" rIns="0" bIns="0" numCol="1" anchor="b" anchorCtr="0" compatLnSpc="1">
            <a:prstTxWarp prst="textNoShape">
              <a:avLst/>
            </a:prstTxWarp>
            <a:spAutoFit/>
          </a:bodyPr>
          <a:lstStyle>
            <a:lvl1pPr>
              <a:spcBef>
                <a:spcPct val="0"/>
              </a:spcBef>
              <a:buClrTx/>
              <a:buSzTx/>
              <a:buFontTx/>
              <a:buNone/>
              <a:defRPr sz="1333" b="0">
                <a:solidFill>
                  <a:schemeClr val="bg1"/>
                </a:solidFill>
              </a:defRPr>
            </a:lvl1pPr>
          </a:lstStyle>
          <a:p>
            <a:fld id="{B8B94130-3BBE-45CA-9999-1A0D48956379}" type="slidenum">
              <a:rPr lang="de-DE" smtClean="0"/>
              <a:t>‹Nr.›</a:t>
            </a:fld>
            <a:endParaRPr lang="de-DE"/>
          </a:p>
        </p:txBody>
      </p:sp>
      <p:sp>
        <p:nvSpPr>
          <p:cNvPr id="6" name="Footer Placeholder 44">
            <a:extLst>
              <a:ext uri="{FF2B5EF4-FFF2-40B4-BE49-F238E27FC236}">
                <a16:creationId xmlns:a16="http://schemas.microsoft.com/office/drawing/2014/main" id="{B17A873A-0BC5-77E1-0695-354916D850F4}"/>
              </a:ext>
            </a:extLst>
          </p:cNvPr>
          <p:cNvSpPr>
            <a:spLocks noGrp="1" noChangeArrowheads="1"/>
          </p:cNvSpPr>
          <p:nvPr>
            <p:ph type="ftr" sz="quarter" idx="3"/>
            <p:custDataLst>
              <p:tags r:id="rId3"/>
            </p:custDataLst>
          </p:nvPr>
        </p:nvSpPr>
        <p:spPr bwMode="auto">
          <a:xfrm>
            <a:off x="937336" y="6480000"/>
            <a:ext cx="6528000" cy="205184"/>
          </a:xfrm>
          <a:prstGeom prst="rect">
            <a:avLst/>
          </a:prstGeom>
          <a:noFill/>
          <a:ln w="9525">
            <a:noFill/>
            <a:miter lim="800000"/>
            <a:headEnd/>
            <a:tailEnd/>
          </a:ln>
          <a:effectLst/>
        </p:spPr>
        <p:txBody>
          <a:bodyPr vert="horz" wrap="square" lIns="0" tIns="0" rIns="0" bIns="0" numCol="1" anchor="b" anchorCtr="0" compatLnSpc="1">
            <a:prstTxWarp prst="textNoShape">
              <a:avLst/>
            </a:prstTxWarp>
            <a:noAutofit/>
          </a:bodyPr>
          <a:lstStyle>
            <a:lvl1pPr>
              <a:spcBef>
                <a:spcPct val="0"/>
              </a:spcBef>
              <a:buClrTx/>
              <a:buSzTx/>
              <a:buFontTx/>
              <a:buNone/>
              <a:defRPr sz="1333">
                <a:solidFill>
                  <a:schemeClr val="bg1"/>
                </a:solidFill>
              </a:defRPr>
            </a:lvl1pPr>
          </a:lstStyle>
          <a:p>
            <a:endParaRPr lang="de-DE"/>
          </a:p>
        </p:txBody>
      </p:sp>
      <p:sp>
        <p:nvSpPr>
          <p:cNvPr id="7" name="Titel 1">
            <a:extLst>
              <a:ext uri="{FF2B5EF4-FFF2-40B4-BE49-F238E27FC236}">
                <a16:creationId xmlns:a16="http://schemas.microsoft.com/office/drawing/2014/main" id="{D4DA8EA5-7385-4A7A-DD46-3EA9E0A58B19}"/>
              </a:ext>
            </a:extLst>
          </p:cNvPr>
          <p:cNvSpPr>
            <a:spLocks noGrp="1"/>
          </p:cNvSpPr>
          <p:nvPr>
            <p:ph type="title" hasCustomPrompt="1"/>
            <p:custDataLst>
              <p:tags r:id="rId4"/>
            </p:custDataLst>
          </p:nvPr>
        </p:nvSpPr>
        <p:spPr>
          <a:xfrm>
            <a:off x="278399" y="457200"/>
            <a:ext cx="8107200" cy="762000"/>
          </a:xfrm>
        </p:spPr>
        <p:txBody>
          <a:bodyPr vert="horz"/>
          <a:lstStyle>
            <a:lvl1pPr>
              <a:defRPr>
                <a:solidFill>
                  <a:schemeClr val="bg1"/>
                </a:solidFill>
              </a:defRPr>
            </a:lvl1pPr>
          </a:lstStyle>
          <a:p>
            <a:r>
              <a:rPr lang="en-US" dirty="0"/>
              <a:t>Click to add title</a:t>
            </a:r>
          </a:p>
        </p:txBody>
      </p:sp>
      <p:sp>
        <p:nvSpPr>
          <p:cNvPr id="8" name="Picture Placeholder 12">
            <a:extLst>
              <a:ext uri="{FF2B5EF4-FFF2-40B4-BE49-F238E27FC236}">
                <a16:creationId xmlns:a16="http://schemas.microsoft.com/office/drawing/2014/main" id="{2889F2C0-62BD-2CE4-3B58-80BC89D737C1}"/>
              </a:ext>
            </a:extLst>
          </p:cNvPr>
          <p:cNvSpPr>
            <a:spLocks noGrp="1"/>
          </p:cNvSpPr>
          <p:nvPr>
            <p:ph type="pic" sz="quarter" idx="15"/>
          </p:nvPr>
        </p:nvSpPr>
        <p:spPr bwMode="gray">
          <a:xfrm>
            <a:off x="7573389" y="-13160"/>
            <a:ext cx="4618611" cy="6868800"/>
          </a:xfrm>
          <a:custGeom>
            <a:avLst/>
            <a:gdLst>
              <a:gd name="connsiteX0" fmla="*/ 1335114 w 3463958"/>
              <a:gd name="connsiteY0" fmla="*/ 0 h 5151600"/>
              <a:gd name="connsiteX1" fmla="*/ 1350786 w 3463958"/>
              <a:gd name="connsiteY1" fmla="*/ 0 h 5151600"/>
              <a:gd name="connsiteX2" fmla="*/ 1363418 w 3463958"/>
              <a:gd name="connsiteY2" fmla="*/ 0 h 5151600"/>
              <a:gd name="connsiteX3" fmla="*/ 1374396 w 3463958"/>
              <a:gd name="connsiteY3" fmla="*/ 0 h 5151600"/>
              <a:gd name="connsiteX4" fmla="*/ 1382551 w 3463958"/>
              <a:gd name="connsiteY4" fmla="*/ 0 h 5151600"/>
              <a:gd name="connsiteX5" fmla="*/ 1708655 w 3463958"/>
              <a:gd name="connsiteY5" fmla="*/ 0 h 5151600"/>
              <a:gd name="connsiteX6" fmla="*/ 1724327 w 3463958"/>
              <a:gd name="connsiteY6" fmla="*/ 0 h 5151600"/>
              <a:gd name="connsiteX7" fmla="*/ 1749458 w 3463958"/>
              <a:gd name="connsiteY7" fmla="*/ 0 h 5151600"/>
              <a:gd name="connsiteX8" fmla="*/ 1749242 w 3463958"/>
              <a:gd name="connsiteY8" fmla="*/ 865 h 5151600"/>
              <a:gd name="connsiteX9" fmla="*/ 2877218 w 3463958"/>
              <a:gd name="connsiteY9" fmla="*/ 296 h 5151600"/>
              <a:gd name="connsiteX10" fmla="*/ 2877218 w 3463958"/>
              <a:gd name="connsiteY10" fmla="*/ 0 h 5151600"/>
              <a:gd name="connsiteX11" fmla="*/ 3462512 w 3463958"/>
              <a:gd name="connsiteY11" fmla="*/ 0 h 5151600"/>
              <a:gd name="connsiteX12" fmla="*/ 3463958 w 3463958"/>
              <a:gd name="connsiteY12" fmla="*/ 0 h 5151600"/>
              <a:gd name="connsiteX13" fmla="*/ 3463958 w 3463958"/>
              <a:gd name="connsiteY13" fmla="*/ 5151600 h 5151600"/>
              <a:gd name="connsiteX14" fmla="*/ 2877218 w 3463958"/>
              <a:gd name="connsiteY14" fmla="*/ 5151600 h 5151600"/>
              <a:gd name="connsiteX15" fmla="*/ 2877218 w 3463958"/>
              <a:gd name="connsiteY15" fmla="*/ 5151537 h 5151600"/>
              <a:gd name="connsiteX16" fmla="*/ 465101 w 3463958"/>
              <a:gd name="connsiteY16" fmla="*/ 5151275 h 5151600"/>
              <a:gd name="connsiteX17" fmla="*/ 465020 w 3463958"/>
              <a:gd name="connsiteY17" fmla="*/ 5151600 h 5151600"/>
              <a:gd name="connsiteX18" fmla="*/ 441684 w 3463958"/>
              <a:gd name="connsiteY18" fmla="*/ 5151600 h 5151600"/>
              <a:gd name="connsiteX19" fmla="*/ 426012 w 3463958"/>
              <a:gd name="connsiteY19" fmla="*/ 5151600 h 5151600"/>
              <a:gd name="connsiteX20" fmla="*/ 121673 w 3463958"/>
              <a:gd name="connsiteY20" fmla="*/ 5151600 h 5151600"/>
              <a:gd name="connsiteX21" fmla="*/ 100948 w 3463958"/>
              <a:gd name="connsiteY21" fmla="*/ 5151600 h 5151600"/>
              <a:gd name="connsiteX22" fmla="*/ 95848 w 3463958"/>
              <a:gd name="connsiteY22" fmla="*/ 5151600 h 5151600"/>
              <a:gd name="connsiteX23" fmla="*/ 89958 w 3463958"/>
              <a:gd name="connsiteY23" fmla="*/ 5151600 h 5151600"/>
              <a:gd name="connsiteX24" fmla="*/ 75120 w 3463958"/>
              <a:gd name="connsiteY24" fmla="*/ 5151600 h 5151600"/>
              <a:gd name="connsiteX25" fmla="*/ 68143 w 3463958"/>
              <a:gd name="connsiteY25" fmla="*/ 5151600 h 5151600"/>
              <a:gd name="connsiteX26" fmla="*/ 52471 w 3463958"/>
              <a:gd name="connsiteY26" fmla="*/ 5151600 h 5151600"/>
              <a:gd name="connsiteX27" fmla="*/ 52564 w 3463958"/>
              <a:gd name="connsiteY27" fmla="*/ 5151229 h 5151600"/>
              <a:gd name="connsiteX28" fmla="*/ 0 w 3463958"/>
              <a:gd name="connsiteY28" fmla="*/ 5151223 h 5151600"/>
              <a:gd name="connsiteX29" fmla="*/ 1282984 w 3463958"/>
              <a:gd name="connsiteY29" fmla="*/ 1101 h 5151600"/>
              <a:gd name="connsiteX30" fmla="*/ 1334847 w 3463958"/>
              <a:gd name="connsiteY30" fmla="*/ 1075 h 515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463958" h="5151600">
                <a:moveTo>
                  <a:pt x="1335114" y="0"/>
                </a:moveTo>
                <a:lnTo>
                  <a:pt x="1350786" y="0"/>
                </a:lnTo>
                <a:lnTo>
                  <a:pt x="1363418" y="0"/>
                </a:lnTo>
                <a:lnTo>
                  <a:pt x="1374396" y="0"/>
                </a:lnTo>
                <a:lnTo>
                  <a:pt x="1382551" y="0"/>
                </a:lnTo>
                <a:lnTo>
                  <a:pt x="1708655" y="0"/>
                </a:lnTo>
                <a:lnTo>
                  <a:pt x="1724327" y="0"/>
                </a:lnTo>
                <a:lnTo>
                  <a:pt x="1749458" y="0"/>
                </a:lnTo>
                <a:lnTo>
                  <a:pt x="1749242" y="865"/>
                </a:lnTo>
                <a:lnTo>
                  <a:pt x="2877218" y="296"/>
                </a:lnTo>
                <a:lnTo>
                  <a:pt x="2877218" y="0"/>
                </a:lnTo>
                <a:lnTo>
                  <a:pt x="3462512" y="0"/>
                </a:lnTo>
                <a:lnTo>
                  <a:pt x="3463958" y="0"/>
                </a:lnTo>
                <a:lnTo>
                  <a:pt x="3463958" y="5151600"/>
                </a:lnTo>
                <a:lnTo>
                  <a:pt x="2877218" y="5151600"/>
                </a:lnTo>
                <a:lnTo>
                  <a:pt x="2877218" y="5151537"/>
                </a:lnTo>
                <a:lnTo>
                  <a:pt x="465101" y="5151275"/>
                </a:lnTo>
                <a:lnTo>
                  <a:pt x="465020" y="5151600"/>
                </a:lnTo>
                <a:lnTo>
                  <a:pt x="441684" y="5151600"/>
                </a:lnTo>
                <a:lnTo>
                  <a:pt x="426012" y="5151600"/>
                </a:lnTo>
                <a:lnTo>
                  <a:pt x="121673" y="5151600"/>
                </a:lnTo>
                <a:lnTo>
                  <a:pt x="100948" y="5151600"/>
                </a:lnTo>
                <a:lnTo>
                  <a:pt x="95848" y="5151600"/>
                </a:lnTo>
                <a:lnTo>
                  <a:pt x="89958" y="5151600"/>
                </a:lnTo>
                <a:lnTo>
                  <a:pt x="75120" y="5151600"/>
                </a:lnTo>
                <a:lnTo>
                  <a:pt x="68143" y="5151600"/>
                </a:lnTo>
                <a:lnTo>
                  <a:pt x="52471" y="5151600"/>
                </a:lnTo>
                <a:lnTo>
                  <a:pt x="52564" y="5151229"/>
                </a:lnTo>
                <a:lnTo>
                  <a:pt x="0" y="5151223"/>
                </a:lnTo>
                <a:lnTo>
                  <a:pt x="1282984" y="1101"/>
                </a:lnTo>
                <a:lnTo>
                  <a:pt x="1334847" y="1075"/>
                </a:lnTo>
                <a:close/>
              </a:path>
            </a:pathLst>
          </a:custGeom>
          <a:solidFill>
            <a:srgbClr val="FFFFCC"/>
          </a:solidFill>
          <a:ln w="9525">
            <a:noFill/>
            <a:miter lim="800000"/>
            <a:headEnd/>
            <a:tailEnd/>
          </a:ln>
        </p:spPr>
        <p:txBody>
          <a:bodyPr wrap="square" lIns="72000" tIns="72000" rIns="72000" bIns="72000" anchor="ctr" anchorCtr="0">
            <a:noAutofit/>
          </a:bodyPr>
          <a:lstStyle>
            <a:lvl1pPr algn="ctr">
              <a:defRPr sz="1867"/>
            </a:lvl1pPr>
          </a:lstStyle>
          <a:p>
            <a:r>
              <a:rPr lang="de-DE"/>
              <a:t>Bild durch Klicken auf Symbol hinzufügen</a:t>
            </a:r>
            <a:endParaRPr lang="en-US" dirty="0"/>
          </a:p>
        </p:txBody>
      </p:sp>
      <p:sp>
        <p:nvSpPr>
          <p:cNvPr id="9" name="Rectangle 20">
            <a:extLst>
              <a:ext uri="{FF2B5EF4-FFF2-40B4-BE49-F238E27FC236}">
                <a16:creationId xmlns:a16="http://schemas.microsoft.com/office/drawing/2014/main" id="{7035D577-C6BF-5253-30F4-05E5CED73C39}"/>
              </a:ext>
            </a:extLst>
          </p:cNvPr>
          <p:cNvSpPr/>
          <p:nvPr>
            <p:custDataLst>
              <p:tags r:id="rId5"/>
            </p:custDataLst>
          </p:nvPr>
        </p:nvSpPr>
        <p:spPr bwMode="ltGray">
          <a:xfrm>
            <a:off x="9587673" y="6480064"/>
            <a:ext cx="2328835" cy="205121"/>
          </a:xfrm>
          <a:prstGeom prst="rect">
            <a:avLst/>
          </a:prstGeom>
          <a:noFill/>
          <a:ln w="9525">
            <a:noFill/>
            <a:miter lim="800000"/>
            <a:headEnd/>
            <a:tailEnd/>
          </a:ln>
          <a:effectLst/>
        </p:spPr>
        <p:txBody>
          <a:bodyPr wrap="square" lIns="0" tIns="0" rIns="0" bIns="0" anchor="b">
            <a:spAutoFit/>
          </a:bodyPr>
          <a:lstStyle/>
          <a:p>
            <a:pPr algn="r" defTabSz="857208">
              <a:spcBef>
                <a:spcPct val="0"/>
              </a:spcBef>
              <a:buClrTx/>
              <a:buSzTx/>
              <a:buFontTx/>
              <a:buNone/>
              <a:defRPr/>
            </a:pPr>
            <a:r>
              <a:rPr lang="en-US" sz="1333" dirty="0">
                <a:solidFill>
                  <a:schemeClr val="bg1"/>
                </a:solidFill>
              </a:rPr>
              <a:t>© Horváth</a:t>
            </a:r>
          </a:p>
        </p:txBody>
      </p:sp>
      <p:pic>
        <p:nvPicPr>
          <p:cNvPr id="11" name="Grafik 15">
            <a:extLst>
              <a:ext uri="{FF2B5EF4-FFF2-40B4-BE49-F238E27FC236}">
                <a16:creationId xmlns:a16="http://schemas.microsoft.com/office/drawing/2014/main" id="{023FBFBE-755F-36CE-3C72-4E27C5DB3044}"/>
              </a:ext>
            </a:extLst>
          </p:cNvPr>
          <p:cNvPicPr/>
          <p:nvPr/>
        </p:nvPicPr>
        <p:blipFill>
          <a:blip r:embed="rId10">
            <a:extLst>
              <a:ext uri="{96DAC541-7B7A-43D3-8B79-37D633B846F1}">
                <asvg:svgBlip xmlns:asvg="http://schemas.microsoft.com/office/drawing/2016/SVG/main" r:embed="rId11"/>
              </a:ext>
            </a:extLst>
          </a:blip>
          <a:stretch>
            <a:fillRect/>
          </a:stretch>
        </p:blipFill>
        <p:spPr bwMode="gray">
          <a:xfrm>
            <a:off x="11617326" y="157491"/>
            <a:ext cx="289023" cy="260120"/>
          </a:xfrm>
          <a:prstGeom prst="rect">
            <a:avLst/>
          </a:prstGeom>
        </p:spPr>
      </p:pic>
      <p:cxnSp>
        <p:nvCxnSpPr>
          <p:cNvPr id="12" name="Straight Connector 11">
            <a:extLst>
              <a:ext uri="{FF2B5EF4-FFF2-40B4-BE49-F238E27FC236}">
                <a16:creationId xmlns:a16="http://schemas.microsoft.com/office/drawing/2014/main" id="{807E4032-55DB-5D50-A0E5-127788D84F7A}"/>
              </a:ext>
            </a:extLst>
          </p:cNvPr>
          <p:cNvCxnSpPr>
            <a:cxnSpLocks/>
          </p:cNvCxnSpPr>
          <p:nvPr/>
        </p:nvCxnSpPr>
        <p:spPr bwMode="gray">
          <a:xfrm flipH="1">
            <a:off x="7706601" y="-1200"/>
            <a:ext cx="1710191" cy="6859200"/>
          </a:xfrm>
          <a:prstGeom prst="line">
            <a:avLst/>
          </a:prstGeom>
          <a:solidFill>
            <a:schemeClr val="bg1"/>
          </a:solidFill>
          <a:ln w="15875" cap="flat" cmpd="sng" algn="ctr">
            <a:solidFill>
              <a:schemeClr val="bg1"/>
            </a:solidFill>
            <a:prstDash val="solid"/>
            <a:miter lim="800000"/>
            <a:headEnd type="none" w="med" len="med"/>
            <a:tailEnd type="none" w="med" len="med"/>
          </a:ln>
          <a:effectLst/>
        </p:spPr>
      </p:cxnSp>
    </p:spTree>
    <p:extLst>
      <p:ext uri="{BB962C8B-B14F-4D97-AF65-F5344CB8AC3E}">
        <p14:creationId xmlns:p14="http://schemas.microsoft.com/office/powerpoint/2010/main" val="2801410385"/>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Dark blue">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670E4A55-4881-47A2-9281-C78C4648658F}"/>
              </a:ext>
            </a:extLst>
          </p:cNvPr>
          <p:cNvGraphicFramePr>
            <a:graphicFrameLocks noChangeAspect="1"/>
          </p:cNvGraphicFramePr>
          <p:nvPr>
            <p:custDataLst>
              <p:tags r:id="rId1"/>
            </p:custDataLst>
            <p:extLst>
              <p:ext uri="{D42A27DB-BD31-4B8C-83A1-F6EECF244321}">
                <p14:modId xmlns:p14="http://schemas.microsoft.com/office/powerpoint/2010/main" val="40321514"/>
              </p:ext>
            </p:extLst>
          </p:nvPr>
        </p:nvGraphicFramePr>
        <p:xfrm>
          <a:off x="1956" y="1590"/>
          <a:ext cx="1955" cy="1588"/>
        </p:xfrm>
        <a:graphic>
          <a:graphicData uri="http://schemas.openxmlformats.org/presentationml/2006/ole">
            <mc:AlternateContent xmlns:mc="http://schemas.openxmlformats.org/markup-compatibility/2006">
              <mc:Choice xmlns:v="urn:schemas-microsoft-com:vml" Requires="v">
                <p:oleObj name="think-cell Slide" r:id="rId4" imgW="353" imgH="353" progId="TCLayout.ActiveDocument.1">
                  <p:embed/>
                </p:oleObj>
              </mc:Choice>
              <mc:Fallback>
                <p:oleObj name="think-cell Slide" r:id="rId4" imgW="353" imgH="353" progId="TCLayout.ActiveDocument.1">
                  <p:embed/>
                  <p:pic>
                    <p:nvPicPr>
                      <p:cNvPr id="2" name="Object 1" hidden="1">
                        <a:extLst>
                          <a:ext uri="{FF2B5EF4-FFF2-40B4-BE49-F238E27FC236}">
                            <a16:creationId xmlns:a16="http://schemas.microsoft.com/office/drawing/2014/main" id="{670E4A55-4881-47A2-9281-C78C4648658F}"/>
                          </a:ext>
                        </a:extLst>
                      </p:cNvPr>
                      <p:cNvPicPr/>
                      <p:nvPr/>
                    </p:nvPicPr>
                    <p:blipFill>
                      <a:blip r:embed="rId5"/>
                      <a:stretch>
                        <a:fillRect/>
                      </a:stretch>
                    </p:blipFill>
                    <p:spPr>
                      <a:xfrm>
                        <a:off x="1956" y="1590"/>
                        <a:ext cx="1955" cy="1588"/>
                      </a:xfrm>
                      <a:prstGeom prst="rect">
                        <a:avLst/>
                      </a:prstGeom>
                    </p:spPr>
                  </p:pic>
                </p:oleObj>
              </mc:Fallback>
            </mc:AlternateContent>
          </a:graphicData>
        </a:graphic>
      </p:graphicFrame>
      <p:grpSp>
        <p:nvGrpSpPr>
          <p:cNvPr id="49" name="Group 48" hidden="1">
            <a:extLst>
              <a:ext uri="{FF2B5EF4-FFF2-40B4-BE49-F238E27FC236}">
                <a16:creationId xmlns:a16="http://schemas.microsoft.com/office/drawing/2014/main" id="{4F821225-A38D-4DB6-B3FA-82B21EF24A67}"/>
              </a:ext>
            </a:extLst>
          </p:cNvPr>
          <p:cNvGrpSpPr/>
          <p:nvPr/>
        </p:nvGrpSpPr>
        <p:grpSpPr bwMode="gray">
          <a:xfrm>
            <a:off x="-550843" y="570240"/>
            <a:ext cx="13338048" cy="6747152"/>
            <a:chOff x="-447560" y="570240"/>
            <a:chExt cx="10837164" cy="6747152"/>
          </a:xfrm>
        </p:grpSpPr>
        <p:cxnSp>
          <p:nvCxnSpPr>
            <p:cNvPr id="50" name="Straight Connector 49">
              <a:extLst>
                <a:ext uri="{FF2B5EF4-FFF2-40B4-BE49-F238E27FC236}">
                  <a16:creationId xmlns:a16="http://schemas.microsoft.com/office/drawing/2014/main" id="{74E7C194-98DE-474F-8828-45CD3A84C13B}"/>
                </a:ext>
              </a:extLst>
            </p:cNvPr>
            <p:cNvCxnSpPr>
              <a:cxnSpLocks/>
            </p:cNvCxnSpPr>
            <p:nvPr/>
          </p:nvCxnSpPr>
          <p:spPr bwMode="gray">
            <a:xfrm rot="16200000">
              <a:off x="4777763" y="7137392"/>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1" name="Gerader Verbinder 10">
              <a:extLst>
                <a:ext uri="{FF2B5EF4-FFF2-40B4-BE49-F238E27FC236}">
                  <a16:creationId xmlns:a16="http://schemas.microsoft.com/office/drawing/2014/main" id="{72C4C3D9-41DE-46B4-80C6-826EE43F74AD}"/>
                </a:ext>
              </a:extLst>
            </p:cNvPr>
            <p:cNvCxnSpPr/>
            <p:nvPr/>
          </p:nvCxnSpPr>
          <p:spPr bwMode="gray">
            <a:xfrm>
              <a:off x="230188" y="6957391"/>
              <a:ext cx="0" cy="36000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2" name="Gerader Verbinder 11">
              <a:extLst>
                <a:ext uri="{FF2B5EF4-FFF2-40B4-BE49-F238E27FC236}">
                  <a16:creationId xmlns:a16="http://schemas.microsoft.com/office/drawing/2014/main" id="{3FE2AA68-6F7C-4A1D-87EB-DE2C2C0BBB34}"/>
                </a:ext>
              </a:extLst>
            </p:cNvPr>
            <p:cNvCxnSpPr/>
            <p:nvPr/>
          </p:nvCxnSpPr>
          <p:spPr bwMode="gray">
            <a:xfrm>
              <a:off x="6824663" y="6957391"/>
              <a:ext cx="0" cy="36000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3" name="Gerader Verbinder 12">
              <a:extLst>
                <a:ext uri="{FF2B5EF4-FFF2-40B4-BE49-F238E27FC236}">
                  <a16:creationId xmlns:a16="http://schemas.microsoft.com/office/drawing/2014/main" id="{A99887B0-BCF0-466E-8905-E0EDABB62C39}"/>
                </a:ext>
              </a:extLst>
            </p:cNvPr>
            <p:cNvCxnSpPr/>
            <p:nvPr/>
          </p:nvCxnSpPr>
          <p:spPr bwMode="gray">
            <a:xfrm>
              <a:off x="9669463" y="6957391"/>
              <a:ext cx="0" cy="36000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4" name="Gerader Verbinder 15">
              <a:extLst>
                <a:ext uri="{FF2B5EF4-FFF2-40B4-BE49-F238E27FC236}">
                  <a16:creationId xmlns:a16="http://schemas.microsoft.com/office/drawing/2014/main" id="{6787924B-F655-4DF6-AD37-BC26A4E84A01}"/>
                </a:ext>
              </a:extLst>
            </p:cNvPr>
            <p:cNvCxnSpPr/>
            <p:nvPr/>
          </p:nvCxnSpPr>
          <p:spPr bwMode="gray">
            <a:xfrm>
              <a:off x="7028772" y="6957391"/>
              <a:ext cx="0" cy="36000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5" name="Gerader Verbinder 16">
              <a:extLst>
                <a:ext uri="{FF2B5EF4-FFF2-40B4-BE49-F238E27FC236}">
                  <a16:creationId xmlns:a16="http://schemas.microsoft.com/office/drawing/2014/main" id="{D0D5FDB2-F44D-4887-BFFA-8A620EB2D117}"/>
                </a:ext>
              </a:extLst>
            </p:cNvPr>
            <p:cNvCxnSpPr/>
            <p:nvPr/>
          </p:nvCxnSpPr>
          <p:spPr bwMode="gray">
            <a:xfrm>
              <a:off x="-447560" y="139320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6" name="Gerader Verbinder 16">
              <a:extLst>
                <a:ext uri="{FF2B5EF4-FFF2-40B4-BE49-F238E27FC236}">
                  <a16:creationId xmlns:a16="http://schemas.microsoft.com/office/drawing/2014/main" id="{D5F77CBB-D232-4DF8-94F9-09469613856A}"/>
                </a:ext>
              </a:extLst>
            </p:cNvPr>
            <p:cNvCxnSpPr/>
            <p:nvPr/>
          </p:nvCxnSpPr>
          <p:spPr bwMode="gray">
            <a:xfrm>
              <a:off x="10029604" y="139320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7" name="Gerader Verbinder 8">
              <a:extLst>
                <a:ext uri="{FF2B5EF4-FFF2-40B4-BE49-F238E27FC236}">
                  <a16:creationId xmlns:a16="http://schemas.microsoft.com/office/drawing/2014/main" id="{4A608B79-43BF-493C-B618-86AD4B31FC8B}"/>
                </a:ext>
              </a:extLst>
            </p:cNvPr>
            <p:cNvCxnSpPr/>
            <p:nvPr/>
          </p:nvCxnSpPr>
          <p:spPr bwMode="gray">
            <a:xfrm>
              <a:off x="-447560" y="1700214"/>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8" name="Gerader Verbinder 8">
              <a:extLst>
                <a:ext uri="{FF2B5EF4-FFF2-40B4-BE49-F238E27FC236}">
                  <a16:creationId xmlns:a16="http://schemas.microsoft.com/office/drawing/2014/main" id="{B178F002-12C6-46E9-919D-BBA0B44546D9}"/>
                </a:ext>
              </a:extLst>
            </p:cNvPr>
            <p:cNvCxnSpPr/>
            <p:nvPr/>
          </p:nvCxnSpPr>
          <p:spPr bwMode="gray">
            <a:xfrm>
              <a:off x="10029604" y="1700214"/>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9" name="Straight Connector 58">
              <a:extLst>
                <a:ext uri="{FF2B5EF4-FFF2-40B4-BE49-F238E27FC236}">
                  <a16:creationId xmlns:a16="http://schemas.microsoft.com/office/drawing/2014/main" id="{2C4972A1-5C04-4472-B1B8-8691DC96E7D9}"/>
                </a:ext>
              </a:extLst>
            </p:cNvPr>
            <p:cNvCxnSpPr/>
            <p:nvPr/>
          </p:nvCxnSpPr>
          <p:spPr bwMode="gray">
            <a:xfrm>
              <a:off x="-447560" y="378904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60" name="Straight Connector 59">
              <a:extLst>
                <a:ext uri="{FF2B5EF4-FFF2-40B4-BE49-F238E27FC236}">
                  <a16:creationId xmlns:a16="http://schemas.microsoft.com/office/drawing/2014/main" id="{02D5AF70-5CEC-476A-90AD-7AE88370C839}"/>
                </a:ext>
              </a:extLst>
            </p:cNvPr>
            <p:cNvCxnSpPr/>
            <p:nvPr/>
          </p:nvCxnSpPr>
          <p:spPr bwMode="gray">
            <a:xfrm>
              <a:off x="10029604" y="378904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61" name="Straight Connector 60">
              <a:extLst>
                <a:ext uri="{FF2B5EF4-FFF2-40B4-BE49-F238E27FC236}">
                  <a16:creationId xmlns:a16="http://schemas.microsoft.com/office/drawing/2014/main" id="{A28B652F-3B9A-4E4C-A95A-6E90D2B3D5B5}"/>
                </a:ext>
              </a:extLst>
            </p:cNvPr>
            <p:cNvCxnSpPr/>
            <p:nvPr/>
          </p:nvCxnSpPr>
          <p:spPr bwMode="gray">
            <a:xfrm>
              <a:off x="-447560" y="631080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62" name="Straight Connector 61">
              <a:extLst>
                <a:ext uri="{FF2B5EF4-FFF2-40B4-BE49-F238E27FC236}">
                  <a16:creationId xmlns:a16="http://schemas.microsoft.com/office/drawing/2014/main" id="{8077D872-CE04-4234-8855-6F73CE08BC32}"/>
                </a:ext>
              </a:extLst>
            </p:cNvPr>
            <p:cNvCxnSpPr/>
            <p:nvPr/>
          </p:nvCxnSpPr>
          <p:spPr bwMode="gray">
            <a:xfrm>
              <a:off x="10029604" y="631080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65" name="Gerader Verbinder 16">
              <a:extLst>
                <a:ext uri="{FF2B5EF4-FFF2-40B4-BE49-F238E27FC236}">
                  <a16:creationId xmlns:a16="http://schemas.microsoft.com/office/drawing/2014/main" id="{005DD599-FCF0-4F4F-AC38-7CA34C82207B}"/>
                </a:ext>
              </a:extLst>
            </p:cNvPr>
            <p:cNvCxnSpPr/>
            <p:nvPr/>
          </p:nvCxnSpPr>
          <p:spPr bwMode="gray">
            <a:xfrm>
              <a:off x="-447560" y="57024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66" name="Gerader Verbinder 16">
              <a:extLst>
                <a:ext uri="{FF2B5EF4-FFF2-40B4-BE49-F238E27FC236}">
                  <a16:creationId xmlns:a16="http://schemas.microsoft.com/office/drawing/2014/main" id="{1F5C0D4B-8E51-4226-B8F2-0C5476B40AB2}"/>
                </a:ext>
              </a:extLst>
            </p:cNvPr>
            <p:cNvCxnSpPr/>
            <p:nvPr/>
          </p:nvCxnSpPr>
          <p:spPr bwMode="gray">
            <a:xfrm>
              <a:off x="10029604" y="57024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grpSp>
      <p:sp>
        <p:nvSpPr>
          <p:cNvPr id="4" name="Cover Copyright">
            <a:extLst>
              <a:ext uri="{FF2B5EF4-FFF2-40B4-BE49-F238E27FC236}">
                <a16:creationId xmlns:a16="http://schemas.microsoft.com/office/drawing/2014/main" id="{88A36269-975E-0772-D729-021E6D9B788B}"/>
              </a:ext>
            </a:extLst>
          </p:cNvPr>
          <p:cNvSpPr/>
          <p:nvPr/>
        </p:nvSpPr>
        <p:spPr bwMode="gray">
          <a:xfrm>
            <a:off x="11009746" y="1"/>
            <a:ext cx="1182255" cy="6858000"/>
          </a:xfrm>
          <a:prstGeom prst="rect">
            <a:avLst/>
          </a:prstGeom>
          <a:solidFill>
            <a:schemeClr val="bg1"/>
          </a:solidFill>
          <a:ln w="9525" cap="flat" cmpd="sng" algn="ctr">
            <a:noFill/>
            <a:prstDash val="solid"/>
            <a:round/>
            <a:headEnd type="none" w="med" len="med"/>
            <a:tailEnd type="none" w="med" len="med"/>
          </a:ln>
          <a:effectLst/>
        </p:spPr>
        <p:txBody>
          <a:bodyPr vert="horz" wrap="square" lIns="96000" tIns="96000" rIns="96000" bIns="96000" numCol="1" rtlCol="0" anchor="t" anchorCtr="0" compatLnSpc="1">
            <a:prstTxWarp prst="textNoShape">
              <a:avLst/>
            </a:prstTxWarp>
          </a:bodyPr>
          <a:lstStyle/>
          <a:p>
            <a:pPr marL="2117" algn="l" defTabSz="1142971" fontAlgn="base">
              <a:spcBef>
                <a:spcPct val="40000"/>
              </a:spcBef>
              <a:spcAft>
                <a:spcPct val="0"/>
              </a:spcAft>
              <a:buClr>
                <a:schemeClr val="accent1"/>
              </a:buClr>
              <a:buSzPct val="70000"/>
            </a:pPr>
            <a:endParaRPr lang="en-US" sz="1867" dirty="0"/>
          </a:p>
        </p:txBody>
      </p:sp>
      <p:sp>
        <p:nvSpPr>
          <p:cNvPr id="3" name="Rechteck 1">
            <a:extLst>
              <a:ext uri="{FF2B5EF4-FFF2-40B4-BE49-F238E27FC236}">
                <a16:creationId xmlns:a16="http://schemas.microsoft.com/office/drawing/2014/main" id="{5C6CB248-4717-003B-E34D-D6F052AEEF27}"/>
              </a:ext>
            </a:extLst>
          </p:cNvPr>
          <p:cNvSpPr>
            <a:spLocks/>
          </p:cNvSpPr>
          <p:nvPr/>
        </p:nvSpPr>
        <p:spPr bwMode="gray">
          <a:xfrm>
            <a:off x="0" y="0"/>
            <a:ext cx="12192000" cy="6858000"/>
          </a:xfrm>
          <a:prstGeom prst="rect">
            <a:avLst/>
          </a:prstGeom>
          <a:solidFill>
            <a:schemeClr val="accent6"/>
          </a:solidFill>
          <a:ln w="9525" cap="flat" cmpd="sng" algn="ctr">
            <a:solidFill>
              <a:schemeClr val="accent6"/>
            </a:solidFill>
            <a:prstDash val="solid"/>
            <a:miter lim="800000"/>
            <a:headEnd type="none" w="med" len="med"/>
            <a:tailEnd type="none" w="med" len="med"/>
          </a:ln>
          <a:effectLst/>
        </p:spPr>
        <p:txBody>
          <a:bodyPr vert="horz" wrap="square" lIns="72000" tIns="72000" rIns="72000" bIns="72000" numCol="1" rtlCol="0" anchor="ctr" anchorCtr="0" compatLnSpc="1">
            <a:prstTxWarp prst="textNoShape">
              <a:avLst/>
            </a:prstTxWarp>
          </a:bodyPr>
          <a:lstStyle/>
          <a:p>
            <a:pPr marL="0" marR="0" indent="0" algn="l" defTabSz="914354" rtl="0" eaLnBrk="0" fontAlgn="base" latinLnBrk="0" hangingPunct="0">
              <a:lnSpc>
                <a:spcPct val="100000"/>
              </a:lnSpc>
              <a:spcBef>
                <a:spcPct val="50000"/>
              </a:spcBef>
              <a:spcAft>
                <a:spcPct val="0"/>
              </a:spcAft>
              <a:buClr>
                <a:schemeClr val="accent1"/>
              </a:buClr>
              <a:buSzPct val="80000"/>
              <a:buFont typeface="Wingdings" pitchFamily="2" charset="2"/>
              <a:buNone/>
              <a:tabLst/>
            </a:pPr>
            <a:endParaRPr kumimoji="0" 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sym typeface="Arial" panose="020B0604020202020204" pitchFamily="34" charset="0"/>
            </a:endParaRPr>
          </a:p>
        </p:txBody>
      </p:sp>
      <p:sp>
        <p:nvSpPr>
          <p:cNvPr id="5" name="Rectangle 20">
            <a:extLst>
              <a:ext uri="{FF2B5EF4-FFF2-40B4-BE49-F238E27FC236}">
                <a16:creationId xmlns:a16="http://schemas.microsoft.com/office/drawing/2014/main" id="{37F3CEDE-6D95-2BAA-2757-59ED13F99B5A}"/>
              </a:ext>
            </a:extLst>
          </p:cNvPr>
          <p:cNvSpPr>
            <a:spLocks noGrp="1" noRot="1" noMove="1" noResize="1" noEditPoints="1" noAdjustHandles="1" noChangeArrowheads="1" noChangeShapeType="1"/>
          </p:cNvSpPr>
          <p:nvPr>
            <p:custDataLst>
              <p:tags r:id="rId2"/>
            </p:custDataLst>
          </p:nvPr>
        </p:nvSpPr>
        <p:spPr bwMode="gray">
          <a:xfrm>
            <a:off x="9587673" y="6480064"/>
            <a:ext cx="2328835" cy="205121"/>
          </a:xfrm>
          <a:prstGeom prst="rect">
            <a:avLst/>
          </a:prstGeom>
          <a:noFill/>
          <a:ln w="9525">
            <a:noFill/>
            <a:miter lim="800000"/>
            <a:headEnd/>
            <a:tailEnd/>
          </a:ln>
          <a:effectLst/>
        </p:spPr>
        <p:txBody>
          <a:bodyPr wrap="square" lIns="0" tIns="0" rIns="0" bIns="0" anchor="b">
            <a:spAutoFit/>
          </a:bodyPr>
          <a:lstStyle/>
          <a:p>
            <a:pPr algn="r" defTabSz="857208">
              <a:spcBef>
                <a:spcPct val="0"/>
              </a:spcBef>
              <a:buClrTx/>
              <a:buSzTx/>
              <a:buFontTx/>
              <a:buNone/>
              <a:defRPr/>
            </a:pPr>
            <a:r>
              <a:rPr lang="en-US" sz="1333" dirty="0">
                <a:solidFill>
                  <a:schemeClr val="bg1"/>
                </a:solidFill>
              </a:rPr>
              <a:t>© Horváth</a:t>
            </a:r>
          </a:p>
        </p:txBody>
      </p:sp>
      <p:pic>
        <p:nvPicPr>
          <p:cNvPr id="6" name="Grafik 15">
            <a:extLst>
              <a:ext uri="{FF2B5EF4-FFF2-40B4-BE49-F238E27FC236}">
                <a16:creationId xmlns:a16="http://schemas.microsoft.com/office/drawing/2014/main" id="{241E0E79-BC3B-8FA1-BD5A-8EC730A963B1}"/>
              </a:ext>
            </a:extLst>
          </p:cNvPr>
          <p:cNvPicPr>
            <a:picLocks noGrp="1" noRot="1" noChangeAspect="1" noMove="1" noResize="1" noEditPoints="1" noAdjustHandles="1" noChangeArrowheads="1" noChangeShapeType="1" noCrop="1"/>
          </p:cNvPicPr>
          <p:nvPr/>
        </p:nvPicPr>
        <p:blipFill>
          <a:blip r:embed="rId6">
            <a:extLst>
              <a:ext uri="{96DAC541-7B7A-43D3-8B79-37D633B846F1}">
                <asvg:svgBlip xmlns:asvg="http://schemas.microsoft.com/office/drawing/2016/SVG/main" r:embed="rId7"/>
              </a:ext>
            </a:extLst>
          </a:blip>
          <a:stretch>
            <a:fillRect/>
          </a:stretch>
        </p:blipFill>
        <p:spPr bwMode="gray">
          <a:xfrm>
            <a:off x="11617326" y="157491"/>
            <a:ext cx="289023" cy="260120"/>
          </a:xfrm>
          <a:prstGeom prst="rect">
            <a:avLst/>
          </a:prstGeom>
        </p:spPr>
      </p:pic>
    </p:spTree>
    <p:extLst>
      <p:ext uri="{BB962C8B-B14F-4D97-AF65-F5344CB8AC3E}">
        <p14:creationId xmlns:p14="http://schemas.microsoft.com/office/powerpoint/2010/main" val="3623391277"/>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Dark blue/ Title Only">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670E4A55-4881-47A2-9281-C78C4648658F}"/>
              </a:ext>
            </a:extLst>
          </p:cNvPr>
          <p:cNvGraphicFramePr>
            <a:graphicFrameLocks noChangeAspect="1"/>
          </p:cNvGraphicFramePr>
          <p:nvPr>
            <p:custDataLst>
              <p:tags r:id="rId1"/>
            </p:custDataLst>
            <p:extLst>
              <p:ext uri="{D42A27DB-BD31-4B8C-83A1-F6EECF244321}">
                <p14:modId xmlns:p14="http://schemas.microsoft.com/office/powerpoint/2010/main" val="40321514"/>
              </p:ext>
            </p:extLst>
          </p:nvPr>
        </p:nvGraphicFramePr>
        <p:xfrm>
          <a:off x="1956" y="1590"/>
          <a:ext cx="1955" cy="1588"/>
        </p:xfrm>
        <a:graphic>
          <a:graphicData uri="http://schemas.openxmlformats.org/presentationml/2006/ole">
            <mc:AlternateContent xmlns:mc="http://schemas.openxmlformats.org/markup-compatibility/2006">
              <mc:Choice xmlns:v="urn:schemas-microsoft-com:vml" Requires="v">
                <p:oleObj name="think-cell Slide" r:id="rId7" imgW="353" imgH="353" progId="TCLayout.ActiveDocument.1">
                  <p:embed/>
                </p:oleObj>
              </mc:Choice>
              <mc:Fallback>
                <p:oleObj name="think-cell Slide" r:id="rId7" imgW="353" imgH="353" progId="TCLayout.ActiveDocument.1">
                  <p:embed/>
                  <p:pic>
                    <p:nvPicPr>
                      <p:cNvPr id="2" name="Object 1" hidden="1">
                        <a:extLst>
                          <a:ext uri="{FF2B5EF4-FFF2-40B4-BE49-F238E27FC236}">
                            <a16:creationId xmlns:a16="http://schemas.microsoft.com/office/drawing/2014/main" id="{670E4A55-4881-47A2-9281-C78C4648658F}"/>
                          </a:ext>
                        </a:extLst>
                      </p:cNvPr>
                      <p:cNvPicPr/>
                      <p:nvPr/>
                    </p:nvPicPr>
                    <p:blipFill>
                      <a:blip r:embed="rId8"/>
                      <a:stretch>
                        <a:fillRect/>
                      </a:stretch>
                    </p:blipFill>
                    <p:spPr>
                      <a:xfrm>
                        <a:off x="1956" y="1590"/>
                        <a:ext cx="1955" cy="1588"/>
                      </a:xfrm>
                      <a:prstGeom prst="rect">
                        <a:avLst/>
                      </a:prstGeom>
                    </p:spPr>
                  </p:pic>
                </p:oleObj>
              </mc:Fallback>
            </mc:AlternateContent>
          </a:graphicData>
        </a:graphic>
      </p:graphicFrame>
      <p:grpSp>
        <p:nvGrpSpPr>
          <p:cNvPr id="49" name="Group 48" hidden="1">
            <a:extLst>
              <a:ext uri="{FF2B5EF4-FFF2-40B4-BE49-F238E27FC236}">
                <a16:creationId xmlns:a16="http://schemas.microsoft.com/office/drawing/2014/main" id="{4F821225-A38D-4DB6-B3FA-82B21EF24A67}"/>
              </a:ext>
            </a:extLst>
          </p:cNvPr>
          <p:cNvGrpSpPr/>
          <p:nvPr/>
        </p:nvGrpSpPr>
        <p:grpSpPr bwMode="gray">
          <a:xfrm>
            <a:off x="-550843" y="570240"/>
            <a:ext cx="13338048" cy="6747152"/>
            <a:chOff x="-447560" y="570240"/>
            <a:chExt cx="10837164" cy="6747152"/>
          </a:xfrm>
        </p:grpSpPr>
        <p:cxnSp>
          <p:nvCxnSpPr>
            <p:cNvPr id="50" name="Straight Connector 49">
              <a:extLst>
                <a:ext uri="{FF2B5EF4-FFF2-40B4-BE49-F238E27FC236}">
                  <a16:creationId xmlns:a16="http://schemas.microsoft.com/office/drawing/2014/main" id="{74E7C194-98DE-474F-8828-45CD3A84C13B}"/>
                </a:ext>
              </a:extLst>
            </p:cNvPr>
            <p:cNvCxnSpPr>
              <a:cxnSpLocks/>
            </p:cNvCxnSpPr>
            <p:nvPr/>
          </p:nvCxnSpPr>
          <p:spPr bwMode="gray">
            <a:xfrm rot="16200000">
              <a:off x="4777763" y="7137392"/>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1" name="Gerader Verbinder 10">
              <a:extLst>
                <a:ext uri="{FF2B5EF4-FFF2-40B4-BE49-F238E27FC236}">
                  <a16:creationId xmlns:a16="http://schemas.microsoft.com/office/drawing/2014/main" id="{72C4C3D9-41DE-46B4-80C6-826EE43F74AD}"/>
                </a:ext>
              </a:extLst>
            </p:cNvPr>
            <p:cNvCxnSpPr/>
            <p:nvPr/>
          </p:nvCxnSpPr>
          <p:spPr bwMode="gray">
            <a:xfrm>
              <a:off x="230188" y="6957391"/>
              <a:ext cx="0" cy="36000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2" name="Gerader Verbinder 11">
              <a:extLst>
                <a:ext uri="{FF2B5EF4-FFF2-40B4-BE49-F238E27FC236}">
                  <a16:creationId xmlns:a16="http://schemas.microsoft.com/office/drawing/2014/main" id="{3FE2AA68-6F7C-4A1D-87EB-DE2C2C0BBB34}"/>
                </a:ext>
              </a:extLst>
            </p:cNvPr>
            <p:cNvCxnSpPr/>
            <p:nvPr/>
          </p:nvCxnSpPr>
          <p:spPr bwMode="gray">
            <a:xfrm>
              <a:off x="6824663" y="6957391"/>
              <a:ext cx="0" cy="36000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3" name="Gerader Verbinder 12">
              <a:extLst>
                <a:ext uri="{FF2B5EF4-FFF2-40B4-BE49-F238E27FC236}">
                  <a16:creationId xmlns:a16="http://schemas.microsoft.com/office/drawing/2014/main" id="{A99887B0-BCF0-466E-8905-E0EDABB62C39}"/>
                </a:ext>
              </a:extLst>
            </p:cNvPr>
            <p:cNvCxnSpPr/>
            <p:nvPr/>
          </p:nvCxnSpPr>
          <p:spPr bwMode="gray">
            <a:xfrm>
              <a:off x="9669463" y="6957391"/>
              <a:ext cx="0" cy="36000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4" name="Gerader Verbinder 15">
              <a:extLst>
                <a:ext uri="{FF2B5EF4-FFF2-40B4-BE49-F238E27FC236}">
                  <a16:creationId xmlns:a16="http://schemas.microsoft.com/office/drawing/2014/main" id="{6787924B-F655-4DF6-AD37-BC26A4E84A01}"/>
                </a:ext>
              </a:extLst>
            </p:cNvPr>
            <p:cNvCxnSpPr/>
            <p:nvPr/>
          </p:nvCxnSpPr>
          <p:spPr bwMode="gray">
            <a:xfrm>
              <a:off x="7028772" y="6957391"/>
              <a:ext cx="0" cy="36000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5" name="Gerader Verbinder 16">
              <a:extLst>
                <a:ext uri="{FF2B5EF4-FFF2-40B4-BE49-F238E27FC236}">
                  <a16:creationId xmlns:a16="http://schemas.microsoft.com/office/drawing/2014/main" id="{D0D5FDB2-F44D-4887-BFFA-8A620EB2D117}"/>
                </a:ext>
              </a:extLst>
            </p:cNvPr>
            <p:cNvCxnSpPr/>
            <p:nvPr/>
          </p:nvCxnSpPr>
          <p:spPr bwMode="gray">
            <a:xfrm>
              <a:off x="-447560" y="139320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6" name="Gerader Verbinder 16">
              <a:extLst>
                <a:ext uri="{FF2B5EF4-FFF2-40B4-BE49-F238E27FC236}">
                  <a16:creationId xmlns:a16="http://schemas.microsoft.com/office/drawing/2014/main" id="{D5F77CBB-D232-4DF8-94F9-09469613856A}"/>
                </a:ext>
              </a:extLst>
            </p:cNvPr>
            <p:cNvCxnSpPr/>
            <p:nvPr/>
          </p:nvCxnSpPr>
          <p:spPr bwMode="gray">
            <a:xfrm>
              <a:off x="10029604" y="139320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7" name="Gerader Verbinder 8">
              <a:extLst>
                <a:ext uri="{FF2B5EF4-FFF2-40B4-BE49-F238E27FC236}">
                  <a16:creationId xmlns:a16="http://schemas.microsoft.com/office/drawing/2014/main" id="{4A608B79-43BF-493C-B618-86AD4B31FC8B}"/>
                </a:ext>
              </a:extLst>
            </p:cNvPr>
            <p:cNvCxnSpPr/>
            <p:nvPr/>
          </p:nvCxnSpPr>
          <p:spPr bwMode="gray">
            <a:xfrm>
              <a:off x="-447560" y="1700214"/>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8" name="Gerader Verbinder 8">
              <a:extLst>
                <a:ext uri="{FF2B5EF4-FFF2-40B4-BE49-F238E27FC236}">
                  <a16:creationId xmlns:a16="http://schemas.microsoft.com/office/drawing/2014/main" id="{B178F002-12C6-46E9-919D-BBA0B44546D9}"/>
                </a:ext>
              </a:extLst>
            </p:cNvPr>
            <p:cNvCxnSpPr/>
            <p:nvPr/>
          </p:nvCxnSpPr>
          <p:spPr bwMode="gray">
            <a:xfrm>
              <a:off x="10029604" y="1700214"/>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9" name="Straight Connector 58">
              <a:extLst>
                <a:ext uri="{FF2B5EF4-FFF2-40B4-BE49-F238E27FC236}">
                  <a16:creationId xmlns:a16="http://schemas.microsoft.com/office/drawing/2014/main" id="{2C4972A1-5C04-4472-B1B8-8691DC96E7D9}"/>
                </a:ext>
              </a:extLst>
            </p:cNvPr>
            <p:cNvCxnSpPr/>
            <p:nvPr/>
          </p:nvCxnSpPr>
          <p:spPr bwMode="gray">
            <a:xfrm>
              <a:off x="-447560" y="378904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60" name="Straight Connector 59">
              <a:extLst>
                <a:ext uri="{FF2B5EF4-FFF2-40B4-BE49-F238E27FC236}">
                  <a16:creationId xmlns:a16="http://schemas.microsoft.com/office/drawing/2014/main" id="{02D5AF70-5CEC-476A-90AD-7AE88370C839}"/>
                </a:ext>
              </a:extLst>
            </p:cNvPr>
            <p:cNvCxnSpPr/>
            <p:nvPr/>
          </p:nvCxnSpPr>
          <p:spPr bwMode="gray">
            <a:xfrm>
              <a:off x="10029604" y="378904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61" name="Straight Connector 60">
              <a:extLst>
                <a:ext uri="{FF2B5EF4-FFF2-40B4-BE49-F238E27FC236}">
                  <a16:creationId xmlns:a16="http://schemas.microsoft.com/office/drawing/2014/main" id="{A28B652F-3B9A-4E4C-A95A-6E90D2B3D5B5}"/>
                </a:ext>
              </a:extLst>
            </p:cNvPr>
            <p:cNvCxnSpPr/>
            <p:nvPr/>
          </p:nvCxnSpPr>
          <p:spPr bwMode="gray">
            <a:xfrm>
              <a:off x="-447560" y="631080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62" name="Straight Connector 61">
              <a:extLst>
                <a:ext uri="{FF2B5EF4-FFF2-40B4-BE49-F238E27FC236}">
                  <a16:creationId xmlns:a16="http://schemas.microsoft.com/office/drawing/2014/main" id="{8077D872-CE04-4234-8855-6F73CE08BC32}"/>
                </a:ext>
              </a:extLst>
            </p:cNvPr>
            <p:cNvCxnSpPr/>
            <p:nvPr/>
          </p:nvCxnSpPr>
          <p:spPr bwMode="gray">
            <a:xfrm>
              <a:off x="10029604" y="631080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65" name="Gerader Verbinder 16">
              <a:extLst>
                <a:ext uri="{FF2B5EF4-FFF2-40B4-BE49-F238E27FC236}">
                  <a16:creationId xmlns:a16="http://schemas.microsoft.com/office/drawing/2014/main" id="{005DD599-FCF0-4F4F-AC38-7CA34C82207B}"/>
                </a:ext>
              </a:extLst>
            </p:cNvPr>
            <p:cNvCxnSpPr/>
            <p:nvPr/>
          </p:nvCxnSpPr>
          <p:spPr bwMode="gray">
            <a:xfrm>
              <a:off x="-447560" y="57024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66" name="Gerader Verbinder 16">
              <a:extLst>
                <a:ext uri="{FF2B5EF4-FFF2-40B4-BE49-F238E27FC236}">
                  <a16:creationId xmlns:a16="http://schemas.microsoft.com/office/drawing/2014/main" id="{1F5C0D4B-8E51-4226-B8F2-0C5476B40AB2}"/>
                </a:ext>
              </a:extLst>
            </p:cNvPr>
            <p:cNvCxnSpPr/>
            <p:nvPr/>
          </p:nvCxnSpPr>
          <p:spPr bwMode="gray">
            <a:xfrm>
              <a:off x="10029604" y="57024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grpSp>
      <p:sp>
        <p:nvSpPr>
          <p:cNvPr id="4" name="Cover Copyright">
            <a:extLst>
              <a:ext uri="{FF2B5EF4-FFF2-40B4-BE49-F238E27FC236}">
                <a16:creationId xmlns:a16="http://schemas.microsoft.com/office/drawing/2014/main" id="{88A36269-975E-0772-D729-021E6D9B788B}"/>
              </a:ext>
            </a:extLst>
          </p:cNvPr>
          <p:cNvSpPr/>
          <p:nvPr/>
        </p:nvSpPr>
        <p:spPr bwMode="gray">
          <a:xfrm>
            <a:off x="11009746" y="1"/>
            <a:ext cx="1182255" cy="6858000"/>
          </a:xfrm>
          <a:prstGeom prst="rect">
            <a:avLst/>
          </a:prstGeom>
          <a:solidFill>
            <a:schemeClr val="bg1"/>
          </a:solidFill>
          <a:ln w="9525" cap="flat" cmpd="sng" algn="ctr">
            <a:noFill/>
            <a:prstDash val="solid"/>
            <a:round/>
            <a:headEnd type="none" w="med" len="med"/>
            <a:tailEnd type="none" w="med" len="med"/>
          </a:ln>
          <a:effectLst/>
        </p:spPr>
        <p:txBody>
          <a:bodyPr vert="horz" wrap="square" lIns="96000" tIns="96000" rIns="96000" bIns="96000" numCol="1" rtlCol="0" anchor="t" anchorCtr="0" compatLnSpc="1">
            <a:prstTxWarp prst="textNoShape">
              <a:avLst/>
            </a:prstTxWarp>
          </a:bodyPr>
          <a:lstStyle/>
          <a:p>
            <a:pPr marL="2117" algn="l" defTabSz="1142971" fontAlgn="base">
              <a:spcBef>
                <a:spcPct val="40000"/>
              </a:spcBef>
              <a:spcAft>
                <a:spcPct val="0"/>
              </a:spcAft>
              <a:buClr>
                <a:schemeClr val="accent1"/>
              </a:buClr>
              <a:buSzPct val="70000"/>
            </a:pPr>
            <a:endParaRPr lang="en-US" sz="1867" dirty="0"/>
          </a:p>
        </p:txBody>
      </p:sp>
      <p:sp>
        <p:nvSpPr>
          <p:cNvPr id="3" name="Rechteck 1">
            <a:extLst>
              <a:ext uri="{FF2B5EF4-FFF2-40B4-BE49-F238E27FC236}">
                <a16:creationId xmlns:a16="http://schemas.microsoft.com/office/drawing/2014/main" id="{5C6CB248-4717-003B-E34D-D6F052AEEF27}"/>
              </a:ext>
            </a:extLst>
          </p:cNvPr>
          <p:cNvSpPr>
            <a:spLocks/>
          </p:cNvSpPr>
          <p:nvPr/>
        </p:nvSpPr>
        <p:spPr bwMode="gray">
          <a:xfrm>
            <a:off x="0" y="0"/>
            <a:ext cx="12192000" cy="6858000"/>
          </a:xfrm>
          <a:prstGeom prst="rect">
            <a:avLst/>
          </a:prstGeom>
          <a:solidFill>
            <a:schemeClr val="accent6"/>
          </a:solidFill>
          <a:ln w="9525" cap="flat" cmpd="sng" algn="ctr">
            <a:solidFill>
              <a:schemeClr val="accent6"/>
            </a:solidFill>
            <a:prstDash val="solid"/>
            <a:miter lim="800000"/>
            <a:headEnd type="none" w="med" len="med"/>
            <a:tailEnd type="none" w="med" len="med"/>
          </a:ln>
          <a:effectLst/>
        </p:spPr>
        <p:txBody>
          <a:bodyPr vert="horz" wrap="square" lIns="72000" tIns="72000" rIns="72000" bIns="72000" numCol="1" rtlCol="0" anchor="ctr" anchorCtr="0" compatLnSpc="1">
            <a:prstTxWarp prst="textNoShape">
              <a:avLst/>
            </a:prstTxWarp>
          </a:bodyPr>
          <a:lstStyle/>
          <a:p>
            <a:pPr marL="0" marR="0" indent="0" algn="l" defTabSz="914354" rtl="0" eaLnBrk="0" fontAlgn="base" latinLnBrk="0" hangingPunct="0">
              <a:lnSpc>
                <a:spcPct val="100000"/>
              </a:lnSpc>
              <a:spcBef>
                <a:spcPct val="50000"/>
              </a:spcBef>
              <a:spcAft>
                <a:spcPct val="0"/>
              </a:spcAft>
              <a:buClr>
                <a:schemeClr val="accent1"/>
              </a:buClr>
              <a:buSzPct val="80000"/>
              <a:buFont typeface="Wingdings" pitchFamily="2" charset="2"/>
              <a:buNone/>
              <a:tabLst/>
            </a:pPr>
            <a:endParaRPr kumimoji="0" 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sym typeface="Arial" panose="020B0604020202020204" pitchFamily="34" charset="0"/>
            </a:endParaRPr>
          </a:p>
        </p:txBody>
      </p:sp>
      <p:sp>
        <p:nvSpPr>
          <p:cNvPr id="5" name="Rectangle 20">
            <a:extLst>
              <a:ext uri="{FF2B5EF4-FFF2-40B4-BE49-F238E27FC236}">
                <a16:creationId xmlns:a16="http://schemas.microsoft.com/office/drawing/2014/main" id="{37F3CEDE-6D95-2BAA-2757-59ED13F99B5A}"/>
              </a:ext>
            </a:extLst>
          </p:cNvPr>
          <p:cNvSpPr>
            <a:spLocks noGrp="1" noRot="1" noMove="1" noResize="1" noEditPoints="1" noAdjustHandles="1" noChangeArrowheads="1" noChangeShapeType="1"/>
          </p:cNvSpPr>
          <p:nvPr>
            <p:custDataLst>
              <p:tags r:id="rId2"/>
            </p:custDataLst>
          </p:nvPr>
        </p:nvSpPr>
        <p:spPr bwMode="gray">
          <a:xfrm>
            <a:off x="9587673" y="6480064"/>
            <a:ext cx="2328835" cy="205121"/>
          </a:xfrm>
          <a:prstGeom prst="rect">
            <a:avLst/>
          </a:prstGeom>
          <a:noFill/>
          <a:ln w="9525">
            <a:noFill/>
            <a:miter lim="800000"/>
            <a:headEnd/>
            <a:tailEnd/>
          </a:ln>
          <a:effectLst/>
        </p:spPr>
        <p:txBody>
          <a:bodyPr wrap="square" lIns="0" tIns="0" rIns="0" bIns="0" anchor="b">
            <a:spAutoFit/>
          </a:bodyPr>
          <a:lstStyle/>
          <a:p>
            <a:pPr algn="r" defTabSz="857208">
              <a:spcBef>
                <a:spcPct val="0"/>
              </a:spcBef>
              <a:buClrTx/>
              <a:buSzTx/>
              <a:buFontTx/>
              <a:buNone/>
              <a:defRPr/>
            </a:pPr>
            <a:r>
              <a:rPr lang="en-US" sz="1333" dirty="0">
                <a:solidFill>
                  <a:schemeClr val="bg1"/>
                </a:solidFill>
              </a:rPr>
              <a:t>© Horváth</a:t>
            </a:r>
          </a:p>
        </p:txBody>
      </p:sp>
      <p:pic>
        <p:nvPicPr>
          <p:cNvPr id="6" name="Grafik 15">
            <a:extLst>
              <a:ext uri="{FF2B5EF4-FFF2-40B4-BE49-F238E27FC236}">
                <a16:creationId xmlns:a16="http://schemas.microsoft.com/office/drawing/2014/main" id="{241E0E79-BC3B-8FA1-BD5A-8EC730A963B1}"/>
              </a:ext>
            </a:extLst>
          </p:cNvPr>
          <p:cNvPicPr>
            <a:picLocks noGrp="1" noRot="1" noChangeAspect="1" noMove="1" noResize="1" noEditPoints="1" noAdjustHandles="1" noChangeArrowheads="1" noChangeShapeType="1" noCrop="1"/>
          </p:cNvPicPr>
          <p:nvPr/>
        </p:nvPicPr>
        <p:blipFill>
          <a:blip r:embed="rId9">
            <a:extLst>
              <a:ext uri="{96DAC541-7B7A-43D3-8B79-37D633B846F1}">
                <asvg:svgBlip xmlns:asvg="http://schemas.microsoft.com/office/drawing/2016/SVG/main" r:embed="rId10"/>
              </a:ext>
            </a:extLst>
          </a:blip>
          <a:stretch>
            <a:fillRect/>
          </a:stretch>
        </p:blipFill>
        <p:spPr bwMode="gray">
          <a:xfrm>
            <a:off x="11617326" y="157491"/>
            <a:ext cx="289023" cy="260120"/>
          </a:xfrm>
          <a:prstGeom prst="rect">
            <a:avLst/>
          </a:prstGeom>
        </p:spPr>
      </p:pic>
      <p:sp>
        <p:nvSpPr>
          <p:cNvPr id="7" name="Rectangle 45">
            <a:extLst>
              <a:ext uri="{FF2B5EF4-FFF2-40B4-BE49-F238E27FC236}">
                <a16:creationId xmlns:a16="http://schemas.microsoft.com/office/drawing/2014/main" id="{990767CD-036E-FC47-47CB-DD7034A58464}"/>
              </a:ext>
            </a:extLst>
          </p:cNvPr>
          <p:cNvSpPr>
            <a:spLocks noGrp="1" noChangeArrowheads="1"/>
          </p:cNvSpPr>
          <p:nvPr>
            <p:ph type="sldNum" sz="quarter" idx="4"/>
            <p:custDataLst>
              <p:tags r:id="rId3"/>
            </p:custDataLst>
          </p:nvPr>
        </p:nvSpPr>
        <p:spPr bwMode="auto">
          <a:xfrm>
            <a:off x="283200" y="6480063"/>
            <a:ext cx="335220" cy="205121"/>
          </a:xfrm>
          <a:prstGeom prst="rect">
            <a:avLst/>
          </a:prstGeom>
          <a:noFill/>
          <a:ln w="9525">
            <a:noFill/>
            <a:miter lim="800000"/>
            <a:headEnd/>
            <a:tailEnd/>
          </a:ln>
          <a:effectLst/>
        </p:spPr>
        <p:txBody>
          <a:bodyPr vert="horz" wrap="none" lIns="0" tIns="0" rIns="0" bIns="0" numCol="1" anchor="b" anchorCtr="0" compatLnSpc="1">
            <a:prstTxWarp prst="textNoShape">
              <a:avLst/>
            </a:prstTxWarp>
            <a:spAutoFit/>
          </a:bodyPr>
          <a:lstStyle>
            <a:lvl1pPr>
              <a:spcBef>
                <a:spcPct val="0"/>
              </a:spcBef>
              <a:buClrTx/>
              <a:buSzTx/>
              <a:buFontTx/>
              <a:buNone/>
              <a:defRPr sz="1333" b="0">
                <a:solidFill>
                  <a:schemeClr val="bg1"/>
                </a:solidFill>
              </a:defRPr>
            </a:lvl1pPr>
          </a:lstStyle>
          <a:p>
            <a:fld id="{B8B94130-3BBE-45CA-9999-1A0D48956379}" type="slidenum">
              <a:rPr lang="de-DE" smtClean="0"/>
              <a:t>‹Nr.›</a:t>
            </a:fld>
            <a:endParaRPr lang="de-DE"/>
          </a:p>
        </p:txBody>
      </p:sp>
      <p:sp>
        <p:nvSpPr>
          <p:cNvPr id="8" name="Footer Placeholder 44">
            <a:extLst>
              <a:ext uri="{FF2B5EF4-FFF2-40B4-BE49-F238E27FC236}">
                <a16:creationId xmlns:a16="http://schemas.microsoft.com/office/drawing/2014/main" id="{ACD5F980-8FAB-30D8-9FFC-984337BE9812}"/>
              </a:ext>
            </a:extLst>
          </p:cNvPr>
          <p:cNvSpPr>
            <a:spLocks noGrp="1" noChangeArrowheads="1"/>
          </p:cNvSpPr>
          <p:nvPr>
            <p:ph type="ftr" sz="quarter" idx="3"/>
            <p:custDataLst>
              <p:tags r:id="rId4"/>
            </p:custDataLst>
          </p:nvPr>
        </p:nvSpPr>
        <p:spPr bwMode="auto">
          <a:xfrm>
            <a:off x="937336" y="6480000"/>
            <a:ext cx="6528000" cy="205184"/>
          </a:xfrm>
          <a:prstGeom prst="rect">
            <a:avLst/>
          </a:prstGeom>
          <a:noFill/>
          <a:ln w="9525">
            <a:noFill/>
            <a:miter lim="800000"/>
            <a:headEnd/>
            <a:tailEnd/>
          </a:ln>
          <a:effectLst/>
        </p:spPr>
        <p:txBody>
          <a:bodyPr vert="horz" wrap="square" lIns="0" tIns="0" rIns="0" bIns="0" numCol="1" anchor="b" anchorCtr="0" compatLnSpc="1">
            <a:prstTxWarp prst="textNoShape">
              <a:avLst/>
            </a:prstTxWarp>
            <a:noAutofit/>
          </a:bodyPr>
          <a:lstStyle>
            <a:lvl1pPr>
              <a:spcBef>
                <a:spcPct val="0"/>
              </a:spcBef>
              <a:buClrTx/>
              <a:buSzTx/>
              <a:buFontTx/>
              <a:buNone/>
              <a:defRPr sz="1333">
                <a:solidFill>
                  <a:schemeClr val="bg1"/>
                </a:solidFill>
              </a:defRPr>
            </a:lvl1pPr>
          </a:lstStyle>
          <a:p>
            <a:endParaRPr lang="de-DE"/>
          </a:p>
        </p:txBody>
      </p:sp>
      <p:sp>
        <p:nvSpPr>
          <p:cNvPr id="9" name="Titel 1">
            <a:extLst>
              <a:ext uri="{FF2B5EF4-FFF2-40B4-BE49-F238E27FC236}">
                <a16:creationId xmlns:a16="http://schemas.microsoft.com/office/drawing/2014/main" id="{E75AADD1-676F-0024-0385-4B88936305AF}"/>
              </a:ext>
            </a:extLst>
          </p:cNvPr>
          <p:cNvSpPr>
            <a:spLocks noGrp="1"/>
          </p:cNvSpPr>
          <p:nvPr>
            <p:ph type="title" hasCustomPrompt="1"/>
            <p:custDataLst>
              <p:tags r:id="rId5"/>
            </p:custDataLst>
          </p:nvPr>
        </p:nvSpPr>
        <p:spPr>
          <a:xfrm>
            <a:off x="278399" y="457200"/>
            <a:ext cx="11640000" cy="762000"/>
          </a:xfrm>
        </p:spPr>
        <p:txBody>
          <a:bodyPr vert="horz"/>
          <a:lstStyle>
            <a:lvl1pPr>
              <a:defRPr>
                <a:solidFill>
                  <a:schemeClr val="bg1"/>
                </a:solidFill>
              </a:defRPr>
            </a:lvl1pPr>
          </a:lstStyle>
          <a:p>
            <a:r>
              <a:rPr lang="en-US" dirty="0"/>
              <a:t>Click to add title</a:t>
            </a:r>
          </a:p>
        </p:txBody>
      </p:sp>
    </p:spTree>
    <p:extLst>
      <p:ext uri="{BB962C8B-B14F-4D97-AF65-F5344CB8AC3E}">
        <p14:creationId xmlns:p14="http://schemas.microsoft.com/office/powerpoint/2010/main" val="2380828242"/>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Dark blue/ Picture 1">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670E4A55-4881-47A2-9281-C78C4648658F}"/>
              </a:ext>
            </a:extLst>
          </p:cNvPr>
          <p:cNvGraphicFramePr>
            <a:graphicFrameLocks noChangeAspect="1"/>
          </p:cNvGraphicFramePr>
          <p:nvPr>
            <p:custDataLst>
              <p:tags r:id="rId1"/>
            </p:custDataLst>
            <p:extLst>
              <p:ext uri="{D42A27DB-BD31-4B8C-83A1-F6EECF244321}">
                <p14:modId xmlns:p14="http://schemas.microsoft.com/office/powerpoint/2010/main" val="2689151866"/>
              </p:ext>
            </p:extLst>
          </p:nvPr>
        </p:nvGraphicFramePr>
        <p:xfrm>
          <a:off x="1956" y="1590"/>
          <a:ext cx="1955" cy="1588"/>
        </p:xfrm>
        <a:graphic>
          <a:graphicData uri="http://schemas.openxmlformats.org/presentationml/2006/ole">
            <mc:AlternateContent xmlns:mc="http://schemas.openxmlformats.org/markup-compatibility/2006">
              <mc:Choice xmlns:v="urn:schemas-microsoft-com:vml" Requires="v">
                <p:oleObj name="think-cell Slide" r:id="rId7" imgW="353" imgH="353" progId="TCLayout.ActiveDocument.1">
                  <p:embed/>
                </p:oleObj>
              </mc:Choice>
              <mc:Fallback>
                <p:oleObj name="think-cell Slide" r:id="rId7" imgW="353" imgH="353" progId="TCLayout.ActiveDocument.1">
                  <p:embed/>
                  <p:pic>
                    <p:nvPicPr>
                      <p:cNvPr id="2" name="Object 1" hidden="1">
                        <a:extLst>
                          <a:ext uri="{FF2B5EF4-FFF2-40B4-BE49-F238E27FC236}">
                            <a16:creationId xmlns:a16="http://schemas.microsoft.com/office/drawing/2014/main" id="{670E4A55-4881-47A2-9281-C78C4648658F}"/>
                          </a:ext>
                        </a:extLst>
                      </p:cNvPr>
                      <p:cNvPicPr/>
                      <p:nvPr/>
                    </p:nvPicPr>
                    <p:blipFill>
                      <a:blip r:embed="rId8"/>
                      <a:stretch>
                        <a:fillRect/>
                      </a:stretch>
                    </p:blipFill>
                    <p:spPr>
                      <a:xfrm>
                        <a:off x="1956" y="1590"/>
                        <a:ext cx="1955" cy="1588"/>
                      </a:xfrm>
                      <a:prstGeom prst="rect">
                        <a:avLst/>
                      </a:prstGeom>
                    </p:spPr>
                  </p:pic>
                </p:oleObj>
              </mc:Fallback>
            </mc:AlternateContent>
          </a:graphicData>
        </a:graphic>
      </p:graphicFrame>
      <p:grpSp>
        <p:nvGrpSpPr>
          <p:cNvPr id="49" name="Group 48" hidden="1">
            <a:extLst>
              <a:ext uri="{FF2B5EF4-FFF2-40B4-BE49-F238E27FC236}">
                <a16:creationId xmlns:a16="http://schemas.microsoft.com/office/drawing/2014/main" id="{4F821225-A38D-4DB6-B3FA-82B21EF24A67}"/>
              </a:ext>
            </a:extLst>
          </p:cNvPr>
          <p:cNvGrpSpPr/>
          <p:nvPr/>
        </p:nvGrpSpPr>
        <p:grpSpPr bwMode="gray">
          <a:xfrm>
            <a:off x="-550843" y="570240"/>
            <a:ext cx="13338048" cy="6747152"/>
            <a:chOff x="-447560" y="570240"/>
            <a:chExt cx="10837164" cy="6747152"/>
          </a:xfrm>
        </p:grpSpPr>
        <p:cxnSp>
          <p:nvCxnSpPr>
            <p:cNvPr id="50" name="Straight Connector 49">
              <a:extLst>
                <a:ext uri="{FF2B5EF4-FFF2-40B4-BE49-F238E27FC236}">
                  <a16:creationId xmlns:a16="http://schemas.microsoft.com/office/drawing/2014/main" id="{74E7C194-98DE-474F-8828-45CD3A84C13B}"/>
                </a:ext>
              </a:extLst>
            </p:cNvPr>
            <p:cNvCxnSpPr>
              <a:cxnSpLocks/>
            </p:cNvCxnSpPr>
            <p:nvPr/>
          </p:nvCxnSpPr>
          <p:spPr bwMode="gray">
            <a:xfrm rot="16200000">
              <a:off x="4777763" y="7137392"/>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1" name="Gerader Verbinder 10">
              <a:extLst>
                <a:ext uri="{FF2B5EF4-FFF2-40B4-BE49-F238E27FC236}">
                  <a16:creationId xmlns:a16="http://schemas.microsoft.com/office/drawing/2014/main" id="{72C4C3D9-41DE-46B4-80C6-826EE43F74AD}"/>
                </a:ext>
              </a:extLst>
            </p:cNvPr>
            <p:cNvCxnSpPr/>
            <p:nvPr/>
          </p:nvCxnSpPr>
          <p:spPr bwMode="gray">
            <a:xfrm>
              <a:off x="230188" y="6957391"/>
              <a:ext cx="0" cy="36000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2" name="Gerader Verbinder 11">
              <a:extLst>
                <a:ext uri="{FF2B5EF4-FFF2-40B4-BE49-F238E27FC236}">
                  <a16:creationId xmlns:a16="http://schemas.microsoft.com/office/drawing/2014/main" id="{3FE2AA68-6F7C-4A1D-87EB-DE2C2C0BBB34}"/>
                </a:ext>
              </a:extLst>
            </p:cNvPr>
            <p:cNvCxnSpPr/>
            <p:nvPr/>
          </p:nvCxnSpPr>
          <p:spPr bwMode="gray">
            <a:xfrm>
              <a:off x="6824663" y="6957391"/>
              <a:ext cx="0" cy="36000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3" name="Gerader Verbinder 12">
              <a:extLst>
                <a:ext uri="{FF2B5EF4-FFF2-40B4-BE49-F238E27FC236}">
                  <a16:creationId xmlns:a16="http://schemas.microsoft.com/office/drawing/2014/main" id="{A99887B0-BCF0-466E-8905-E0EDABB62C39}"/>
                </a:ext>
              </a:extLst>
            </p:cNvPr>
            <p:cNvCxnSpPr/>
            <p:nvPr/>
          </p:nvCxnSpPr>
          <p:spPr bwMode="gray">
            <a:xfrm>
              <a:off x="9669463" y="6957391"/>
              <a:ext cx="0" cy="36000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4" name="Gerader Verbinder 15">
              <a:extLst>
                <a:ext uri="{FF2B5EF4-FFF2-40B4-BE49-F238E27FC236}">
                  <a16:creationId xmlns:a16="http://schemas.microsoft.com/office/drawing/2014/main" id="{6787924B-F655-4DF6-AD37-BC26A4E84A01}"/>
                </a:ext>
              </a:extLst>
            </p:cNvPr>
            <p:cNvCxnSpPr/>
            <p:nvPr/>
          </p:nvCxnSpPr>
          <p:spPr bwMode="gray">
            <a:xfrm>
              <a:off x="7028772" y="6957391"/>
              <a:ext cx="0" cy="36000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5" name="Gerader Verbinder 16">
              <a:extLst>
                <a:ext uri="{FF2B5EF4-FFF2-40B4-BE49-F238E27FC236}">
                  <a16:creationId xmlns:a16="http://schemas.microsoft.com/office/drawing/2014/main" id="{D0D5FDB2-F44D-4887-BFFA-8A620EB2D117}"/>
                </a:ext>
              </a:extLst>
            </p:cNvPr>
            <p:cNvCxnSpPr/>
            <p:nvPr/>
          </p:nvCxnSpPr>
          <p:spPr bwMode="gray">
            <a:xfrm>
              <a:off x="-447560" y="139320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6" name="Gerader Verbinder 16">
              <a:extLst>
                <a:ext uri="{FF2B5EF4-FFF2-40B4-BE49-F238E27FC236}">
                  <a16:creationId xmlns:a16="http://schemas.microsoft.com/office/drawing/2014/main" id="{D5F77CBB-D232-4DF8-94F9-09469613856A}"/>
                </a:ext>
              </a:extLst>
            </p:cNvPr>
            <p:cNvCxnSpPr/>
            <p:nvPr/>
          </p:nvCxnSpPr>
          <p:spPr bwMode="gray">
            <a:xfrm>
              <a:off x="10029604" y="139320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7" name="Gerader Verbinder 8">
              <a:extLst>
                <a:ext uri="{FF2B5EF4-FFF2-40B4-BE49-F238E27FC236}">
                  <a16:creationId xmlns:a16="http://schemas.microsoft.com/office/drawing/2014/main" id="{4A608B79-43BF-493C-B618-86AD4B31FC8B}"/>
                </a:ext>
              </a:extLst>
            </p:cNvPr>
            <p:cNvCxnSpPr/>
            <p:nvPr/>
          </p:nvCxnSpPr>
          <p:spPr bwMode="gray">
            <a:xfrm>
              <a:off x="-447560" y="1700214"/>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8" name="Gerader Verbinder 8">
              <a:extLst>
                <a:ext uri="{FF2B5EF4-FFF2-40B4-BE49-F238E27FC236}">
                  <a16:creationId xmlns:a16="http://schemas.microsoft.com/office/drawing/2014/main" id="{B178F002-12C6-46E9-919D-BBA0B44546D9}"/>
                </a:ext>
              </a:extLst>
            </p:cNvPr>
            <p:cNvCxnSpPr/>
            <p:nvPr/>
          </p:nvCxnSpPr>
          <p:spPr bwMode="gray">
            <a:xfrm>
              <a:off x="10029604" y="1700214"/>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9" name="Straight Connector 58">
              <a:extLst>
                <a:ext uri="{FF2B5EF4-FFF2-40B4-BE49-F238E27FC236}">
                  <a16:creationId xmlns:a16="http://schemas.microsoft.com/office/drawing/2014/main" id="{2C4972A1-5C04-4472-B1B8-8691DC96E7D9}"/>
                </a:ext>
              </a:extLst>
            </p:cNvPr>
            <p:cNvCxnSpPr/>
            <p:nvPr/>
          </p:nvCxnSpPr>
          <p:spPr bwMode="gray">
            <a:xfrm>
              <a:off x="-447560" y="378904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60" name="Straight Connector 59">
              <a:extLst>
                <a:ext uri="{FF2B5EF4-FFF2-40B4-BE49-F238E27FC236}">
                  <a16:creationId xmlns:a16="http://schemas.microsoft.com/office/drawing/2014/main" id="{02D5AF70-5CEC-476A-90AD-7AE88370C839}"/>
                </a:ext>
              </a:extLst>
            </p:cNvPr>
            <p:cNvCxnSpPr/>
            <p:nvPr/>
          </p:nvCxnSpPr>
          <p:spPr bwMode="gray">
            <a:xfrm>
              <a:off x="10029604" y="378904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61" name="Straight Connector 60">
              <a:extLst>
                <a:ext uri="{FF2B5EF4-FFF2-40B4-BE49-F238E27FC236}">
                  <a16:creationId xmlns:a16="http://schemas.microsoft.com/office/drawing/2014/main" id="{A28B652F-3B9A-4E4C-A95A-6E90D2B3D5B5}"/>
                </a:ext>
              </a:extLst>
            </p:cNvPr>
            <p:cNvCxnSpPr/>
            <p:nvPr/>
          </p:nvCxnSpPr>
          <p:spPr bwMode="gray">
            <a:xfrm>
              <a:off x="-447560" y="631080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62" name="Straight Connector 61">
              <a:extLst>
                <a:ext uri="{FF2B5EF4-FFF2-40B4-BE49-F238E27FC236}">
                  <a16:creationId xmlns:a16="http://schemas.microsoft.com/office/drawing/2014/main" id="{8077D872-CE04-4234-8855-6F73CE08BC32}"/>
                </a:ext>
              </a:extLst>
            </p:cNvPr>
            <p:cNvCxnSpPr/>
            <p:nvPr/>
          </p:nvCxnSpPr>
          <p:spPr bwMode="gray">
            <a:xfrm>
              <a:off x="10029604" y="631080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65" name="Gerader Verbinder 16">
              <a:extLst>
                <a:ext uri="{FF2B5EF4-FFF2-40B4-BE49-F238E27FC236}">
                  <a16:creationId xmlns:a16="http://schemas.microsoft.com/office/drawing/2014/main" id="{005DD599-FCF0-4F4F-AC38-7CA34C82207B}"/>
                </a:ext>
              </a:extLst>
            </p:cNvPr>
            <p:cNvCxnSpPr/>
            <p:nvPr/>
          </p:nvCxnSpPr>
          <p:spPr bwMode="gray">
            <a:xfrm>
              <a:off x="-447560" y="57024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66" name="Gerader Verbinder 16">
              <a:extLst>
                <a:ext uri="{FF2B5EF4-FFF2-40B4-BE49-F238E27FC236}">
                  <a16:creationId xmlns:a16="http://schemas.microsoft.com/office/drawing/2014/main" id="{1F5C0D4B-8E51-4226-B8F2-0C5476B40AB2}"/>
                </a:ext>
              </a:extLst>
            </p:cNvPr>
            <p:cNvCxnSpPr/>
            <p:nvPr/>
          </p:nvCxnSpPr>
          <p:spPr bwMode="gray">
            <a:xfrm>
              <a:off x="10029604" y="57024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grpSp>
      <p:sp>
        <p:nvSpPr>
          <p:cNvPr id="4" name="Cover Copyright">
            <a:extLst>
              <a:ext uri="{FF2B5EF4-FFF2-40B4-BE49-F238E27FC236}">
                <a16:creationId xmlns:a16="http://schemas.microsoft.com/office/drawing/2014/main" id="{88A36269-975E-0772-D729-021E6D9B788B}"/>
              </a:ext>
            </a:extLst>
          </p:cNvPr>
          <p:cNvSpPr/>
          <p:nvPr/>
        </p:nvSpPr>
        <p:spPr bwMode="gray">
          <a:xfrm>
            <a:off x="11009746" y="1"/>
            <a:ext cx="1182255" cy="6858000"/>
          </a:xfrm>
          <a:prstGeom prst="rect">
            <a:avLst/>
          </a:prstGeom>
          <a:solidFill>
            <a:schemeClr val="bg1"/>
          </a:solidFill>
          <a:ln w="9525" cap="flat" cmpd="sng" algn="ctr">
            <a:noFill/>
            <a:prstDash val="solid"/>
            <a:round/>
            <a:headEnd type="none" w="med" len="med"/>
            <a:tailEnd type="none" w="med" len="med"/>
          </a:ln>
          <a:effectLst/>
        </p:spPr>
        <p:txBody>
          <a:bodyPr vert="horz" wrap="square" lIns="96000" tIns="96000" rIns="96000" bIns="96000" numCol="1" rtlCol="0" anchor="t" anchorCtr="0" compatLnSpc="1">
            <a:prstTxWarp prst="textNoShape">
              <a:avLst/>
            </a:prstTxWarp>
          </a:bodyPr>
          <a:lstStyle/>
          <a:p>
            <a:pPr marL="2117" algn="l" defTabSz="1142971" fontAlgn="base">
              <a:spcBef>
                <a:spcPct val="40000"/>
              </a:spcBef>
              <a:spcAft>
                <a:spcPct val="0"/>
              </a:spcAft>
              <a:buClr>
                <a:schemeClr val="accent1"/>
              </a:buClr>
              <a:buSzPct val="70000"/>
            </a:pPr>
            <a:endParaRPr lang="en-US" sz="1867" dirty="0"/>
          </a:p>
        </p:txBody>
      </p:sp>
      <p:sp>
        <p:nvSpPr>
          <p:cNvPr id="3" name="Rechteck 1">
            <a:extLst>
              <a:ext uri="{FF2B5EF4-FFF2-40B4-BE49-F238E27FC236}">
                <a16:creationId xmlns:a16="http://schemas.microsoft.com/office/drawing/2014/main" id="{5C6CB248-4717-003B-E34D-D6F052AEEF27}"/>
              </a:ext>
            </a:extLst>
          </p:cNvPr>
          <p:cNvSpPr>
            <a:spLocks/>
          </p:cNvSpPr>
          <p:nvPr/>
        </p:nvSpPr>
        <p:spPr bwMode="gray">
          <a:xfrm>
            <a:off x="0" y="0"/>
            <a:ext cx="12192000" cy="6858000"/>
          </a:xfrm>
          <a:prstGeom prst="rect">
            <a:avLst/>
          </a:prstGeom>
          <a:solidFill>
            <a:schemeClr val="accent6"/>
          </a:solidFill>
          <a:ln w="9525" cap="flat" cmpd="sng" algn="ctr">
            <a:solidFill>
              <a:schemeClr val="accent6"/>
            </a:solidFill>
            <a:prstDash val="solid"/>
            <a:miter lim="800000"/>
            <a:headEnd type="none" w="med" len="med"/>
            <a:tailEnd type="none" w="med" len="med"/>
          </a:ln>
          <a:effectLst/>
        </p:spPr>
        <p:txBody>
          <a:bodyPr vert="horz" wrap="square" lIns="72000" tIns="72000" rIns="72000" bIns="72000" numCol="1" rtlCol="0" anchor="ctr" anchorCtr="0" compatLnSpc="1">
            <a:prstTxWarp prst="textNoShape">
              <a:avLst/>
            </a:prstTxWarp>
          </a:bodyPr>
          <a:lstStyle/>
          <a:p>
            <a:pPr marL="0" marR="0" indent="0" algn="l" defTabSz="914354" rtl="0" eaLnBrk="0" fontAlgn="base" latinLnBrk="0" hangingPunct="0">
              <a:lnSpc>
                <a:spcPct val="100000"/>
              </a:lnSpc>
              <a:spcBef>
                <a:spcPct val="50000"/>
              </a:spcBef>
              <a:spcAft>
                <a:spcPct val="0"/>
              </a:spcAft>
              <a:buClr>
                <a:schemeClr val="accent1"/>
              </a:buClr>
              <a:buSzPct val="80000"/>
              <a:buFont typeface="Wingdings" pitchFamily="2" charset="2"/>
              <a:buNone/>
              <a:tabLst/>
            </a:pPr>
            <a:endParaRPr kumimoji="0" 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sym typeface="Arial" panose="020B0604020202020204" pitchFamily="34" charset="0"/>
            </a:endParaRPr>
          </a:p>
        </p:txBody>
      </p:sp>
      <p:sp>
        <p:nvSpPr>
          <p:cNvPr id="7" name="Rectangle 45">
            <a:extLst>
              <a:ext uri="{FF2B5EF4-FFF2-40B4-BE49-F238E27FC236}">
                <a16:creationId xmlns:a16="http://schemas.microsoft.com/office/drawing/2014/main" id="{990767CD-036E-FC47-47CB-DD7034A58464}"/>
              </a:ext>
            </a:extLst>
          </p:cNvPr>
          <p:cNvSpPr>
            <a:spLocks noGrp="1" noChangeArrowheads="1"/>
          </p:cNvSpPr>
          <p:nvPr>
            <p:ph type="sldNum" sz="quarter" idx="4"/>
            <p:custDataLst>
              <p:tags r:id="rId2"/>
            </p:custDataLst>
          </p:nvPr>
        </p:nvSpPr>
        <p:spPr bwMode="auto">
          <a:xfrm>
            <a:off x="283200" y="6480063"/>
            <a:ext cx="335220" cy="205121"/>
          </a:xfrm>
          <a:prstGeom prst="rect">
            <a:avLst/>
          </a:prstGeom>
          <a:noFill/>
          <a:ln w="9525">
            <a:noFill/>
            <a:miter lim="800000"/>
            <a:headEnd/>
            <a:tailEnd/>
          </a:ln>
          <a:effectLst/>
        </p:spPr>
        <p:txBody>
          <a:bodyPr vert="horz" wrap="none" lIns="0" tIns="0" rIns="0" bIns="0" numCol="1" anchor="b" anchorCtr="0" compatLnSpc="1">
            <a:prstTxWarp prst="textNoShape">
              <a:avLst/>
            </a:prstTxWarp>
            <a:spAutoFit/>
          </a:bodyPr>
          <a:lstStyle>
            <a:lvl1pPr>
              <a:spcBef>
                <a:spcPct val="0"/>
              </a:spcBef>
              <a:buClrTx/>
              <a:buSzTx/>
              <a:buFontTx/>
              <a:buNone/>
              <a:defRPr sz="1333" b="0">
                <a:solidFill>
                  <a:schemeClr val="bg1"/>
                </a:solidFill>
              </a:defRPr>
            </a:lvl1pPr>
          </a:lstStyle>
          <a:p>
            <a:fld id="{B8B94130-3BBE-45CA-9999-1A0D48956379}" type="slidenum">
              <a:rPr lang="de-DE" smtClean="0"/>
              <a:t>‹Nr.›</a:t>
            </a:fld>
            <a:endParaRPr lang="de-DE"/>
          </a:p>
        </p:txBody>
      </p:sp>
      <p:sp>
        <p:nvSpPr>
          <p:cNvPr id="8" name="Footer Placeholder 44">
            <a:extLst>
              <a:ext uri="{FF2B5EF4-FFF2-40B4-BE49-F238E27FC236}">
                <a16:creationId xmlns:a16="http://schemas.microsoft.com/office/drawing/2014/main" id="{ACD5F980-8FAB-30D8-9FFC-984337BE9812}"/>
              </a:ext>
            </a:extLst>
          </p:cNvPr>
          <p:cNvSpPr>
            <a:spLocks noGrp="1" noChangeArrowheads="1"/>
          </p:cNvSpPr>
          <p:nvPr>
            <p:ph type="ftr" sz="quarter" idx="3"/>
            <p:custDataLst>
              <p:tags r:id="rId3"/>
            </p:custDataLst>
          </p:nvPr>
        </p:nvSpPr>
        <p:spPr bwMode="auto">
          <a:xfrm>
            <a:off x="937336" y="6480000"/>
            <a:ext cx="6528000" cy="205184"/>
          </a:xfrm>
          <a:prstGeom prst="rect">
            <a:avLst/>
          </a:prstGeom>
          <a:noFill/>
          <a:ln w="9525">
            <a:noFill/>
            <a:miter lim="800000"/>
            <a:headEnd/>
            <a:tailEnd/>
          </a:ln>
          <a:effectLst/>
        </p:spPr>
        <p:txBody>
          <a:bodyPr vert="horz" wrap="square" lIns="0" tIns="0" rIns="0" bIns="0" numCol="1" anchor="b" anchorCtr="0" compatLnSpc="1">
            <a:prstTxWarp prst="textNoShape">
              <a:avLst/>
            </a:prstTxWarp>
            <a:noAutofit/>
          </a:bodyPr>
          <a:lstStyle>
            <a:lvl1pPr>
              <a:spcBef>
                <a:spcPct val="0"/>
              </a:spcBef>
              <a:buClrTx/>
              <a:buSzTx/>
              <a:buFontTx/>
              <a:buNone/>
              <a:defRPr sz="1333">
                <a:solidFill>
                  <a:schemeClr val="bg1"/>
                </a:solidFill>
              </a:defRPr>
            </a:lvl1pPr>
          </a:lstStyle>
          <a:p>
            <a:endParaRPr lang="de-DE"/>
          </a:p>
        </p:txBody>
      </p:sp>
      <p:sp>
        <p:nvSpPr>
          <p:cNvPr id="10" name="Picture Placeholder 12">
            <a:extLst>
              <a:ext uri="{FF2B5EF4-FFF2-40B4-BE49-F238E27FC236}">
                <a16:creationId xmlns:a16="http://schemas.microsoft.com/office/drawing/2014/main" id="{191D9859-B30B-909D-2092-98D76BDBB786}"/>
              </a:ext>
            </a:extLst>
          </p:cNvPr>
          <p:cNvSpPr>
            <a:spLocks noGrp="1"/>
          </p:cNvSpPr>
          <p:nvPr>
            <p:ph type="pic" sz="quarter" idx="15"/>
          </p:nvPr>
        </p:nvSpPr>
        <p:spPr bwMode="gray">
          <a:xfrm>
            <a:off x="7573389" y="-13160"/>
            <a:ext cx="4618611" cy="6868800"/>
          </a:xfrm>
          <a:custGeom>
            <a:avLst/>
            <a:gdLst>
              <a:gd name="connsiteX0" fmla="*/ 1335114 w 3463958"/>
              <a:gd name="connsiteY0" fmla="*/ 0 h 5151600"/>
              <a:gd name="connsiteX1" fmla="*/ 1350786 w 3463958"/>
              <a:gd name="connsiteY1" fmla="*/ 0 h 5151600"/>
              <a:gd name="connsiteX2" fmla="*/ 1363418 w 3463958"/>
              <a:gd name="connsiteY2" fmla="*/ 0 h 5151600"/>
              <a:gd name="connsiteX3" fmla="*/ 1374396 w 3463958"/>
              <a:gd name="connsiteY3" fmla="*/ 0 h 5151600"/>
              <a:gd name="connsiteX4" fmla="*/ 1382551 w 3463958"/>
              <a:gd name="connsiteY4" fmla="*/ 0 h 5151600"/>
              <a:gd name="connsiteX5" fmla="*/ 1708655 w 3463958"/>
              <a:gd name="connsiteY5" fmla="*/ 0 h 5151600"/>
              <a:gd name="connsiteX6" fmla="*/ 1724327 w 3463958"/>
              <a:gd name="connsiteY6" fmla="*/ 0 h 5151600"/>
              <a:gd name="connsiteX7" fmla="*/ 1749458 w 3463958"/>
              <a:gd name="connsiteY7" fmla="*/ 0 h 5151600"/>
              <a:gd name="connsiteX8" fmla="*/ 1749242 w 3463958"/>
              <a:gd name="connsiteY8" fmla="*/ 865 h 5151600"/>
              <a:gd name="connsiteX9" fmla="*/ 2877218 w 3463958"/>
              <a:gd name="connsiteY9" fmla="*/ 296 h 5151600"/>
              <a:gd name="connsiteX10" fmla="*/ 2877218 w 3463958"/>
              <a:gd name="connsiteY10" fmla="*/ 0 h 5151600"/>
              <a:gd name="connsiteX11" fmla="*/ 3462512 w 3463958"/>
              <a:gd name="connsiteY11" fmla="*/ 0 h 5151600"/>
              <a:gd name="connsiteX12" fmla="*/ 3463958 w 3463958"/>
              <a:gd name="connsiteY12" fmla="*/ 0 h 5151600"/>
              <a:gd name="connsiteX13" fmla="*/ 3463958 w 3463958"/>
              <a:gd name="connsiteY13" fmla="*/ 5151600 h 5151600"/>
              <a:gd name="connsiteX14" fmla="*/ 2877218 w 3463958"/>
              <a:gd name="connsiteY14" fmla="*/ 5151600 h 5151600"/>
              <a:gd name="connsiteX15" fmla="*/ 2877218 w 3463958"/>
              <a:gd name="connsiteY15" fmla="*/ 5151537 h 5151600"/>
              <a:gd name="connsiteX16" fmla="*/ 465101 w 3463958"/>
              <a:gd name="connsiteY16" fmla="*/ 5151275 h 5151600"/>
              <a:gd name="connsiteX17" fmla="*/ 465020 w 3463958"/>
              <a:gd name="connsiteY17" fmla="*/ 5151600 h 5151600"/>
              <a:gd name="connsiteX18" fmla="*/ 441684 w 3463958"/>
              <a:gd name="connsiteY18" fmla="*/ 5151600 h 5151600"/>
              <a:gd name="connsiteX19" fmla="*/ 426012 w 3463958"/>
              <a:gd name="connsiteY19" fmla="*/ 5151600 h 5151600"/>
              <a:gd name="connsiteX20" fmla="*/ 121673 w 3463958"/>
              <a:gd name="connsiteY20" fmla="*/ 5151600 h 5151600"/>
              <a:gd name="connsiteX21" fmla="*/ 100948 w 3463958"/>
              <a:gd name="connsiteY21" fmla="*/ 5151600 h 5151600"/>
              <a:gd name="connsiteX22" fmla="*/ 95848 w 3463958"/>
              <a:gd name="connsiteY22" fmla="*/ 5151600 h 5151600"/>
              <a:gd name="connsiteX23" fmla="*/ 89958 w 3463958"/>
              <a:gd name="connsiteY23" fmla="*/ 5151600 h 5151600"/>
              <a:gd name="connsiteX24" fmla="*/ 75120 w 3463958"/>
              <a:gd name="connsiteY24" fmla="*/ 5151600 h 5151600"/>
              <a:gd name="connsiteX25" fmla="*/ 68143 w 3463958"/>
              <a:gd name="connsiteY25" fmla="*/ 5151600 h 5151600"/>
              <a:gd name="connsiteX26" fmla="*/ 52471 w 3463958"/>
              <a:gd name="connsiteY26" fmla="*/ 5151600 h 5151600"/>
              <a:gd name="connsiteX27" fmla="*/ 52564 w 3463958"/>
              <a:gd name="connsiteY27" fmla="*/ 5151229 h 5151600"/>
              <a:gd name="connsiteX28" fmla="*/ 0 w 3463958"/>
              <a:gd name="connsiteY28" fmla="*/ 5151223 h 5151600"/>
              <a:gd name="connsiteX29" fmla="*/ 1282984 w 3463958"/>
              <a:gd name="connsiteY29" fmla="*/ 1101 h 5151600"/>
              <a:gd name="connsiteX30" fmla="*/ 1334847 w 3463958"/>
              <a:gd name="connsiteY30" fmla="*/ 1075 h 515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463958" h="5151600">
                <a:moveTo>
                  <a:pt x="1335114" y="0"/>
                </a:moveTo>
                <a:lnTo>
                  <a:pt x="1350786" y="0"/>
                </a:lnTo>
                <a:lnTo>
                  <a:pt x="1363418" y="0"/>
                </a:lnTo>
                <a:lnTo>
                  <a:pt x="1374396" y="0"/>
                </a:lnTo>
                <a:lnTo>
                  <a:pt x="1382551" y="0"/>
                </a:lnTo>
                <a:lnTo>
                  <a:pt x="1708655" y="0"/>
                </a:lnTo>
                <a:lnTo>
                  <a:pt x="1724327" y="0"/>
                </a:lnTo>
                <a:lnTo>
                  <a:pt x="1749458" y="0"/>
                </a:lnTo>
                <a:lnTo>
                  <a:pt x="1749242" y="865"/>
                </a:lnTo>
                <a:lnTo>
                  <a:pt x="2877218" y="296"/>
                </a:lnTo>
                <a:lnTo>
                  <a:pt x="2877218" y="0"/>
                </a:lnTo>
                <a:lnTo>
                  <a:pt x="3462512" y="0"/>
                </a:lnTo>
                <a:lnTo>
                  <a:pt x="3463958" y="0"/>
                </a:lnTo>
                <a:lnTo>
                  <a:pt x="3463958" y="5151600"/>
                </a:lnTo>
                <a:lnTo>
                  <a:pt x="2877218" y="5151600"/>
                </a:lnTo>
                <a:lnTo>
                  <a:pt x="2877218" y="5151537"/>
                </a:lnTo>
                <a:lnTo>
                  <a:pt x="465101" y="5151275"/>
                </a:lnTo>
                <a:lnTo>
                  <a:pt x="465020" y="5151600"/>
                </a:lnTo>
                <a:lnTo>
                  <a:pt x="441684" y="5151600"/>
                </a:lnTo>
                <a:lnTo>
                  <a:pt x="426012" y="5151600"/>
                </a:lnTo>
                <a:lnTo>
                  <a:pt x="121673" y="5151600"/>
                </a:lnTo>
                <a:lnTo>
                  <a:pt x="100948" y="5151600"/>
                </a:lnTo>
                <a:lnTo>
                  <a:pt x="95848" y="5151600"/>
                </a:lnTo>
                <a:lnTo>
                  <a:pt x="89958" y="5151600"/>
                </a:lnTo>
                <a:lnTo>
                  <a:pt x="75120" y="5151600"/>
                </a:lnTo>
                <a:lnTo>
                  <a:pt x="68143" y="5151600"/>
                </a:lnTo>
                <a:lnTo>
                  <a:pt x="52471" y="5151600"/>
                </a:lnTo>
                <a:lnTo>
                  <a:pt x="52564" y="5151229"/>
                </a:lnTo>
                <a:lnTo>
                  <a:pt x="0" y="5151223"/>
                </a:lnTo>
                <a:lnTo>
                  <a:pt x="1282984" y="1101"/>
                </a:lnTo>
                <a:lnTo>
                  <a:pt x="1334847" y="1075"/>
                </a:lnTo>
                <a:close/>
              </a:path>
            </a:pathLst>
          </a:custGeom>
          <a:solidFill>
            <a:srgbClr val="FFFFCC"/>
          </a:solidFill>
          <a:ln w="9525">
            <a:noFill/>
            <a:miter lim="800000"/>
            <a:headEnd/>
            <a:tailEnd/>
          </a:ln>
        </p:spPr>
        <p:txBody>
          <a:bodyPr wrap="square" lIns="72000" tIns="72000" rIns="72000" bIns="72000" anchor="ctr" anchorCtr="0">
            <a:noAutofit/>
          </a:bodyPr>
          <a:lstStyle>
            <a:lvl1pPr algn="ctr">
              <a:defRPr sz="1867"/>
            </a:lvl1pPr>
          </a:lstStyle>
          <a:p>
            <a:r>
              <a:rPr lang="de-DE"/>
              <a:t>Bild durch Klicken auf Symbol hinzufügen</a:t>
            </a:r>
            <a:endParaRPr lang="en-US" dirty="0"/>
          </a:p>
        </p:txBody>
      </p:sp>
      <p:sp>
        <p:nvSpPr>
          <p:cNvPr id="11" name="Rectangle 20">
            <a:extLst>
              <a:ext uri="{FF2B5EF4-FFF2-40B4-BE49-F238E27FC236}">
                <a16:creationId xmlns:a16="http://schemas.microsoft.com/office/drawing/2014/main" id="{5B110032-18BA-3EB0-AF38-44EEC2456CEB}"/>
              </a:ext>
            </a:extLst>
          </p:cNvPr>
          <p:cNvSpPr/>
          <p:nvPr>
            <p:custDataLst>
              <p:tags r:id="rId4"/>
            </p:custDataLst>
          </p:nvPr>
        </p:nvSpPr>
        <p:spPr bwMode="ltGray">
          <a:xfrm>
            <a:off x="9587673" y="6480064"/>
            <a:ext cx="2328835" cy="205121"/>
          </a:xfrm>
          <a:prstGeom prst="rect">
            <a:avLst/>
          </a:prstGeom>
          <a:noFill/>
          <a:ln w="9525">
            <a:noFill/>
            <a:miter lim="800000"/>
            <a:headEnd/>
            <a:tailEnd/>
          </a:ln>
          <a:effectLst/>
        </p:spPr>
        <p:txBody>
          <a:bodyPr wrap="square" lIns="0" tIns="0" rIns="0" bIns="0" anchor="b">
            <a:spAutoFit/>
          </a:bodyPr>
          <a:lstStyle/>
          <a:p>
            <a:pPr algn="r" defTabSz="857208">
              <a:spcBef>
                <a:spcPct val="0"/>
              </a:spcBef>
              <a:buClrTx/>
              <a:buSzTx/>
              <a:buFontTx/>
              <a:buNone/>
              <a:defRPr/>
            </a:pPr>
            <a:r>
              <a:rPr lang="en-US" sz="1333" dirty="0">
                <a:solidFill>
                  <a:schemeClr val="bg1"/>
                </a:solidFill>
              </a:rPr>
              <a:t>© Horváth</a:t>
            </a:r>
          </a:p>
        </p:txBody>
      </p:sp>
      <p:pic>
        <p:nvPicPr>
          <p:cNvPr id="12" name="Grafik 15">
            <a:extLst>
              <a:ext uri="{FF2B5EF4-FFF2-40B4-BE49-F238E27FC236}">
                <a16:creationId xmlns:a16="http://schemas.microsoft.com/office/drawing/2014/main" id="{9C26ABAA-A89A-30F8-F9DA-C968AC338BB6}"/>
              </a:ext>
            </a:extLst>
          </p:cNvPr>
          <p:cNvPicPr/>
          <p:nvPr/>
        </p:nvPicPr>
        <p:blipFill>
          <a:blip r:embed="rId9">
            <a:extLst>
              <a:ext uri="{96DAC541-7B7A-43D3-8B79-37D633B846F1}">
                <asvg:svgBlip xmlns:asvg="http://schemas.microsoft.com/office/drawing/2016/SVG/main" r:embed="rId10"/>
              </a:ext>
            </a:extLst>
          </a:blip>
          <a:stretch>
            <a:fillRect/>
          </a:stretch>
        </p:blipFill>
        <p:spPr bwMode="gray">
          <a:xfrm>
            <a:off x="11617326" y="157491"/>
            <a:ext cx="289023" cy="260120"/>
          </a:xfrm>
          <a:prstGeom prst="rect">
            <a:avLst/>
          </a:prstGeom>
        </p:spPr>
      </p:pic>
      <p:cxnSp>
        <p:nvCxnSpPr>
          <p:cNvPr id="13" name="Straight Connector 12">
            <a:extLst>
              <a:ext uri="{FF2B5EF4-FFF2-40B4-BE49-F238E27FC236}">
                <a16:creationId xmlns:a16="http://schemas.microsoft.com/office/drawing/2014/main" id="{930A49E6-345A-1121-4CBA-CF1164DF26DA}"/>
              </a:ext>
            </a:extLst>
          </p:cNvPr>
          <p:cNvCxnSpPr>
            <a:cxnSpLocks/>
          </p:cNvCxnSpPr>
          <p:nvPr/>
        </p:nvCxnSpPr>
        <p:spPr bwMode="gray">
          <a:xfrm flipH="1">
            <a:off x="7706601" y="-1200"/>
            <a:ext cx="1710191" cy="6859200"/>
          </a:xfrm>
          <a:prstGeom prst="line">
            <a:avLst/>
          </a:prstGeom>
          <a:solidFill>
            <a:schemeClr val="bg1"/>
          </a:solidFill>
          <a:ln w="15875" cap="flat" cmpd="sng" algn="ctr">
            <a:solidFill>
              <a:schemeClr val="bg1"/>
            </a:solidFill>
            <a:prstDash val="solid"/>
            <a:miter lim="800000"/>
            <a:headEnd type="none" w="med" len="med"/>
            <a:tailEnd type="none" w="med" len="med"/>
          </a:ln>
          <a:effectLst/>
        </p:spPr>
      </p:cxnSp>
      <p:sp>
        <p:nvSpPr>
          <p:cNvPr id="14" name="Titel 1">
            <a:extLst>
              <a:ext uri="{FF2B5EF4-FFF2-40B4-BE49-F238E27FC236}">
                <a16:creationId xmlns:a16="http://schemas.microsoft.com/office/drawing/2014/main" id="{D4A5137C-09ED-4650-62A4-5263335A954A}"/>
              </a:ext>
            </a:extLst>
          </p:cNvPr>
          <p:cNvSpPr>
            <a:spLocks noGrp="1"/>
          </p:cNvSpPr>
          <p:nvPr>
            <p:ph type="title" hasCustomPrompt="1"/>
            <p:custDataLst>
              <p:tags r:id="rId5"/>
            </p:custDataLst>
          </p:nvPr>
        </p:nvSpPr>
        <p:spPr>
          <a:xfrm>
            <a:off x="278399" y="457200"/>
            <a:ext cx="8107200" cy="762000"/>
          </a:xfrm>
        </p:spPr>
        <p:txBody>
          <a:bodyPr vert="horz"/>
          <a:lstStyle>
            <a:lvl1pPr>
              <a:defRPr>
                <a:solidFill>
                  <a:schemeClr val="bg1"/>
                </a:solidFill>
              </a:defRPr>
            </a:lvl1pPr>
          </a:lstStyle>
          <a:p>
            <a:r>
              <a:rPr lang="en-US" dirty="0"/>
              <a:t>Click to add title</a:t>
            </a:r>
          </a:p>
        </p:txBody>
      </p:sp>
    </p:spTree>
    <p:extLst>
      <p:ext uri="{BB962C8B-B14F-4D97-AF65-F5344CB8AC3E}">
        <p14:creationId xmlns:p14="http://schemas.microsoft.com/office/powerpoint/2010/main" val="3293789871"/>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Fullscreen Picture">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670E4A55-4881-47A2-9281-C78C4648658F}"/>
              </a:ext>
            </a:extLst>
          </p:cNvPr>
          <p:cNvGraphicFramePr>
            <a:graphicFrameLocks noChangeAspect="1"/>
          </p:cNvGraphicFramePr>
          <p:nvPr>
            <p:custDataLst>
              <p:tags r:id="rId1"/>
            </p:custDataLst>
            <p:extLst>
              <p:ext uri="{D42A27DB-BD31-4B8C-83A1-F6EECF244321}">
                <p14:modId xmlns:p14="http://schemas.microsoft.com/office/powerpoint/2010/main" val="297429543"/>
              </p:ext>
            </p:extLst>
          </p:nvPr>
        </p:nvGraphicFramePr>
        <p:xfrm>
          <a:off x="1956" y="1590"/>
          <a:ext cx="1955" cy="1588"/>
        </p:xfrm>
        <a:graphic>
          <a:graphicData uri="http://schemas.openxmlformats.org/presentationml/2006/ole">
            <mc:AlternateContent xmlns:mc="http://schemas.openxmlformats.org/markup-compatibility/2006">
              <mc:Choice xmlns:v="urn:schemas-microsoft-com:vml" Requires="v">
                <p:oleObj name="think-cell Slide" r:id="rId5" imgW="353" imgH="353" progId="TCLayout.ActiveDocument.1">
                  <p:embed/>
                </p:oleObj>
              </mc:Choice>
              <mc:Fallback>
                <p:oleObj name="think-cell Slide" r:id="rId5" imgW="353" imgH="353" progId="TCLayout.ActiveDocument.1">
                  <p:embed/>
                  <p:pic>
                    <p:nvPicPr>
                      <p:cNvPr id="2" name="Object 1" hidden="1">
                        <a:extLst>
                          <a:ext uri="{FF2B5EF4-FFF2-40B4-BE49-F238E27FC236}">
                            <a16:creationId xmlns:a16="http://schemas.microsoft.com/office/drawing/2014/main" id="{670E4A55-4881-47A2-9281-C78C4648658F}"/>
                          </a:ext>
                        </a:extLst>
                      </p:cNvPr>
                      <p:cNvPicPr/>
                      <p:nvPr/>
                    </p:nvPicPr>
                    <p:blipFill>
                      <a:blip r:embed="rId6"/>
                      <a:stretch>
                        <a:fillRect/>
                      </a:stretch>
                    </p:blipFill>
                    <p:spPr>
                      <a:xfrm>
                        <a:off x="1956" y="1590"/>
                        <a:ext cx="1955" cy="1588"/>
                      </a:xfrm>
                      <a:prstGeom prst="rect">
                        <a:avLst/>
                      </a:prstGeom>
                    </p:spPr>
                  </p:pic>
                </p:oleObj>
              </mc:Fallback>
            </mc:AlternateContent>
          </a:graphicData>
        </a:graphic>
      </p:graphicFrame>
      <p:sp>
        <p:nvSpPr>
          <p:cNvPr id="7" name="Cover Copyright">
            <a:extLst>
              <a:ext uri="{FF2B5EF4-FFF2-40B4-BE49-F238E27FC236}">
                <a16:creationId xmlns:a16="http://schemas.microsoft.com/office/drawing/2014/main" id="{89FCEF0B-C442-554D-641A-433DBB6343F8}"/>
              </a:ext>
            </a:extLst>
          </p:cNvPr>
          <p:cNvSpPr>
            <a:spLocks noGrp="1" noRot="1" noMove="1" noResize="1" noEditPoints="1" noAdjustHandles="1" noChangeArrowheads="1" noChangeShapeType="1"/>
          </p:cNvSpPr>
          <p:nvPr/>
        </p:nvSpPr>
        <p:spPr bwMode="gray">
          <a:xfrm>
            <a:off x="11009746" y="1"/>
            <a:ext cx="1182255" cy="6858000"/>
          </a:xfrm>
          <a:prstGeom prst="rect">
            <a:avLst/>
          </a:prstGeom>
          <a:solidFill>
            <a:schemeClr val="bg1"/>
          </a:solidFill>
          <a:ln w="9525" cap="flat" cmpd="sng" algn="ctr">
            <a:noFill/>
            <a:prstDash val="solid"/>
            <a:round/>
            <a:headEnd type="none" w="med" len="med"/>
            <a:tailEnd type="none" w="med" len="med"/>
          </a:ln>
          <a:effectLst/>
        </p:spPr>
        <p:txBody>
          <a:bodyPr vert="horz" wrap="square" lIns="96000" tIns="96000" rIns="96000" bIns="96000" numCol="1" rtlCol="0" anchor="t" anchorCtr="0" compatLnSpc="1">
            <a:prstTxWarp prst="textNoShape">
              <a:avLst/>
            </a:prstTxWarp>
          </a:bodyPr>
          <a:lstStyle/>
          <a:p>
            <a:pPr marL="2117" algn="l" defTabSz="1142971" fontAlgn="base">
              <a:spcBef>
                <a:spcPct val="40000"/>
              </a:spcBef>
              <a:spcAft>
                <a:spcPct val="0"/>
              </a:spcAft>
              <a:buClr>
                <a:schemeClr val="accent1"/>
              </a:buClr>
              <a:buSzPct val="70000"/>
            </a:pPr>
            <a:endParaRPr lang="en-US" sz="1867" dirty="0"/>
          </a:p>
        </p:txBody>
      </p:sp>
      <p:grpSp>
        <p:nvGrpSpPr>
          <p:cNvPr id="49" name="Group 48" hidden="1">
            <a:extLst>
              <a:ext uri="{FF2B5EF4-FFF2-40B4-BE49-F238E27FC236}">
                <a16:creationId xmlns:a16="http://schemas.microsoft.com/office/drawing/2014/main" id="{4F821225-A38D-4DB6-B3FA-82B21EF24A67}"/>
              </a:ext>
            </a:extLst>
          </p:cNvPr>
          <p:cNvGrpSpPr/>
          <p:nvPr/>
        </p:nvGrpSpPr>
        <p:grpSpPr bwMode="gray">
          <a:xfrm>
            <a:off x="-550843" y="570240"/>
            <a:ext cx="13338048" cy="6747152"/>
            <a:chOff x="-447560" y="570240"/>
            <a:chExt cx="10837164" cy="6747152"/>
          </a:xfrm>
        </p:grpSpPr>
        <p:cxnSp>
          <p:nvCxnSpPr>
            <p:cNvPr id="50" name="Straight Connector 49">
              <a:extLst>
                <a:ext uri="{FF2B5EF4-FFF2-40B4-BE49-F238E27FC236}">
                  <a16:creationId xmlns:a16="http://schemas.microsoft.com/office/drawing/2014/main" id="{74E7C194-98DE-474F-8828-45CD3A84C13B}"/>
                </a:ext>
              </a:extLst>
            </p:cNvPr>
            <p:cNvCxnSpPr>
              <a:cxnSpLocks/>
            </p:cNvCxnSpPr>
            <p:nvPr/>
          </p:nvCxnSpPr>
          <p:spPr bwMode="gray">
            <a:xfrm rot="16200000">
              <a:off x="4777763" y="7137392"/>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1" name="Gerader Verbinder 10">
              <a:extLst>
                <a:ext uri="{FF2B5EF4-FFF2-40B4-BE49-F238E27FC236}">
                  <a16:creationId xmlns:a16="http://schemas.microsoft.com/office/drawing/2014/main" id="{72C4C3D9-41DE-46B4-80C6-826EE43F74AD}"/>
                </a:ext>
              </a:extLst>
            </p:cNvPr>
            <p:cNvCxnSpPr/>
            <p:nvPr/>
          </p:nvCxnSpPr>
          <p:spPr bwMode="gray">
            <a:xfrm>
              <a:off x="230188" y="6957391"/>
              <a:ext cx="0" cy="36000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2" name="Gerader Verbinder 11">
              <a:extLst>
                <a:ext uri="{FF2B5EF4-FFF2-40B4-BE49-F238E27FC236}">
                  <a16:creationId xmlns:a16="http://schemas.microsoft.com/office/drawing/2014/main" id="{3FE2AA68-6F7C-4A1D-87EB-DE2C2C0BBB34}"/>
                </a:ext>
              </a:extLst>
            </p:cNvPr>
            <p:cNvCxnSpPr/>
            <p:nvPr/>
          </p:nvCxnSpPr>
          <p:spPr bwMode="gray">
            <a:xfrm>
              <a:off x="6824663" y="6957391"/>
              <a:ext cx="0" cy="36000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3" name="Gerader Verbinder 12">
              <a:extLst>
                <a:ext uri="{FF2B5EF4-FFF2-40B4-BE49-F238E27FC236}">
                  <a16:creationId xmlns:a16="http://schemas.microsoft.com/office/drawing/2014/main" id="{A99887B0-BCF0-466E-8905-E0EDABB62C39}"/>
                </a:ext>
              </a:extLst>
            </p:cNvPr>
            <p:cNvCxnSpPr/>
            <p:nvPr/>
          </p:nvCxnSpPr>
          <p:spPr bwMode="gray">
            <a:xfrm>
              <a:off x="9669463" y="6957391"/>
              <a:ext cx="0" cy="36000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4" name="Gerader Verbinder 15">
              <a:extLst>
                <a:ext uri="{FF2B5EF4-FFF2-40B4-BE49-F238E27FC236}">
                  <a16:creationId xmlns:a16="http://schemas.microsoft.com/office/drawing/2014/main" id="{6787924B-F655-4DF6-AD37-BC26A4E84A01}"/>
                </a:ext>
              </a:extLst>
            </p:cNvPr>
            <p:cNvCxnSpPr/>
            <p:nvPr/>
          </p:nvCxnSpPr>
          <p:spPr bwMode="gray">
            <a:xfrm>
              <a:off x="7028772" y="6957391"/>
              <a:ext cx="0" cy="36000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5" name="Gerader Verbinder 16">
              <a:extLst>
                <a:ext uri="{FF2B5EF4-FFF2-40B4-BE49-F238E27FC236}">
                  <a16:creationId xmlns:a16="http://schemas.microsoft.com/office/drawing/2014/main" id="{D0D5FDB2-F44D-4887-BFFA-8A620EB2D117}"/>
                </a:ext>
              </a:extLst>
            </p:cNvPr>
            <p:cNvCxnSpPr/>
            <p:nvPr/>
          </p:nvCxnSpPr>
          <p:spPr bwMode="gray">
            <a:xfrm>
              <a:off x="-447560" y="139320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6" name="Gerader Verbinder 16">
              <a:extLst>
                <a:ext uri="{FF2B5EF4-FFF2-40B4-BE49-F238E27FC236}">
                  <a16:creationId xmlns:a16="http://schemas.microsoft.com/office/drawing/2014/main" id="{D5F77CBB-D232-4DF8-94F9-09469613856A}"/>
                </a:ext>
              </a:extLst>
            </p:cNvPr>
            <p:cNvCxnSpPr/>
            <p:nvPr/>
          </p:nvCxnSpPr>
          <p:spPr bwMode="gray">
            <a:xfrm>
              <a:off x="10029604" y="139320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7" name="Gerader Verbinder 8">
              <a:extLst>
                <a:ext uri="{FF2B5EF4-FFF2-40B4-BE49-F238E27FC236}">
                  <a16:creationId xmlns:a16="http://schemas.microsoft.com/office/drawing/2014/main" id="{4A608B79-43BF-493C-B618-86AD4B31FC8B}"/>
                </a:ext>
              </a:extLst>
            </p:cNvPr>
            <p:cNvCxnSpPr/>
            <p:nvPr/>
          </p:nvCxnSpPr>
          <p:spPr bwMode="gray">
            <a:xfrm>
              <a:off x="-447560" y="1700214"/>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8" name="Gerader Verbinder 8">
              <a:extLst>
                <a:ext uri="{FF2B5EF4-FFF2-40B4-BE49-F238E27FC236}">
                  <a16:creationId xmlns:a16="http://schemas.microsoft.com/office/drawing/2014/main" id="{B178F002-12C6-46E9-919D-BBA0B44546D9}"/>
                </a:ext>
              </a:extLst>
            </p:cNvPr>
            <p:cNvCxnSpPr/>
            <p:nvPr/>
          </p:nvCxnSpPr>
          <p:spPr bwMode="gray">
            <a:xfrm>
              <a:off x="10029604" y="1700214"/>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59" name="Straight Connector 58">
              <a:extLst>
                <a:ext uri="{FF2B5EF4-FFF2-40B4-BE49-F238E27FC236}">
                  <a16:creationId xmlns:a16="http://schemas.microsoft.com/office/drawing/2014/main" id="{2C4972A1-5C04-4472-B1B8-8691DC96E7D9}"/>
                </a:ext>
              </a:extLst>
            </p:cNvPr>
            <p:cNvCxnSpPr/>
            <p:nvPr/>
          </p:nvCxnSpPr>
          <p:spPr bwMode="gray">
            <a:xfrm>
              <a:off x="-447560" y="378904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60" name="Straight Connector 59">
              <a:extLst>
                <a:ext uri="{FF2B5EF4-FFF2-40B4-BE49-F238E27FC236}">
                  <a16:creationId xmlns:a16="http://schemas.microsoft.com/office/drawing/2014/main" id="{02D5AF70-5CEC-476A-90AD-7AE88370C839}"/>
                </a:ext>
              </a:extLst>
            </p:cNvPr>
            <p:cNvCxnSpPr/>
            <p:nvPr/>
          </p:nvCxnSpPr>
          <p:spPr bwMode="gray">
            <a:xfrm>
              <a:off x="10029604" y="378904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61" name="Straight Connector 60">
              <a:extLst>
                <a:ext uri="{FF2B5EF4-FFF2-40B4-BE49-F238E27FC236}">
                  <a16:creationId xmlns:a16="http://schemas.microsoft.com/office/drawing/2014/main" id="{A28B652F-3B9A-4E4C-A95A-6E90D2B3D5B5}"/>
                </a:ext>
              </a:extLst>
            </p:cNvPr>
            <p:cNvCxnSpPr/>
            <p:nvPr/>
          </p:nvCxnSpPr>
          <p:spPr bwMode="gray">
            <a:xfrm>
              <a:off x="-447560" y="631080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62" name="Straight Connector 61">
              <a:extLst>
                <a:ext uri="{FF2B5EF4-FFF2-40B4-BE49-F238E27FC236}">
                  <a16:creationId xmlns:a16="http://schemas.microsoft.com/office/drawing/2014/main" id="{8077D872-CE04-4234-8855-6F73CE08BC32}"/>
                </a:ext>
              </a:extLst>
            </p:cNvPr>
            <p:cNvCxnSpPr/>
            <p:nvPr/>
          </p:nvCxnSpPr>
          <p:spPr bwMode="gray">
            <a:xfrm>
              <a:off x="10029604" y="631080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65" name="Gerader Verbinder 16">
              <a:extLst>
                <a:ext uri="{FF2B5EF4-FFF2-40B4-BE49-F238E27FC236}">
                  <a16:creationId xmlns:a16="http://schemas.microsoft.com/office/drawing/2014/main" id="{005DD599-FCF0-4F4F-AC38-7CA34C82207B}"/>
                </a:ext>
              </a:extLst>
            </p:cNvPr>
            <p:cNvCxnSpPr/>
            <p:nvPr/>
          </p:nvCxnSpPr>
          <p:spPr bwMode="gray">
            <a:xfrm>
              <a:off x="-447560" y="57024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66" name="Gerader Verbinder 16">
              <a:extLst>
                <a:ext uri="{FF2B5EF4-FFF2-40B4-BE49-F238E27FC236}">
                  <a16:creationId xmlns:a16="http://schemas.microsoft.com/office/drawing/2014/main" id="{1F5C0D4B-8E51-4226-B8F2-0C5476B40AB2}"/>
                </a:ext>
              </a:extLst>
            </p:cNvPr>
            <p:cNvCxnSpPr/>
            <p:nvPr/>
          </p:nvCxnSpPr>
          <p:spPr bwMode="gray">
            <a:xfrm>
              <a:off x="10029604" y="570240"/>
              <a:ext cx="360000" cy="0"/>
            </a:xfrm>
            <a:prstGeom prst="line">
              <a:avLst/>
            </a:prstGeom>
            <a:solidFill>
              <a:schemeClr val="bg1"/>
            </a:solidFill>
            <a:ln w="9525" cap="flat" cmpd="sng" algn="ctr">
              <a:solidFill>
                <a:srgbClr val="FF0000"/>
              </a:solidFill>
              <a:prstDash val="solid"/>
              <a:round/>
              <a:headEnd type="none" w="med" len="med"/>
              <a:tailEnd type="none" w="med" len="med"/>
            </a:ln>
            <a:effectLst/>
          </p:spPr>
        </p:cxnSp>
      </p:grpSp>
      <p:sp>
        <p:nvSpPr>
          <p:cNvPr id="11" name="Picture Placeholder 10">
            <a:extLst>
              <a:ext uri="{FF2B5EF4-FFF2-40B4-BE49-F238E27FC236}">
                <a16:creationId xmlns:a16="http://schemas.microsoft.com/office/drawing/2014/main" id="{8BCE2BB5-8BF6-E790-0998-F746C2D54FD6}"/>
              </a:ext>
            </a:extLst>
          </p:cNvPr>
          <p:cNvSpPr>
            <a:spLocks noGrp="1"/>
          </p:cNvSpPr>
          <p:nvPr>
            <p:ph type="pic" sz="quarter" idx="23"/>
          </p:nvPr>
        </p:nvSpPr>
        <p:spPr bwMode="gray">
          <a:xfrm>
            <a:off x="-11641" y="0"/>
            <a:ext cx="12203641" cy="6858000"/>
          </a:xfrm>
          <a:custGeom>
            <a:avLst/>
            <a:gdLst>
              <a:gd name="connsiteX0" fmla="*/ 0 w 9152731"/>
              <a:gd name="connsiteY0" fmla="*/ 0 h 5143500"/>
              <a:gd name="connsiteX1" fmla="*/ 9152731 w 9152731"/>
              <a:gd name="connsiteY1" fmla="*/ 0 h 5143500"/>
              <a:gd name="connsiteX2" fmla="*/ 9152731 w 9152731"/>
              <a:gd name="connsiteY2" fmla="*/ 5143500 h 5143500"/>
              <a:gd name="connsiteX3" fmla="*/ 0 w 9152731"/>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9152731" h="5143500">
                <a:moveTo>
                  <a:pt x="0" y="0"/>
                </a:moveTo>
                <a:lnTo>
                  <a:pt x="9152731" y="0"/>
                </a:lnTo>
                <a:lnTo>
                  <a:pt x="9152731" y="5143500"/>
                </a:lnTo>
                <a:lnTo>
                  <a:pt x="0" y="5143500"/>
                </a:lnTo>
                <a:close/>
              </a:path>
            </a:pathLst>
          </a:custGeom>
          <a:solidFill>
            <a:srgbClr val="FFFFCC"/>
          </a:solidFill>
          <a:ln w="9525">
            <a:noFill/>
            <a:miter lim="800000"/>
            <a:headEnd/>
            <a:tailEnd/>
          </a:ln>
        </p:spPr>
        <p:txBody>
          <a:bodyPr wrap="square" bIns="0" anchor="ctr">
            <a:noAutofit/>
          </a:bodyPr>
          <a:lstStyle>
            <a:lvl1pPr algn="ctr" rtl="0">
              <a:defRPr/>
            </a:lvl1pPr>
          </a:lstStyle>
          <a:p>
            <a:r>
              <a:rPr lang="de-DE"/>
              <a:t>Bild durch Klicken auf Symbol hinzufügen</a:t>
            </a:r>
            <a:endParaRPr lang="en-US" dirty="0"/>
          </a:p>
        </p:txBody>
      </p:sp>
      <p:sp>
        <p:nvSpPr>
          <p:cNvPr id="3" name="Rectangle 20">
            <a:extLst>
              <a:ext uri="{FF2B5EF4-FFF2-40B4-BE49-F238E27FC236}">
                <a16:creationId xmlns:a16="http://schemas.microsoft.com/office/drawing/2014/main" id="{A2B8EC3A-BED9-B48F-C408-0EE00B882518}"/>
              </a:ext>
            </a:extLst>
          </p:cNvPr>
          <p:cNvSpPr/>
          <p:nvPr>
            <p:custDataLst>
              <p:tags r:id="rId2"/>
            </p:custDataLst>
          </p:nvPr>
        </p:nvSpPr>
        <p:spPr bwMode="ltGray">
          <a:xfrm>
            <a:off x="9587673" y="6480064"/>
            <a:ext cx="2328835" cy="205121"/>
          </a:xfrm>
          <a:prstGeom prst="rect">
            <a:avLst/>
          </a:prstGeom>
          <a:noFill/>
          <a:ln w="9525">
            <a:noFill/>
            <a:miter lim="800000"/>
            <a:headEnd/>
            <a:tailEnd/>
          </a:ln>
          <a:effectLst/>
        </p:spPr>
        <p:txBody>
          <a:bodyPr wrap="square" lIns="0" tIns="0" rIns="0" bIns="0" anchor="b">
            <a:spAutoFit/>
          </a:bodyPr>
          <a:lstStyle/>
          <a:p>
            <a:pPr algn="r" defTabSz="857208">
              <a:spcBef>
                <a:spcPct val="0"/>
              </a:spcBef>
              <a:buClrTx/>
              <a:buSzTx/>
              <a:buFontTx/>
              <a:buNone/>
              <a:defRPr/>
            </a:pPr>
            <a:r>
              <a:rPr lang="en-US" sz="1333" dirty="0">
                <a:solidFill>
                  <a:schemeClr val="bg1"/>
                </a:solidFill>
              </a:rPr>
              <a:t>© Horváth</a:t>
            </a:r>
          </a:p>
        </p:txBody>
      </p:sp>
      <p:pic>
        <p:nvPicPr>
          <p:cNvPr id="4" name="Grafik 15">
            <a:extLst>
              <a:ext uri="{FF2B5EF4-FFF2-40B4-BE49-F238E27FC236}">
                <a16:creationId xmlns:a16="http://schemas.microsoft.com/office/drawing/2014/main" id="{7C12AAA4-9A73-A0B5-C373-9F387D902F21}"/>
              </a:ext>
            </a:extLst>
          </p:cNvPr>
          <p:cNvPicPr/>
          <p:nvPr/>
        </p:nvPicPr>
        <p:blipFill>
          <a:blip r:embed="rId7">
            <a:extLst>
              <a:ext uri="{96DAC541-7B7A-43D3-8B79-37D633B846F1}">
                <asvg:svgBlip xmlns:asvg="http://schemas.microsoft.com/office/drawing/2016/SVG/main" r:embed="rId8"/>
              </a:ext>
            </a:extLst>
          </a:blip>
          <a:stretch>
            <a:fillRect/>
          </a:stretch>
        </p:blipFill>
        <p:spPr bwMode="gray">
          <a:xfrm>
            <a:off x="11617326" y="157491"/>
            <a:ext cx="289023" cy="260120"/>
          </a:xfrm>
          <a:prstGeom prst="rect">
            <a:avLst/>
          </a:prstGeom>
        </p:spPr>
      </p:pic>
      <p:sp>
        <p:nvSpPr>
          <p:cNvPr id="5" name="Rectangle 45">
            <a:extLst>
              <a:ext uri="{FF2B5EF4-FFF2-40B4-BE49-F238E27FC236}">
                <a16:creationId xmlns:a16="http://schemas.microsoft.com/office/drawing/2014/main" id="{16B0C263-9294-0F4A-EF11-779A877B31A7}"/>
              </a:ext>
            </a:extLst>
          </p:cNvPr>
          <p:cNvSpPr>
            <a:spLocks noGrp="1" noChangeArrowheads="1"/>
          </p:cNvSpPr>
          <p:nvPr>
            <p:ph type="sldNum" sz="quarter" idx="4"/>
            <p:custDataLst>
              <p:tags r:id="rId3"/>
            </p:custDataLst>
          </p:nvPr>
        </p:nvSpPr>
        <p:spPr bwMode="auto">
          <a:xfrm>
            <a:off x="283200" y="6480063"/>
            <a:ext cx="335220" cy="205121"/>
          </a:xfrm>
          <a:prstGeom prst="rect">
            <a:avLst/>
          </a:prstGeom>
          <a:noFill/>
          <a:ln w="9525">
            <a:noFill/>
            <a:miter lim="800000"/>
            <a:headEnd/>
            <a:tailEnd/>
          </a:ln>
          <a:effectLst/>
        </p:spPr>
        <p:txBody>
          <a:bodyPr vert="horz" wrap="none" lIns="0" tIns="0" rIns="0" bIns="0" numCol="1" anchor="b" anchorCtr="0" compatLnSpc="1">
            <a:prstTxWarp prst="textNoShape">
              <a:avLst/>
            </a:prstTxWarp>
            <a:spAutoFit/>
          </a:bodyPr>
          <a:lstStyle>
            <a:lvl1pPr>
              <a:spcBef>
                <a:spcPct val="0"/>
              </a:spcBef>
              <a:buClrTx/>
              <a:buSzTx/>
              <a:buFontTx/>
              <a:buNone/>
              <a:defRPr sz="1333" b="0">
                <a:solidFill>
                  <a:schemeClr val="bg1"/>
                </a:solidFill>
              </a:defRPr>
            </a:lvl1pPr>
          </a:lstStyle>
          <a:p>
            <a:fld id="{B8B94130-3BBE-45CA-9999-1A0D48956379}" type="slidenum">
              <a:rPr lang="de-DE" smtClean="0"/>
              <a:t>‹Nr.›</a:t>
            </a:fld>
            <a:endParaRPr lang="de-DE"/>
          </a:p>
        </p:txBody>
      </p:sp>
    </p:spTree>
    <p:extLst>
      <p:ext uri="{BB962C8B-B14F-4D97-AF65-F5344CB8AC3E}">
        <p14:creationId xmlns:p14="http://schemas.microsoft.com/office/powerpoint/2010/main" val="1200042069"/>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losing Logo">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77CF799-5537-40A4-AC1B-531B306DB06E}"/>
              </a:ext>
            </a:extLst>
          </p:cNvPr>
          <p:cNvPicPr>
            <a:picLocks noGrp="1" noRot="1" noChangeAspect="1" noMove="1" noResize="1" noEditPoints="1" noAdjustHandles="1" noChangeArrowheads="1" noChangeShapeType="1" noCrop="1"/>
          </p:cNvPicPr>
          <p:nvPr/>
        </p:nvPicPr>
        <p:blipFill>
          <a:blip r:embed="rId2" cstate="print">
            <a:extLst>
              <a:ext uri="{28A0092B-C50C-407E-A947-70E740481C1C}">
                <a14:useLocalDpi xmlns:a14="http://schemas.microsoft.com/office/drawing/2010/main" val="0"/>
              </a:ext>
            </a:extLst>
          </a:blip>
          <a:stretch>
            <a:fillRect/>
          </a:stretch>
        </p:blipFill>
        <p:spPr>
          <a:xfrm>
            <a:off x="4126873" y="2974397"/>
            <a:ext cx="3938257" cy="945600"/>
          </a:xfrm>
          <a:prstGeom prst="rect">
            <a:avLst/>
          </a:prstGeom>
        </p:spPr>
      </p:pic>
      <p:sp>
        <p:nvSpPr>
          <p:cNvPr id="2" name="Cover Copyright">
            <a:extLst>
              <a:ext uri="{FF2B5EF4-FFF2-40B4-BE49-F238E27FC236}">
                <a16:creationId xmlns:a16="http://schemas.microsoft.com/office/drawing/2014/main" id="{7C7FFC55-4B22-4C07-2240-1ACC54FF4659}"/>
              </a:ext>
            </a:extLst>
          </p:cNvPr>
          <p:cNvSpPr>
            <a:spLocks noGrp="1" noRot="1" noMove="1" noResize="1" noEditPoints="1" noAdjustHandles="1" noChangeArrowheads="1" noChangeShapeType="1"/>
          </p:cNvSpPr>
          <p:nvPr/>
        </p:nvSpPr>
        <p:spPr bwMode="gray">
          <a:xfrm>
            <a:off x="11009746" y="1"/>
            <a:ext cx="1182255" cy="6858000"/>
          </a:xfrm>
          <a:prstGeom prst="rect">
            <a:avLst/>
          </a:prstGeom>
          <a:solidFill>
            <a:schemeClr val="bg1"/>
          </a:solidFill>
          <a:ln w="9525" cap="flat" cmpd="sng" algn="ctr">
            <a:noFill/>
            <a:prstDash val="solid"/>
            <a:round/>
            <a:headEnd type="none" w="med" len="med"/>
            <a:tailEnd type="none" w="med" len="med"/>
          </a:ln>
          <a:effectLst/>
        </p:spPr>
        <p:txBody>
          <a:bodyPr vert="horz" wrap="square" lIns="96000" tIns="96000" rIns="96000" bIns="96000" numCol="1" rtlCol="0" anchor="t" anchorCtr="0" compatLnSpc="1">
            <a:prstTxWarp prst="textNoShape">
              <a:avLst/>
            </a:prstTxWarp>
          </a:bodyPr>
          <a:lstStyle/>
          <a:p>
            <a:pPr marL="2117" algn="l" defTabSz="1142971" fontAlgn="base">
              <a:spcBef>
                <a:spcPct val="40000"/>
              </a:spcBef>
              <a:spcAft>
                <a:spcPct val="0"/>
              </a:spcAft>
              <a:buClr>
                <a:schemeClr val="accent1"/>
              </a:buClr>
              <a:buSzPct val="70000"/>
            </a:pPr>
            <a:endParaRPr lang="en-US" sz="1867" dirty="0"/>
          </a:p>
        </p:txBody>
      </p:sp>
      <p:sp>
        <p:nvSpPr>
          <p:cNvPr id="3" name="Cover Copyright">
            <a:extLst>
              <a:ext uri="{FF2B5EF4-FFF2-40B4-BE49-F238E27FC236}">
                <a16:creationId xmlns:a16="http://schemas.microsoft.com/office/drawing/2014/main" id="{D3DC1099-39D5-6C38-3C3E-7D1BA46C4306}"/>
              </a:ext>
            </a:extLst>
          </p:cNvPr>
          <p:cNvSpPr/>
          <p:nvPr/>
        </p:nvSpPr>
        <p:spPr bwMode="gray">
          <a:xfrm>
            <a:off x="5504873" y="6509353"/>
            <a:ext cx="1182255" cy="271828"/>
          </a:xfrm>
          <a:prstGeom prst="rect">
            <a:avLst/>
          </a:prstGeom>
          <a:solidFill>
            <a:schemeClr val="bg1"/>
          </a:solidFill>
          <a:ln w="9525" cap="flat" cmpd="sng" algn="ctr">
            <a:noFill/>
            <a:prstDash val="solid"/>
            <a:round/>
            <a:headEnd type="none" w="med" len="med"/>
            <a:tailEnd type="none" w="med" len="med"/>
          </a:ln>
          <a:effectLst/>
        </p:spPr>
        <p:txBody>
          <a:bodyPr vert="horz" wrap="square" lIns="96000" tIns="96000" rIns="96000" bIns="96000" numCol="1" rtlCol="0" anchor="t" anchorCtr="0" compatLnSpc="1">
            <a:prstTxWarp prst="textNoShape">
              <a:avLst/>
            </a:prstTxWarp>
          </a:bodyPr>
          <a:lstStyle/>
          <a:p>
            <a:pPr marL="2117" algn="l" defTabSz="1142971" fontAlgn="base">
              <a:spcBef>
                <a:spcPct val="40000"/>
              </a:spcBef>
              <a:spcAft>
                <a:spcPct val="0"/>
              </a:spcAft>
              <a:buClr>
                <a:schemeClr val="accent1"/>
              </a:buClr>
              <a:buSzPct val="70000"/>
            </a:pPr>
            <a:endParaRPr lang="en-US" sz="1867" dirty="0"/>
          </a:p>
        </p:txBody>
      </p:sp>
      <p:sp>
        <p:nvSpPr>
          <p:cNvPr id="5" name="MIO_AGENDA_LAST_SLIDE" hidden="1">
            <a:extLst>
              <a:ext uri="{FF2B5EF4-FFF2-40B4-BE49-F238E27FC236}">
                <a16:creationId xmlns:a16="http://schemas.microsoft.com/office/drawing/2014/main" id="{36CF4637-D381-551A-1BCB-A0D8933F0491}"/>
              </a:ext>
            </a:extLst>
          </p:cNvPr>
          <p:cNvSpPr/>
          <p:nvPr/>
        </p:nvSpPr>
        <p:spPr bwMode="auto">
          <a:xfrm>
            <a:off x="0" y="0"/>
            <a:ext cx="0" cy="0"/>
          </a:xfrm>
          <a:prstGeom prst="rect">
            <a:avLst/>
          </a:prstGeom>
          <a:noFill/>
          <a:ln w="9525" cap="flat" cmpd="sng" algn="ctr">
            <a:noFill/>
            <a:prstDash val="solid"/>
            <a:miter lim="800000"/>
            <a:headEnd type="none" w="med" len="med"/>
            <a:tailEnd type="none" w="med" len="med"/>
          </a:ln>
          <a:effectLst/>
        </p:spPr>
        <p:txBody>
          <a:bodyPr vert="horz" wrap="square" lIns="192000" tIns="192000" rIns="192000" bIns="192000" numCol="1" rtlCol="0" anchor="t" anchorCtr="0" compatLnSpc="1">
            <a:prstTxWarp prst="textNoShape">
              <a:avLst/>
            </a:prstTxWarp>
          </a:bodyPr>
          <a:lstStyle/>
          <a:p>
            <a:pPr marL="2117" algn="l" defTabSz="1142971" fontAlgn="base">
              <a:spcBef>
                <a:spcPct val="40000"/>
              </a:spcBef>
              <a:spcAft>
                <a:spcPct val="0"/>
              </a:spcAft>
              <a:buClr>
                <a:schemeClr val="accent1"/>
              </a:buClr>
              <a:buSzPct val="70000"/>
            </a:pPr>
            <a:endParaRPr lang="en-US" sz="1600" dirty="0" err="1"/>
          </a:p>
        </p:txBody>
      </p:sp>
    </p:spTree>
    <p:extLst>
      <p:ext uri="{BB962C8B-B14F-4D97-AF65-F5344CB8AC3E}">
        <p14:creationId xmlns:p14="http://schemas.microsoft.com/office/powerpoint/2010/main" val="892531557"/>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losing Logo Gradient">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DF2AFC59-8A8D-0A9E-1839-7A1A27FFB9A1}"/>
              </a:ext>
            </a:extLst>
          </p:cNvPr>
          <p:cNvGraphicFramePr>
            <a:graphicFrameLocks noChangeAspect="1"/>
          </p:cNvGraphicFramePr>
          <p:nvPr>
            <p:custDataLst>
              <p:tags r:id="rId1"/>
            </p:custDataLst>
            <p:extLst>
              <p:ext uri="{D42A27DB-BD31-4B8C-83A1-F6EECF244321}">
                <p14:modId xmlns:p14="http://schemas.microsoft.com/office/powerpoint/2010/main" val="2415553875"/>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5" name="think-cell data - do not delete" hidden="1">
                        <a:extLst>
                          <a:ext uri="{FF2B5EF4-FFF2-40B4-BE49-F238E27FC236}">
                            <a16:creationId xmlns:a16="http://schemas.microsoft.com/office/drawing/2014/main" id="{DF2AFC59-8A8D-0A9E-1839-7A1A27FFB9A1}"/>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pic>
        <p:nvPicPr>
          <p:cNvPr id="2" name="Picture 1">
            <a:extLst>
              <a:ext uri="{FF2B5EF4-FFF2-40B4-BE49-F238E27FC236}">
                <a16:creationId xmlns:a16="http://schemas.microsoft.com/office/drawing/2014/main" id="{CC8D7C10-ADFB-9874-A555-B917B659324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 y="0"/>
            <a:ext cx="12204697" cy="6858000"/>
          </a:xfrm>
          <a:prstGeom prst="rect">
            <a:avLst/>
          </a:prstGeom>
        </p:spPr>
      </p:pic>
      <p:pic>
        <p:nvPicPr>
          <p:cNvPr id="6" name="Picture 5">
            <a:extLst>
              <a:ext uri="{FF2B5EF4-FFF2-40B4-BE49-F238E27FC236}">
                <a16:creationId xmlns:a16="http://schemas.microsoft.com/office/drawing/2014/main" id="{4D6DDCA4-3B92-A8CD-1972-41F82A102BDF}"/>
              </a:ext>
            </a:extLst>
          </p:cNvPr>
          <p:cNvPicPr>
            <a:picLocks noGrp="1" noRot="1" noChangeAspect="1" noMove="1" noResize="1" noEditPoints="1" noAdjustHandles="1" noChangeArrowheads="1" noChangeShapeType="1" noCrop="1"/>
          </p:cNvPicPr>
          <p:nvPr/>
        </p:nvPicPr>
        <p:blipFill>
          <a:blip r:embed="rId7" cstate="print">
            <a:extLst>
              <a:ext uri="{28A0092B-C50C-407E-A947-70E740481C1C}">
                <a14:useLocalDpi xmlns:a14="http://schemas.microsoft.com/office/drawing/2010/main" val="0"/>
              </a:ext>
            </a:extLst>
          </a:blip>
          <a:stretch>
            <a:fillRect/>
          </a:stretch>
        </p:blipFill>
        <p:spPr>
          <a:xfrm>
            <a:off x="4126873" y="2974397"/>
            <a:ext cx="3938257" cy="945600"/>
          </a:xfrm>
          <a:prstGeom prst="rect">
            <a:avLst/>
          </a:prstGeom>
        </p:spPr>
      </p:pic>
      <p:sp>
        <p:nvSpPr>
          <p:cNvPr id="4" name="MIO_AGENDA_LAST_SLIDE" hidden="1">
            <a:extLst>
              <a:ext uri="{FF2B5EF4-FFF2-40B4-BE49-F238E27FC236}">
                <a16:creationId xmlns:a16="http://schemas.microsoft.com/office/drawing/2014/main" id="{AEADCA0A-932C-AF6F-5DCD-353A29D34FD5}"/>
              </a:ext>
            </a:extLst>
          </p:cNvPr>
          <p:cNvSpPr/>
          <p:nvPr/>
        </p:nvSpPr>
        <p:spPr bwMode="auto">
          <a:xfrm>
            <a:off x="0" y="0"/>
            <a:ext cx="0" cy="0"/>
          </a:xfrm>
          <a:prstGeom prst="rect">
            <a:avLst/>
          </a:prstGeom>
          <a:noFill/>
          <a:ln w="9525" cap="flat" cmpd="sng" algn="ctr">
            <a:noFill/>
            <a:prstDash val="solid"/>
            <a:miter lim="800000"/>
            <a:headEnd type="none" w="med" len="med"/>
            <a:tailEnd type="none" w="med" len="med"/>
          </a:ln>
          <a:effectLst/>
        </p:spPr>
        <p:txBody>
          <a:bodyPr vert="horz" wrap="square" lIns="192000" tIns="192000" rIns="192000" bIns="192000" numCol="1" rtlCol="0" anchor="t" anchorCtr="0" compatLnSpc="1">
            <a:prstTxWarp prst="textNoShape">
              <a:avLst/>
            </a:prstTxWarp>
          </a:bodyPr>
          <a:lstStyle/>
          <a:p>
            <a:pPr marL="2117" algn="l" defTabSz="1142971" fontAlgn="base">
              <a:spcBef>
                <a:spcPct val="40000"/>
              </a:spcBef>
              <a:spcAft>
                <a:spcPct val="0"/>
              </a:spcAft>
              <a:buClr>
                <a:schemeClr val="accent1"/>
              </a:buClr>
              <a:buSzPct val="70000"/>
            </a:pPr>
            <a:endParaRPr lang="en-US" sz="1600" dirty="0" err="1"/>
          </a:p>
        </p:txBody>
      </p:sp>
      <p:sp>
        <p:nvSpPr>
          <p:cNvPr id="3" name="MIO_Placeholder_Mapping" hidden="1">
            <a:extLst>
              <a:ext uri="{FF2B5EF4-FFF2-40B4-BE49-F238E27FC236}">
                <a16:creationId xmlns:a16="http://schemas.microsoft.com/office/drawing/2014/main" id="{431B5EDC-7332-CFFD-AB6F-90C91D194505}"/>
              </a:ext>
            </a:extLst>
          </p:cNvPr>
          <p:cNvSpPr/>
          <p:nvPr>
            <p:custDataLst>
              <p:tags r:id="rId2"/>
            </p:custDataLst>
          </p:nvPr>
        </p:nvSpPr>
        <p:spPr bwMode="auto">
          <a:xfrm>
            <a:off x="0" y="0"/>
            <a:ext cx="0" cy="0"/>
          </a:xfrm>
          <a:prstGeom prst="rect">
            <a:avLst/>
          </a:prstGeom>
          <a:solidFill>
            <a:schemeClr val="bg1"/>
          </a:solidFill>
          <a:ln w="9525" cap="flat" cmpd="sng" algn="ctr">
            <a:solidFill>
              <a:schemeClr val="accent3"/>
            </a:solidFill>
            <a:prstDash val="solid"/>
            <a:miter lim="800000"/>
            <a:headEnd type="none" w="med" len="med"/>
            <a:tailEnd type="none" w="med" len="med"/>
          </a:ln>
          <a:effectLst/>
        </p:spPr>
        <p:txBody>
          <a:bodyPr vert="horz" wrap="square" lIns="192000" tIns="192000" rIns="192000" bIns="192000" numCol="1" rtlCol="0" anchor="t" anchorCtr="0" compatLnSpc="1">
            <a:prstTxWarp prst="textNoShape">
              <a:avLst/>
            </a:prstTxWarp>
          </a:bodyPr>
          <a:lstStyle/>
          <a:p>
            <a:pPr marL="2117" algn="l" defTabSz="1142971" fontAlgn="base">
              <a:spcBef>
                <a:spcPct val="40000"/>
              </a:spcBef>
              <a:spcAft>
                <a:spcPct val="0"/>
              </a:spcAft>
              <a:buClr>
                <a:schemeClr val="accent1"/>
              </a:buClr>
              <a:buSzPct val="70000"/>
            </a:pPr>
            <a:endParaRPr lang="de-DE" sz="1600" dirty="0" err="1"/>
          </a:p>
        </p:txBody>
      </p:sp>
    </p:spTree>
    <p:extLst>
      <p:ext uri="{BB962C8B-B14F-4D97-AF65-F5344CB8AC3E}">
        <p14:creationId xmlns:p14="http://schemas.microsoft.com/office/powerpoint/2010/main" val="1915289316"/>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losing Logo Dark blue">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DF2AFC59-8A8D-0A9E-1839-7A1A27FFB9A1}"/>
              </a:ext>
            </a:extLst>
          </p:cNvPr>
          <p:cNvGraphicFramePr>
            <a:graphicFrameLocks noChangeAspect="1"/>
          </p:cNvGraphicFramePr>
          <p:nvPr>
            <p:custDataLst>
              <p:tags r:id="rId1"/>
            </p:custDataLst>
            <p:extLst>
              <p:ext uri="{D42A27DB-BD31-4B8C-83A1-F6EECF244321}">
                <p14:modId xmlns:p14="http://schemas.microsoft.com/office/powerpoint/2010/main" val="1445749159"/>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5" name="think-cell data - do not delete" hidden="1">
                        <a:extLst>
                          <a:ext uri="{FF2B5EF4-FFF2-40B4-BE49-F238E27FC236}">
                            <a16:creationId xmlns:a16="http://schemas.microsoft.com/office/drawing/2014/main" id="{DF2AFC59-8A8D-0A9E-1839-7A1A27FFB9A1}"/>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3" name="Rechteck 1">
            <a:extLst>
              <a:ext uri="{FF2B5EF4-FFF2-40B4-BE49-F238E27FC236}">
                <a16:creationId xmlns:a16="http://schemas.microsoft.com/office/drawing/2014/main" id="{F5F38C3C-FE5B-0CF3-8E64-C4F7DC0D03B0}"/>
              </a:ext>
            </a:extLst>
          </p:cNvPr>
          <p:cNvSpPr>
            <a:spLocks/>
          </p:cNvSpPr>
          <p:nvPr/>
        </p:nvSpPr>
        <p:spPr bwMode="gray">
          <a:xfrm>
            <a:off x="0" y="0"/>
            <a:ext cx="12192000" cy="6858000"/>
          </a:xfrm>
          <a:prstGeom prst="rect">
            <a:avLst/>
          </a:prstGeom>
          <a:solidFill>
            <a:schemeClr val="accent6"/>
          </a:solidFill>
          <a:ln w="9525" cap="flat" cmpd="sng" algn="ctr">
            <a:solidFill>
              <a:schemeClr val="accent6"/>
            </a:solidFill>
            <a:prstDash val="solid"/>
            <a:miter lim="800000"/>
            <a:headEnd type="none" w="med" len="med"/>
            <a:tailEnd type="none" w="med" len="med"/>
          </a:ln>
          <a:effectLst/>
        </p:spPr>
        <p:txBody>
          <a:bodyPr vert="horz" wrap="square" lIns="72000" tIns="72000" rIns="72000" bIns="72000" numCol="1" rtlCol="0" anchor="ctr" anchorCtr="0" compatLnSpc="1">
            <a:prstTxWarp prst="textNoShape">
              <a:avLst/>
            </a:prstTxWarp>
          </a:bodyPr>
          <a:lstStyle/>
          <a:p>
            <a:pPr marL="0" marR="0" indent="0" algn="l" defTabSz="914354" rtl="0" eaLnBrk="0" fontAlgn="base" latinLnBrk="0" hangingPunct="0">
              <a:lnSpc>
                <a:spcPct val="100000"/>
              </a:lnSpc>
              <a:spcBef>
                <a:spcPct val="50000"/>
              </a:spcBef>
              <a:spcAft>
                <a:spcPct val="0"/>
              </a:spcAft>
              <a:buClr>
                <a:schemeClr val="accent1"/>
              </a:buClr>
              <a:buSzPct val="80000"/>
              <a:buFont typeface="Wingdings" pitchFamily="2" charset="2"/>
              <a:buNone/>
              <a:tabLst/>
            </a:pPr>
            <a:endParaRPr kumimoji="0" 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sym typeface="Arial" panose="020B0604020202020204" pitchFamily="34" charset="0"/>
            </a:endParaRPr>
          </a:p>
        </p:txBody>
      </p:sp>
      <p:pic>
        <p:nvPicPr>
          <p:cNvPr id="6" name="Picture 5">
            <a:extLst>
              <a:ext uri="{FF2B5EF4-FFF2-40B4-BE49-F238E27FC236}">
                <a16:creationId xmlns:a16="http://schemas.microsoft.com/office/drawing/2014/main" id="{4D6DDCA4-3B92-A8CD-1972-41F82A102BDF}"/>
              </a:ext>
            </a:extLst>
          </p:cNvPr>
          <p:cNvPicPr>
            <a:picLocks noGrp="1" noRot="1" noChangeAspect="1" noMove="1" noResize="1" noEditPoints="1" noAdjustHandles="1" noChangeArrowheads="1" noChangeShapeType="1" noCrop="1"/>
          </p:cNvPicPr>
          <p:nvPr/>
        </p:nvPicPr>
        <p:blipFill>
          <a:blip r:embed="rId5" cstate="print">
            <a:extLst>
              <a:ext uri="{28A0092B-C50C-407E-A947-70E740481C1C}">
                <a14:useLocalDpi xmlns:a14="http://schemas.microsoft.com/office/drawing/2010/main" val="0"/>
              </a:ext>
            </a:extLst>
          </a:blip>
          <a:stretch>
            <a:fillRect/>
          </a:stretch>
        </p:blipFill>
        <p:spPr>
          <a:xfrm>
            <a:off x="4126873" y="2974397"/>
            <a:ext cx="3938257" cy="945600"/>
          </a:xfrm>
          <a:prstGeom prst="rect">
            <a:avLst/>
          </a:prstGeom>
        </p:spPr>
      </p:pic>
      <p:sp>
        <p:nvSpPr>
          <p:cNvPr id="2" name="MIO_AGENDA_LAST_SLIDE" hidden="1">
            <a:extLst>
              <a:ext uri="{FF2B5EF4-FFF2-40B4-BE49-F238E27FC236}">
                <a16:creationId xmlns:a16="http://schemas.microsoft.com/office/drawing/2014/main" id="{B904FAB5-2F57-DC18-D6B0-6674D0905180}"/>
              </a:ext>
            </a:extLst>
          </p:cNvPr>
          <p:cNvSpPr/>
          <p:nvPr/>
        </p:nvSpPr>
        <p:spPr bwMode="auto">
          <a:xfrm>
            <a:off x="0" y="0"/>
            <a:ext cx="0" cy="0"/>
          </a:xfrm>
          <a:prstGeom prst="rect">
            <a:avLst/>
          </a:prstGeom>
          <a:noFill/>
          <a:ln w="9525" cap="flat" cmpd="sng" algn="ctr">
            <a:noFill/>
            <a:prstDash val="solid"/>
            <a:miter lim="800000"/>
            <a:headEnd type="none" w="med" len="med"/>
            <a:tailEnd type="none" w="med" len="med"/>
          </a:ln>
          <a:effectLst/>
        </p:spPr>
        <p:txBody>
          <a:bodyPr vert="horz" wrap="square" lIns="192000" tIns="192000" rIns="192000" bIns="192000" numCol="1" rtlCol="0" anchor="t" anchorCtr="0" compatLnSpc="1">
            <a:prstTxWarp prst="textNoShape">
              <a:avLst/>
            </a:prstTxWarp>
          </a:bodyPr>
          <a:lstStyle/>
          <a:p>
            <a:pPr marL="2117" algn="l" defTabSz="1142971" fontAlgn="base">
              <a:spcBef>
                <a:spcPct val="40000"/>
              </a:spcBef>
              <a:spcAft>
                <a:spcPct val="0"/>
              </a:spcAft>
              <a:buClr>
                <a:schemeClr val="accent1"/>
              </a:buClr>
              <a:buSzPct val="70000"/>
            </a:pPr>
            <a:endParaRPr lang="en-US" sz="1600" dirty="0" err="1"/>
          </a:p>
        </p:txBody>
      </p:sp>
    </p:spTree>
    <p:extLst>
      <p:ext uri="{BB962C8B-B14F-4D97-AF65-F5344CB8AC3E}">
        <p14:creationId xmlns:p14="http://schemas.microsoft.com/office/powerpoint/2010/main" val="2415943037"/>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6F47316-8879-5F75-1285-C43F98D66F6F}"/>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15868AE1-2351-123D-4413-C4E64CAD74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3D4C635A-475B-0216-9386-32C88BA0F0EA}"/>
              </a:ext>
            </a:extLst>
          </p:cNvPr>
          <p:cNvSpPr>
            <a:spLocks noGrp="1"/>
          </p:cNvSpPr>
          <p:nvPr>
            <p:ph type="dt" sz="half" idx="10"/>
          </p:nvPr>
        </p:nvSpPr>
        <p:spPr/>
        <p:txBody>
          <a:bodyPr/>
          <a:lstStyle/>
          <a:p>
            <a:fld id="{4E1B6C63-DA49-4F5E-A567-FE68EAB7D749}" type="datetimeFigureOut">
              <a:rPr lang="de-DE" smtClean="0"/>
              <a:t>25.11.2025</a:t>
            </a:fld>
            <a:endParaRPr lang="de-DE"/>
          </a:p>
        </p:txBody>
      </p:sp>
      <p:sp>
        <p:nvSpPr>
          <p:cNvPr id="5" name="Fußzeilenplatzhalter 4">
            <a:extLst>
              <a:ext uri="{FF2B5EF4-FFF2-40B4-BE49-F238E27FC236}">
                <a16:creationId xmlns:a16="http://schemas.microsoft.com/office/drawing/2014/main" id="{C65FF14D-95A5-CB51-960B-42C720E94C06}"/>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725B989A-C9AE-6447-87D3-0C582820DBF8}"/>
              </a:ext>
            </a:extLst>
          </p:cNvPr>
          <p:cNvSpPr>
            <a:spLocks noGrp="1"/>
          </p:cNvSpPr>
          <p:nvPr>
            <p:ph type="sldNum" sz="quarter" idx="12"/>
          </p:nvPr>
        </p:nvSpPr>
        <p:spPr/>
        <p:txBody>
          <a:bodyPr/>
          <a:lstStyle/>
          <a:p>
            <a:fld id="{B8B94130-3BBE-45CA-9999-1A0D48956379}" type="slidenum">
              <a:rPr lang="de-DE" smtClean="0"/>
              <a:t>‹Nr.›</a:t>
            </a:fld>
            <a:endParaRPr lang="de-DE"/>
          </a:p>
        </p:txBody>
      </p:sp>
    </p:spTree>
    <p:extLst>
      <p:ext uri="{BB962C8B-B14F-4D97-AF65-F5344CB8AC3E}">
        <p14:creationId xmlns:p14="http://schemas.microsoft.com/office/powerpoint/2010/main" val="218357447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cSld name="1_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35F4B1E-6B03-06DE-4E9E-2A5706FF5514}"/>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FBE4D38D-D16A-D571-7125-85191F108979}"/>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8DAF523B-3EDB-C9CC-630E-C5D3F5E293EA}"/>
              </a:ext>
            </a:extLst>
          </p:cNvPr>
          <p:cNvSpPr>
            <a:spLocks noGrp="1"/>
          </p:cNvSpPr>
          <p:nvPr>
            <p:ph type="dt" sz="half" idx="10"/>
          </p:nvPr>
        </p:nvSpPr>
        <p:spPr/>
        <p:txBody>
          <a:bodyPr/>
          <a:lstStyle/>
          <a:p>
            <a:fld id="{4E1B6C63-DA49-4F5E-A567-FE68EAB7D749}" type="datetimeFigureOut">
              <a:rPr lang="de-DE" smtClean="0"/>
              <a:t>25.11.2025</a:t>
            </a:fld>
            <a:endParaRPr lang="de-DE"/>
          </a:p>
        </p:txBody>
      </p:sp>
      <p:sp>
        <p:nvSpPr>
          <p:cNvPr id="5" name="Fußzeilenplatzhalter 4">
            <a:extLst>
              <a:ext uri="{FF2B5EF4-FFF2-40B4-BE49-F238E27FC236}">
                <a16:creationId xmlns:a16="http://schemas.microsoft.com/office/drawing/2014/main" id="{E385AC6D-7902-DE63-F2C9-BF02F83B295C}"/>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A506B0B4-CBDD-E88B-7865-A822D84A9DA0}"/>
              </a:ext>
            </a:extLst>
          </p:cNvPr>
          <p:cNvSpPr>
            <a:spLocks noGrp="1"/>
          </p:cNvSpPr>
          <p:nvPr>
            <p:ph type="sldNum" sz="quarter" idx="12"/>
          </p:nvPr>
        </p:nvSpPr>
        <p:spPr/>
        <p:txBody>
          <a:bodyPr/>
          <a:lstStyle/>
          <a:p>
            <a:fld id="{B8B94130-3BBE-45CA-9999-1A0D48956379}" type="slidenum">
              <a:rPr lang="de-DE" smtClean="0"/>
              <a:t>‹Nr.›</a:t>
            </a:fld>
            <a:endParaRPr lang="de-DE"/>
          </a:p>
        </p:txBody>
      </p:sp>
    </p:spTree>
    <p:extLst>
      <p:ext uri="{BB962C8B-B14F-4D97-AF65-F5344CB8AC3E}">
        <p14:creationId xmlns:p14="http://schemas.microsoft.com/office/powerpoint/2010/main" val="224154754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47" Type="http://schemas.openxmlformats.org/officeDocument/2006/relationships/tags" Target="../tags/tag5.xml"/><Relationship Id="rId50" Type="http://schemas.openxmlformats.org/officeDocument/2006/relationships/tags" Target="../tags/tag8.xml"/><Relationship Id="rId55" Type="http://schemas.openxmlformats.org/officeDocument/2006/relationships/image" Target="../media/image3.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ags" Target="../tags/tag3.xml"/><Relationship Id="rId53" Type="http://schemas.openxmlformats.org/officeDocument/2006/relationships/image" Target="../media/image1.emf"/><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ags" Target="../tags/tag2.xml"/><Relationship Id="rId52"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ags" Target="../tags/tag1.xml"/><Relationship Id="rId48" Type="http://schemas.openxmlformats.org/officeDocument/2006/relationships/tags" Target="../tags/tag6.xml"/><Relationship Id="rId8" Type="http://schemas.openxmlformats.org/officeDocument/2006/relationships/slideLayout" Target="../slideLayouts/slideLayout8.xml"/><Relationship Id="rId51" Type="http://schemas.openxmlformats.org/officeDocument/2006/relationships/tags" Target="../tags/tag9.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ags" Target="../tags/tag4.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p:custDataLst>
              <p:tags r:id="rId43"/>
            </p:custDataLst>
            <p:extLst>
              <p:ext uri="{D42A27DB-BD31-4B8C-83A1-F6EECF244321}">
                <p14:modId xmlns:p14="http://schemas.microsoft.com/office/powerpoint/2010/main" val="1420308048"/>
              </p:ext>
            </p:extLst>
          </p:nvPr>
        </p:nvGraphicFramePr>
        <p:xfrm>
          <a:off x="1589" y="1589"/>
          <a:ext cx="1587" cy="1587"/>
        </p:xfrm>
        <a:graphic>
          <a:graphicData uri="http://schemas.openxmlformats.org/presentationml/2006/ole">
            <mc:AlternateContent xmlns:mc="http://schemas.openxmlformats.org/markup-compatibility/2006">
              <mc:Choice xmlns:v="urn:schemas-microsoft-com:vml" Requires="v">
                <p:oleObj name="think-cell Slide" r:id="rId52" imgW="270" imgH="270" progId="TCLayout.ActiveDocument.1">
                  <p:embed/>
                </p:oleObj>
              </mc:Choice>
              <mc:Fallback>
                <p:oleObj name="think-cell Slide" r:id="rId52" imgW="270" imgH="270" progId="TCLayout.ActiveDocument.1">
                  <p:embed/>
                  <p:pic>
                    <p:nvPicPr>
                      <p:cNvPr id="2" name="Objekt 1" hidden="1"/>
                      <p:cNvPicPr/>
                      <p:nvPr/>
                    </p:nvPicPr>
                    <p:blipFill>
                      <a:blip r:embed="rId53"/>
                      <a:stretch>
                        <a:fillRect/>
                      </a:stretch>
                    </p:blipFill>
                    <p:spPr>
                      <a:xfrm>
                        <a:off x="1589" y="1589"/>
                        <a:ext cx="1587" cy="1587"/>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1816D496-A803-4585-A1E7-5006D21D2EE2}"/>
              </a:ext>
            </a:extLst>
          </p:cNvPr>
          <p:cNvSpPr/>
          <p:nvPr>
            <p:custDataLst>
              <p:tags r:id="rId44"/>
            </p:custDataLst>
          </p:nvPr>
        </p:nvSpPr>
        <p:spPr bwMode="auto">
          <a:xfrm>
            <a:off x="1" y="1"/>
            <a:ext cx="211667" cy="211667"/>
          </a:xfrm>
          <a:prstGeom prst="rect">
            <a:avLst/>
          </a:prstGeom>
          <a:solidFill>
            <a:schemeClr val="bg1"/>
          </a:solidFill>
          <a:ln w="9525" cap="flat" cmpd="sng" algn="ctr">
            <a:solidFill>
              <a:schemeClr val="accent3"/>
            </a:solidFill>
            <a:prstDash val="solid"/>
            <a:round/>
            <a:headEnd type="none" w="med" len="med"/>
            <a:tailEnd type="none" w="med" len="med"/>
          </a:ln>
          <a:effectLst/>
        </p:spPr>
        <p:txBody>
          <a:bodyPr vert="horz" wrap="none" lIns="0" tIns="0" rIns="0" bIns="0" numCol="1" spcCol="0" rtlCol="0" anchor="ctr" anchorCtr="0" compatLnSpc="1">
            <a:prstTxWarp prst="textNoShape">
              <a:avLst/>
            </a:prstTxWarp>
            <a:noAutofit/>
          </a:bodyPr>
          <a:lstStyle/>
          <a:p>
            <a:pPr marL="0" marR="0" lvl="0" indent="0" algn="l" defTabSz="1219140" rtl="0" eaLnBrk="0" fontAlgn="base" latinLnBrk="0" hangingPunct="0">
              <a:lnSpc>
                <a:spcPct val="100000"/>
              </a:lnSpc>
              <a:spcBef>
                <a:spcPct val="50000"/>
              </a:spcBef>
              <a:spcAft>
                <a:spcPct val="0"/>
              </a:spcAft>
              <a:buClr>
                <a:schemeClr val="accent1"/>
              </a:buClr>
              <a:buSzPct val="80000"/>
              <a:buFont typeface="Wingdings" pitchFamily="2" charset="2"/>
              <a:buNone/>
              <a:tabLst/>
            </a:pPr>
            <a:endParaRPr kumimoji="0" lang="en-US" sz="2667" b="1" i="0" u="none" strike="noStrike" cap="none" normalizeH="0" baseline="0" err="1">
              <a:ln>
                <a:noFill/>
              </a:ln>
              <a:solidFill>
                <a:schemeClr val="tx1"/>
              </a:solidFill>
              <a:effectLst/>
              <a:latin typeface="Arial" panose="020B0604020202020204" pitchFamily="34" charset="0"/>
              <a:ea typeface="+mj-ea"/>
              <a:cs typeface="+mj-cs"/>
              <a:sym typeface="Arial" panose="020B0604020202020204" pitchFamily="34" charset="0"/>
            </a:endParaRPr>
          </a:p>
        </p:txBody>
      </p:sp>
      <p:sp>
        <p:nvSpPr>
          <p:cNvPr id="1026" name="Rectangle 3"/>
          <p:cNvSpPr>
            <a:spLocks noGrp="1" noChangeArrowheads="1"/>
          </p:cNvSpPr>
          <p:nvPr>
            <p:ph type="title"/>
            <p:custDataLst>
              <p:tags r:id="rId45"/>
            </p:custDataLst>
          </p:nvPr>
        </p:nvSpPr>
        <p:spPr bwMode="gray">
          <a:xfrm>
            <a:off x="278399" y="457200"/>
            <a:ext cx="11640000" cy="762000"/>
          </a:xfrm>
          <a:prstGeom prst="rect">
            <a:avLst/>
          </a:prstGeom>
          <a:noFill/>
          <a:ln w="9525">
            <a:noFill/>
            <a:miter lim="800000"/>
            <a:headEnd/>
            <a:tailEnd/>
          </a:ln>
        </p:spPr>
        <p:txBody>
          <a:bodyPr vert="horz" wrap="square" lIns="0" tIns="39688" rIns="0" bIns="39688" numCol="1" anchor="b" anchorCtr="0" compatLnSpc="1">
            <a:prstTxWarp prst="textNoShape">
              <a:avLst/>
            </a:prstTxWarp>
          </a:bodyPr>
          <a:lstStyle/>
          <a:p>
            <a:pPr lvl="0"/>
            <a:r>
              <a:rPr lang="en-US" noProof="0" dirty="0"/>
              <a:t>Presentation title</a:t>
            </a:r>
          </a:p>
        </p:txBody>
      </p:sp>
      <p:sp>
        <p:nvSpPr>
          <p:cNvPr id="1030" name="Rectangle 40"/>
          <p:cNvSpPr>
            <a:spLocks noGrp="1" noChangeArrowheads="1"/>
          </p:cNvSpPr>
          <p:nvPr>
            <p:ph type="body" idx="1"/>
            <p:custDataLst>
              <p:tags r:id="rId46"/>
            </p:custDataLst>
          </p:nvPr>
        </p:nvSpPr>
        <p:spPr bwMode="gray">
          <a:xfrm>
            <a:off x="278399" y="1387477"/>
            <a:ext cx="11639063" cy="4922307"/>
          </a:xfrm>
          <a:prstGeom prst="rect">
            <a:avLst/>
          </a:prstGeom>
          <a:noFill/>
          <a:ln w="9525">
            <a:noFill/>
            <a:miter lim="800000"/>
            <a:headEnd/>
            <a:tailEnd/>
          </a:ln>
        </p:spPr>
        <p:txBody>
          <a:bodyPr lIns="0" tIns="0" rIns="0" bIns="0">
            <a:noAutofit/>
          </a:bodyPr>
          <a:lstStyle/>
          <a:p>
            <a:pPr lvl="0"/>
            <a:r>
              <a:rPr lang="en-US" dirty="0" err="1"/>
              <a:t>Standardtextfeld</a:t>
            </a:r>
            <a:endParaRPr lang="en-US" dirty="0"/>
          </a:p>
          <a:p>
            <a:pPr lvl="1"/>
            <a:r>
              <a:rPr lang="en-US" dirty="0"/>
              <a:t>First level</a:t>
            </a:r>
          </a:p>
          <a:p>
            <a:pPr lvl="2"/>
            <a:r>
              <a:rPr lang="en-US" dirty="0"/>
              <a:t>Second level</a:t>
            </a:r>
          </a:p>
          <a:p>
            <a:pPr lvl="3"/>
            <a:r>
              <a:rPr lang="en-US" dirty="0"/>
              <a:t>Third level</a:t>
            </a:r>
          </a:p>
          <a:p>
            <a:pPr lvl="4"/>
            <a:r>
              <a:rPr lang="en-US" dirty="0"/>
              <a:t>Fourth level</a:t>
            </a:r>
          </a:p>
        </p:txBody>
      </p:sp>
      <p:sp>
        <p:nvSpPr>
          <p:cNvPr id="1069" name="Rectangle 45"/>
          <p:cNvSpPr>
            <a:spLocks noGrp="1" noChangeArrowheads="1"/>
          </p:cNvSpPr>
          <p:nvPr>
            <p:ph type="sldNum" sz="quarter" idx="4"/>
            <p:custDataLst>
              <p:tags r:id="rId47"/>
            </p:custDataLst>
          </p:nvPr>
        </p:nvSpPr>
        <p:spPr bwMode="auto">
          <a:xfrm>
            <a:off x="283200" y="6480063"/>
            <a:ext cx="335220" cy="205121"/>
          </a:xfrm>
          <a:prstGeom prst="rect">
            <a:avLst/>
          </a:prstGeom>
          <a:noFill/>
          <a:ln w="9525">
            <a:noFill/>
            <a:miter lim="800000"/>
            <a:headEnd/>
            <a:tailEnd/>
          </a:ln>
          <a:effectLst/>
        </p:spPr>
        <p:txBody>
          <a:bodyPr vert="horz" wrap="none" lIns="0" tIns="0" rIns="0" bIns="0" numCol="1" anchor="b" anchorCtr="0" compatLnSpc="1">
            <a:prstTxWarp prst="textNoShape">
              <a:avLst/>
            </a:prstTxWarp>
            <a:spAutoFit/>
          </a:bodyPr>
          <a:lstStyle>
            <a:lvl1pPr>
              <a:spcBef>
                <a:spcPct val="0"/>
              </a:spcBef>
              <a:buClrTx/>
              <a:buSzTx/>
              <a:buFontTx/>
              <a:buNone/>
              <a:defRPr sz="1333" b="0"/>
            </a:lvl1pPr>
          </a:lstStyle>
          <a:p>
            <a:fld id="{B8B94130-3BBE-45CA-9999-1A0D48956379}" type="slidenum">
              <a:rPr lang="de-DE" smtClean="0"/>
              <a:t>‹Nr.›</a:t>
            </a:fld>
            <a:endParaRPr lang="de-DE"/>
          </a:p>
        </p:txBody>
      </p:sp>
      <p:sp>
        <p:nvSpPr>
          <p:cNvPr id="11" name="VCT_Marker_ID_11" hidden="1"/>
          <p:cNvSpPr/>
          <p:nvPr>
            <p:custDataLst>
              <p:tags r:id="rId48"/>
            </p:custDataLst>
          </p:nvPr>
        </p:nvSpPr>
        <p:spPr bwMode="auto">
          <a:xfrm>
            <a:off x="1563079" y="127000"/>
            <a:ext cx="156308" cy="12700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72000" tIns="72000" rIns="72000" bIns="72000" numCol="1" rtlCol="0" anchor="ctr" anchorCtr="0" compatLnSpc="1">
            <a:prstTxWarp prst="textNoShape">
              <a:avLst/>
            </a:prstTxWarp>
          </a:bodyPr>
          <a:lstStyle/>
          <a:p>
            <a:pPr marL="0" marR="0" indent="0" algn="l" defTabSz="914354" rtl="0" eaLnBrk="0" fontAlgn="base" latinLnBrk="0" hangingPunct="0">
              <a:lnSpc>
                <a:spcPct val="100000"/>
              </a:lnSpc>
              <a:spcBef>
                <a:spcPct val="50000"/>
              </a:spcBef>
              <a:spcAft>
                <a:spcPct val="0"/>
              </a:spcAft>
              <a:buClr>
                <a:schemeClr val="accent1"/>
              </a:buClr>
              <a:buSzPct val="80000"/>
              <a:buFont typeface="Wingdings" pitchFamily="2" charset="2"/>
              <a:buNone/>
              <a:tabLst/>
            </a:pPr>
            <a:endParaRPr kumimoji="0" lang="en-US" sz="1800" b="0" i="0" u="none" strike="noStrike" cap="none" normalizeH="0" baseline="0">
              <a:ln>
                <a:noFill/>
              </a:ln>
              <a:solidFill>
                <a:schemeClr val="tx1"/>
              </a:solidFill>
              <a:effectLst/>
              <a:latin typeface="Arial" charset="0"/>
            </a:endParaRPr>
          </a:p>
        </p:txBody>
      </p:sp>
      <p:sp>
        <p:nvSpPr>
          <p:cNvPr id="13" name="Rectangle 20"/>
          <p:cNvSpPr>
            <a:spLocks noGrp="1" noRot="1" noMove="1" noResize="1" noEditPoints="1" noAdjustHandles="1" noChangeArrowheads="1" noChangeShapeType="1"/>
          </p:cNvSpPr>
          <p:nvPr>
            <p:custDataLst>
              <p:tags r:id="rId49"/>
            </p:custDataLst>
          </p:nvPr>
        </p:nvSpPr>
        <p:spPr bwMode="auto">
          <a:xfrm>
            <a:off x="9587673" y="6480064"/>
            <a:ext cx="2328835" cy="205121"/>
          </a:xfrm>
          <a:prstGeom prst="rect">
            <a:avLst/>
          </a:prstGeom>
          <a:noFill/>
          <a:ln w="9525">
            <a:noFill/>
            <a:miter lim="800000"/>
            <a:headEnd/>
            <a:tailEnd/>
          </a:ln>
          <a:effectLst/>
        </p:spPr>
        <p:txBody>
          <a:bodyPr wrap="square" lIns="0" tIns="0" rIns="0" bIns="0" anchor="b">
            <a:spAutoFit/>
          </a:bodyPr>
          <a:lstStyle/>
          <a:p>
            <a:pPr algn="r" defTabSz="857208">
              <a:spcBef>
                <a:spcPct val="0"/>
              </a:spcBef>
              <a:buClrTx/>
              <a:buSzTx/>
              <a:buFontTx/>
              <a:buNone/>
              <a:defRPr/>
            </a:pPr>
            <a:r>
              <a:rPr lang="en-US" sz="1333">
                <a:solidFill>
                  <a:schemeClr val="accent1"/>
                </a:solidFill>
              </a:rPr>
              <a:t>© Horváth</a:t>
            </a:r>
          </a:p>
        </p:txBody>
      </p:sp>
      <p:sp>
        <p:nvSpPr>
          <p:cNvPr id="14" name="Rectangle 44"/>
          <p:cNvSpPr>
            <a:spLocks noGrp="1" noChangeArrowheads="1"/>
          </p:cNvSpPr>
          <p:nvPr>
            <p:ph type="ftr" sz="quarter" idx="3"/>
            <p:custDataLst>
              <p:tags r:id="rId50"/>
            </p:custDataLst>
          </p:nvPr>
        </p:nvSpPr>
        <p:spPr bwMode="auto">
          <a:xfrm>
            <a:off x="937336" y="6480000"/>
            <a:ext cx="6528000" cy="205184"/>
          </a:xfrm>
          <a:prstGeom prst="rect">
            <a:avLst/>
          </a:prstGeom>
          <a:noFill/>
          <a:ln w="9525">
            <a:noFill/>
            <a:miter lim="800000"/>
            <a:headEnd/>
            <a:tailEnd/>
          </a:ln>
          <a:effectLst/>
        </p:spPr>
        <p:txBody>
          <a:bodyPr vert="horz" wrap="square" lIns="0" tIns="0" rIns="0" bIns="0" numCol="1" anchor="b" anchorCtr="0" compatLnSpc="1">
            <a:prstTxWarp prst="textNoShape">
              <a:avLst/>
            </a:prstTxWarp>
            <a:noAutofit/>
          </a:bodyPr>
          <a:lstStyle>
            <a:lvl1pPr>
              <a:spcBef>
                <a:spcPct val="0"/>
              </a:spcBef>
              <a:buClrTx/>
              <a:buSzTx/>
              <a:buFontTx/>
              <a:buNone/>
              <a:defRPr sz="1333"/>
            </a:lvl1pPr>
          </a:lstStyle>
          <a:p>
            <a:endParaRPr lang="de-DE"/>
          </a:p>
        </p:txBody>
      </p:sp>
      <p:sp>
        <p:nvSpPr>
          <p:cNvPr id="6" name="TextBox 5">
            <a:extLst>
              <a:ext uri="{FF2B5EF4-FFF2-40B4-BE49-F238E27FC236}">
                <a16:creationId xmlns:a16="http://schemas.microsoft.com/office/drawing/2014/main" id="{E070E49E-0B5D-380D-7E06-33CBEB1829E8}"/>
              </a:ext>
            </a:extLst>
          </p:cNvPr>
          <p:cNvSpPr txBox="1"/>
          <p:nvPr>
            <p:extLst>
              <p:ext uri="{1162E1C5-73C7-4A58-AE30-91384D911F3F}">
                <p184:classification xmlns:p184="http://schemas.microsoft.com/office/powerpoint/2018/4/main" val="ftr"/>
              </p:ext>
            </p:extLst>
          </p:nvPr>
        </p:nvSpPr>
        <p:spPr>
          <a:xfrm>
            <a:off x="5686383" y="6610774"/>
            <a:ext cx="848784" cy="164212"/>
          </a:xfrm>
          <a:prstGeom prst="rect">
            <a:avLst/>
          </a:prstGeom>
        </p:spPr>
        <p:txBody>
          <a:bodyPr horzOverflow="overflow" lIns="0" tIns="0" rIns="0" bIns="0">
            <a:spAutoFit/>
          </a:bodyPr>
          <a:lstStyle/>
          <a:p>
            <a:pPr algn="l"/>
            <a:r>
              <a:rPr lang="en-US" sz="1067">
                <a:solidFill>
                  <a:srgbClr val="000000"/>
                </a:solidFill>
                <a:latin typeface="Calibri" panose="020F0502020204030204" pitchFamily="34" charset="0"/>
                <a:cs typeface="Calibri" panose="020F0502020204030204" pitchFamily="34" charset="0"/>
              </a:rPr>
              <a:t>- Confidential -</a:t>
            </a:r>
          </a:p>
        </p:txBody>
      </p:sp>
      <p:pic>
        <p:nvPicPr>
          <p:cNvPr id="4" name="Grafik 17">
            <a:extLst>
              <a:ext uri="{FF2B5EF4-FFF2-40B4-BE49-F238E27FC236}">
                <a16:creationId xmlns:a16="http://schemas.microsoft.com/office/drawing/2014/main" id="{09E3C5DC-3C6B-7FF1-37A3-0A66F01D8457}"/>
              </a:ext>
            </a:extLst>
          </p:cNvPr>
          <p:cNvPicPr>
            <a:picLocks noGrp="1" noRot="1" noChangeAspect="1" noMove="1" noResize="1" noEditPoints="1" noAdjustHandles="1" noChangeArrowheads="1" noChangeShapeType="1" noCrop="1"/>
          </p:cNvPicPr>
          <p:nvPr/>
        </p:nvPicPr>
        <p:blipFill>
          <a:blip r:embed="rId54">
            <a:extLst>
              <a:ext uri="{96DAC541-7B7A-43D3-8B79-37D633B846F1}">
                <asvg:svgBlip xmlns:asvg="http://schemas.microsoft.com/office/drawing/2016/SVG/main" r:embed="rId55"/>
              </a:ext>
            </a:extLst>
          </a:blip>
          <a:stretch>
            <a:fillRect/>
          </a:stretch>
        </p:blipFill>
        <p:spPr bwMode="gray">
          <a:xfrm>
            <a:off x="11617326" y="157491"/>
            <a:ext cx="289023" cy="260120"/>
          </a:xfrm>
          <a:prstGeom prst="rect">
            <a:avLst/>
          </a:prstGeom>
        </p:spPr>
      </p:pic>
      <p:sp>
        <p:nvSpPr>
          <p:cNvPr id="5" name="empower - DO NOT DELETE!!!" hidden="1">
            <a:extLst>
              <a:ext uri="{FF2B5EF4-FFF2-40B4-BE49-F238E27FC236}">
                <a16:creationId xmlns:a16="http://schemas.microsoft.com/office/drawing/2014/main" id="{5D27C6E0-BC35-B9D3-D86E-187C766BE970}"/>
              </a:ext>
            </a:extLst>
          </p:cNvPr>
          <p:cNvSpPr/>
          <p:nvPr>
            <p:custDataLst>
              <p:tags r:id="rId51"/>
            </p:custDataLst>
          </p:nvPr>
        </p:nvSpPr>
        <p:spPr bwMode="auto">
          <a:xfrm>
            <a:off x="0" y="0"/>
            <a:ext cx="0" cy="0"/>
          </a:xfrm>
          <a:prstGeom prst="ellipse">
            <a:avLst/>
          </a:prstGeom>
          <a:solidFill>
            <a:schemeClr val="bg1"/>
          </a:solidFill>
          <a:ln w="9525" cap="flat" cmpd="sng" algn="ctr">
            <a:solidFill>
              <a:schemeClr val="accent3"/>
            </a:solidFill>
            <a:prstDash val="solid"/>
            <a:miter lim="800000"/>
            <a:headEnd type="none" w="med" len="med"/>
            <a:tailEnd type="none" w="med" len="med"/>
          </a:ln>
          <a:effectLst/>
        </p:spPr>
        <p:txBody>
          <a:bodyPr vert="horz" wrap="square" lIns="192000" tIns="192000" rIns="192000" bIns="192000" numCol="1" rtlCol="0" anchor="t" anchorCtr="0" compatLnSpc="1">
            <a:prstTxWarp prst="textNoShape">
              <a:avLst/>
            </a:prstTxWarp>
          </a:bodyPr>
          <a:lstStyle/>
          <a:p>
            <a:pPr marL="2117" algn="l" defTabSz="1142971" fontAlgn="base">
              <a:spcBef>
                <a:spcPct val="40000"/>
              </a:spcBef>
              <a:spcAft>
                <a:spcPct val="0"/>
              </a:spcAft>
              <a:buClr>
                <a:schemeClr val="accent1"/>
              </a:buClr>
              <a:buSzPct val="70000"/>
            </a:pPr>
            <a:endParaRPr lang="en-US" sz="1600" dirty="0" err="1"/>
          </a:p>
        </p:txBody>
      </p:sp>
      <p:sp>
        <p:nvSpPr>
          <p:cNvPr id="7" name="Textfeld 6">
            <a:extLst>
              <a:ext uri="{FF2B5EF4-FFF2-40B4-BE49-F238E27FC236}">
                <a16:creationId xmlns:a16="http://schemas.microsoft.com/office/drawing/2014/main" id="{9046A8D3-721D-93AA-08DB-F55577BC3803}"/>
              </a:ext>
            </a:extLst>
          </p:cNvPr>
          <p:cNvSpPr txBox="1"/>
          <p:nvPr userDrawn="1">
            <p:extLst>
              <p:ext uri="{1162E1C5-73C7-4A58-AE30-91384D911F3F}">
                <p184:classification xmlns:p184="http://schemas.microsoft.com/office/powerpoint/2018/4/main" val="ftr"/>
              </p:ext>
            </p:extLst>
          </p:nvPr>
        </p:nvSpPr>
        <p:spPr>
          <a:xfrm>
            <a:off x="5770563" y="6672580"/>
            <a:ext cx="671512" cy="121920"/>
          </a:xfrm>
          <a:prstGeom prst="rect">
            <a:avLst/>
          </a:prstGeom>
        </p:spPr>
        <p:txBody>
          <a:bodyPr horzOverflow="overflow" lIns="0" tIns="0" rIns="0" bIns="0">
            <a:spAutoFit/>
          </a:bodyPr>
          <a:lstStyle/>
          <a:p>
            <a:pPr algn="l"/>
            <a:r>
              <a:rPr lang="de-DE" sz="800">
                <a:solidFill>
                  <a:srgbClr val="000000">
                    <a:alpha val="50000"/>
                  </a:srgbClr>
                </a:solidFill>
                <a:latin typeface="Aptos" panose="020B0004020202020204" pitchFamily="34" charset="0"/>
              </a:rPr>
              <a:t>- Confidential -</a:t>
            </a:r>
          </a:p>
        </p:txBody>
      </p:sp>
    </p:spTree>
    <p:extLst>
      <p:ext uri="{BB962C8B-B14F-4D97-AF65-F5344CB8AC3E}">
        <p14:creationId xmlns:p14="http://schemas.microsoft.com/office/powerpoint/2010/main" val="8064406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Lst>
  <p:txStyles>
    <p:titleStyle>
      <a:lvl1pPr algn="l" defTabSz="971502" rtl="0" eaLnBrk="1" fontAlgn="base" hangingPunct="1">
        <a:lnSpc>
          <a:spcPct val="90000"/>
        </a:lnSpc>
        <a:spcBef>
          <a:spcPct val="0"/>
        </a:spcBef>
        <a:spcAft>
          <a:spcPct val="0"/>
        </a:spcAft>
        <a:defRPr sz="2667" b="1">
          <a:solidFill>
            <a:schemeClr val="accent1"/>
          </a:solidFill>
          <a:latin typeface="+mj-lt"/>
          <a:ea typeface="+mj-ea"/>
          <a:cs typeface="+mj-cs"/>
        </a:defRPr>
      </a:lvl1pPr>
      <a:lvl2pPr algn="l" defTabSz="971502" rtl="0" eaLnBrk="1" fontAlgn="base" hangingPunct="1">
        <a:lnSpc>
          <a:spcPct val="90000"/>
        </a:lnSpc>
        <a:spcBef>
          <a:spcPct val="0"/>
        </a:spcBef>
        <a:spcAft>
          <a:spcPct val="0"/>
        </a:spcAft>
        <a:defRPr sz="2400" b="1">
          <a:solidFill>
            <a:schemeClr val="tx2"/>
          </a:solidFill>
          <a:latin typeface="Arial" charset="0"/>
        </a:defRPr>
      </a:lvl2pPr>
      <a:lvl3pPr algn="l" defTabSz="971502" rtl="0" eaLnBrk="1" fontAlgn="base" hangingPunct="1">
        <a:lnSpc>
          <a:spcPct val="90000"/>
        </a:lnSpc>
        <a:spcBef>
          <a:spcPct val="0"/>
        </a:spcBef>
        <a:spcAft>
          <a:spcPct val="0"/>
        </a:spcAft>
        <a:defRPr sz="2400" b="1">
          <a:solidFill>
            <a:schemeClr val="tx2"/>
          </a:solidFill>
          <a:latin typeface="Arial" charset="0"/>
        </a:defRPr>
      </a:lvl3pPr>
      <a:lvl4pPr algn="l" defTabSz="971502" rtl="0" eaLnBrk="1" fontAlgn="base" hangingPunct="1">
        <a:lnSpc>
          <a:spcPct val="90000"/>
        </a:lnSpc>
        <a:spcBef>
          <a:spcPct val="0"/>
        </a:spcBef>
        <a:spcAft>
          <a:spcPct val="0"/>
        </a:spcAft>
        <a:defRPr sz="2400" b="1">
          <a:solidFill>
            <a:schemeClr val="tx2"/>
          </a:solidFill>
          <a:latin typeface="Arial" charset="0"/>
        </a:defRPr>
      </a:lvl4pPr>
      <a:lvl5pPr algn="l" defTabSz="971502" rtl="0" eaLnBrk="1" fontAlgn="base" hangingPunct="1">
        <a:lnSpc>
          <a:spcPct val="90000"/>
        </a:lnSpc>
        <a:spcBef>
          <a:spcPct val="0"/>
        </a:spcBef>
        <a:spcAft>
          <a:spcPct val="0"/>
        </a:spcAft>
        <a:defRPr sz="2400" b="1">
          <a:solidFill>
            <a:schemeClr val="tx2"/>
          </a:solidFill>
          <a:latin typeface="Arial" charset="0"/>
        </a:defRPr>
      </a:lvl5pPr>
      <a:lvl6pPr marL="457178" algn="l" defTabSz="971502" rtl="0" eaLnBrk="1" fontAlgn="base" hangingPunct="1">
        <a:lnSpc>
          <a:spcPct val="90000"/>
        </a:lnSpc>
        <a:spcBef>
          <a:spcPct val="0"/>
        </a:spcBef>
        <a:spcAft>
          <a:spcPct val="0"/>
        </a:spcAft>
        <a:defRPr sz="2400" b="1">
          <a:solidFill>
            <a:schemeClr val="tx2"/>
          </a:solidFill>
          <a:latin typeface="Arial" charset="0"/>
        </a:defRPr>
      </a:lvl6pPr>
      <a:lvl7pPr marL="914354" algn="l" defTabSz="971502" rtl="0" eaLnBrk="1" fontAlgn="base" hangingPunct="1">
        <a:lnSpc>
          <a:spcPct val="90000"/>
        </a:lnSpc>
        <a:spcBef>
          <a:spcPct val="0"/>
        </a:spcBef>
        <a:spcAft>
          <a:spcPct val="0"/>
        </a:spcAft>
        <a:defRPr sz="2400" b="1">
          <a:solidFill>
            <a:schemeClr val="tx2"/>
          </a:solidFill>
          <a:latin typeface="Arial" charset="0"/>
        </a:defRPr>
      </a:lvl7pPr>
      <a:lvl8pPr marL="1371532" algn="l" defTabSz="971502" rtl="0" eaLnBrk="1" fontAlgn="base" hangingPunct="1">
        <a:lnSpc>
          <a:spcPct val="90000"/>
        </a:lnSpc>
        <a:spcBef>
          <a:spcPct val="0"/>
        </a:spcBef>
        <a:spcAft>
          <a:spcPct val="0"/>
        </a:spcAft>
        <a:defRPr sz="2400" b="1">
          <a:solidFill>
            <a:schemeClr val="tx2"/>
          </a:solidFill>
          <a:latin typeface="Arial" charset="0"/>
        </a:defRPr>
      </a:lvl8pPr>
      <a:lvl9pPr marL="1828709" algn="l" defTabSz="971502" rtl="0" eaLnBrk="1" fontAlgn="base" hangingPunct="1">
        <a:lnSpc>
          <a:spcPct val="90000"/>
        </a:lnSpc>
        <a:spcBef>
          <a:spcPct val="0"/>
        </a:spcBef>
        <a:spcAft>
          <a:spcPct val="0"/>
        </a:spcAft>
        <a:defRPr sz="2400" b="1">
          <a:solidFill>
            <a:schemeClr val="tx2"/>
          </a:solidFill>
          <a:latin typeface="Arial" charset="0"/>
        </a:defRPr>
      </a:lvl9pPr>
    </p:titleStyle>
    <p:bodyStyle>
      <a:lvl1pPr marL="0" indent="0" algn="l" defTabSz="857208" rtl="0" eaLnBrk="1" fontAlgn="base" hangingPunct="1">
        <a:spcBef>
          <a:spcPts val="800"/>
        </a:spcBef>
        <a:spcAft>
          <a:spcPct val="0"/>
        </a:spcAft>
        <a:buClr>
          <a:schemeClr val="accent1"/>
        </a:buClr>
        <a:buSzPct val="80000"/>
        <a:buFont typeface="Wingdings" pitchFamily="2" charset="2"/>
        <a:buNone/>
        <a:defRPr lang="de-DE" sz="1867" kern="1200" dirty="0">
          <a:solidFill>
            <a:schemeClr val="tx1"/>
          </a:solidFill>
          <a:latin typeface="+mn-lt"/>
          <a:ea typeface="+mn-ea"/>
          <a:cs typeface="+mn-cs"/>
        </a:defRPr>
      </a:lvl1pPr>
      <a:lvl2pPr marL="239994" indent="-239994" algn="l" defTabSz="857208" rtl="0" eaLnBrk="1" fontAlgn="base" hangingPunct="1">
        <a:spcBef>
          <a:spcPts val="800"/>
        </a:spcBef>
        <a:spcAft>
          <a:spcPct val="0"/>
        </a:spcAft>
        <a:buClr>
          <a:schemeClr val="accent1"/>
        </a:buClr>
        <a:buSzPct val="70000"/>
        <a:buFont typeface="Wingdings" pitchFamily="2" charset="2"/>
        <a:buChar char=""/>
        <a:defRPr lang="de-DE" sz="1867" kern="1200" baseline="0" dirty="0">
          <a:solidFill>
            <a:schemeClr val="tx1"/>
          </a:solidFill>
          <a:latin typeface="+mn-lt"/>
          <a:ea typeface="+mn-ea"/>
          <a:cs typeface="+mn-cs"/>
        </a:defRPr>
      </a:lvl2pPr>
      <a:lvl3pPr marL="479988" indent="-239994" algn="l" defTabSz="857208" rtl="0" eaLnBrk="1" fontAlgn="base" hangingPunct="1">
        <a:spcBef>
          <a:spcPts val="800"/>
        </a:spcBef>
        <a:spcAft>
          <a:spcPct val="0"/>
        </a:spcAft>
        <a:buClr>
          <a:schemeClr val="accent1"/>
        </a:buClr>
        <a:buSzPct val="100000"/>
        <a:buFont typeface="Arial" panose="020B0604020202020204" pitchFamily="34" charset="0"/>
        <a:buChar char="–"/>
        <a:defRPr lang="de-DE" sz="1867" kern="1200" dirty="0">
          <a:solidFill>
            <a:schemeClr val="tx1"/>
          </a:solidFill>
          <a:latin typeface="+mn-lt"/>
          <a:ea typeface="+mn-ea"/>
          <a:cs typeface="+mn-cs"/>
        </a:defRPr>
      </a:lvl3pPr>
      <a:lvl4pPr marL="719982" indent="-239994" algn="l" defTabSz="857208" rtl="0" eaLnBrk="1" fontAlgn="base" hangingPunct="1">
        <a:spcBef>
          <a:spcPts val="800"/>
        </a:spcBef>
        <a:spcAft>
          <a:spcPct val="0"/>
        </a:spcAft>
        <a:buClr>
          <a:schemeClr val="accent1"/>
        </a:buClr>
        <a:buFont typeface="Wingdings" panose="05000000000000000000" pitchFamily="2" charset="2"/>
        <a:buChar char=""/>
        <a:defRPr lang="de-DE" sz="1867" kern="1200" baseline="0" dirty="0">
          <a:solidFill>
            <a:schemeClr val="tx1"/>
          </a:solidFill>
          <a:latin typeface="+mn-lt"/>
          <a:ea typeface="+mn-ea"/>
          <a:cs typeface="+mn-cs"/>
        </a:defRPr>
      </a:lvl4pPr>
      <a:lvl5pPr marL="959976" indent="-239994" algn="l" defTabSz="857208" rtl="0" eaLnBrk="1" fontAlgn="base" hangingPunct="1">
        <a:spcBef>
          <a:spcPts val="800"/>
        </a:spcBef>
        <a:spcAft>
          <a:spcPct val="0"/>
        </a:spcAft>
        <a:buClr>
          <a:schemeClr val="accent1"/>
        </a:buClr>
        <a:buFont typeface="Arial" pitchFamily="34" charset="0"/>
        <a:buChar char="–"/>
        <a:defRPr lang="de-DE" sz="1867" kern="1200" baseline="0" dirty="0">
          <a:solidFill>
            <a:schemeClr val="tx1"/>
          </a:solidFill>
          <a:latin typeface="+mn-lt"/>
          <a:ea typeface="+mn-ea"/>
          <a:cs typeface="+mn-cs"/>
        </a:defRPr>
      </a:lvl5pPr>
      <a:lvl6pPr marL="1217552" indent="-187317" algn="l" defTabSz="857208" rtl="0" eaLnBrk="1" fontAlgn="base" hangingPunct="1">
        <a:spcBef>
          <a:spcPct val="40000"/>
        </a:spcBef>
        <a:spcAft>
          <a:spcPct val="0"/>
        </a:spcAft>
        <a:buClr>
          <a:schemeClr val="accent1"/>
        </a:buClr>
        <a:buChar char="•"/>
        <a:defRPr>
          <a:solidFill>
            <a:schemeClr val="tx1"/>
          </a:solidFill>
          <a:latin typeface="+mn-lt"/>
        </a:defRPr>
      </a:lvl6pPr>
      <a:lvl7pPr marL="1674729" indent="-187317" algn="l" defTabSz="857208" rtl="0" eaLnBrk="1" fontAlgn="base" hangingPunct="1">
        <a:spcBef>
          <a:spcPct val="40000"/>
        </a:spcBef>
        <a:spcAft>
          <a:spcPct val="0"/>
        </a:spcAft>
        <a:buClr>
          <a:schemeClr val="accent1"/>
        </a:buClr>
        <a:buChar char="•"/>
        <a:defRPr>
          <a:solidFill>
            <a:schemeClr val="tx1"/>
          </a:solidFill>
          <a:latin typeface="+mn-lt"/>
        </a:defRPr>
      </a:lvl7pPr>
      <a:lvl8pPr marL="2131907" indent="-187317" algn="l" defTabSz="857208" rtl="0" eaLnBrk="1" fontAlgn="base" hangingPunct="1">
        <a:spcBef>
          <a:spcPct val="40000"/>
        </a:spcBef>
        <a:spcAft>
          <a:spcPct val="0"/>
        </a:spcAft>
        <a:buClr>
          <a:schemeClr val="accent1"/>
        </a:buClr>
        <a:buChar char="•"/>
        <a:defRPr>
          <a:solidFill>
            <a:schemeClr val="tx1"/>
          </a:solidFill>
          <a:latin typeface="+mn-lt"/>
        </a:defRPr>
      </a:lvl8pPr>
      <a:lvl9pPr marL="2589085" indent="-187317" algn="l" defTabSz="857208" rtl="0" eaLnBrk="1" fontAlgn="base" hangingPunct="1">
        <a:spcBef>
          <a:spcPct val="40000"/>
        </a:spcBef>
        <a:spcAft>
          <a:spcPct val="0"/>
        </a:spcAft>
        <a:buClr>
          <a:schemeClr val="accent1"/>
        </a:buClr>
        <a:buChar char="•"/>
        <a:defRPr>
          <a:solidFill>
            <a:schemeClr val="tx1"/>
          </a:solidFill>
          <a:latin typeface="+mn-lt"/>
        </a:defRPr>
      </a:lvl9pPr>
    </p:bodyStyle>
    <p:otherStyle>
      <a:defPPr>
        <a:defRPr lang="de-DE"/>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31">
          <p15:clr>
            <a:srgbClr val="5ACBF0"/>
          </p15:clr>
        </p15:guide>
        <p15:guide id="2" pos="5628">
          <p15:clr>
            <a:srgbClr val="5ACBF0"/>
          </p15:clr>
        </p15:guide>
        <p15:guide id="3" orient="horz" pos="655">
          <p15:clr>
            <a:srgbClr val="5ACBF0"/>
          </p15:clr>
        </p15:guide>
        <p15:guide id="4" orient="horz" pos="2981">
          <p15:clr>
            <a:srgbClr val="5ACBF0"/>
          </p15:clr>
        </p15:guide>
        <p15:guide id="5" orient="horz" pos="849">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0.xml"/></Relationships>
</file>

<file path=ppt/slides/_rels/slide3.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svg"/><Relationship Id="rId2" Type="http://schemas.openxmlformats.org/officeDocument/2006/relationships/notesSlide" Target="../notesSlides/notesSlide2.xml"/><Relationship Id="rId1" Type="http://schemas.openxmlformats.org/officeDocument/2006/relationships/slideLayout" Target="../slideLayouts/slideLayout40.xml"/><Relationship Id="rId6" Type="http://schemas.openxmlformats.org/officeDocument/2006/relationships/image" Target="../media/image22.sv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svg"/><Relationship Id="rId4" Type="http://schemas.openxmlformats.org/officeDocument/2006/relationships/image" Target="../media/image20.svg"/><Relationship Id="rId9" Type="http://schemas.openxmlformats.org/officeDocument/2006/relationships/image" Target="../media/image25.png"/></Relationships>
</file>

<file path=ppt/slides/_rels/slide4.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9.png"/><Relationship Id="rId7" Type="http://schemas.openxmlformats.org/officeDocument/2006/relationships/image" Target="../media/image25.png"/><Relationship Id="rId12" Type="http://schemas.openxmlformats.org/officeDocument/2006/relationships/image" Target="../media/image32.svg"/><Relationship Id="rId2" Type="http://schemas.openxmlformats.org/officeDocument/2006/relationships/notesSlide" Target="../notesSlides/notesSlide3.xml"/><Relationship Id="rId1" Type="http://schemas.openxmlformats.org/officeDocument/2006/relationships/slideLayout" Target="../slideLayouts/slideLayout40.xml"/><Relationship Id="rId6" Type="http://schemas.openxmlformats.org/officeDocument/2006/relationships/image" Target="../media/image24.svg"/><Relationship Id="rId11" Type="http://schemas.openxmlformats.org/officeDocument/2006/relationships/image" Target="../media/image31.png"/><Relationship Id="rId5" Type="http://schemas.openxmlformats.org/officeDocument/2006/relationships/image" Target="../media/image23.png"/><Relationship Id="rId10" Type="http://schemas.openxmlformats.org/officeDocument/2006/relationships/image" Target="../media/image30.svg"/><Relationship Id="rId4" Type="http://schemas.openxmlformats.org/officeDocument/2006/relationships/image" Target="../media/image20.svg"/><Relationship Id="rId9" Type="http://schemas.openxmlformats.org/officeDocument/2006/relationships/image" Target="../media/image29.png"/></Relationships>
</file>

<file path=ppt/slides/_rels/slide5.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9.png"/><Relationship Id="rId7"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40.xml"/><Relationship Id="rId6" Type="http://schemas.openxmlformats.org/officeDocument/2006/relationships/image" Target="../media/image24.svg"/><Relationship Id="rId5" Type="http://schemas.openxmlformats.org/officeDocument/2006/relationships/image" Target="../media/image23.png"/><Relationship Id="rId10" Type="http://schemas.openxmlformats.org/officeDocument/2006/relationships/image" Target="../media/image30.svg"/><Relationship Id="rId4" Type="http://schemas.openxmlformats.org/officeDocument/2006/relationships/image" Target="../media/image20.svg"/><Relationship Id="rId9" Type="http://schemas.openxmlformats.org/officeDocument/2006/relationships/image" Target="../media/image29.png"/></Relationships>
</file>

<file path=ppt/slides/_rels/slide6.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5.xml"/><Relationship Id="rId1" Type="http://schemas.openxmlformats.org/officeDocument/2006/relationships/slideLayout" Target="../slideLayouts/slideLayout40.xml"/><Relationship Id="rId6" Type="http://schemas.openxmlformats.org/officeDocument/2006/relationships/image" Target="../media/image36.svg"/><Relationship Id="rId5" Type="http://schemas.openxmlformats.org/officeDocument/2006/relationships/image" Target="../media/image35.png"/><Relationship Id="rId10" Type="http://schemas.openxmlformats.org/officeDocument/2006/relationships/image" Target="../media/image40.svg"/><Relationship Id="rId4" Type="http://schemas.openxmlformats.org/officeDocument/2006/relationships/image" Target="../media/image34.svg"/><Relationship Id="rId9" Type="http://schemas.openxmlformats.org/officeDocument/2006/relationships/image" Target="../media/image39.png"/></Relationships>
</file>

<file path=ppt/slides/_rels/slide7.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6.xml"/><Relationship Id="rId1" Type="http://schemas.openxmlformats.org/officeDocument/2006/relationships/slideLayout" Target="../slideLayouts/slideLayout40.xml"/><Relationship Id="rId6" Type="http://schemas.openxmlformats.org/officeDocument/2006/relationships/image" Target="../media/image36.svg"/><Relationship Id="rId5" Type="http://schemas.openxmlformats.org/officeDocument/2006/relationships/image" Target="../media/image35.png"/><Relationship Id="rId10" Type="http://schemas.openxmlformats.org/officeDocument/2006/relationships/image" Target="../media/image40.svg"/><Relationship Id="rId4" Type="http://schemas.openxmlformats.org/officeDocument/2006/relationships/image" Target="../media/image34.svg"/><Relationship Id="rId9" Type="http://schemas.openxmlformats.org/officeDocument/2006/relationships/image" Target="../media/image39.png"/></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0.xml"/></Relationships>
</file>

<file path=ppt/slides/_rels/slide1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4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0.xml"/></Relationships>
</file>

<file path=ppt/slides/_rels/slide1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0.xml"/><Relationship Id="rId1" Type="http://schemas.openxmlformats.org/officeDocument/2006/relationships/slideLayout" Target="../slideLayouts/slideLayout40.xml"/><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image" Target="../media/image44.sv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4CB0D03-6D75-C0AB-E71F-ABD0581446FA}"/>
            </a:ext>
          </a:extLst>
        </p:cNvPr>
        <p:cNvGrpSpPr/>
        <p:nvPr/>
      </p:nvGrpSpPr>
      <p:grpSpPr>
        <a:xfrm>
          <a:off x="0" y="0"/>
          <a:ext cx="0" cy="0"/>
          <a:chOff x="0" y="0"/>
          <a:chExt cx="0" cy="0"/>
        </a:xfrm>
      </p:grpSpPr>
      <p:pic>
        <p:nvPicPr>
          <p:cNvPr id="1028" name="Picture 4" descr="4NE1 – Dein humanoider Helfer für Arbeit und Alltag | NEURA">
            <a:extLst>
              <a:ext uri="{FF2B5EF4-FFF2-40B4-BE49-F238E27FC236}">
                <a16:creationId xmlns:a16="http://schemas.microsoft.com/office/drawing/2014/main" id="{452FEB8D-3508-3EE5-32BE-176CC96B03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el 1">
            <a:extLst>
              <a:ext uri="{FF2B5EF4-FFF2-40B4-BE49-F238E27FC236}">
                <a16:creationId xmlns:a16="http://schemas.microsoft.com/office/drawing/2014/main" id="{50A277B3-2D6D-B22D-2217-CF205B09337C}"/>
              </a:ext>
            </a:extLst>
          </p:cNvPr>
          <p:cNvSpPr>
            <a:spLocks noGrp="1"/>
          </p:cNvSpPr>
          <p:nvPr>
            <p:ph type="ctrTitle"/>
          </p:nvPr>
        </p:nvSpPr>
        <p:spPr>
          <a:xfrm>
            <a:off x="-673100" y="460641"/>
            <a:ext cx="9144000" cy="2387600"/>
          </a:xfrm>
        </p:spPr>
        <p:txBody>
          <a:bodyPr/>
          <a:lstStyle/>
          <a:p>
            <a:r>
              <a:rPr lang="de-DE" dirty="0">
                <a:solidFill>
                  <a:srgbClr val="FFFFFF"/>
                </a:solidFill>
              </a:rPr>
              <a:t>NEURA Robotics x Svenja</a:t>
            </a:r>
            <a:endParaRPr lang="de-DE" dirty="0"/>
          </a:p>
        </p:txBody>
      </p:sp>
      <p:sp>
        <p:nvSpPr>
          <p:cNvPr id="3" name="Untertitel 2">
            <a:extLst>
              <a:ext uri="{FF2B5EF4-FFF2-40B4-BE49-F238E27FC236}">
                <a16:creationId xmlns:a16="http://schemas.microsoft.com/office/drawing/2014/main" id="{58E5C43B-5FBB-1346-4D0F-F8F60F3C0E57}"/>
              </a:ext>
            </a:extLst>
          </p:cNvPr>
          <p:cNvSpPr>
            <a:spLocks noGrp="1"/>
          </p:cNvSpPr>
          <p:nvPr>
            <p:ph type="subTitle" idx="1"/>
          </p:nvPr>
        </p:nvSpPr>
        <p:spPr>
          <a:xfrm>
            <a:off x="-673100" y="3032258"/>
            <a:ext cx="9144000" cy="1655762"/>
          </a:xfrm>
        </p:spPr>
        <p:txBody>
          <a:bodyPr/>
          <a:lstStyle/>
          <a:p>
            <a:r>
              <a:rPr lang="de-DE" dirty="0">
                <a:solidFill>
                  <a:srgbClr val="FFFFFF"/>
                </a:solidFill>
              </a:rPr>
              <a:t>CEO Office Intern</a:t>
            </a:r>
          </a:p>
          <a:p>
            <a:endParaRPr lang="de-DE" dirty="0"/>
          </a:p>
        </p:txBody>
      </p:sp>
    </p:spTree>
    <p:extLst>
      <p:ext uri="{BB962C8B-B14F-4D97-AF65-F5344CB8AC3E}">
        <p14:creationId xmlns:p14="http://schemas.microsoft.com/office/powerpoint/2010/main" val="2026773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08FAC-28CC-E272-9B80-A0278F0DD20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9EB1868-9757-D6AE-00CE-C599425DB664}"/>
              </a:ext>
            </a:extLst>
          </p:cNvPr>
          <p:cNvSpPr>
            <a:spLocks noGrp="1"/>
          </p:cNvSpPr>
          <p:nvPr>
            <p:ph type="ctrTitle"/>
          </p:nvPr>
        </p:nvSpPr>
        <p:spPr>
          <a:xfrm>
            <a:off x="1524000" y="13008"/>
            <a:ext cx="9144000" cy="477837"/>
          </a:xfrm>
          <a:ln>
            <a:noFill/>
          </a:ln>
        </p:spPr>
        <p:txBody>
          <a:bodyPr>
            <a:normAutofit/>
          </a:bodyPr>
          <a:lstStyle/>
          <a:p>
            <a:r>
              <a:rPr lang="de-DE" sz="2400" b="1" dirty="0">
                <a:solidFill>
                  <a:srgbClr val="00ABD0"/>
                </a:solidFill>
              </a:rPr>
              <a:t>Mein Weg zu NEURA Robotics – vielfältig und herausfordernd</a:t>
            </a:r>
          </a:p>
        </p:txBody>
      </p:sp>
      <p:cxnSp>
        <p:nvCxnSpPr>
          <p:cNvPr id="8" name="Gerader Verbinder 7">
            <a:extLst>
              <a:ext uri="{FF2B5EF4-FFF2-40B4-BE49-F238E27FC236}">
                <a16:creationId xmlns:a16="http://schemas.microsoft.com/office/drawing/2014/main" id="{86A8E054-D277-D913-C853-91FEFA5F8170}"/>
              </a:ext>
            </a:extLst>
          </p:cNvPr>
          <p:cNvCxnSpPr/>
          <p:nvPr/>
        </p:nvCxnSpPr>
        <p:spPr>
          <a:xfrm>
            <a:off x="-38100" y="533400"/>
            <a:ext cx="12433300" cy="0"/>
          </a:xfrm>
          <a:prstGeom prst="line">
            <a:avLst/>
          </a:prstGeom>
          <a:ln>
            <a:solidFill>
              <a:srgbClr val="00ABD0"/>
            </a:solidFill>
          </a:ln>
          <a:effectLst/>
        </p:spPr>
        <p:style>
          <a:lnRef idx="2">
            <a:schemeClr val="accent1"/>
          </a:lnRef>
          <a:fillRef idx="0">
            <a:schemeClr val="accent1"/>
          </a:fillRef>
          <a:effectRef idx="1">
            <a:schemeClr val="accent1"/>
          </a:effectRef>
          <a:fontRef idx="minor">
            <a:schemeClr val="tx1"/>
          </a:fontRef>
        </p:style>
      </p:cxnSp>
      <p:cxnSp>
        <p:nvCxnSpPr>
          <p:cNvPr id="6" name="Gerader Verbinder 5">
            <a:extLst>
              <a:ext uri="{FF2B5EF4-FFF2-40B4-BE49-F238E27FC236}">
                <a16:creationId xmlns:a16="http://schemas.microsoft.com/office/drawing/2014/main" id="{3B8F3385-5EE2-1E43-230E-571D083AE757}"/>
              </a:ext>
            </a:extLst>
          </p:cNvPr>
          <p:cNvCxnSpPr/>
          <p:nvPr/>
        </p:nvCxnSpPr>
        <p:spPr>
          <a:xfrm>
            <a:off x="-76200" y="6453803"/>
            <a:ext cx="12433300" cy="0"/>
          </a:xfrm>
          <a:prstGeom prst="line">
            <a:avLst/>
          </a:prstGeom>
          <a:ln>
            <a:solidFill>
              <a:srgbClr val="00ABD0"/>
            </a:solidFill>
          </a:ln>
          <a:effectLst/>
        </p:spPr>
        <p:style>
          <a:lnRef idx="2">
            <a:schemeClr val="accent1"/>
          </a:lnRef>
          <a:fillRef idx="0">
            <a:schemeClr val="accent1"/>
          </a:fillRef>
          <a:effectRef idx="1">
            <a:schemeClr val="accent1"/>
          </a:effectRef>
          <a:fontRef idx="minor">
            <a:schemeClr val="tx1"/>
          </a:fontRef>
        </p:style>
      </p:cxnSp>
      <p:sp>
        <p:nvSpPr>
          <p:cNvPr id="9" name="Rechteck 8">
            <a:extLst>
              <a:ext uri="{FF2B5EF4-FFF2-40B4-BE49-F238E27FC236}">
                <a16:creationId xmlns:a16="http://schemas.microsoft.com/office/drawing/2014/main" id="{D68D9B69-D6F2-FBDF-CA69-C67DCEE9DD72}"/>
              </a:ext>
            </a:extLst>
          </p:cNvPr>
          <p:cNvSpPr/>
          <p:nvPr/>
        </p:nvSpPr>
        <p:spPr>
          <a:xfrm>
            <a:off x="4908550" y="6559527"/>
            <a:ext cx="2374900" cy="289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rgbClr val="00ABD0"/>
                </a:solidFill>
              </a:rPr>
              <a:t>Svenja Pirsch </a:t>
            </a:r>
          </a:p>
        </p:txBody>
      </p:sp>
      <p:sp>
        <p:nvSpPr>
          <p:cNvPr id="56" name="Textfeld 55">
            <a:extLst>
              <a:ext uri="{FF2B5EF4-FFF2-40B4-BE49-F238E27FC236}">
                <a16:creationId xmlns:a16="http://schemas.microsoft.com/office/drawing/2014/main" id="{BF9CCD79-740D-2A28-B71F-B81F8201EBE5}"/>
              </a:ext>
            </a:extLst>
          </p:cNvPr>
          <p:cNvSpPr txBox="1"/>
          <p:nvPr/>
        </p:nvSpPr>
        <p:spPr>
          <a:xfrm>
            <a:off x="342012" y="4756133"/>
            <a:ext cx="5105400" cy="1140934"/>
          </a:xfrm>
          <a:prstGeom prst="rect">
            <a:avLst/>
          </a:prstGeom>
          <a:noFill/>
        </p:spPr>
        <p:txBody>
          <a:bodyPr wrap="square" rtlCol="0">
            <a:spAutoFit/>
          </a:bodyPr>
          <a:lstStyle/>
          <a:p>
            <a:r>
              <a:rPr lang="de-DE" b="1" dirty="0">
                <a:solidFill>
                  <a:schemeClr val="bg1"/>
                </a:solidFill>
              </a:rPr>
              <a:t>Selbstständigkeit im E-Commerce</a:t>
            </a:r>
          </a:p>
          <a:p>
            <a:pPr marL="285750" indent="-285750">
              <a:buFont typeface="Arial" panose="020B0604020202020204" pitchFamily="34" charset="0"/>
              <a:buChar char="•"/>
            </a:pPr>
            <a:r>
              <a:rPr lang="de-DE" sz="1400" dirty="0">
                <a:solidFill>
                  <a:schemeClr val="bg1"/>
                </a:solidFill>
              </a:rPr>
              <a:t>Verantwortung für die gesamte Wertschöpfungskette übernommen</a:t>
            </a:r>
          </a:p>
          <a:p>
            <a:pPr marL="285750" indent="-285750">
              <a:buFont typeface="Arial" panose="020B0604020202020204" pitchFamily="34" charset="0"/>
              <a:buChar char="•"/>
            </a:pPr>
            <a:r>
              <a:rPr lang="de-DE" sz="1400" dirty="0">
                <a:solidFill>
                  <a:schemeClr val="bg1"/>
                </a:solidFill>
              </a:rPr>
              <a:t>Digitale Geschäftsmodelle kennengelernt und Leidenschaft für Digitalisierung entwickelt</a:t>
            </a:r>
          </a:p>
        </p:txBody>
      </p:sp>
      <p:grpSp>
        <p:nvGrpSpPr>
          <p:cNvPr id="48" name="Gruppieren 47">
            <a:extLst>
              <a:ext uri="{FF2B5EF4-FFF2-40B4-BE49-F238E27FC236}">
                <a16:creationId xmlns:a16="http://schemas.microsoft.com/office/drawing/2014/main" id="{810A57B7-C59D-8DC5-15AE-951C2E7B6B6E}"/>
              </a:ext>
            </a:extLst>
          </p:cNvPr>
          <p:cNvGrpSpPr/>
          <p:nvPr/>
        </p:nvGrpSpPr>
        <p:grpSpPr>
          <a:xfrm>
            <a:off x="342012" y="739655"/>
            <a:ext cx="5105400" cy="1714946"/>
            <a:chOff x="139702" y="3462518"/>
            <a:chExt cx="11912598" cy="1077552"/>
          </a:xfrm>
          <a:solidFill>
            <a:srgbClr val="828282"/>
          </a:solidFill>
        </p:grpSpPr>
        <p:sp>
          <p:nvSpPr>
            <p:cNvPr id="49" name="Rechteck: abgerundete Ecken 48">
              <a:extLst>
                <a:ext uri="{FF2B5EF4-FFF2-40B4-BE49-F238E27FC236}">
                  <a16:creationId xmlns:a16="http://schemas.microsoft.com/office/drawing/2014/main" id="{CED2A90D-C50E-94FC-35B0-34B7B7E02E44}"/>
                </a:ext>
              </a:extLst>
            </p:cNvPr>
            <p:cNvSpPr/>
            <p:nvPr/>
          </p:nvSpPr>
          <p:spPr>
            <a:xfrm>
              <a:off x="139702" y="3462518"/>
              <a:ext cx="11912598" cy="1077552"/>
            </a:xfrm>
            <a:prstGeom prst="roundRect">
              <a:avLst/>
            </a:prstGeom>
            <a:grp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rgbClr val="828282"/>
                </a:solidFill>
              </a:endParaRPr>
            </a:p>
          </p:txBody>
        </p:sp>
        <p:sp>
          <p:nvSpPr>
            <p:cNvPr id="50" name="Textfeld 49">
              <a:extLst>
                <a:ext uri="{FF2B5EF4-FFF2-40B4-BE49-F238E27FC236}">
                  <a16:creationId xmlns:a16="http://schemas.microsoft.com/office/drawing/2014/main" id="{B60DE96F-7307-C6C5-9576-3AE62D3DE83B}"/>
                </a:ext>
              </a:extLst>
            </p:cNvPr>
            <p:cNvSpPr txBox="1"/>
            <p:nvPr/>
          </p:nvSpPr>
          <p:spPr>
            <a:xfrm>
              <a:off x="139702" y="3551418"/>
              <a:ext cx="11912598" cy="676848"/>
            </a:xfrm>
            <a:prstGeom prst="rect">
              <a:avLst/>
            </a:prstGeom>
            <a:noFill/>
            <a:ln>
              <a:noFill/>
            </a:ln>
          </p:spPr>
          <p:txBody>
            <a:bodyPr wrap="square" rtlCol="0">
              <a:spAutoFit/>
            </a:bodyPr>
            <a:lstStyle/>
            <a:p>
              <a:endParaRPr lang="de-DE" sz="1600" b="1" dirty="0">
                <a:solidFill>
                  <a:schemeClr val="bg1"/>
                </a:solidFill>
              </a:endParaRPr>
            </a:p>
            <a:p>
              <a:pPr marL="285750" indent="-285750">
                <a:buFont typeface="Arial" panose="020B0604020202020204" pitchFamily="34" charset="0"/>
                <a:buChar char="•"/>
              </a:pPr>
              <a:r>
                <a:rPr lang="de-DE" sz="1600" dirty="0">
                  <a:solidFill>
                    <a:schemeClr val="bg1"/>
                  </a:solidFill>
                </a:rPr>
                <a:t>Internationale BWL und VWL Grundlagen gelernt </a:t>
              </a:r>
            </a:p>
            <a:p>
              <a:pPr marL="285750" indent="-285750">
                <a:buFont typeface="Arial" panose="020B0604020202020204" pitchFamily="34" charset="0"/>
                <a:buChar char="•"/>
              </a:pPr>
              <a:r>
                <a:rPr lang="de-DE" sz="1600" dirty="0">
                  <a:solidFill>
                    <a:schemeClr val="bg1"/>
                  </a:solidFill>
                </a:rPr>
                <a:t>Wunsch eigenständig zu Arbeiten und Verantwortung zu übernehmen</a:t>
              </a:r>
            </a:p>
          </p:txBody>
        </p:sp>
      </p:grpSp>
      <p:sp>
        <p:nvSpPr>
          <p:cNvPr id="59" name="Ellipse 58">
            <a:extLst>
              <a:ext uri="{FF2B5EF4-FFF2-40B4-BE49-F238E27FC236}">
                <a16:creationId xmlns:a16="http://schemas.microsoft.com/office/drawing/2014/main" id="{FB10C616-5F4C-ECB5-073D-975E21E28A7C}"/>
              </a:ext>
            </a:extLst>
          </p:cNvPr>
          <p:cNvSpPr/>
          <p:nvPr/>
        </p:nvSpPr>
        <p:spPr>
          <a:xfrm>
            <a:off x="299677" y="640090"/>
            <a:ext cx="540000" cy="540000"/>
          </a:xfrm>
          <a:prstGeom prst="ellipse">
            <a:avLst/>
          </a:prstGeom>
          <a:solidFill>
            <a:srgbClr val="00ABD0"/>
          </a:solidFill>
          <a:ln>
            <a:solidFill>
              <a:srgbClr val="00AB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000" b="1" dirty="0"/>
              <a:t>1</a:t>
            </a:r>
          </a:p>
        </p:txBody>
      </p:sp>
      <p:sp>
        <p:nvSpPr>
          <p:cNvPr id="60" name="Textfeld 59">
            <a:extLst>
              <a:ext uri="{FF2B5EF4-FFF2-40B4-BE49-F238E27FC236}">
                <a16:creationId xmlns:a16="http://schemas.microsoft.com/office/drawing/2014/main" id="{4715CD69-178C-2C68-D5F1-11ABD8D7EFFD}"/>
              </a:ext>
            </a:extLst>
          </p:cNvPr>
          <p:cNvSpPr txBox="1"/>
          <p:nvPr/>
        </p:nvSpPr>
        <p:spPr>
          <a:xfrm>
            <a:off x="905524" y="765894"/>
            <a:ext cx="4475931" cy="384721"/>
          </a:xfrm>
          <a:prstGeom prst="rect">
            <a:avLst/>
          </a:prstGeom>
          <a:noFill/>
        </p:spPr>
        <p:txBody>
          <a:bodyPr wrap="square" rtlCol="0">
            <a:spAutoFit/>
          </a:bodyPr>
          <a:lstStyle/>
          <a:p>
            <a:r>
              <a:rPr lang="de-DE" sz="1900" b="1" dirty="0">
                <a:solidFill>
                  <a:schemeClr val="bg1"/>
                </a:solidFill>
              </a:rPr>
              <a:t>Jakob-Friedrich-Schöllkopf Schule:</a:t>
            </a:r>
            <a:endParaRPr lang="de-DE" sz="1900" dirty="0"/>
          </a:p>
        </p:txBody>
      </p:sp>
      <p:grpSp>
        <p:nvGrpSpPr>
          <p:cNvPr id="68" name="Gruppieren 67">
            <a:extLst>
              <a:ext uri="{FF2B5EF4-FFF2-40B4-BE49-F238E27FC236}">
                <a16:creationId xmlns:a16="http://schemas.microsoft.com/office/drawing/2014/main" id="{CD2B1D0E-8DCD-50DF-EC51-3E9E998292D6}"/>
              </a:ext>
            </a:extLst>
          </p:cNvPr>
          <p:cNvGrpSpPr/>
          <p:nvPr/>
        </p:nvGrpSpPr>
        <p:grpSpPr>
          <a:xfrm>
            <a:off x="342012" y="2656384"/>
            <a:ext cx="5105400" cy="1714946"/>
            <a:chOff x="139702" y="3462518"/>
            <a:chExt cx="11912598" cy="1077552"/>
          </a:xfrm>
          <a:solidFill>
            <a:srgbClr val="828282"/>
          </a:solidFill>
        </p:grpSpPr>
        <p:sp>
          <p:nvSpPr>
            <p:cNvPr id="71" name="Rechteck: abgerundete Ecken 70">
              <a:extLst>
                <a:ext uri="{FF2B5EF4-FFF2-40B4-BE49-F238E27FC236}">
                  <a16:creationId xmlns:a16="http://schemas.microsoft.com/office/drawing/2014/main" id="{49B207AA-22F1-A896-5237-D6C5E351D302}"/>
                </a:ext>
              </a:extLst>
            </p:cNvPr>
            <p:cNvSpPr/>
            <p:nvPr/>
          </p:nvSpPr>
          <p:spPr>
            <a:xfrm>
              <a:off x="139702" y="3462518"/>
              <a:ext cx="11912598" cy="1077552"/>
            </a:xfrm>
            <a:prstGeom prst="roundRect">
              <a:avLst/>
            </a:prstGeom>
            <a:grpFill/>
            <a:ln w="38100">
              <a:solidFill>
                <a:srgbClr val="8080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2" name="Textfeld 71">
              <a:extLst>
                <a:ext uri="{FF2B5EF4-FFF2-40B4-BE49-F238E27FC236}">
                  <a16:creationId xmlns:a16="http://schemas.microsoft.com/office/drawing/2014/main" id="{5E3593EC-F9C7-49C1-78B3-65EE5E0E5AC9}"/>
                </a:ext>
              </a:extLst>
            </p:cNvPr>
            <p:cNvSpPr txBox="1"/>
            <p:nvPr/>
          </p:nvSpPr>
          <p:spPr>
            <a:xfrm>
              <a:off x="139702" y="3551418"/>
              <a:ext cx="11912598" cy="676848"/>
            </a:xfrm>
            <a:prstGeom prst="rect">
              <a:avLst/>
            </a:prstGeom>
            <a:noFill/>
            <a:ln>
              <a:noFill/>
            </a:ln>
          </p:spPr>
          <p:txBody>
            <a:bodyPr wrap="square" rtlCol="0">
              <a:spAutoFit/>
            </a:bodyPr>
            <a:lstStyle/>
            <a:p>
              <a:endParaRPr lang="de-DE" sz="1600" dirty="0">
                <a:solidFill>
                  <a:schemeClr val="bg1"/>
                </a:solidFill>
              </a:endParaRPr>
            </a:p>
            <a:p>
              <a:pPr marL="285750" indent="-285750">
                <a:buFont typeface="Arial" panose="020B0604020202020204" pitchFamily="34" charset="0"/>
                <a:buChar char="•"/>
              </a:pPr>
              <a:r>
                <a:rPr lang="de-DE" sz="1600" dirty="0">
                  <a:solidFill>
                    <a:schemeClr val="bg1"/>
                  </a:solidFill>
                </a:rPr>
                <a:t>Zukunftsorientiertes Studium, um Unternehmen bei der digitalen Transformation zu begleiten</a:t>
              </a:r>
            </a:p>
            <a:p>
              <a:pPr marL="285750" indent="-285750">
                <a:buFont typeface="Arial" panose="020B0604020202020204" pitchFamily="34" charset="0"/>
                <a:buChar char="•"/>
              </a:pPr>
              <a:r>
                <a:rPr lang="de-DE" sz="1600" dirty="0">
                  <a:solidFill>
                    <a:schemeClr val="bg1"/>
                  </a:solidFill>
                </a:rPr>
                <a:t>Praxiserfahrung sammeln, um Theorie zu ergänzen</a:t>
              </a:r>
            </a:p>
          </p:txBody>
        </p:sp>
      </p:grpSp>
      <p:sp>
        <p:nvSpPr>
          <p:cNvPr id="69" name="Ellipse 68">
            <a:extLst>
              <a:ext uri="{FF2B5EF4-FFF2-40B4-BE49-F238E27FC236}">
                <a16:creationId xmlns:a16="http://schemas.microsoft.com/office/drawing/2014/main" id="{879CDDE0-902D-76B7-87F4-7B3654D50856}"/>
              </a:ext>
            </a:extLst>
          </p:cNvPr>
          <p:cNvSpPr/>
          <p:nvPr/>
        </p:nvSpPr>
        <p:spPr>
          <a:xfrm>
            <a:off x="299677" y="2556819"/>
            <a:ext cx="540000" cy="540000"/>
          </a:xfrm>
          <a:prstGeom prst="ellipse">
            <a:avLst/>
          </a:prstGeom>
          <a:solidFill>
            <a:srgbClr val="00ABD0"/>
          </a:solidFill>
          <a:ln>
            <a:solidFill>
              <a:srgbClr val="00AB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000" b="1" dirty="0"/>
              <a:t>3</a:t>
            </a:r>
          </a:p>
        </p:txBody>
      </p:sp>
      <p:sp>
        <p:nvSpPr>
          <p:cNvPr id="70" name="Textfeld 69">
            <a:extLst>
              <a:ext uri="{FF2B5EF4-FFF2-40B4-BE49-F238E27FC236}">
                <a16:creationId xmlns:a16="http://schemas.microsoft.com/office/drawing/2014/main" id="{8B6EB2A4-EEFD-E870-8977-F52E3B4E3997}"/>
              </a:ext>
            </a:extLst>
          </p:cNvPr>
          <p:cNvSpPr txBox="1"/>
          <p:nvPr/>
        </p:nvSpPr>
        <p:spPr>
          <a:xfrm>
            <a:off x="905524" y="2682623"/>
            <a:ext cx="4267610" cy="384721"/>
          </a:xfrm>
          <a:prstGeom prst="rect">
            <a:avLst/>
          </a:prstGeom>
          <a:solidFill>
            <a:srgbClr val="828282"/>
          </a:solidFill>
        </p:spPr>
        <p:txBody>
          <a:bodyPr wrap="square" rtlCol="0">
            <a:spAutoFit/>
          </a:bodyPr>
          <a:lstStyle/>
          <a:p>
            <a:r>
              <a:rPr lang="de-DE" sz="1900" b="1" dirty="0">
                <a:solidFill>
                  <a:schemeClr val="bg1"/>
                </a:solidFill>
              </a:rPr>
              <a:t>Digital Business Management:</a:t>
            </a:r>
          </a:p>
        </p:txBody>
      </p:sp>
      <p:grpSp>
        <p:nvGrpSpPr>
          <p:cNvPr id="73" name="Gruppieren 72">
            <a:extLst>
              <a:ext uri="{FF2B5EF4-FFF2-40B4-BE49-F238E27FC236}">
                <a16:creationId xmlns:a16="http://schemas.microsoft.com/office/drawing/2014/main" id="{30531E82-1084-94ED-5B4E-D32A4E4F9AB6}"/>
              </a:ext>
            </a:extLst>
          </p:cNvPr>
          <p:cNvGrpSpPr/>
          <p:nvPr/>
        </p:nvGrpSpPr>
        <p:grpSpPr>
          <a:xfrm>
            <a:off x="299677" y="4473548"/>
            <a:ext cx="5147735" cy="1814511"/>
            <a:chOff x="299677" y="640090"/>
            <a:chExt cx="5147735" cy="1814511"/>
          </a:xfrm>
        </p:grpSpPr>
        <p:grpSp>
          <p:nvGrpSpPr>
            <p:cNvPr id="74" name="Gruppieren 73">
              <a:extLst>
                <a:ext uri="{FF2B5EF4-FFF2-40B4-BE49-F238E27FC236}">
                  <a16:creationId xmlns:a16="http://schemas.microsoft.com/office/drawing/2014/main" id="{B09A947B-1E0B-DCCC-4144-EFBFEADD6490}"/>
                </a:ext>
              </a:extLst>
            </p:cNvPr>
            <p:cNvGrpSpPr/>
            <p:nvPr/>
          </p:nvGrpSpPr>
          <p:grpSpPr>
            <a:xfrm>
              <a:off x="342012" y="739655"/>
              <a:ext cx="5105400" cy="1714946"/>
              <a:chOff x="139702" y="3462518"/>
              <a:chExt cx="11912598" cy="1077552"/>
            </a:xfrm>
          </p:grpSpPr>
          <p:sp>
            <p:nvSpPr>
              <p:cNvPr id="77" name="Rechteck: abgerundete Ecken 76">
                <a:extLst>
                  <a:ext uri="{FF2B5EF4-FFF2-40B4-BE49-F238E27FC236}">
                    <a16:creationId xmlns:a16="http://schemas.microsoft.com/office/drawing/2014/main" id="{F147A8FD-1AC4-15C2-F030-DED35EADB13E}"/>
                  </a:ext>
                </a:extLst>
              </p:cNvPr>
              <p:cNvSpPr/>
              <p:nvPr/>
            </p:nvSpPr>
            <p:spPr>
              <a:xfrm>
                <a:off x="139702" y="3462518"/>
                <a:ext cx="11912598" cy="1077552"/>
              </a:xfrm>
              <a:prstGeom prst="roundRect">
                <a:avLst/>
              </a:prstGeom>
              <a:solidFill>
                <a:srgbClr val="828282"/>
              </a:solidFill>
              <a:ln w="38100">
                <a:solidFill>
                  <a:srgbClr val="8282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8" name="Textfeld 77">
                <a:extLst>
                  <a:ext uri="{FF2B5EF4-FFF2-40B4-BE49-F238E27FC236}">
                    <a16:creationId xmlns:a16="http://schemas.microsoft.com/office/drawing/2014/main" id="{7A19EBDF-DE02-8F06-7B4E-BC06BBA41600}"/>
                  </a:ext>
                </a:extLst>
              </p:cNvPr>
              <p:cNvSpPr txBox="1"/>
              <p:nvPr/>
            </p:nvSpPr>
            <p:spPr>
              <a:xfrm>
                <a:off x="139702" y="3551418"/>
                <a:ext cx="11912598" cy="676848"/>
              </a:xfrm>
              <a:prstGeom prst="rect">
                <a:avLst/>
              </a:prstGeom>
              <a:noFill/>
            </p:spPr>
            <p:txBody>
              <a:bodyPr wrap="square" rtlCol="0">
                <a:spAutoFit/>
              </a:bodyPr>
              <a:lstStyle/>
              <a:p>
                <a:endParaRPr lang="de-DE" sz="1600" b="1" dirty="0">
                  <a:solidFill>
                    <a:schemeClr val="bg1"/>
                  </a:solidFill>
                </a:endParaRPr>
              </a:p>
              <a:p>
                <a:pPr marL="285750" indent="-285750">
                  <a:buFont typeface="Arial" panose="020B0604020202020204" pitchFamily="34" charset="0"/>
                  <a:buChar char="•"/>
                </a:pPr>
                <a:r>
                  <a:rPr lang="de-DE" sz="1600" dirty="0">
                    <a:solidFill>
                      <a:schemeClr val="bg1"/>
                    </a:solidFill>
                  </a:rPr>
                  <a:t>Strategiearbeit kennengelernt und Roadmap für die interne KI-Strategie entwickelt</a:t>
                </a:r>
              </a:p>
              <a:p>
                <a:pPr marL="285750" indent="-285750">
                  <a:buFont typeface="Arial" panose="020B0604020202020204" pitchFamily="34" charset="0"/>
                  <a:buChar char="•"/>
                </a:pPr>
                <a:r>
                  <a:rPr lang="de-DE" sz="1600" dirty="0">
                    <a:solidFill>
                      <a:schemeClr val="bg1"/>
                    </a:solidFill>
                  </a:rPr>
                  <a:t>Neue KI-Tools entwickelt</a:t>
                </a:r>
              </a:p>
            </p:txBody>
          </p:sp>
        </p:grpSp>
        <p:sp>
          <p:nvSpPr>
            <p:cNvPr id="75" name="Ellipse 74">
              <a:extLst>
                <a:ext uri="{FF2B5EF4-FFF2-40B4-BE49-F238E27FC236}">
                  <a16:creationId xmlns:a16="http://schemas.microsoft.com/office/drawing/2014/main" id="{8C0BA84D-CA6E-06DA-F3D2-ECF11F60F21C}"/>
                </a:ext>
              </a:extLst>
            </p:cNvPr>
            <p:cNvSpPr/>
            <p:nvPr/>
          </p:nvSpPr>
          <p:spPr>
            <a:xfrm>
              <a:off x="299677" y="640090"/>
              <a:ext cx="540000" cy="540000"/>
            </a:xfrm>
            <a:prstGeom prst="ellipse">
              <a:avLst/>
            </a:prstGeom>
            <a:solidFill>
              <a:srgbClr val="00ABD0"/>
            </a:solidFill>
            <a:ln>
              <a:solidFill>
                <a:srgbClr val="00AB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000" b="1" dirty="0"/>
                <a:t>5</a:t>
              </a:r>
            </a:p>
          </p:txBody>
        </p:sp>
        <p:sp>
          <p:nvSpPr>
            <p:cNvPr id="76" name="Textfeld 75">
              <a:extLst>
                <a:ext uri="{FF2B5EF4-FFF2-40B4-BE49-F238E27FC236}">
                  <a16:creationId xmlns:a16="http://schemas.microsoft.com/office/drawing/2014/main" id="{83906930-9731-1443-81F4-DC42E7D85828}"/>
                </a:ext>
              </a:extLst>
            </p:cNvPr>
            <p:cNvSpPr txBox="1"/>
            <p:nvPr/>
          </p:nvSpPr>
          <p:spPr>
            <a:xfrm>
              <a:off x="905524" y="765894"/>
              <a:ext cx="3827343" cy="384721"/>
            </a:xfrm>
            <a:prstGeom prst="rect">
              <a:avLst/>
            </a:prstGeom>
            <a:noFill/>
          </p:spPr>
          <p:txBody>
            <a:bodyPr wrap="square" rtlCol="0">
              <a:spAutoFit/>
            </a:bodyPr>
            <a:lstStyle/>
            <a:p>
              <a:r>
                <a:rPr lang="de-DE" sz="1900" b="1" dirty="0">
                  <a:solidFill>
                    <a:schemeClr val="bg1"/>
                  </a:solidFill>
                </a:rPr>
                <a:t>Horváth &amp; Partners GmbH:</a:t>
              </a:r>
              <a:endParaRPr lang="de-DE" sz="1900" dirty="0"/>
            </a:p>
          </p:txBody>
        </p:sp>
      </p:grpSp>
      <p:grpSp>
        <p:nvGrpSpPr>
          <p:cNvPr id="98" name="Gruppieren 97">
            <a:extLst>
              <a:ext uri="{FF2B5EF4-FFF2-40B4-BE49-F238E27FC236}">
                <a16:creationId xmlns:a16="http://schemas.microsoft.com/office/drawing/2014/main" id="{D4E2ACD2-D8C7-EEE0-3F5A-4299AF7FC991}"/>
              </a:ext>
            </a:extLst>
          </p:cNvPr>
          <p:cNvGrpSpPr/>
          <p:nvPr/>
        </p:nvGrpSpPr>
        <p:grpSpPr>
          <a:xfrm>
            <a:off x="6744588" y="726626"/>
            <a:ext cx="5105400" cy="1714946"/>
            <a:chOff x="139702" y="3462518"/>
            <a:chExt cx="11912598" cy="1077552"/>
          </a:xfrm>
          <a:solidFill>
            <a:srgbClr val="828282"/>
          </a:solidFill>
        </p:grpSpPr>
        <p:sp>
          <p:nvSpPr>
            <p:cNvPr id="101" name="Rechteck: abgerundete Ecken 100">
              <a:extLst>
                <a:ext uri="{FF2B5EF4-FFF2-40B4-BE49-F238E27FC236}">
                  <a16:creationId xmlns:a16="http://schemas.microsoft.com/office/drawing/2014/main" id="{8830A2F7-15B5-FD08-6C90-181D40D4F4DB}"/>
                </a:ext>
              </a:extLst>
            </p:cNvPr>
            <p:cNvSpPr/>
            <p:nvPr/>
          </p:nvSpPr>
          <p:spPr>
            <a:xfrm>
              <a:off x="139702" y="3462518"/>
              <a:ext cx="11912598" cy="1077552"/>
            </a:xfrm>
            <a:prstGeom prst="roundRect">
              <a:avLst/>
            </a:prstGeom>
            <a:grpFill/>
            <a:ln w="38100">
              <a:solidFill>
                <a:srgbClr val="8282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2" name="Textfeld 101">
              <a:extLst>
                <a:ext uri="{FF2B5EF4-FFF2-40B4-BE49-F238E27FC236}">
                  <a16:creationId xmlns:a16="http://schemas.microsoft.com/office/drawing/2014/main" id="{CED53CDC-B4E2-C779-C9FB-DC4C8E62330D}"/>
                </a:ext>
              </a:extLst>
            </p:cNvPr>
            <p:cNvSpPr txBox="1"/>
            <p:nvPr/>
          </p:nvSpPr>
          <p:spPr>
            <a:xfrm>
              <a:off x="139702" y="3551418"/>
              <a:ext cx="11912598" cy="831556"/>
            </a:xfrm>
            <a:prstGeom prst="rect">
              <a:avLst/>
            </a:prstGeom>
            <a:grpFill/>
            <a:ln>
              <a:noFill/>
            </a:ln>
          </p:spPr>
          <p:txBody>
            <a:bodyPr wrap="square" rtlCol="0">
              <a:spAutoFit/>
            </a:bodyPr>
            <a:lstStyle/>
            <a:p>
              <a:endParaRPr lang="de-DE" sz="1600" b="1" dirty="0">
                <a:solidFill>
                  <a:schemeClr val="bg1"/>
                </a:solidFill>
              </a:endParaRPr>
            </a:p>
            <a:p>
              <a:pPr marL="285750" indent="-285750">
                <a:buFont typeface="Arial" panose="020B0604020202020204" pitchFamily="34" charset="0"/>
                <a:buChar char="•"/>
              </a:pPr>
              <a:r>
                <a:rPr lang="de-DE" sz="1600" dirty="0">
                  <a:solidFill>
                    <a:schemeClr val="bg1"/>
                  </a:solidFill>
                </a:rPr>
                <a:t>Verantwortung für die gesamte Wertschöpfungskette übernommen</a:t>
              </a:r>
            </a:p>
            <a:p>
              <a:pPr marL="285750" indent="-285750">
                <a:buFont typeface="Arial" panose="020B0604020202020204" pitchFamily="34" charset="0"/>
                <a:buChar char="•"/>
              </a:pPr>
              <a:r>
                <a:rPr lang="de-DE" sz="1600" dirty="0">
                  <a:solidFill>
                    <a:schemeClr val="bg1"/>
                  </a:solidFill>
                </a:rPr>
                <a:t>Digitale Geschäftsmodelle kennengelernt und Leidenschaft für Digitalisierung entwickelt</a:t>
              </a:r>
            </a:p>
          </p:txBody>
        </p:sp>
      </p:grpSp>
      <p:sp>
        <p:nvSpPr>
          <p:cNvPr id="99" name="Ellipse 98">
            <a:extLst>
              <a:ext uri="{FF2B5EF4-FFF2-40B4-BE49-F238E27FC236}">
                <a16:creationId xmlns:a16="http://schemas.microsoft.com/office/drawing/2014/main" id="{6B02D64D-AFFC-1CF4-47B4-BAE3EA1B8EB4}"/>
              </a:ext>
            </a:extLst>
          </p:cNvPr>
          <p:cNvSpPr/>
          <p:nvPr/>
        </p:nvSpPr>
        <p:spPr>
          <a:xfrm>
            <a:off x="6702253" y="627061"/>
            <a:ext cx="540000" cy="540000"/>
          </a:xfrm>
          <a:prstGeom prst="ellipse">
            <a:avLst/>
          </a:prstGeom>
          <a:solidFill>
            <a:srgbClr val="00ABD0"/>
          </a:solidFill>
          <a:ln>
            <a:solidFill>
              <a:srgbClr val="00AB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000" b="1" dirty="0"/>
              <a:t>2</a:t>
            </a:r>
          </a:p>
        </p:txBody>
      </p:sp>
      <p:sp>
        <p:nvSpPr>
          <p:cNvPr id="100" name="Textfeld 99">
            <a:extLst>
              <a:ext uri="{FF2B5EF4-FFF2-40B4-BE49-F238E27FC236}">
                <a16:creationId xmlns:a16="http://schemas.microsoft.com/office/drawing/2014/main" id="{7AE8069C-507A-7950-D555-C813AA0B9950}"/>
              </a:ext>
            </a:extLst>
          </p:cNvPr>
          <p:cNvSpPr txBox="1"/>
          <p:nvPr/>
        </p:nvSpPr>
        <p:spPr>
          <a:xfrm>
            <a:off x="7308100" y="752865"/>
            <a:ext cx="4155588" cy="384721"/>
          </a:xfrm>
          <a:prstGeom prst="rect">
            <a:avLst/>
          </a:prstGeom>
          <a:solidFill>
            <a:srgbClr val="828282"/>
          </a:solidFill>
          <a:ln>
            <a:solidFill>
              <a:srgbClr val="828282"/>
            </a:solidFill>
          </a:ln>
        </p:spPr>
        <p:txBody>
          <a:bodyPr wrap="square" rtlCol="0">
            <a:spAutoFit/>
          </a:bodyPr>
          <a:lstStyle/>
          <a:p>
            <a:r>
              <a:rPr lang="de-DE" sz="1900" b="1" dirty="0">
                <a:solidFill>
                  <a:schemeClr val="bg1"/>
                </a:solidFill>
              </a:rPr>
              <a:t>Selbstständigkeit im E-Commerce</a:t>
            </a:r>
            <a:r>
              <a:rPr lang="de-DE" b="1" dirty="0">
                <a:solidFill>
                  <a:schemeClr val="bg1"/>
                </a:solidFill>
              </a:rPr>
              <a:t>:</a:t>
            </a:r>
            <a:endParaRPr lang="de-DE" dirty="0"/>
          </a:p>
        </p:txBody>
      </p:sp>
      <p:grpSp>
        <p:nvGrpSpPr>
          <p:cNvPr id="104" name="Gruppieren 103">
            <a:extLst>
              <a:ext uri="{FF2B5EF4-FFF2-40B4-BE49-F238E27FC236}">
                <a16:creationId xmlns:a16="http://schemas.microsoft.com/office/drawing/2014/main" id="{CA63307F-B82C-B453-2D27-F2E2169F89E8}"/>
              </a:ext>
            </a:extLst>
          </p:cNvPr>
          <p:cNvGrpSpPr/>
          <p:nvPr/>
        </p:nvGrpSpPr>
        <p:grpSpPr>
          <a:xfrm>
            <a:off x="6744588" y="2643355"/>
            <a:ext cx="5105400" cy="1714946"/>
            <a:chOff x="139702" y="3462518"/>
            <a:chExt cx="11912598" cy="1077552"/>
          </a:xfrm>
          <a:solidFill>
            <a:srgbClr val="828282"/>
          </a:solidFill>
        </p:grpSpPr>
        <p:sp>
          <p:nvSpPr>
            <p:cNvPr id="107" name="Rechteck: abgerundete Ecken 106">
              <a:extLst>
                <a:ext uri="{FF2B5EF4-FFF2-40B4-BE49-F238E27FC236}">
                  <a16:creationId xmlns:a16="http://schemas.microsoft.com/office/drawing/2014/main" id="{F40F3786-4730-BB77-CBDB-A20272AB940D}"/>
                </a:ext>
              </a:extLst>
            </p:cNvPr>
            <p:cNvSpPr/>
            <p:nvPr/>
          </p:nvSpPr>
          <p:spPr>
            <a:xfrm>
              <a:off x="139702" y="3462518"/>
              <a:ext cx="11912598" cy="1077552"/>
            </a:xfrm>
            <a:prstGeom prst="roundRect">
              <a:avLst/>
            </a:prstGeom>
            <a:grpFill/>
            <a:ln w="38100">
              <a:solidFill>
                <a:srgbClr val="8282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8" name="Textfeld 107">
              <a:extLst>
                <a:ext uri="{FF2B5EF4-FFF2-40B4-BE49-F238E27FC236}">
                  <a16:creationId xmlns:a16="http://schemas.microsoft.com/office/drawing/2014/main" id="{4E8B6F29-4DD2-BBE7-4CD9-F1CCAF2B6327}"/>
                </a:ext>
              </a:extLst>
            </p:cNvPr>
            <p:cNvSpPr txBox="1"/>
            <p:nvPr/>
          </p:nvSpPr>
          <p:spPr>
            <a:xfrm>
              <a:off x="139702" y="3551418"/>
              <a:ext cx="11912598" cy="676848"/>
            </a:xfrm>
            <a:prstGeom prst="rect">
              <a:avLst/>
            </a:prstGeom>
            <a:noFill/>
            <a:ln>
              <a:noFill/>
            </a:ln>
          </p:spPr>
          <p:txBody>
            <a:bodyPr wrap="square" rtlCol="0">
              <a:spAutoFit/>
            </a:bodyPr>
            <a:lstStyle/>
            <a:p>
              <a:endParaRPr lang="de-DE" sz="1600" b="1" dirty="0">
                <a:solidFill>
                  <a:schemeClr val="bg1"/>
                </a:solidFill>
              </a:endParaRPr>
            </a:p>
            <a:p>
              <a:pPr marL="285750" indent="-285750">
                <a:buFont typeface="Arial" panose="020B0604020202020204" pitchFamily="34" charset="0"/>
                <a:buChar char="•"/>
              </a:pPr>
              <a:r>
                <a:rPr lang="de-DE" sz="1600" dirty="0">
                  <a:solidFill>
                    <a:schemeClr val="bg1"/>
                  </a:solidFill>
                </a:rPr>
                <a:t>Erste Beratungserfahrung bei der Referenzenerstellung gesammelt</a:t>
              </a:r>
            </a:p>
            <a:p>
              <a:pPr marL="285750" indent="-285750">
                <a:buFont typeface="Arial" panose="020B0604020202020204" pitchFamily="34" charset="0"/>
                <a:buChar char="•"/>
              </a:pPr>
              <a:r>
                <a:rPr lang="de-DE" sz="1600" dirty="0">
                  <a:solidFill>
                    <a:schemeClr val="bg1"/>
                  </a:solidFill>
                </a:rPr>
                <a:t>Gefallen am Beratungsumfeld gefunden</a:t>
              </a:r>
            </a:p>
          </p:txBody>
        </p:sp>
      </p:grpSp>
      <p:sp>
        <p:nvSpPr>
          <p:cNvPr id="105" name="Ellipse 104">
            <a:extLst>
              <a:ext uri="{FF2B5EF4-FFF2-40B4-BE49-F238E27FC236}">
                <a16:creationId xmlns:a16="http://schemas.microsoft.com/office/drawing/2014/main" id="{03692E7F-17AD-DCD0-9D9F-C7229F99B8E8}"/>
              </a:ext>
            </a:extLst>
          </p:cNvPr>
          <p:cNvSpPr/>
          <p:nvPr/>
        </p:nvSpPr>
        <p:spPr>
          <a:xfrm>
            <a:off x="6702253" y="2543790"/>
            <a:ext cx="540000" cy="540000"/>
          </a:xfrm>
          <a:prstGeom prst="ellipse">
            <a:avLst/>
          </a:prstGeom>
          <a:solidFill>
            <a:srgbClr val="00ABD0"/>
          </a:solidFill>
          <a:ln>
            <a:solidFill>
              <a:srgbClr val="00AB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000" b="1" dirty="0"/>
              <a:t>4</a:t>
            </a:r>
          </a:p>
        </p:txBody>
      </p:sp>
      <p:sp>
        <p:nvSpPr>
          <p:cNvPr id="106" name="Textfeld 105">
            <a:extLst>
              <a:ext uri="{FF2B5EF4-FFF2-40B4-BE49-F238E27FC236}">
                <a16:creationId xmlns:a16="http://schemas.microsoft.com/office/drawing/2014/main" id="{C0339EB4-508A-CC72-6C51-97865DB119A2}"/>
              </a:ext>
            </a:extLst>
          </p:cNvPr>
          <p:cNvSpPr txBox="1"/>
          <p:nvPr/>
        </p:nvSpPr>
        <p:spPr>
          <a:xfrm>
            <a:off x="7308100" y="2669594"/>
            <a:ext cx="3827343" cy="384721"/>
          </a:xfrm>
          <a:prstGeom prst="rect">
            <a:avLst/>
          </a:prstGeom>
          <a:noFill/>
        </p:spPr>
        <p:txBody>
          <a:bodyPr wrap="square" rtlCol="0">
            <a:spAutoFit/>
          </a:bodyPr>
          <a:lstStyle/>
          <a:p>
            <a:r>
              <a:rPr lang="de-DE" sz="1900" b="1" dirty="0">
                <a:solidFill>
                  <a:schemeClr val="bg1"/>
                </a:solidFill>
              </a:rPr>
              <a:t>Staufen. </a:t>
            </a:r>
            <a:r>
              <a:rPr lang="de-DE" sz="1900" b="1" dirty="0" err="1">
                <a:solidFill>
                  <a:schemeClr val="bg1"/>
                </a:solidFill>
              </a:rPr>
              <a:t>part</a:t>
            </a:r>
            <a:r>
              <a:rPr lang="de-DE" sz="1900" b="1" dirty="0">
                <a:solidFill>
                  <a:schemeClr val="bg1"/>
                </a:solidFill>
              </a:rPr>
              <a:t> </a:t>
            </a:r>
            <a:r>
              <a:rPr lang="de-DE" sz="1900" b="1" dirty="0" err="1">
                <a:solidFill>
                  <a:schemeClr val="bg1"/>
                </a:solidFill>
              </a:rPr>
              <a:t>of</a:t>
            </a:r>
            <a:r>
              <a:rPr lang="de-DE" sz="1900" b="1" dirty="0">
                <a:solidFill>
                  <a:schemeClr val="bg1"/>
                </a:solidFill>
              </a:rPr>
              <a:t> Accenture:</a:t>
            </a:r>
          </a:p>
        </p:txBody>
      </p:sp>
      <p:grpSp>
        <p:nvGrpSpPr>
          <p:cNvPr id="110" name="Gruppieren 109">
            <a:extLst>
              <a:ext uri="{FF2B5EF4-FFF2-40B4-BE49-F238E27FC236}">
                <a16:creationId xmlns:a16="http://schemas.microsoft.com/office/drawing/2014/main" id="{2282562B-F2F4-F7C4-FA19-FEF2FC678B7C}"/>
              </a:ext>
            </a:extLst>
          </p:cNvPr>
          <p:cNvGrpSpPr/>
          <p:nvPr/>
        </p:nvGrpSpPr>
        <p:grpSpPr>
          <a:xfrm>
            <a:off x="6744588" y="4560084"/>
            <a:ext cx="5105400" cy="1714946"/>
            <a:chOff x="139702" y="3462518"/>
            <a:chExt cx="11912598" cy="1077552"/>
          </a:xfrm>
          <a:solidFill>
            <a:srgbClr val="828282"/>
          </a:solidFill>
        </p:grpSpPr>
        <p:sp>
          <p:nvSpPr>
            <p:cNvPr id="113" name="Rechteck: abgerundete Ecken 112">
              <a:extLst>
                <a:ext uri="{FF2B5EF4-FFF2-40B4-BE49-F238E27FC236}">
                  <a16:creationId xmlns:a16="http://schemas.microsoft.com/office/drawing/2014/main" id="{0227CA9A-0A79-76FE-8F1F-9D8034BD7565}"/>
                </a:ext>
              </a:extLst>
            </p:cNvPr>
            <p:cNvSpPr/>
            <p:nvPr/>
          </p:nvSpPr>
          <p:spPr>
            <a:xfrm>
              <a:off x="139702" y="3462518"/>
              <a:ext cx="11912598" cy="1077552"/>
            </a:xfrm>
            <a:prstGeom prst="roundRect">
              <a:avLst/>
            </a:prstGeom>
            <a:grpFill/>
            <a:ln w="38100">
              <a:solidFill>
                <a:srgbClr val="8282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4" name="Textfeld 113">
              <a:extLst>
                <a:ext uri="{FF2B5EF4-FFF2-40B4-BE49-F238E27FC236}">
                  <a16:creationId xmlns:a16="http://schemas.microsoft.com/office/drawing/2014/main" id="{913A7457-E675-D2E9-B0BB-B8D4229D5DE2}"/>
                </a:ext>
              </a:extLst>
            </p:cNvPr>
            <p:cNvSpPr txBox="1"/>
            <p:nvPr/>
          </p:nvSpPr>
          <p:spPr>
            <a:xfrm>
              <a:off x="139702" y="3551418"/>
              <a:ext cx="11912598" cy="676848"/>
            </a:xfrm>
            <a:prstGeom prst="rect">
              <a:avLst/>
            </a:prstGeom>
            <a:grpFill/>
            <a:ln>
              <a:solidFill>
                <a:srgbClr val="828282"/>
              </a:solidFill>
            </a:ln>
          </p:spPr>
          <p:txBody>
            <a:bodyPr wrap="square" rtlCol="0">
              <a:spAutoFit/>
            </a:bodyPr>
            <a:lstStyle/>
            <a:p>
              <a:endParaRPr lang="de-DE" sz="1600" b="1" dirty="0">
                <a:solidFill>
                  <a:schemeClr val="bg1"/>
                </a:solidFill>
              </a:endParaRPr>
            </a:p>
            <a:p>
              <a:pPr marL="285750" indent="-285750">
                <a:buFont typeface="Arial" panose="020B0604020202020204" pitchFamily="34" charset="0"/>
                <a:buChar char="•"/>
              </a:pPr>
              <a:r>
                <a:rPr lang="de-DE" sz="1600" dirty="0">
                  <a:solidFill>
                    <a:schemeClr val="bg1"/>
                  </a:solidFill>
                </a:rPr>
                <a:t>Praxiserfahrung in einem </a:t>
              </a:r>
              <a:r>
                <a:rPr lang="de-DE" sz="1600" dirty="0" err="1">
                  <a:solidFill>
                    <a:schemeClr val="bg1"/>
                  </a:solidFill>
                </a:rPr>
                <a:t>Scale</a:t>
              </a:r>
              <a:r>
                <a:rPr lang="de-DE" sz="1600" dirty="0">
                  <a:solidFill>
                    <a:schemeClr val="bg1"/>
                  </a:solidFill>
                </a:rPr>
                <a:t> UP sammeln und Unternehmen voranbringen </a:t>
              </a:r>
            </a:p>
            <a:p>
              <a:pPr marL="285750" indent="-285750">
                <a:buFont typeface="Arial" panose="020B0604020202020204" pitchFamily="34" charset="0"/>
                <a:buChar char="•"/>
              </a:pPr>
              <a:r>
                <a:rPr lang="de-DE" sz="1600" dirty="0">
                  <a:solidFill>
                    <a:schemeClr val="bg1"/>
                  </a:solidFill>
                </a:rPr>
                <a:t>Spannende Tätigkeiten in einem super Team </a:t>
              </a:r>
            </a:p>
          </p:txBody>
        </p:sp>
      </p:grpSp>
      <p:sp>
        <p:nvSpPr>
          <p:cNvPr id="111" name="Ellipse 110">
            <a:extLst>
              <a:ext uri="{FF2B5EF4-FFF2-40B4-BE49-F238E27FC236}">
                <a16:creationId xmlns:a16="http://schemas.microsoft.com/office/drawing/2014/main" id="{2684DB55-7C45-2FBE-1FE9-2AA885FC62C4}"/>
              </a:ext>
            </a:extLst>
          </p:cNvPr>
          <p:cNvSpPr/>
          <p:nvPr/>
        </p:nvSpPr>
        <p:spPr>
          <a:xfrm>
            <a:off x="6702253" y="4460519"/>
            <a:ext cx="540000" cy="540000"/>
          </a:xfrm>
          <a:prstGeom prst="ellipse">
            <a:avLst/>
          </a:prstGeom>
          <a:solidFill>
            <a:srgbClr val="00ABD0"/>
          </a:solidFill>
          <a:ln>
            <a:solidFill>
              <a:srgbClr val="00AB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000" b="1" dirty="0"/>
              <a:t>6</a:t>
            </a:r>
          </a:p>
        </p:txBody>
      </p:sp>
      <p:sp>
        <p:nvSpPr>
          <p:cNvPr id="112" name="Textfeld 111">
            <a:extLst>
              <a:ext uri="{FF2B5EF4-FFF2-40B4-BE49-F238E27FC236}">
                <a16:creationId xmlns:a16="http://schemas.microsoft.com/office/drawing/2014/main" id="{CD8C4E7D-4C83-CA3F-4550-802653DCB307}"/>
              </a:ext>
            </a:extLst>
          </p:cNvPr>
          <p:cNvSpPr txBox="1"/>
          <p:nvPr/>
        </p:nvSpPr>
        <p:spPr>
          <a:xfrm>
            <a:off x="7308100" y="4586323"/>
            <a:ext cx="3827343" cy="384721"/>
          </a:xfrm>
          <a:prstGeom prst="rect">
            <a:avLst/>
          </a:prstGeom>
          <a:noFill/>
        </p:spPr>
        <p:txBody>
          <a:bodyPr wrap="square" rtlCol="0">
            <a:spAutoFit/>
          </a:bodyPr>
          <a:lstStyle/>
          <a:p>
            <a:r>
              <a:rPr lang="de-DE" sz="1900" b="1" dirty="0">
                <a:solidFill>
                  <a:schemeClr val="bg1"/>
                </a:solidFill>
              </a:rPr>
              <a:t>NEURA Robotics:</a:t>
            </a:r>
          </a:p>
        </p:txBody>
      </p:sp>
      <p:sp>
        <p:nvSpPr>
          <p:cNvPr id="4" name="Rechteck 3">
            <a:extLst>
              <a:ext uri="{FF2B5EF4-FFF2-40B4-BE49-F238E27FC236}">
                <a16:creationId xmlns:a16="http://schemas.microsoft.com/office/drawing/2014/main" id="{5DFF1CFB-8F3A-7C8E-AB73-26C6151A97A2}"/>
              </a:ext>
            </a:extLst>
          </p:cNvPr>
          <p:cNvSpPr/>
          <p:nvPr/>
        </p:nvSpPr>
        <p:spPr bwMode="auto">
          <a:xfrm>
            <a:off x="11135443" y="6509701"/>
            <a:ext cx="908390" cy="234973"/>
          </a:xfrm>
          <a:prstGeom prst="rect">
            <a:avLst/>
          </a:prstGeom>
          <a:solidFill>
            <a:schemeClr val="bg1"/>
          </a:solidFill>
          <a:ln w="9525" cap="flat" cmpd="sng" algn="ctr">
            <a:solidFill>
              <a:schemeClr val="bg1"/>
            </a:solidFill>
            <a:prstDash val="solid"/>
            <a:miter lim="800000"/>
            <a:headEnd type="none" w="med" len="med"/>
            <a:tailEnd type="none" w="med" len="med"/>
          </a:ln>
          <a:effectLst/>
        </p:spPr>
        <p:txBody>
          <a:bodyPr vert="horz" wrap="square" lIns="144000" tIns="144000" rIns="144000" bIns="144000" numCol="1" rtlCol="0" anchor="t" anchorCtr="0" compatLnSpc="1">
            <a:prstTxWarp prst="textNoShape">
              <a:avLst/>
            </a:prstTxWarp>
          </a:bodyPr>
          <a:lstStyle/>
          <a:p>
            <a:pPr marL="1588" algn="l" defTabSz="857250" fontAlgn="base">
              <a:spcBef>
                <a:spcPct val="40000"/>
              </a:spcBef>
              <a:spcAft>
                <a:spcPct val="0"/>
              </a:spcAft>
              <a:buClr>
                <a:schemeClr val="accent1"/>
              </a:buClr>
              <a:buSzPct val="70000"/>
            </a:pPr>
            <a:endParaRPr lang="de-DE" sz="1200" dirty="0" err="1"/>
          </a:p>
        </p:txBody>
      </p:sp>
      <p:sp>
        <p:nvSpPr>
          <p:cNvPr id="5" name="Rechteck 4">
            <a:extLst>
              <a:ext uri="{FF2B5EF4-FFF2-40B4-BE49-F238E27FC236}">
                <a16:creationId xmlns:a16="http://schemas.microsoft.com/office/drawing/2014/main" id="{89AE934B-DF3B-F747-B9C2-6BA1EC62A097}"/>
              </a:ext>
            </a:extLst>
          </p:cNvPr>
          <p:cNvSpPr/>
          <p:nvPr/>
        </p:nvSpPr>
        <p:spPr bwMode="auto">
          <a:xfrm>
            <a:off x="11333448" y="131815"/>
            <a:ext cx="652177" cy="316443"/>
          </a:xfrm>
          <a:prstGeom prst="rect">
            <a:avLst/>
          </a:prstGeom>
          <a:solidFill>
            <a:schemeClr val="bg1"/>
          </a:solidFill>
          <a:ln w="9525" cap="flat" cmpd="sng" algn="ctr">
            <a:solidFill>
              <a:schemeClr val="bg1"/>
            </a:solidFill>
            <a:prstDash val="solid"/>
            <a:miter lim="800000"/>
            <a:headEnd type="none" w="med" len="med"/>
            <a:tailEnd type="none" w="med" len="med"/>
          </a:ln>
          <a:effectLst/>
        </p:spPr>
        <p:txBody>
          <a:bodyPr vert="horz" wrap="square" lIns="144000" tIns="144000" rIns="144000" bIns="144000" numCol="1" rtlCol="0" anchor="t" anchorCtr="0" compatLnSpc="1">
            <a:prstTxWarp prst="textNoShape">
              <a:avLst/>
            </a:prstTxWarp>
          </a:bodyPr>
          <a:lstStyle/>
          <a:p>
            <a:pPr marL="1588" algn="l" defTabSz="857250" fontAlgn="base">
              <a:spcBef>
                <a:spcPct val="40000"/>
              </a:spcBef>
              <a:spcAft>
                <a:spcPct val="0"/>
              </a:spcAft>
              <a:buClr>
                <a:schemeClr val="accent1"/>
              </a:buClr>
              <a:buSzPct val="70000"/>
            </a:pPr>
            <a:endParaRPr lang="de-DE" sz="1200" dirty="0" err="1"/>
          </a:p>
        </p:txBody>
      </p:sp>
      <p:sp>
        <p:nvSpPr>
          <p:cNvPr id="12" name="Rechteck 11">
            <a:extLst>
              <a:ext uri="{FF2B5EF4-FFF2-40B4-BE49-F238E27FC236}">
                <a16:creationId xmlns:a16="http://schemas.microsoft.com/office/drawing/2014/main" id="{E97CC753-31A4-EC66-3F3B-40C3746719B6}"/>
              </a:ext>
            </a:extLst>
          </p:cNvPr>
          <p:cNvSpPr/>
          <p:nvPr/>
        </p:nvSpPr>
        <p:spPr bwMode="auto">
          <a:xfrm>
            <a:off x="9510729" y="1942060"/>
            <a:ext cx="3657600" cy="2054564"/>
          </a:xfrm>
          <a:prstGeom prst="rect">
            <a:avLst/>
          </a:prstGeom>
          <a:solidFill>
            <a:srgbClr val="FFFF00"/>
          </a:solidFill>
          <a:ln w="9525" cap="flat" cmpd="sng" algn="ctr">
            <a:solidFill>
              <a:schemeClr val="accent3"/>
            </a:solidFill>
            <a:prstDash val="solid"/>
            <a:miter lim="800000"/>
            <a:headEnd type="none" w="med" len="med"/>
            <a:tailEnd type="none" w="med" len="med"/>
          </a:ln>
          <a:effectLst/>
        </p:spPr>
        <p:txBody>
          <a:bodyPr vert="horz" wrap="square" lIns="144000" tIns="144000" rIns="144000" bIns="144000" numCol="1" rtlCol="0" anchor="t" anchorCtr="0" compatLnSpc="1">
            <a:prstTxWarp prst="textNoShape">
              <a:avLst/>
            </a:prstTxWarp>
          </a:bodyPr>
          <a:lstStyle/>
          <a:p>
            <a:pPr marL="1588" algn="l" defTabSz="857250" fontAlgn="base">
              <a:spcBef>
                <a:spcPct val="40000"/>
              </a:spcBef>
              <a:spcAft>
                <a:spcPct val="0"/>
              </a:spcAft>
              <a:buClr>
                <a:schemeClr val="accent1"/>
              </a:buClr>
              <a:buSzPct val="70000"/>
            </a:pPr>
            <a:r>
              <a:rPr lang="de-DE" sz="1500" dirty="0"/>
              <a:t>Die Folie soll nur als Gliederung dienen und später für weitere Fragen als schnelle Übersicht am Ende der Präsentation. Soll ich sie dann hinter die letzte „Vielen Dank“ Folie einordnen oder trotzdem am Anfang zeigen?</a:t>
            </a:r>
          </a:p>
        </p:txBody>
      </p:sp>
    </p:spTree>
    <p:extLst>
      <p:ext uri="{BB962C8B-B14F-4D97-AF65-F5344CB8AC3E}">
        <p14:creationId xmlns:p14="http://schemas.microsoft.com/office/powerpoint/2010/main" val="21115321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830CE-6F72-5429-4440-AA47386892C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EA9C841-411E-437C-1975-CA3E9AF91E36}"/>
              </a:ext>
            </a:extLst>
          </p:cNvPr>
          <p:cNvSpPr>
            <a:spLocks noGrp="1"/>
          </p:cNvSpPr>
          <p:nvPr>
            <p:ph type="ctrTitle"/>
          </p:nvPr>
        </p:nvSpPr>
        <p:spPr>
          <a:xfrm>
            <a:off x="1524000" y="13008"/>
            <a:ext cx="9144000" cy="477837"/>
          </a:xfrm>
          <a:ln>
            <a:noFill/>
          </a:ln>
        </p:spPr>
        <p:txBody>
          <a:bodyPr>
            <a:normAutofit/>
          </a:bodyPr>
          <a:lstStyle/>
          <a:p>
            <a:r>
              <a:rPr lang="de-DE" sz="2400" b="1" dirty="0">
                <a:solidFill>
                  <a:srgbClr val="00ABD0"/>
                </a:solidFill>
              </a:rPr>
              <a:t>Jakob-Friedrich-Schöllkopf Schule</a:t>
            </a:r>
          </a:p>
        </p:txBody>
      </p:sp>
      <p:cxnSp>
        <p:nvCxnSpPr>
          <p:cNvPr id="8" name="Gerader Verbinder 7">
            <a:extLst>
              <a:ext uri="{FF2B5EF4-FFF2-40B4-BE49-F238E27FC236}">
                <a16:creationId xmlns:a16="http://schemas.microsoft.com/office/drawing/2014/main" id="{15697DDF-E1A7-560E-13C9-BF29CC712E67}"/>
              </a:ext>
            </a:extLst>
          </p:cNvPr>
          <p:cNvCxnSpPr/>
          <p:nvPr/>
        </p:nvCxnSpPr>
        <p:spPr>
          <a:xfrm>
            <a:off x="-38100" y="533400"/>
            <a:ext cx="12433300" cy="0"/>
          </a:xfrm>
          <a:prstGeom prst="line">
            <a:avLst/>
          </a:prstGeom>
          <a:ln>
            <a:solidFill>
              <a:srgbClr val="00ABD0"/>
            </a:solidFill>
          </a:ln>
          <a:effectLst/>
        </p:spPr>
        <p:style>
          <a:lnRef idx="2">
            <a:schemeClr val="accent1"/>
          </a:lnRef>
          <a:fillRef idx="0">
            <a:schemeClr val="accent1"/>
          </a:fillRef>
          <a:effectRef idx="1">
            <a:schemeClr val="accent1"/>
          </a:effectRef>
          <a:fontRef idx="minor">
            <a:schemeClr val="tx1"/>
          </a:fontRef>
        </p:style>
      </p:cxnSp>
      <p:cxnSp>
        <p:nvCxnSpPr>
          <p:cNvPr id="6" name="Gerader Verbinder 5">
            <a:extLst>
              <a:ext uri="{FF2B5EF4-FFF2-40B4-BE49-F238E27FC236}">
                <a16:creationId xmlns:a16="http://schemas.microsoft.com/office/drawing/2014/main" id="{A91FB2D4-CD9B-A643-224F-0742654C105B}"/>
              </a:ext>
            </a:extLst>
          </p:cNvPr>
          <p:cNvCxnSpPr/>
          <p:nvPr/>
        </p:nvCxnSpPr>
        <p:spPr>
          <a:xfrm>
            <a:off x="-63500" y="6453803"/>
            <a:ext cx="12433300" cy="0"/>
          </a:xfrm>
          <a:prstGeom prst="line">
            <a:avLst/>
          </a:prstGeom>
          <a:ln>
            <a:solidFill>
              <a:srgbClr val="00ABD0"/>
            </a:solidFill>
          </a:ln>
          <a:effectLst/>
        </p:spPr>
        <p:style>
          <a:lnRef idx="2">
            <a:schemeClr val="accent1"/>
          </a:lnRef>
          <a:fillRef idx="0">
            <a:schemeClr val="accent1"/>
          </a:fillRef>
          <a:effectRef idx="1">
            <a:schemeClr val="accent1"/>
          </a:effectRef>
          <a:fontRef idx="minor">
            <a:schemeClr val="tx1"/>
          </a:fontRef>
        </p:style>
      </p:cxnSp>
      <p:sp>
        <p:nvSpPr>
          <p:cNvPr id="9" name="Rechteck 8">
            <a:extLst>
              <a:ext uri="{FF2B5EF4-FFF2-40B4-BE49-F238E27FC236}">
                <a16:creationId xmlns:a16="http://schemas.microsoft.com/office/drawing/2014/main" id="{CBF2ACEF-BDE8-2C41-47EB-B3490A4AC3F6}"/>
              </a:ext>
            </a:extLst>
          </p:cNvPr>
          <p:cNvSpPr/>
          <p:nvPr/>
        </p:nvSpPr>
        <p:spPr>
          <a:xfrm>
            <a:off x="4908550" y="6559527"/>
            <a:ext cx="2374900" cy="289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rgbClr val="00ABD0"/>
                </a:solidFill>
              </a:rPr>
              <a:t>Svenja Pirsch </a:t>
            </a:r>
          </a:p>
        </p:txBody>
      </p:sp>
      <p:sp>
        <p:nvSpPr>
          <p:cNvPr id="28" name="Rechteck 27">
            <a:extLst>
              <a:ext uri="{FF2B5EF4-FFF2-40B4-BE49-F238E27FC236}">
                <a16:creationId xmlns:a16="http://schemas.microsoft.com/office/drawing/2014/main" id="{035D383B-AAB5-7685-C7B2-D95BFA1DAB12}"/>
              </a:ext>
            </a:extLst>
          </p:cNvPr>
          <p:cNvSpPr/>
          <p:nvPr/>
        </p:nvSpPr>
        <p:spPr bwMode="auto">
          <a:xfrm>
            <a:off x="11135443" y="6509701"/>
            <a:ext cx="908390" cy="234973"/>
          </a:xfrm>
          <a:prstGeom prst="rect">
            <a:avLst/>
          </a:prstGeom>
          <a:solidFill>
            <a:schemeClr val="bg1"/>
          </a:solidFill>
          <a:ln w="9525" cap="flat" cmpd="sng" algn="ctr">
            <a:solidFill>
              <a:schemeClr val="bg1"/>
            </a:solidFill>
            <a:prstDash val="solid"/>
            <a:miter lim="800000"/>
            <a:headEnd type="none" w="med" len="med"/>
            <a:tailEnd type="none" w="med" len="med"/>
          </a:ln>
          <a:effectLst/>
        </p:spPr>
        <p:txBody>
          <a:bodyPr vert="horz" wrap="square" lIns="144000" tIns="144000" rIns="144000" bIns="144000" numCol="1" rtlCol="0" anchor="t" anchorCtr="0" compatLnSpc="1">
            <a:prstTxWarp prst="textNoShape">
              <a:avLst/>
            </a:prstTxWarp>
          </a:bodyPr>
          <a:lstStyle/>
          <a:p>
            <a:pPr marL="1588" algn="l" defTabSz="857250" fontAlgn="base">
              <a:spcBef>
                <a:spcPct val="40000"/>
              </a:spcBef>
              <a:spcAft>
                <a:spcPct val="0"/>
              </a:spcAft>
              <a:buClr>
                <a:schemeClr val="accent1"/>
              </a:buClr>
              <a:buSzPct val="70000"/>
            </a:pPr>
            <a:endParaRPr lang="de-DE" sz="1200" dirty="0" err="1"/>
          </a:p>
        </p:txBody>
      </p:sp>
      <p:sp>
        <p:nvSpPr>
          <p:cNvPr id="29" name="Rechteck 28">
            <a:extLst>
              <a:ext uri="{FF2B5EF4-FFF2-40B4-BE49-F238E27FC236}">
                <a16:creationId xmlns:a16="http://schemas.microsoft.com/office/drawing/2014/main" id="{FBACFBAB-6B4B-100C-0044-6537B57E150F}"/>
              </a:ext>
            </a:extLst>
          </p:cNvPr>
          <p:cNvSpPr/>
          <p:nvPr/>
        </p:nvSpPr>
        <p:spPr bwMode="auto">
          <a:xfrm>
            <a:off x="11333448" y="131815"/>
            <a:ext cx="652177" cy="316443"/>
          </a:xfrm>
          <a:prstGeom prst="rect">
            <a:avLst/>
          </a:prstGeom>
          <a:solidFill>
            <a:schemeClr val="bg1"/>
          </a:solidFill>
          <a:ln w="9525" cap="flat" cmpd="sng" algn="ctr">
            <a:solidFill>
              <a:schemeClr val="bg1"/>
            </a:solidFill>
            <a:prstDash val="solid"/>
            <a:miter lim="800000"/>
            <a:headEnd type="none" w="med" len="med"/>
            <a:tailEnd type="none" w="med" len="med"/>
          </a:ln>
          <a:effectLst/>
        </p:spPr>
        <p:txBody>
          <a:bodyPr vert="horz" wrap="square" lIns="144000" tIns="144000" rIns="144000" bIns="144000" numCol="1" rtlCol="0" anchor="t" anchorCtr="0" compatLnSpc="1">
            <a:prstTxWarp prst="textNoShape">
              <a:avLst/>
            </a:prstTxWarp>
          </a:bodyPr>
          <a:lstStyle/>
          <a:p>
            <a:pPr marL="1588" algn="l" defTabSz="857250" fontAlgn="base">
              <a:spcBef>
                <a:spcPct val="40000"/>
              </a:spcBef>
              <a:spcAft>
                <a:spcPct val="0"/>
              </a:spcAft>
              <a:buClr>
                <a:schemeClr val="accent1"/>
              </a:buClr>
              <a:buSzPct val="70000"/>
            </a:pPr>
            <a:endParaRPr lang="de-DE" sz="1200" dirty="0" err="1"/>
          </a:p>
        </p:txBody>
      </p:sp>
      <p:pic>
        <p:nvPicPr>
          <p:cNvPr id="42" name="Grafik 41" descr="Brainstorming Silhouette">
            <a:extLst>
              <a:ext uri="{FF2B5EF4-FFF2-40B4-BE49-F238E27FC236}">
                <a16:creationId xmlns:a16="http://schemas.microsoft.com/office/drawing/2014/main" id="{4B1AC5A3-C11E-4679-06F2-4750EF5A385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0227" y="2486793"/>
            <a:ext cx="578073" cy="578073"/>
          </a:xfrm>
          <a:prstGeom prst="rect">
            <a:avLst/>
          </a:prstGeom>
        </p:spPr>
      </p:pic>
      <p:grpSp>
        <p:nvGrpSpPr>
          <p:cNvPr id="50" name="Gruppieren 49">
            <a:extLst>
              <a:ext uri="{FF2B5EF4-FFF2-40B4-BE49-F238E27FC236}">
                <a16:creationId xmlns:a16="http://schemas.microsoft.com/office/drawing/2014/main" id="{D4232F0D-C4EB-BD6F-B7E0-95A7FBDC2FD0}"/>
              </a:ext>
            </a:extLst>
          </p:cNvPr>
          <p:cNvGrpSpPr/>
          <p:nvPr/>
        </p:nvGrpSpPr>
        <p:grpSpPr>
          <a:xfrm>
            <a:off x="112980" y="656556"/>
            <a:ext cx="5738283" cy="1758282"/>
            <a:chOff x="104963" y="608482"/>
            <a:chExt cx="5738283" cy="1758282"/>
          </a:xfrm>
        </p:grpSpPr>
        <p:grpSp>
          <p:nvGrpSpPr>
            <p:cNvPr id="21" name="Gruppieren 20">
              <a:extLst>
                <a:ext uri="{FF2B5EF4-FFF2-40B4-BE49-F238E27FC236}">
                  <a16:creationId xmlns:a16="http://schemas.microsoft.com/office/drawing/2014/main" id="{44798AC0-8FA7-CB34-2EC0-B75C454D2E2B}"/>
                </a:ext>
              </a:extLst>
            </p:cNvPr>
            <p:cNvGrpSpPr/>
            <p:nvPr/>
          </p:nvGrpSpPr>
          <p:grpSpPr>
            <a:xfrm>
              <a:off x="206375" y="681876"/>
              <a:ext cx="5636871" cy="1684888"/>
              <a:chOff x="139702" y="3462518"/>
              <a:chExt cx="11912598" cy="1188684"/>
            </a:xfrm>
            <a:solidFill>
              <a:schemeClr val="bg2">
                <a:lumMod val="50000"/>
              </a:schemeClr>
            </a:solidFill>
          </p:grpSpPr>
          <p:sp>
            <p:nvSpPr>
              <p:cNvPr id="25" name="Rechteck: abgerundete Ecken 24">
                <a:extLst>
                  <a:ext uri="{FF2B5EF4-FFF2-40B4-BE49-F238E27FC236}">
                    <a16:creationId xmlns:a16="http://schemas.microsoft.com/office/drawing/2014/main" id="{517B0B48-2BA0-B285-3131-1E1E6FD1A29A}"/>
                  </a:ext>
                </a:extLst>
              </p:cNvPr>
              <p:cNvSpPr/>
              <p:nvPr/>
            </p:nvSpPr>
            <p:spPr>
              <a:xfrm>
                <a:off x="139702" y="3462518"/>
                <a:ext cx="11912598" cy="1077552"/>
              </a:xfrm>
              <a:prstGeom prst="roundRect">
                <a:avLst/>
              </a:prstGeom>
              <a:solidFill>
                <a:srgbClr val="828282"/>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rgbClr val="828282"/>
                  </a:solidFill>
                </a:endParaRPr>
              </a:p>
            </p:txBody>
          </p:sp>
          <p:sp>
            <p:nvSpPr>
              <p:cNvPr id="26" name="Textfeld 25">
                <a:extLst>
                  <a:ext uri="{FF2B5EF4-FFF2-40B4-BE49-F238E27FC236}">
                    <a16:creationId xmlns:a16="http://schemas.microsoft.com/office/drawing/2014/main" id="{F46C5469-DFE6-836B-25E0-054B85B255C5}"/>
                  </a:ext>
                </a:extLst>
              </p:cNvPr>
              <p:cNvSpPr txBox="1"/>
              <p:nvPr/>
            </p:nvSpPr>
            <p:spPr>
              <a:xfrm>
                <a:off x="404371" y="3522097"/>
                <a:ext cx="11383259" cy="1129105"/>
              </a:xfrm>
              <a:prstGeom prst="rect">
                <a:avLst/>
              </a:prstGeom>
              <a:noFill/>
              <a:ln>
                <a:noFill/>
              </a:ln>
            </p:spPr>
            <p:txBody>
              <a:bodyPr wrap="square" rtlCol="0">
                <a:spAutoFit/>
              </a:bodyPr>
              <a:lstStyle/>
              <a:p>
                <a:r>
                  <a:rPr lang="de-DE" sz="1900" b="1" dirty="0">
                    <a:solidFill>
                      <a:schemeClr val="bg1"/>
                    </a:solidFill>
                  </a:rPr>
                  <a:t>    </a:t>
                </a:r>
                <a:r>
                  <a:rPr lang="de-DE" sz="1900" b="1" dirty="0" err="1">
                    <a:solidFill>
                      <a:schemeClr val="bg1"/>
                    </a:solidFill>
                  </a:rPr>
                  <a:t>Jabulani</a:t>
                </a:r>
                <a:r>
                  <a:rPr lang="de-DE" sz="1900" b="1" dirty="0">
                    <a:solidFill>
                      <a:schemeClr val="bg1"/>
                    </a:solidFill>
                  </a:rPr>
                  <a:t> AG</a:t>
                </a:r>
              </a:p>
              <a:p>
                <a:pPr marL="285750" indent="-285750">
                  <a:spcBef>
                    <a:spcPts val="600"/>
                  </a:spcBef>
                  <a:buFont typeface="Arial" panose="020B0604020202020204" pitchFamily="34" charset="0"/>
                  <a:buChar char="•"/>
                </a:pPr>
                <a:r>
                  <a:rPr lang="de-DE" sz="1600" dirty="0">
                    <a:solidFill>
                      <a:schemeClr val="bg1"/>
                    </a:solidFill>
                  </a:rPr>
                  <a:t>Motivation: Etwas zurückgeben im Leben</a:t>
                </a:r>
              </a:p>
              <a:p>
                <a:pPr marL="285750" indent="-285750">
                  <a:spcBef>
                    <a:spcPts val="600"/>
                  </a:spcBef>
                  <a:buFont typeface="Arial" panose="020B0604020202020204" pitchFamily="34" charset="0"/>
                  <a:buChar char="•"/>
                </a:pPr>
                <a:r>
                  <a:rPr lang="de-DE" sz="1600" dirty="0">
                    <a:solidFill>
                      <a:schemeClr val="bg1"/>
                    </a:solidFill>
                  </a:rPr>
                  <a:t>Finanzierung von Stiftungsprojekten ermöglicht (Waffelverkäufe, Postkarten, Mitgliedergewinnung)</a:t>
                </a:r>
              </a:p>
              <a:p>
                <a:pPr marL="285750" indent="-285750">
                  <a:spcBef>
                    <a:spcPts val="600"/>
                  </a:spcBef>
                  <a:buFont typeface="Arial" panose="020B0604020202020204" pitchFamily="34" charset="0"/>
                  <a:buChar char="•"/>
                </a:pPr>
                <a:endParaRPr lang="de-DE" sz="1600" dirty="0">
                  <a:solidFill>
                    <a:schemeClr val="bg1"/>
                  </a:solidFill>
                </a:endParaRPr>
              </a:p>
            </p:txBody>
          </p:sp>
        </p:grpSp>
        <p:sp>
          <p:nvSpPr>
            <p:cNvPr id="47" name="Ellipse 46">
              <a:extLst>
                <a:ext uri="{FF2B5EF4-FFF2-40B4-BE49-F238E27FC236}">
                  <a16:creationId xmlns:a16="http://schemas.microsoft.com/office/drawing/2014/main" id="{5579ED90-76FE-0C69-00AE-7CC3FE425C3E}"/>
                </a:ext>
              </a:extLst>
            </p:cNvPr>
            <p:cNvSpPr/>
            <p:nvPr/>
          </p:nvSpPr>
          <p:spPr>
            <a:xfrm>
              <a:off x="104963" y="608482"/>
              <a:ext cx="540000" cy="540000"/>
            </a:xfrm>
            <a:prstGeom prst="ellipse">
              <a:avLst/>
            </a:prstGeom>
            <a:solidFill>
              <a:srgbClr val="00ABD0"/>
            </a:solidFill>
            <a:ln>
              <a:solidFill>
                <a:srgbClr val="00AB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2000" b="1" dirty="0"/>
            </a:p>
          </p:txBody>
        </p:sp>
      </p:grpSp>
      <p:pic>
        <p:nvPicPr>
          <p:cNvPr id="44" name="Grafik 43" descr="Verbindungen Silhouette">
            <a:extLst>
              <a:ext uri="{FF2B5EF4-FFF2-40B4-BE49-F238E27FC236}">
                <a16:creationId xmlns:a16="http://schemas.microsoft.com/office/drawing/2014/main" id="{75B2C712-91C3-3970-7CE0-BC8CEAEE5B3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2979" y="638518"/>
            <a:ext cx="540001" cy="540001"/>
          </a:xfrm>
          <a:prstGeom prst="rect">
            <a:avLst/>
          </a:prstGeom>
        </p:spPr>
      </p:pic>
      <p:grpSp>
        <p:nvGrpSpPr>
          <p:cNvPr id="51" name="Gruppieren 50">
            <a:extLst>
              <a:ext uri="{FF2B5EF4-FFF2-40B4-BE49-F238E27FC236}">
                <a16:creationId xmlns:a16="http://schemas.microsoft.com/office/drawing/2014/main" id="{62BDC7B4-7003-8225-9ED1-9D4F896A8C15}"/>
              </a:ext>
            </a:extLst>
          </p:cNvPr>
          <p:cNvGrpSpPr/>
          <p:nvPr/>
        </p:nvGrpSpPr>
        <p:grpSpPr>
          <a:xfrm>
            <a:off x="112980" y="2610995"/>
            <a:ext cx="5738283" cy="1758282"/>
            <a:chOff x="104963" y="608482"/>
            <a:chExt cx="5738283" cy="1758282"/>
          </a:xfrm>
        </p:grpSpPr>
        <p:grpSp>
          <p:nvGrpSpPr>
            <p:cNvPr id="52" name="Gruppieren 51">
              <a:extLst>
                <a:ext uri="{FF2B5EF4-FFF2-40B4-BE49-F238E27FC236}">
                  <a16:creationId xmlns:a16="http://schemas.microsoft.com/office/drawing/2014/main" id="{E76F6B3B-C399-176D-2C4F-78807E8DB0C5}"/>
                </a:ext>
              </a:extLst>
            </p:cNvPr>
            <p:cNvGrpSpPr/>
            <p:nvPr/>
          </p:nvGrpSpPr>
          <p:grpSpPr>
            <a:xfrm>
              <a:off x="206375" y="681876"/>
              <a:ext cx="5636871" cy="1684888"/>
              <a:chOff x="139702" y="3462518"/>
              <a:chExt cx="11912598" cy="1188684"/>
            </a:xfrm>
            <a:solidFill>
              <a:schemeClr val="bg2">
                <a:lumMod val="50000"/>
              </a:schemeClr>
            </a:solidFill>
          </p:grpSpPr>
          <p:sp>
            <p:nvSpPr>
              <p:cNvPr id="54" name="Rechteck: abgerundete Ecken 53">
                <a:extLst>
                  <a:ext uri="{FF2B5EF4-FFF2-40B4-BE49-F238E27FC236}">
                    <a16:creationId xmlns:a16="http://schemas.microsoft.com/office/drawing/2014/main" id="{15F78041-911D-FB0C-5FDF-4FFC80E23717}"/>
                  </a:ext>
                </a:extLst>
              </p:cNvPr>
              <p:cNvSpPr/>
              <p:nvPr/>
            </p:nvSpPr>
            <p:spPr>
              <a:xfrm>
                <a:off x="139702" y="3462518"/>
                <a:ext cx="11912598" cy="1077552"/>
              </a:xfrm>
              <a:prstGeom prst="roundRect">
                <a:avLst/>
              </a:prstGeom>
              <a:solidFill>
                <a:srgbClr val="828282"/>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rgbClr val="828282"/>
                  </a:solidFill>
                </a:endParaRPr>
              </a:p>
            </p:txBody>
          </p:sp>
          <p:sp>
            <p:nvSpPr>
              <p:cNvPr id="55" name="Textfeld 54">
                <a:extLst>
                  <a:ext uri="{FF2B5EF4-FFF2-40B4-BE49-F238E27FC236}">
                    <a16:creationId xmlns:a16="http://schemas.microsoft.com/office/drawing/2014/main" id="{EE2F851B-8BB4-423B-01BF-01D011A5E916}"/>
                  </a:ext>
                </a:extLst>
              </p:cNvPr>
              <p:cNvSpPr txBox="1"/>
              <p:nvPr/>
            </p:nvSpPr>
            <p:spPr>
              <a:xfrm>
                <a:off x="404372" y="3522097"/>
                <a:ext cx="11383258" cy="1129105"/>
              </a:xfrm>
              <a:prstGeom prst="rect">
                <a:avLst/>
              </a:prstGeom>
              <a:noFill/>
              <a:ln>
                <a:noFill/>
              </a:ln>
            </p:spPr>
            <p:txBody>
              <a:bodyPr wrap="square" rtlCol="0">
                <a:spAutoFit/>
              </a:bodyPr>
              <a:lstStyle/>
              <a:p>
                <a:r>
                  <a:rPr lang="de-DE" sz="1900" b="1" dirty="0">
                    <a:solidFill>
                      <a:schemeClr val="bg1"/>
                    </a:solidFill>
                  </a:rPr>
                  <a:t>    Herausforderung</a:t>
                </a:r>
              </a:p>
              <a:p>
                <a:pPr marL="285750" indent="-285750">
                  <a:spcBef>
                    <a:spcPts val="600"/>
                  </a:spcBef>
                  <a:buFont typeface="Arial" panose="020B0604020202020204" pitchFamily="34" charset="0"/>
                  <a:buChar char="•"/>
                </a:pPr>
                <a:r>
                  <a:rPr lang="de-DE" sz="1600" dirty="0">
                    <a:solidFill>
                      <a:schemeClr val="bg1"/>
                    </a:solidFill>
                  </a:rPr>
                  <a:t>Motivation: Etwas zurückgeben im Leben</a:t>
                </a:r>
              </a:p>
              <a:p>
                <a:pPr marL="285750" indent="-285750">
                  <a:spcBef>
                    <a:spcPts val="600"/>
                  </a:spcBef>
                  <a:buFont typeface="Arial" panose="020B0604020202020204" pitchFamily="34" charset="0"/>
                  <a:buChar char="•"/>
                </a:pPr>
                <a:r>
                  <a:rPr lang="de-DE" sz="1600" dirty="0">
                    <a:solidFill>
                      <a:schemeClr val="bg1"/>
                    </a:solidFill>
                  </a:rPr>
                  <a:t>Finanzierung von Stiftungsprojekten ermöglicht (Waffelverkäufe, Postkarten, Mitgliedergewinnung)</a:t>
                </a:r>
              </a:p>
              <a:p>
                <a:pPr marL="285750" indent="-285750">
                  <a:spcBef>
                    <a:spcPts val="600"/>
                  </a:spcBef>
                  <a:buFont typeface="Arial" panose="020B0604020202020204" pitchFamily="34" charset="0"/>
                  <a:buChar char="•"/>
                </a:pPr>
                <a:endParaRPr lang="de-DE" sz="1600" dirty="0">
                  <a:solidFill>
                    <a:schemeClr val="bg1"/>
                  </a:solidFill>
                </a:endParaRPr>
              </a:p>
            </p:txBody>
          </p:sp>
        </p:grpSp>
        <p:sp>
          <p:nvSpPr>
            <p:cNvPr id="53" name="Ellipse 52">
              <a:extLst>
                <a:ext uri="{FF2B5EF4-FFF2-40B4-BE49-F238E27FC236}">
                  <a16:creationId xmlns:a16="http://schemas.microsoft.com/office/drawing/2014/main" id="{392B1145-0385-9566-BC4C-7820C3E3DEAE}"/>
                </a:ext>
              </a:extLst>
            </p:cNvPr>
            <p:cNvSpPr/>
            <p:nvPr/>
          </p:nvSpPr>
          <p:spPr>
            <a:xfrm>
              <a:off x="104963" y="608482"/>
              <a:ext cx="540000" cy="540000"/>
            </a:xfrm>
            <a:prstGeom prst="ellipse">
              <a:avLst/>
            </a:prstGeom>
            <a:solidFill>
              <a:srgbClr val="00ABD0"/>
            </a:solidFill>
            <a:ln>
              <a:solidFill>
                <a:srgbClr val="00AB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2000" b="1" dirty="0"/>
            </a:p>
          </p:txBody>
        </p:sp>
      </p:grpSp>
      <p:grpSp>
        <p:nvGrpSpPr>
          <p:cNvPr id="63" name="Gruppieren 62">
            <a:extLst>
              <a:ext uri="{FF2B5EF4-FFF2-40B4-BE49-F238E27FC236}">
                <a16:creationId xmlns:a16="http://schemas.microsoft.com/office/drawing/2014/main" id="{03E4AEC8-DF11-C3E5-00B8-3FB211AFCE2A}"/>
              </a:ext>
            </a:extLst>
          </p:cNvPr>
          <p:cNvGrpSpPr/>
          <p:nvPr/>
        </p:nvGrpSpPr>
        <p:grpSpPr>
          <a:xfrm>
            <a:off x="112980" y="4565434"/>
            <a:ext cx="5738283" cy="1758282"/>
            <a:chOff x="104963" y="608482"/>
            <a:chExt cx="5738283" cy="1758282"/>
          </a:xfrm>
        </p:grpSpPr>
        <p:grpSp>
          <p:nvGrpSpPr>
            <p:cNvPr id="64" name="Gruppieren 63">
              <a:extLst>
                <a:ext uri="{FF2B5EF4-FFF2-40B4-BE49-F238E27FC236}">
                  <a16:creationId xmlns:a16="http://schemas.microsoft.com/office/drawing/2014/main" id="{ACD4B799-0232-7290-7A7A-8CAF8043E403}"/>
                </a:ext>
              </a:extLst>
            </p:cNvPr>
            <p:cNvGrpSpPr/>
            <p:nvPr/>
          </p:nvGrpSpPr>
          <p:grpSpPr>
            <a:xfrm>
              <a:off x="206375" y="681876"/>
              <a:ext cx="5636871" cy="1684888"/>
              <a:chOff x="139702" y="3462518"/>
              <a:chExt cx="11912598" cy="1188684"/>
            </a:xfrm>
            <a:solidFill>
              <a:schemeClr val="bg2">
                <a:lumMod val="50000"/>
              </a:schemeClr>
            </a:solidFill>
          </p:grpSpPr>
          <p:sp>
            <p:nvSpPr>
              <p:cNvPr id="66" name="Rechteck: abgerundete Ecken 65">
                <a:extLst>
                  <a:ext uri="{FF2B5EF4-FFF2-40B4-BE49-F238E27FC236}">
                    <a16:creationId xmlns:a16="http://schemas.microsoft.com/office/drawing/2014/main" id="{EB279FD9-3E24-DADE-CAC3-EC434D031637}"/>
                  </a:ext>
                </a:extLst>
              </p:cNvPr>
              <p:cNvSpPr/>
              <p:nvPr/>
            </p:nvSpPr>
            <p:spPr>
              <a:xfrm>
                <a:off x="139702" y="3462518"/>
                <a:ext cx="11912598" cy="1077552"/>
              </a:xfrm>
              <a:prstGeom prst="roundRect">
                <a:avLst/>
              </a:prstGeom>
              <a:solidFill>
                <a:srgbClr val="828282"/>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rgbClr val="828282"/>
                  </a:solidFill>
                </a:endParaRPr>
              </a:p>
            </p:txBody>
          </p:sp>
          <p:sp>
            <p:nvSpPr>
              <p:cNvPr id="67" name="Textfeld 66">
                <a:extLst>
                  <a:ext uri="{FF2B5EF4-FFF2-40B4-BE49-F238E27FC236}">
                    <a16:creationId xmlns:a16="http://schemas.microsoft.com/office/drawing/2014/main" id="{99F46EB0-219A-1B92-AE8C-9BFA3E9CFB67}"/>
                  </a:ext>
                </a:extLst>
              </p:cNvPr>
              <p:cNvSpPr txBox="1"/>
              <p:nvPr/>
            </p:nvSpPr>
            <p:spPr>
              <a:xfrm>
                <a:off x="404372" y="3522097"/>
                <a:ext cx="11383258" cy="1129105"/>
              </a:xfrm>
              <a:prstGeom prst="rect">
                <a:avLst/>
              </a:prstGeom>
              <a:noFill/>
              <a:ln>
                <a:noFill/>
              </a:ln>
            </p:spPr>
            <p:txBody>
              <a:bodyPr wrap="square" rtlCol="0">
                <a:spAutoFit/>
              </a:bodyPr>
              <a:lstStyle/>
              <a:p>
                <a:r>
                  <a:rPr lang="de-DE" sz="1900" b="1" dirty="0">
                    <a:solidFill>
                      <a:schemeClr val="bg1"/>
                    </a:solidFill>
                  </a:rPr>
                  <a:t>    Lösung</a:t>
                </a:r>
              </a:p>
              <a:p>
                <a:pPr marL="285750" indent="-285750">
                  <a:spcBef>
                    <a:spcPts val="600"/>
                  </a:spcBef>
                  <a:buFont typeface="Arial" panose="020B0604020202020204" pitchFamily="34" charset="0"/>
                  <a:buChar char="•"/>
                </a:pPr>
                <a:r>
                  <a:rPr lang="de-DE" sz="1600" dirty="0">
                    <a:solidFill>
                      <a:schemeClr val="bg1"/>
                    </a:solidFill>
                  </a:rPr>
                  <a:t>Motivation: Etwas zurückgeben im Leben</a:t>
                </a:r>
              </a:p>
              <a:p>
                <a:pPr marL="285750" indent="-285750">
                  <a:spcBef>
                    <a:spcPts val="600"/>
                  </a:spcBef>
                  <a:buFont typeface="Arial" panose="020B0604020202020204" pitchFamily="34" charset="0"/>
                  <a:buChar char="•"/>
                </a:pPr>
                <a:r>
                  <a:rPr lang="de-DE" sz="1600" dirty="0">
                    <a:solidFill>
                      <a:schemeClr val="bg1"/>
                    </a:solidFill>
                  </a:rPr>
                  <a:t>Finanzierung von Stiftungsprojekten ermöglicht (Waffelverkäufe, Postkarten, Mitgliedergewinnung)</a:t>
                </a:r>
              </a:p>
              <a:p>
                <a:pPr marL="285750" indent="-285750">
                  <a:spcBef>
                    <a:spcPts val="600"/>
                  </a:spcBef>
                  <a:buFont typeface="Arial" panose="020B0604020202020204" pitchFamily="34" charset="0"/>
                  <a:buChar char="•"/>
                </a:pPr>
                <a:endParaRPr lang="de-DE" sz="1600" dirty="0">
                  <a:solidFill>
                    <a:schemeClr val="bg1"/>
                  </a:solidFill>
                </a:endParaRPr>
              </a:p>
            </p:txBody>
          </p:sp>
        </p:grpSp>
        <p:sp>
          <p:nvSpPr>
            <p:cNvPr id="65" name="Ellipse 64">
              <a:extLst>
                <a:ext uri="{FF2B5EF4-FFF2-40B4-BE49-F238E27FC236}">
                  <a16:creationId xmlns:a16="http://schemas.microsoft.com/office/drawing/2014/main" id="{41EE9D8A-1AFB-B7D8-CF04-977B29E76BE8}"/>
                </a:ext>
              </a:extLst>
            </p:cNvPr>
            <p:cNvSpPr/>
            <p:nvPr/>
          </p:nvSpPr>
          <p:spPr>
            <a:xfrm>
              <a:off x="104963" y="608482"/>
              <a:ext cx="540000" cy="540000"/>
            </a:xfrm>
            <a:prstGeom prst="ellipse">
              <a:avLst/>
            </a:prstGeom>
            <a:solidFill>
              <a:srgbClr val="00ABD0"/>
            </a:solidFill>
            <a:ln>
              <a:solidFill>
                <a:srgbClr val="00AB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2000" b="1" dirty="0"/>
            </a:p>
          </p:txBody>
        </p:sp>
      </p:grpSp>
      <p:pic>
        <p:nvPicPr>
          <p:cNvPr id="40" name="Grafik 39" descr="Hürde Silhouette">
            <a:extLst>
              <a:ext uri="{FF2B5EF4-FFF2-40B4-BE49-F238E27FC236}">
                <a16:creationId xmlns:a16="http://schemas.microsoft.com/office/drawing/2014/main" id="{C1EE2D8A-8E26-DF17-28C4-675AFE4FA8E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2979" y="2601976"/>
            <a:ext cx="540000" cy="540000"/>
          </a:xfrm>
          <a:prstGeom prst="rect">
            <a:avLst/>
          </a:prstGeom>
        </p:spPr>
      </p:pic>
      <p:pic>
        <p:nvPicPr>
          <p:cNvPr id="69" name="Grafik 68" descr="Brainstorming Silhouette">
            <a:extLst>
              <a:ext uri="{FF2B5EF4-FFF2-40B4-BE49-F238E27FC236}">
                <a16:creationId xmlns:a16="http://schemas.microsoft.com/office/drawing/2014/main" id="{C03C2769-4F43-0C6E-EF5F-B697EC74706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2979" y="4565434"/>
            <a:ext cx="540001" cy="540001"/>
          </a:xfrm>
          <a:prstGeom prst="rect">
            <a:avLst/>
          </a:prstGeom>
        </p:spPr>
      </p:pic>
      <p:grpSp>
        <p:nvGrpSpPr>
          <p:cNvPr id="70" name="Gruppieren 69">
            <a:extLst>
              <a:ext uri="{FF2B5EF4-FFF2-40B4-BE49-F238E27FC236}">
                <a16:creationId xmlns:a16="http://schemas.microsoft.com/office/drawing/2014/main" id="{4E54660F-9393-1B19-9083-DC2064F48709}"/>
              </a:ext>
            </a:extLst>
          </p:cNvPr>
          <p:cNvGrpSpPr/>
          <p:nvPr/>
        </p:nvGrpSpPr>
        <p:grpSpPr>
          <a:xfrm>
            <a:off x="6235888" y="656556"/>
            <a:ext cx="5738283" cy="1758282"/>
            <a:chOff x="104963" y="608482"/>
            <a:chExt cx="5738283" cy="1758282"/>
          </a:xfrm>
        </p:grpSpPr>
        <p:grpSp>
          <p:nvGrpSpPr>
            <p:cNvPr id="71" name="Gruppieren 70">
              <a:extLst>
                <a:ext uri="{FF2B5EF4-FFF2-40B4-BE49-F238E27FC236}">
                  <a16:creationId xmlns:a16="http://schemas.microsoft.com/office/drawing/2014/main" id="{6DE4E56C-5F92-445F-6D8B-C193B0F3ACB2}"/>
                </a:ext>
              </a:extLst>
            </p:cNvPr>
            <p:cNvGrpSpPr/>
            <p:nvPr/>
          </p:nvGrpSpPr>
          <p:grpSpPr>
            <a:xfrm>
              <a:off x="206375" y="681875"/>
              <a:ext cx="5636871" cy="1684889"/>
              <a:chOff x="139702" y="3462518"/>
              <a:chExt cx="11912598" cy="1188685"/>
            </a:xfrm>
            <a:solidFill>
              <a:schemeClr val="bg2">
                <a:lumMod val="50000"/>
              </a:schemeClr>
            </a:solidFill>
          </p:grpSpPr>
          <p:sp>
            <p:nvSpPr>
              <p:cNvPr id="73" name="Rechteck: abgerundete Ecken 72">
                <a:extLst>
                  <a:ext uri="{FF2B5EF4-FFF2-40B4-BE49-F238E27FC236}">
                    <a16:creationId xmlns:a16="http://schemas.microsoft.com/office/drawing/2014/main" id="{46276D06-16E8-1B91-6308-1D0D0E7D5530}"/>
                  </a:ext>
                </a:extLst>
              </p:cNvPr>
              <p:cNvSpPr/>
              <p:nvPr/>
            </p:nvSpPr>
            <p:spPr>
              <a:xfrm>
                <a:off x="139702" y="3462518"/>
                <a:ext cx="11912598" cy="1077552"/>
              </a:xfrm>
              <a:prstGeom prst="roundRect">
                <a:avLst/>
              </a:prstGeom>
              <a:solidFill>
                <a:srgbClr val="828282"/>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rgbClr val="828282"/>
                  </a:solidFill>
                </a:endParaRPr>
              </a:p>
            </p:txBody>
          </p:sp>
          <p:sp>
            <p:nvSpPr>
              <p:cNvPr id="74" name="Textfeld 73">
                <a:extLst>
                  <a:ext uri="{FF2B5EF4-FFF2-40B4-BE49-F238E27FC236}">
                    <a16:creationId xmlns:a16="http://schemas.microsoft.com/office/drawing/2014/main" id="{14C12C09-6576-958A-91EE-BD916763A075}"/>
                  </a:ext>
                </a:extLst>
              </p:cNvPr>
              <p:cNvSpPr txBox="1"/>
              <p:nvPr/>
            </p:nvSpPr>
            <p:spPr>
              <a:xfrm>
                <a:off x="404372" y="3522098"/>
                <a:ext cx="11383258" cy="1129105"/>
              </a:xfrm>
              <a:prstGeom prst="rect">
                <a:avLst/>
              </a:prstGeom>
              <a:noFill/>
              <a:ln>
                <a:noFill/>
              </a:ln>
            </p:spPr>
            <p:txBody>
              <a:bodyPr wrap="square" rtlCol="0">
                <a:spAutoFit/>
              </a:bodyPr>
              <a:lstStyle/>
              <a:p>
                <a:r>
                  <a:rPr lang="de-DE" sz="1900" b="1" dirty="0">
                    <a:solidFill>
                      <a:schemeClr val="bg1"/>
                    </a:solidFill>
                  </a:rPr>
                  <a:t>    Abiball Komitee</a:t>
                </a:r>
              </a:p>
              <a:p>
                <a:pPr marL="285750" indent="-285750">
                  <a:spcBef>
                    <a:spcPts val="600"/>
                  </a:spcBef>
                  <a:buFont typeface="Arial" panose="020B0604020202020204" pitchFamily="34" charset="0"/>
                  <a:buChar char="•"/>
                </a:pPr>
                <a:r>
                  <a:rPr lang="de-DE" sz="1600" dirty="0">
                    <a:solidFill>
                      <a:schemeClr val="bg1"/>
                    </a:solidFill>
                  </a:rPr>
                  <a:t>Motivation: Etwas zurückgeben im Leben</a:t>
                </a:r>
              </a:p>
              <a:p>
                <a:pPr marL="285750" indent="-285750">
                  <a:spcBef>
                    <a:spcPts val="600"/>
                  </a:spcBef>
                  <a:buFont typeface="Arial" panose="020B0604020202020204" pitchFamily="34" charset="0"/>
                  <a:buChar char="•"/>
                </a:pPr>
                <a:r>
                  <a:rPr lang="de-DE" sz="1600" dirty="0">
                    <a:solidFill>
                      <a:schemeClr val="bg1"/>
                    </a:solidFill>
                  </a:rPr>
                  <a:t>Finanzierung von Stiftungsprojekten ermöglicht (Waffelverkäufe, Postkarten, Mitgliedergewinnung)</a:t>
                </a:r>
              </a:p>
              <a:p>
                <a:pPr marL="285750" indent="-285750">
                  <a:spcBef>
                    <a:spcPts val="600"/>
                  </a:spcBef>
                  <a:buFont typeface="Arial" panose="020B0604020202020204" pitchFamily="34" charset="0"/>
                  <a:buChar char="•"/>
                </a:pPr>
                <a:endParaRPr lang="de-DE" sz="1600" dirty="0">
                  <a:solidFill>
                    <a:schemeClr val="bg1"/>
                  </a:solidFill>
                </a:endParaRPr>
              </a:p>
            </p:txBody>
          </p:sp>
        </p:grpSp>
        <p:sp>
          <p:nvSpPr>
            <p:cNvPr id="72" name="Ellipse 71">
              <a:extLst>
                <a:ext uri="{FF2B5EF4-FFF2-40B4-BE49-F238E27FC236}">
                  <a16:creationId xmlns:a16="http://schemas.microsoft.com/office/drawing/2014/main" id="{C6859DBC-7A16-542A-3DD4-3A138A90900C}"/>
                </a:ext>
              </a:extLst>
            </p:cNvPr>
            <p:cNvSpPr/>
            <p:nvPr/>
          </p:nvSpPr>
          <p:spPr>
            <a:xfrm>
              <a:off x="104963" y="608482"/>
              <a:ext cx="540000" cy="540000"/>
            </a:xfrm>
            <a:prstGeom prst="ellipse">
              <a:avLst/>
            </a:prstGeom>
            <a:solidFill>
              <a:srgbClr val="00ABD0"/>
            </a:solidFill>
            <a:ln>
              <a:solidFill>
                <a:srgbClr val="00AB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2000" b="1" dirty="0"/>
            </a:p>
          </p:txBody>
        </p:sp>
      </p:grpSp>
      <p:grpSp>
        <p:nvGrpSpPr>
          <p:cNvPr id="75" name="Gruppieren 74">
            <a:extLst>
              <a:ext uri="{FF2B5EF4-FFF2-40B4-BE49-F238E27FC236}">
                <a16:creationId xmlns:a16="http://schemas.microsoft.com/office/drawing/2014/main" id="{618C8189-8C62-DA4A-0C7E-1407C59DF969}"/>
              </a:ext>
            </a:extLst>
          </p:cNvPr>
          <p:cNvGrpSpPr/>
          <p:nvPr/>
        </p:nvGrpSpPr>
        <p:grpSpPr>
          <a:xfrm>
            <a:off x="6235888" y="2610995"/>
            <a:ext cx="5738283" cy="1758278"/>
            <a:chOff x="104963" y="608482"/>
            <a:chExt cx="5738283" cy="1758278"/>
          </a:xfrm>
        </p:grpSpPr>
        <p:grpSp>
          <p:nvGrpSpPr>
            <p:cNvPr id="76" name="Gruppieren 75">
              <a:extLst>
                <a:ext uri="{FF2B5EF4-FFF2-40B4-BE49-F238E27FC236}">
                  <a16:creationId xmlns:a16="http://schemas.microsoft.com/office/drawing/2014/main" id="{4F1AAA18-2593-4342-4EFE-5BEB3B6222E6}"/>
                </a:ext>
              </a:extLst>
            </p:cNvPr>
            <p:cNvGrpSpPr/>
            <p:nvPr/>
          </p:nvGrpSpPr>
          <p:grpSpPr>
            <a:xfrm>
              <a:off x="206375" y="681872"/>
              <a:ext cx="5636871" cy="1684888"/>
              <a:chOff x="139702" y="3462518"/>
              <a:chExt cx="11912598" cy="1188685"/>
            </a:xfrm>
            <a:solidFill>
              <a:schemeClr val="bg2">
                <a:lumMod val="50000"/>
              </a:schemeClr>
            </a:solidFill>
          </p:grpSpPr>
          <p:sp>
            <p:nvSpPr>
              <p:cNvPr id="78" name="Rechteck: abgerundete Ecken 77">
                <a:extLst>
                  <a:ext uri="{FF2B5EF4-FFF2-40B4-BE49-F238E27FC236}">
                    <a16:creationId xmlns:a16="http://schemas.microsoft.com/office/drawing/2014/main" id="{6D802C28-8365-F89A-196F-EE277E912BC0}"/>
                  </a:ext>
                </a:extLst>
              </p:cNvPr>
              <p:cNvSpPr/>
              <p:nvPr/>
            </p:nvSpPr>
            <p:spPr>
              <a:xfrm>
                <a:off x="139702" y="3462518"/>
                <a:ext cx="11912598" cy="1077552"/>
              </a:xfrm>
              <a:prstGeom prst="roundRect">
                <a:avLst/>
              </a:prstGeom>
              <a:solidFill>
                <a:srgbClr val="828282"/>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rgbClr val="828282"/>
                  </a:solidFill>
                </a:endParaRPr>
              </a:p>
            </p:txBody>
          </p:sp>
          <p:sp>
            <p:nvSpPr>
              <p:cNvPr id="79" name="Textfeld 78">
                <a:extLst>
                  <a:ext uri="{FF2B5EF4-FFF2-40B4-BE49-F238E27FC236}">
                    <a16:creationId xmlns:a16="http://schemas.microsoft.com/office/drawing/2014/main" id="{97F0DFA3-DE89-82C2-2064-ACC52581EE11}"/>
                  </a:ext>
                </a:extLst>
              </p:cNvPr>
              <p:cNvSpPr txBox="1"/>
              <p:nvPr/>
            </p:nvSpPr>
            <p:spPr>
              <a:xfrm>
                <a:off x="404372" y="3522097"/>
                <a:ext cx="11383258" cy="1129106"/>
              </a:xfrm>
              <a:prstGeom prst="rect">
                <a:avLst/>
              </a:prstGeom>
              <a:noFill/>
              <a:ln>
                <a:noFill/>
              </a:ln>
            </p:spPr>
            <p:txBody>
              <a:bodyPr wrap="square" rtlCol="0">
                <a:spAutoFit/>
              </a:bodyPr>
              <a:lstStyle/>
              <a:p>
                <a:r>
                  <a:rPr lang="de-DE" sz="1900" b="1" dirty="0">
                    <a:solidFill>
                      <a:schemeClr val="bg1"/>
                    </a:solidFill>
                  </a:rPr>
                  <a:t>    Herausforderung</a:t>
                </a:r>
              </a:p>
              <a:p>
                <a:pPr marL="285750" indent="-285750">
                  <a:spcBef>
                    <a:spcPts val="600"/>
                  </a:spcBef>
                  <a:buFont typeface="Arial" panose="020B0604020202020204" pitchFamily="34" charset="0"/>
                  <a:buChar char="•"/>
                </a:pPr>
                <a:r>
                  <a:rPr lang="de-DE" sz="1600" dirty="0">
                    <a:solidFill>
                      <a:schemeClr val="bg1"/>
                    </a:solidFill>
                  </a:rPr>
                  <a:t>Das Team bestand nur aus fünf Personen: hohe Arbeitsbelastung neben dem Abitur</a:t>
                </a:r>
              </a:p>
              <a:p>
                <a:pPr marL="285750" indent="-285750">
                  <a:spcBef>
                    <a:spcPts val="600"/>
                  </a:spcBef>
                  <a:buFont typeface="Arial" panose="020B0604020202020204" pitchFamily="34" charset="0"/>
                  <a:buChar char="•"/>
                </a:pPr>
                <a:r>
                  <a:rPr lang="de-DE" sz="1600" dirty="0">
                    <a:solidFill>
                      <a:schemeClr val="bg1"/>
                    </a:solidFill>
                  </a:rPr>
                  <a:t>Kosten für die Stadthalle</a:t>
                </a:r>
              </a:p>
              <a:p>
                <a:pPr marL="285750" indent="-285750">
                  <a:spcBef>
                    <a:spcPts val="600"/>
                  </a:spcBef>
                  <a:buFont typeface="Arial" panose="020B0604020202020204" pitchFamily="34" charset="0"/>
                  <a:buChar char="•"/>
                </a:pPr>
                <a:endParaRPr lang="de-DE" sz="1600" dirty="0">
                  <a:solidFill>
                    <a:schemeClr val="bg1"/>
                  </a:solidFill>
                </a:endParaRPr>
              </a:p>
            </p:txBody>
          </p:sp>
        </p:grpSp>
        <p:sp>
          <p:nvSpPr>
            <p:cNvPr id="77" name="Ellipse 76">
              <a:extLst>
                <a:ext uri="{FF2B5EF4-FFF2-40B4-BE49-F238E27FC236}">
                  <a16:creationId xmlns:a16="http://schemas.microsoft.com/office/drawing/2014/main" id="{EC4F46D1-EBD6-16EF-927B-E1739054C8DD}"/>
                </a:ext>
              </a:extLst>
            </p:cNvPr>
            <p:cNvSpPr/>
            <p:nvPr/>
          </p:nvSpPr>
          <p:spPr>
            <a:xfrm>
              <a:off x="104963" y="608482"/>
              <a:ext cx="540000" cy="540000"/>
            </a:xfrm>
            <a:prstGeom prst="ellipse">
              <a:avLst/>
            </a:prstGeom>
            <a:solidFill>
              <a:srgbClr val="00ABD0"/>
            </a:solidFill>
            <a:ln>
              <a:solidFill>
                <a:srgbClr val="00AB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2000" b="1" dirty="0"/>
            </a:p>
          </p:txBody>
        </p:sp>
      </p:grpSp>
      <p:grpSp>
        <p:nvGrpSpPr>
          <p:cNvPr id="85" name="Gruppieren 84">
            <a:extLst>
              <a:ext uri="{FF2B5EF4-FFF2-40B4-BE49-F238E27FC236}">
                <a16:creationId xmlns:a16="http://schemas.microsoft.com/office/drawing/2014/main" id="{29308E12-D254-12F1-6B83-C9A6FE957EBC}"/>
              </a:ext>
            </a:extLst>
          </p:cNvPr>
          <p:cNvGrpSpPr/>
          <p:nvPr/>
        </p:nvGrpSpPr>
        <p:grpSpPr>
          <a:xfrm>
            <a:off x="6235888" y="4565434"/>
            <a:ext cx="5738283" cy="1835225"/>
            <a:chOff x="104963" y="608482"/>
            <a:chExt cx="5738283" cy="1835225"/>
          </a:xfrm>
        </p:grpSpPr>
        <p:grpSp>
          <p:nvGrpSpPr>
            <p:cNvPr id="86" name="Gruppieren 85">
              <a:extLst>
                <a:ext uri="{FF2B5EF4-FFF2-40B4-BE49-F238E27FC236}">
                  <a16:creationId xmlns:a16="http://schemas.microsoft.com/office/drawing/2014/main" id="{CF285E22-F4AF-1E00-1485-DA644C617272}"/>
                </a:ext>
              </a:extLst>
            </p:cNvPr>
            <p:cNvGrpSpPr/>
            <p:nvPr/>
          </p:nvGrpSpPr>
          <p:grpSpPr>
            <a:xfrm>
              <a:off x="206375" y="681875"/>
              <a:ext cx="5636871" cy="1761832"/>
              <a:chOff x="139702" y="3462518"/>
              <a:chExt cx="11912598" cy="1242968"/>
            </a:xfrm>
            <a:solidFill>
              <a:schemeClr val="bg2">
                <a:lumMod val="50000"/>
              </a:schemeClr>
            </a:solidFill>
          </p:grpSpPr>
          <p:sp>
            <p:nvSpPr>
              <p:cNvPr id="88" name="Rechteck: abgerundete Ecken 87">
                <a:extLst>
                  <a:ext uri="{FF2B5EF4-FFF2-40B4-BE49-F238E27FC236}">
                    <a16:creationId xmlns:a16="http://schemas.microsoft.com/office/drawing/2014/main" id="{1C662A68-294B-E084-13EC-5361D73AB750}"/>
                  </a:ext>
                </a:extLst>
              </p:cNvPr>
              <p:cNvSpPr/>
              <p:nvPr/>
            </p:nvSpPr>
            <p:spPr>
              <a:xfrm>
                <a:off x="139702" y="3462518"/>
                <a:ext cx="11912598" cy="1077552"/>
              </a:xfrm>
              <a:prstGeom prst="roundRect">
                <a:avLst/>
              </a:prstGeom>
              <a:solidFill>
                <a:srgbClr val="828282"/>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rgbClr val="828282"/>
                  </a:solidFill>
                </a:endParaRPr>
              </a:p>
            </p:txBody>
          </p:sp>
          <p:sp>
            <p:nvSpPr>
              <p:cNvPr id="89" name="Textfeld 88">
                <a:extLst>
                  <a:ext uri="{FF2B5EF4-FFF2-40B4-BE49-F238E27FC236}">
                    <a16:creationId xmlns:a16="http://schemas.microsoft.com/office/drawing/2014/main" id="{857F905E-1676-0A92-412B-78C5799A57C6}"/>
                  </a:ext>
                </a:extLst>
              </p:cNvPr>
              <p:cNvSpPr txBox="1"/>
              <p:nvPr/>
            </p:nvSpPr>
            <p:spPr>
              <a:xfrm>
                <a:off x="404372" y="3522097"/>
                <a:ext cx="11383258" cy="1183389"/>
              </a:xfrm>
              <a:prstGeom prst="rect">
                <a:avLst/>
              </a:prstGeom>
              <a:noFill/>
              <a:ln>
                <a:noFill/>
              </a:ln>
            </p:spPr>
            <p:txBody>
              <a:bodyPr wrap="square" rtlCol="0">
                <a:spAutoFit/>
              </a:bodyPr>
              <a:lstStyle/>
              <a:p>
                <a:r>
                  <a:rPr lang="de-DE" sz="1900" b="1" dirty="0">
                    <a:solidFill>
                      <a:schemeClr val="bg1"/>
                    </a:solidFill>
                  </a:rPr>
                  <a:t>    Lösung</a:t>
                </a:r>
              </a:p>
              <a:p>
                <a:pPr marL="285750" indent="-285750">
                  <a:spcBef>
                    <a:spcPts val="600"/>
                  </a:spcBef>
                  <a:buFont typeface="Arial" panose="020B0604020202020204" pitchFamily="34" charset="0"/>
                  <a:buChar char="•"/>
                </a:pPr>
                <a:r>
                  <a:rPr lang="de-DE" sz="1600" dirty="0">
                    <a:solidFill>
                      <a:schemeClr val="bg1"/>
                    </a:solidFill>
                  </a:rPr>
                  <a:t>Gespräche mit allen beteiligten Parteien</a:t>
                </a:r>
              </a:p>
              <a:p>
                <a:pPr marL="285750" indent="-285750">
                  <a:spcBef>
                    <a:spcPts val="600"/>
                  </a:spcBef>
                  <a:buFont typeface="Arial" panose="020B0604020202020204" pitchFamily="34" charset="0"/>
                  <a:buChar char="•"/>
                </a:pPr>
                <a:r>
                  <a:rPr lang="de-DE" sz="1600" dirty="0">
                    <a:solidFill>
                      <a:schemeClr val="bg1"/>
                    </a:solidFill>
                  </a:rPr>
                  <a:t>Überzeugung des Fördervereins zum Sponsoring</a:t>
                </a:r>
              </a:p>
              <a:p>
                <a:pPr marL="285750" indent="-285750">
                  <a:spcBef>
                    <a:spcPts val="600"/>
                  </a:spcBef>
                  <a:buFont typeface="Arial" panose="020B0604020202020204" pitchFamily="34" charset="0"/>
                  <a:buChar char="•"/>
                </a:pPr>
                <a:r>
                  <a:rPr lang="de-DE" sz="1600" dirty="0">
                    <a:solidFill>
                      <a:schemeClr val="bg1"/>
                    </a:solidFill>
                  </a:rPr>
                  <a:t>Klare Teamstruktur geschaffen</a:t>
                </a:r>
              </a:p>
              <a:p>
                <a:pPr marL="285750" indent="-285750">
                  <a:spcBef>
                    <a:spcPts val="600"/>
                  </a:spcBef>
                  <a:buFont typeface="Arial" panose="020B0604020202020204" pitchFamily="34" charset="0"/>
                  <a:buChar char="•"/>
                </a:pPr>
                <a:endParaRPr lang="de-DE" sz="1600" dirty="0">
                  <a:solidFill>
                    <a:schemeClr val="bg1"/>
                  </a:solidFill>
                </a:endParaRPr>
              </a:p>
            </p:txBody>
          </p:sp>
        </p:grpSp>
        <p:sp>
          <p:nvSpPr>
            <p:cNvPr id="87" name="Ellipse 86">
              <a:extLst>
                <a:ext uri="{FF2B5EF4-FFF2-40B4-BE49-F238E27FC236}">
                  <a16:creationId xmlns:a16="http://schemas.microsoft.com/office/drawing/2014/main" id="{2851511A-01CE-47EF-5060-BF47F3D044F4}"/>
                </a:ext>
              </a:extLst>
            </p:cNvPr>
            <p:cNvSpPr/>
            <p:nvPr/>
          </p:nvSpPr>
          <p:spPr>
            <a:xfrm>
              <a:off x="104963" y="608482"/>
              <a:ext cx="540000" cy="540000"/>
            </a:xfrm>
            <a:prstGeom prst="ellipse">
              <a:avLst/>
            </a:prstGeom>
            <a:solidFill>
              <a:srgbClr val="00ABD0"/>
            </a:solidFill>
            <a:ln>
              <a:solidFill>
                <a:srgbClr val="00AB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2000" b="1" dirty="0"/>
            </a:p>
          </p:txBody>
        </p:sp>
      </p:grpSp>
      <p:pic>
        <p:nvPicPr>
          <p:cNvPr id="91" name="Grafik 90" descr="Luftballons Silhouette">
            <a:extLst>
              <a:ext uri="{FF2B5EF4-FFF2-40B4-BE49-F238E27FC236}">
                <a16:creationId xmlns:a16="http://schemas.microsoft.com/office/drawing/2014/main" id="{F1D47746-2C65-BE77-E8A5-7F616AE7A8C3}"/>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35888" y="656828"/>
            <a:ext cx="540001" cy="540001"/>
          </a:xfrm>
          <a:prstGeom prst="rect">
            <a:avLst/>
          </a:prstGeom>
        </p:spPr>
      </p:pic>
      <p:pic>
        <p:nvPicPr>
          <p:cNvPr id="96" name="Grafik 95" descr="Hürde Silhouette">
            <a:extLst>
              <a:ext uri="{FF2B5EF4-FFF2-40B4-BE49-F238E27FC236}">
                <a16:creationId xmlns:a16="http://schemas.microsoft.com/office/drawing/2014/main" id="{831A4D9A-6DA0-0071-425A-91D1955C625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30966" y="2601976"/>
            <a:ext cx="540000" cy="540000"/>
          </a:xfrm>
          <a:prstGeom prst="rect">
            <a:avLst/>
          </a:prstGeom>
        </p:spPr>
      </p:pic>
      <p:pic>
        <p:nvPicPr>
          <p:cNvPr id="97" name="Grafik 96" descr="Brainstorming Silhouette">
            <a:extLst>
              <a:ext uri="{FF2B5EF4-FFF2-40B4-BE49-F238E27FC236}">
                <a16:creationId xmlns:a16="http://schemas.microsoft.com/office/drawing/2014/main" id="{7CCF99C5-2CAC-40BE-CB18-BAB9281AFE2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236488" y="4569109"/>
            <a:ext cx="540001" cy="540001"/>
          </a:xfrm>
          <a:prstGeom prst="rect">
            <a:avLst/>
          </a:prstGeom>
        </p:spPr>
      </p:pic>
    </p:spTree>
    <p:extLst>
      <p:ext uri="{BB962C8B-B14F-4D97-AF65-F5344CB8AC3E}">
        <p14:creationId xmlns:p14="http://schemas.microsoft.com/office/powerpoint/2010/main" val="39026776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E6BE2-9D17-2D65-77F5-C291F7DFE24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E170F29-B389-5075-BDB0-56C09DF86C20}"/>
              </a:ext>
            </a:extLst>
          </p:cNvPr>
          <p:cNvSpPr>
            <a:spLocks noGrp="1"/>
          </p:cNvSpPr>
          <p:nvPr>
            <p:ph type="ctrTitle"/>
          </p:nvPr>
        </p:nvSpPr>
        <p:spPr>
          <a:xfrm>
            <a:off x="1524000" y="13008"/>
            <a:ext cx="9144000" cy="477837"/>
          </a:xfrm>
          <a:ln>
            <a:noFill/>
          </a:ln>
        </p:spPr>
        <p:txBody>
          <a:bodyPr>
            <a:normAutofit/>
          </a:bodyPr>
          <a:lstStyle/>
          <a:p>
            <a:r>
              <a:rPr lang="de-DE" sz="2400" dirty="0">
                <a:solidFill>
                  <a:srgbClr val="00ABD0"/>
                </a:solidFill>
              </a:rPr>
              <a:t>GAP Year: Selbstständigkeit und Reisen</a:t>
            </a:r>
            <a:endParaRPr lang="de-DE" sz="2400" b="1" dirty="0">
              <a:solidFill>
                <a:srgbClr val="00ABD0"/>
              </a:solidFill>
            </a:endParaRPr>
          </a:p>
        </p:txBody>
      </p:sp>
      <p:cxnSp>
        <p:nvCxnSpPr>
          <p:cNvPr id="8" name="Gerader Verbinder 7">
            <a:extLst>
              <a:ext uri="{FF2B5EF4-FFF2-40B4-BE49-F238E27FC236}">
                <a16:creationId xmlns:a16="http://schemas.microsoft.com/office/drawing/2014/main" id="{F9EA95C7-07D7-F539-9BD6-02F7512A1654}"/>
              </a:ext>
            </a:extLst>
          </p:cNvPr>
          <p:cNvCxnSpPr/>
          <p:nvPr/>
        </p:nvCxnSpPr>
        <p:spPr>
          <a:xfrm>
            <a:off x="-38100" y="533400"/>
            <a:ext cx="12433300" cy="0"/>
          </a:xfrm>
          <a:prstGeom prst="line">
            <a:avLst/>
          </a:prstGeom>
          <a:ln>
            <a:solidFill>
              <a:srgbClr val="00ABD0"/>
            </a:solidFill>
          </a:ln>
          <a:effectLst/>
        </p:spPr>
        <p:style>
          <a:lnRef idx="2">
            <a:schemeClr val="accent1"/>
          </a:lnRef>
          <a:fillRef idx="0">
            <a:schemeClr val="accent1"/>
          </a:fillRef>
          <a:effectRef idx="1">
            <a:schemeClr val="accent1"/>
          </a:effectRef>
          <a:fontRef idx="minor">
            <a:schemeClr val="tx1"/>
          </a:fontRef>
        </p:style>
      </p:cxnSp>
      <p:cxnSp>
        <p:nvCxnSpPr>
          <p:cNvPr id="6" name="Gerader Verbinder 5">
            <a:extLst>
              <a:ext uri="{FF2B5EF4-FFF2-40B4-BE49-F238E27FC236}">
                <a16:creationId xmlns:a16="http://schemas.microsoft.com/office/drawing/2014/main" id="{3E949617-CFB0-46B9-F292-DACA7601809D}"/>
              </a:ext>
            </a:extLst>
          </p:cNvPr>
          <p:cNvCxnSpPr/>
          <p:nvPr/>
        </p:nvCxnSpPr>
        <p:spPr>
          <a:xfrm>
            <a:off x="-63500" y="6453803"/>
            <a:ext cx="12433300" cy="0"/>
          </a:xfrm>
          <a:prstGeom prst="line">
            <a:avLst/>
          </a:prstGeom>
          <a:ln>
            <a:solidFill>
              <a:srgbClr val="00ABD0"/>
            </a:solidFill>
          </a:ln>
          <a:effectLst/>
        </p:spPr>
        <p:style>
          <a:lnRef idx="2">
            <a:schemeClr val="accent1"/>
          </a:lnRef>
          <a:fillRef idx="0">
            <a:schemeClr val="accent1"/>
          </a:fillRef>
          <a:effectRef idx="1">
            <a:schemeClr val="accent1"/>
          </a:effectRef>
          <a:fontRef idx="minor">
            <a:schemeClr val="tx1"/>
          </a:fontRef>
        </p:style>
      </p:cxnSp>
      <p:sp>
        <p:nvSpPr>
          <p:cNvPr id="9" name="Rechteck 8">
            <a:extLst>
              <a:ext uri="{FF2B5EF4-FFF2-40B4-BE49-F238E27FC236}">
                <a16:creationId xmlns:a16="http://schemas.microsoft.com/office/drawing/2014/main" id="{EE941216-B8DF-A0F6-8800-8E0D427BC6C0}"/>
              </a:ext>
            </a:extLst>
          </p:cNvPr>
          <p:cNvSpPr/>
          <p:nvPr/>
        </p:nvSpPr>
        <p:spPr>
          <a:xfrm>
            <a:off x="4908550" y="6559527"/>
            <a:ext cx="2374900" cy="289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rgbClr val="00ABD0"/>
                </a:solidFill>
              </a:rPr>
              <a:t>Svenja Pirsch </a:t>
            </a:r>
          </a:p>
        </p:txBody>
      </p:sp>
      <p:sp>
        <p:nvSpPr>
          <p:cNvPr id="28" name="Rechteck 27">
            <a:extLst>
              <a:ext uri="{FF2B5EF4-FFF2-40B4-BE49-F238E27FC236}">
                <a16:creationId xmlns:a16="http://schemas.microsoft.com/office/drawing/2014/main" id="{30D9AA87-EBEA-BF02-F225-828E076EAAB8}"/>
              </a:ext>
            </a:extLst>
          </p:cNvPr>
          <p:cNvSpPr/>
          <p:nvPr/>
        </p:nvSpPr>
        <p:spPr bwMode="auto">
          <a:xfrm>
            <a:off x="11135443" y="6509701"/>
            <a:ext cx="908390" cy="234973"/>
          </a:xfrm>
          <a:prstGeom prst="rect">
            <a:avLst/>
          </a:prstGeom>
          <a:solidFill>
            <a:schemeClr val="bg1"/>
          </a:solidFill>
          <a:ln w="9525" cap="flat" cmpd="sng" algn="ctr">
            <a:solidFill>
              <a:schemeClr val="bg1"/>
            </a:solidFill>
            <a:prstDash val="solid"/>
            <a:miter lim="800000"/>
            <a:headEnd type="none" w="med" len="med"/>
            <a:tailEnd type="none" w="med" len="med"/>
          </a:ln>
          <a:effectLst/>
        </p:spPr>
        <p:txBody>
          <a:bodyPr vert="horz" wrap="square" lIns="144000" tIns="144000" rIns="144000" bIns="144000" numCol="1" rtlCol="0" anchor="t" anchorCtr="0" compatLnSpc="1">
            <a:prstTxWarp prst="textNoShape">
              <a:avLst/>
            </a:prstTxWarp>
          </a:bodyPr>
          <a:lstStyle/>
          <a:p>
            <a:pPr marL="1588" algn="l" defTabSz="857250" fontAlgn="base">
              <a:spcBef>
                <a:spcPct val="40000"/>
              </a:spcBef>
              <a:spcAft>
                <a:spcPct val="0"/>
              </a:spcAft>
              <a:buClr>
                <a:schemeClr val="accent1"/>
              </a:buClr>
              <a:buSzPct val="70000"/>
            </a:pPr>
            <a:endParaRPr lang="de-DE" sz="1200" dirty="0" err="1"/>
          </a:p>
        </p:txBody>
      </p:sp>
      <p:sp>
        <p:nvSpPr>
          <p:cNvPr id="29" name="Rechteck 28">
            <a:extLst>
              <a:ext uri="{FF2B5EF4-FFF2-40B4-BE49-F238E27FC236}">
                <a16:creationId xmlns:a16="http://schemas.microsoft.com/office/drawing/2014/main" id="{1EFE1C66-6FFF-6961-77C8-0811C06563F3}"/>
              </a:ext>
            </a:extLst>
          </p:cNvPr>
          <p:cNvSpPr/>
          <p:nvPr/>
        </p:nvSpPr>
        <p:spPr bwMode="auto">
          <a:xfrm>
            <a:off x="11333448" y="131815"/>
            <a:ext cx="652177" cy="316443"/>
          </a:xfrm>
          <a:prstGeom prst="rect">
            <a:avLst/>
          </a:prstGeom>
          <a:solidFill>
            <a:schemeClr val="bg1"/>
          </a:solidFill>
          <a:ln w="9525" cap="flat" cmpd="sng" algn="ctr">
            <a:solidFill>
              <a:schemeClr val="bg1"/>
            </a:solidFill>
            <a:prstDash val="solid"/>
            <a:miter lim="800000"/>
            <a:headEnd type="none" w="med" len="med"/>
            <a:tailEnd type="none" w="med" len="med"/>
          </a:ln>
          <a:effectLst/>
        </p:spPr>
        <p:txBody>
          <a:bodyPr vert="horz" wrap="square" lIns="144000" tIns="144000" rIns="144000" bIns="144000" numCol="1" rtlCol="0" anchor="t" anchorCtr="0" compatLnSpc="1">
            <a:prstTxWarp prst="textNoShape">
              <a:avLst/>
            </a:prstTxWarp>
          </a:bodyPr>
          <a:lstStyle/>
          <a:p>
            <a:pPr marL="1588" algn="l" defTabSz="857250" fontAlgn="base">
              <a:spcBef>
                <a:spcPct val="40000"/>
              </a:spcBef>
              <a:spcAft>
                <a:spcPct val="0"/>
              </a:spcAft>
              <a:buClr>
                <a:schemeClr val="accent1"/>
              </a:buClr>
              <a:buSzPct val="70000"/>
            </a:pPr>
            <a:endParaRPr lang="de-DE" sz="1200" dirty="0" err="1"/>
          </a:p>
        </p:txBody>
      </p:sp>
      <p:pic>
        <p:nvPicPr>
          <p:cNvPr id="42" name="Grafik 41" descr="Brainstorming Silhouette">
            <a:extLst>
              <a:ext uri="{FF2B5EF4-FFF2-40B4-BE49-F238E27FC236}">
                <a16:creationId xmlns:a16="http://schemas.microsoft.com/office/drawing/2014/main" id="{C601B4D2-3A92-28CB-E949-F62A4606D34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0227" y="2486793"/>
            <a:ext cx="578073" cy="578073"/>
          </a:xfrm>
          <a:prstGeom prst="rect">
            <a:avLst/>
          </a:prstGeom>
        </p:spPr>
      </p:pic>
      <p:grpSp>
        <p:nvGrpSpPr>
          <p:cNvPr id="50" name="Gruppieren 49">
            <a:extLst>
              <a:ext uri="{FF2B5EF4-FFF2-40B4-BE49-F238E27FC236}">
                <a16:creationId xmlns:a16="http://schemas.microsoft.com/office/drawing/2014/main" id="{5182DBF1-8D44-7663-EF80-6BA33A3E3954}"/>
              </a:ext>
            </a:extLst>
          </p:cNvPr>
          <p:cNvGrpSpPr/>
          <p:nvPr/>
        </p:nvGrpSpPr>
        <p:grpSpPr>
          <a:xfrm>
            <a:off x="112980" y="656556"/>
            <a:ext cx="5738283" cy="1758278"/>
            <a:chOff x="104963" y="608482"/>
            <a:chExt cx="5738283" cy="1758278"/>
          </a:xfrm>
        </p:grpSpPr>
        <p:grpSp>
          <p:nvGrpSpPr>
            <p:cNvPr id="21" name="Gruppieren 20">
              <a:extLst>
                <a:ext uri="{FF2B5EF4-FFF2-40B4-BE49-F238E27FC236}">
                  <a16:creationId xmlns:a16="http://schemas.microsoft.com/office/drawing/2014/main" id="{F21FB30D-9572-3A0D-9772-FCF7DAB85FEC}"/>
                </a:ext>
              </a:extLst>
            </p:cNvPr>
            <p:cNvGrpSpPr/>
            <p:nvPr/>
          </p:nvGrpSpPr>
          <p:grpSpPr>
            <a:xfrm>
              <a:off x="206375" y="681873"/>
              <a:ext cx="5636871" cy="1684887"/>
              <a:chOff x="139702" y="3462518"/>
              <a:chExt cx="11912598" cy="1188684"/>
            </a:xfrm>
            <a:solidFill>
              <a:schemeClr val="bg2">
                <a:lumMod val="50000"/>
              </a:schemeClr>
            </a:solidFill>
          </p:grpSpPr>
          <p:sp>
            <p:nvSpPr>
              <p:cNvPr id="25" name="Rechteck: abgerundete Ecken 24">
                <a:extLst>
                  <a:ext uri="{FF2B5EF4-FFF2-40B4-BE49-F238E27FC236}">
                    <a16:creationId xmlns:a16="http://schemas.microsoft.com/office/drawing/2014/main" id="{31AF8A4D-B4CF-4664-6789-39C4B69FBF82}"/>
                  </a:ext>
                </a:extLst>
              </p:cNvPr>
              <p:cNvSpPr/>
              <p:nvPr/>
            </p:nvSpPr>
            <p:spPr>
              <a:xfrm>
                <a:off x="139702" y="3462518"/>
                <a:ext cx="11912598" cy="1077552"/>
              </a:xfrm>
              <a:prstGeom prst="roundRect">
                <a:avLst/>
              </a:prstGeom>
              <a:solidFill>
                <a:srgbClr val="828282"/>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rgbClr val="828282"/>
                  </a:solidFill>
                </a:endParaRPr>
              </a:p>
            </p:txBody>
          </p:sp>
          <p:sp>
            <p:nvSpPr>
              <p:cNvPr id="26" name="Textfeld 25">
                <a:extLst>
                  <a:ext uri="{FF2B5EF4-FFF2-40B4-BE49-F238E27FC236}">
                    <a16:creationId xmlns:a16="http://schemas.microsoft.com/office/drawing/2014/main" id="{D8A6EAC5-AFC6-BE46-E059-638C05163CDC}"/>
                  </a:ext>
                </a:extLst>
              </p:cNvPr>
              <p:cNvSpPr txBox="1"/>
              <p:nvPr/>
            </p:nvSpPr>
            <p:spPr>
              <a:xfrm>
                <a:off x="404372" y="3522097"/>
                <a:ext cx="11383258" cy="1129105"/>
              </a:xfrm>
              <a:prstGeom prst="rect">
                <a:avLst/>
              </a:prstGeom>
              <a:noFill/>
              <a:ln>
                <a:noFill/>
              </a:ln>
            </p:spPr>
            <p:txBody>
              <a:bodyPr wrap="square" rtlCol="0">
                <a:spAutoFit/>
              </a:bodyPr>
              <a:lstStyle/>
              <a:p>
                <a:r>
                  <a:rPr lang="de-DE" sz="1900" b="1" dirty="0">
                    <a:solidFill>
                      <a:schemeClr val="bg1"/>
                    </a:solidFill>
                  </a:rPr>
                  <a:t>    Selbstständigkeit im E-Commerce</a:t>
                </a:r>
              </a:p>
              <a:p>
                <a:pPr marL="285750" indent="-285750">
                  <a:spcBef>
                    <a:spcPts val="600"/>
                  </a:spcBef>
                  <a:buFont typeface="Arial" panose="020B0604020202020204" pitchFamily="34" charset="0"/>
                  <a:buChar char="•"/>
                </a:pPr>
                <a:r>
                  <a:rPr lang="de-DE" sz="1600" dirty="0">
                    <a:solidFill>
                      <a:schemeClr val="bg1"/>
                    </a:solidFill>
                  </a:rPr>
                  <a:t>Verantwortung für die gesamte Wertschöpfungskette übernommen</a:t>
                </a:r>
              </a:p>
              <a:p>
                <a:pPr marL="285750" indent="-285750">
                  <a:spcBef>
                    <a:spcPts val="600"/>
                  </a:spcBef>
                  <a:buFont typeface="Arial" panose="020B0604020202020204" pitchFamily="34" charset="0"/>
                  <a:buChar char="•"/>
                </a:pPr>
                <a:r>
                  <a:rPr lang="de-DE" sz="1600" dirty="0">
                    <a:solidFill>
                      <a:schemeClr val="bg1"/>
                    </a:solidFill>
                  </a:rPr>
                  <a:t>Leidenschaft für Digitalisierung entwickelt</a:t>
                </a:r>
              </a:p>
              <a:p>
                <a:pPr marL="285750" indent="-285750">
                  <a:spcBef>
                    <a:spcPts val="600"/>
                  </a:spcBef>
                  <a:buFont typeface="Arial" panose="020B0604020202020204" pitchFamily="34" charset="0"/>
                  <a:buChar char="•"/>
                </a:pPr>
                <a:endParaRPr lang="de-DE" sz="1600" dirty="0">
                  <a:solidFill>
                    <a:schemeClr val="bg1"/>
                  </a:solidFill>
                </a:endParaRPr>
              </a:p>
            </p:txBody>
          </p:sp>
        </p:grpSp>
        <p:sp>
          <p:nvSpPr>
            <p:cNvPr id="47" name="Ellipse 46">
              <a:extLst>
                <a:ext uri="{FF2B5EF4-FFF2-40B4-BE49-F238E27FC236}">
                  <a16:creationId xmlns:a16="http://schemas.microsoft.com/office/drawing/2014/main" id="{58CC7716-4A97-F6FC-7481-5B113F8E8197}"/>
                </a:ext>
              </a:extLst>
            </p:cNvPr>
            <p:cNvSpPr/>
            <p:nvPr/>
          </p:nvSpPr>
          <p:spPr>
            <a:xfrm>
              <a:off x="104963" y="608482"/>
              <a:ext cx="540000" cy="540000"/>
            </a:xfrm>
            <a:prstGeom prst="ellipse">
              <a:avLst/>
            </a:prstGeom>
            <a:solidFill>
              <a:srgbClr val="00ABD0"/>
            </a:solidFill>
            <a:ln>
              <a:solidFill>
                <a:srgbClr val="00AB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2000" b="1" dirty="0"/>
            </a:p>
          </p:txBody>
        </p:sp>
      </p:grpSp>
      <p:grpSp>
        <p:nvGrpSpPr>
          <p:cNvPr id="51" name="Gruppieren 50">
            <a:extLst>
              <a:ext uri="{FF2B5EF4-FFF2-40B4-BE49-F238E27FC236}">
                <a16:creationId xmlns:a16="http://schemas.microsoft.com/office/drawing/2014/main" id="{CEE09631-F741-3ACC-46F4-24F7FAB8E423}"/>
              </a:ext>
            </a:extLst>
          </p:cNvPr>
          <p:cNvGrpSpPr/>
          <p:nvPr/>
        </p:nvGrpSpPr>
        <p:grpSpPr>
          <a:xfrm>
            <a:off x="112980" y="2610995"/>
            <a:ext cx="5738283" cy="1600759"/>
            <a:chOff x="104963" y="608482"/>
            <a:chExt cx="5738283" cy="1600759"/>
          </a:xfrm>
        </p:grpSpPr>
        <p:grpSp>
          <p:nvGrpSpPr>
            <p:cNvPr id="52" name="Gruppieren 51">
              <a:extLst>
                <a:ext uri="{FF2B5EF4-FFF2-40B4-BE49-F238E27FC236}">
                  <a16:creationId xmlns:a16="http://schemas.microsoft.com/office/drawing/2014/main" id="{8AC9C428-E51F-369B-A7D5-4024B942D8AD}"/>
                </a:ext>
              </a:extLst>
            </p:cNvPr>
            <p:cNvGrpSpPr/>
            <p:nvPr/>
          </p:nvGrpSpPr>
          <p:grpSpPr>
            <a:xfrm>
              <a:off x="206375" y="681876"/>
              <a:ext cx="5636871" cy="1527365"/>
              <a:chOff x="139702" y="3462518"/>
              <a:chExt cx="11912598" cy="1077552"/>
            </a:xfrm>
            <a:solidFill>
              <a:schemeClr val="bg2">
                <a:lumMod val="50000"/>
              </a:schemeClr>
            </a:solidFill>
          </p:grpSpPr>
          <p:sp>
            <p:nvSpPr>
              <p:cNvPr id="54" name="Rechteck: abgerundete Ecken 53">
                <a:extLst>
                  <a:ext uri="{FF2B5EF4-FFF2-40B4-BE49-F238E27FC236}">
                    <a16:creationId xmlns:a16="http://schemas.microsoft.com/office/drawing/2014/main" id="{F1CF31AD-A25B-A97C-4DAA-17F98EFD76A0}"/>
                  </a:ext>
                </a:extLst>
              </p:cNvPr>
              <p:cNvSpPr/>
              <p:nvPr/>
            </p:nvSpPr>
            <p:spPr>
              <a:xfrm>
                <a:off x="139702" y="3462518"/>
                <a:ext cx="11912598" cy="1077552"/>
              </a:xfrm>
              <a:prstGeom prst="roundRect">
                <a:avLst/>
              </a:prstGeom>
              <a:solidFill>
                <a:srgbClr val="828282"/>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rgbClr val="828282"/>
                  </a:solidFill>
                </a:endParaRPr>
              </a:p>
            </p:txBody>
          </p:sp>
          <p:sp>
            <p:nvSpPr>
              <p:cNvPr id="55" name="Textfeld 54">
                <a:extLst>
                  <a:ext uri="{FF2B5EF4-FFF2-40B4-BE49-F238E27FC236}">
                    <a16:creationId xmlns:a16="http://schemas.microsoft.com/office/drawing/2014/main" id="{2E7B8B5E-852C-DF76-A6F6-E79D93932306}"/>
                  </a:ext>
                </a:extLst>
              </p:cNvPr>
              <p:cNvSpPr txBox="1"/>
              <p:nvPr/>
            </p:nvSpPr>
            <p:spPr>
              <a:xfrm>
                <a:off x="404372" y="3522097"/>
                <a:ext cx="11383258" cy="955397"/>
              </a:xfrm>
              <a:prstGeom prst="rect">
                <a:avLst/>
              </a:prstGeom>
              <a:noFill/>
              <a:ln>
                <a:noFill/>
              </a:ln>
            </p:spPr>
            <p:txBody>
              <a:bodyPr wrap="square" rtlCol="0">
                <a:spAutoFit/>
              </a:bodyPr>
              <a:lstStyle/>
              <a:p>
                <a:r>
                  <a:rPr lang="de-DE" sz="1900" b="1" dirty="0">
                    <a:solidFill>
                      <a:schemeClr val="bg1"/>
                    </a:solidFill>
                  </a:rPr>
                  <a:t>    Herausforderung</a:t>
                </a:r>
              </a:p>
              <a:p>
                <a:pPr marL="285750" indent="-285750">
                  <a:spcBef>
                    <a:spcPts val="600"/>
                  </a:spcBef>
                  <a:buFont typeface="Arial" panose="020B0604020202020204" pitchFamily="34" charset="0"/>
                  <a:buChar char="•"/>
                </a:pPr>
                <a:r>
                  <a:rPr lang="de-DE" altLang="de-DE" sz="1600" dirty="0">
                    <a:solidFill>
                      <a:schemeClr val="bg1"/>
                    </a:solidFill>
                  </a:rPr>
                  <a:t>Keine Anleitung für bestimmte Themen</a:t>
                </a:r>
              </a:p>
              <a:p>
                <a:pPr marL="285750" indent="-285750">
                  <a:spcBef>
                    <a:spcPts val="600"/>
                  </a:spcBef>
                  <a:buFont typeface="Arial" panose="020B0604020202020204" pitchFamily="34" charset="0"/>
                  <a:buChar char="•"/>
                </a:pPr>
                <a:r>
                  <a:rPr lang="de-DE" altLang="de-DE" sz="1600" dirty="0">
                    <a:solidFill>
                      <a:schemeClr val="bg1"/>
                    </a:solidFill>
                  </a:rPr>
                  <a:t>Komplexes Steuerthema</a:t>
                </a:r>
                <a:endParaRPr lang="de-DE" sz="1600" dirty="0">
                  <a:solidFill>
                    <a:schemeClr val="bg1"/>
                  </a:solidFill>
                </a:endParaRPr>
              </a:p>
              <a:p>
                <a:pPr marL="285750" indent="-285750">
                  <a:spcBef>
                    <a:spcPts val="600"/>
                  </a:spcBef>
                  <a:buFont typeface="Arial" panose="020B0604020202020204" pitchFamily="34" charset="0"/>
                  <a:buChar char="•"/>
                </a:pPr>
                <a:endParaRPr lang="de-DE" sz="1600" dirty="0">
                  <a:solidFill>
                    <a:schemeClr val="bg1"/>
                  </a:solidFill>
                </a:endParaRPr>
              </a:p>
            </p:txBody>
          </p:sp>
        </p:grpSp>
        <p:sp>
          <p:nvSpPr>
            <p:cNvPr id="53" name="Ellipse 52">
              <a:extLst>
                <a:ext uri="{FF2B5EF4-FFF2-40B4-BE49-F238E27FC236}">
                  <a16:creationId xmlns:a16="http://schemas.microsoft.com/office/drawing/2014/main" id="{0E998D82-9958-ACFD-A9E7-76FF573D8502}"/>
                </a:ext>
              </a:extLst>
            </p:cNvPr>
            <p:cNvSpPr/>
            <p:nvPr/>
          </p:nvSpPr>
          <p:spPr>
            <a:xfrm>
              <a:off x="104963" y="608482"/>
              <a:ext cx="540000" cy="540000"/>
            </a:xfrm>
            <a:prstGeom prst="ellipse">
              <a:avLst/>
            </a:prstGeom>
            <a:solidFill>
              <a:srgbClr val="00ABD0"/>
            </a:solidFill>
            <a:ln>
              <a:solidFill>
                <a:srgbClr val="00AB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2000" b="1" dirty="0"/>
            </a:p>
          </p:txBody>
        </p:sp>
      </p:grpSp>
      <p:grpSp>
        <p:nvGrpSpPr>
          <p:cNvPr id="63" name="Gruppieren 62">
            <a:extLst>
              <a:ext uri="{FF2B5EF4-FFF2-40B4-BE49-F238E27FC236}">
                <a16:creationId xmlns:a16="http://schemas.microsoft.com/office/drawing/2014/main" id="{21C3D1E3-5F30-3ADE-7F98-1CB9EBD668AF}"/>
              </a:ext>
            </a:extLst>
          </p:cNvPr>
          <p:cNvGrpSpPr/>
          <p:nvPr/>
        </p:nvGrpSpPr>
        <p:grpSpPr>
          <a:xfrm>
            <a:off x="112980" y="4565434"/>
            <a:ext cx="5738283" cy="1758283"/>
            <a:chOff x="104963" y="608482"/>
            <a:chExt cx="5738283" cy="1758283"/>
          </a:xfrm>
        </p:grpSpPr>
        <p:grpSp>
          <p:nvGrpSpPr>
            <p:cNvPr id="64" name="Gruppieren 63">
              <a:extLst>
                <a:ext uri="{FF2B5EF4-FFF2-40B4-BE49-F238E27FC236}">
                  <a16:creationId xmlns:a16="http://schemas.microsoft.com/office/drawing/2014/main" id="{78020AFB-7E23-2E53-7986-8B4A96EAFE20}"/>
                </a:ext>
              </a:extLst>
            </p:cNvPr>
            <p:cNvGrpSpPr/>
            <p:nvPr/>
          </p:nvGrpSpPr>
          <p:grpSpPr>
            <a:xfrm>
              <a:off x="206375" y="681877"/>
              <a:ext cx="5636871" cy="1684888"/>
              <a:chOff x="139702" y="3462518"/>
              <a:chExt cx="11912598" cy="1188684"/>
            </a:xfrm>
            <a:solidFill>
              <a:schemeClr val="bg2">
                <a:lumMod val="50000"/>
              </a:schemeClr>
            </a:solidFill>
          </p:grpSpPr>
          <p:sp>
            <p:nvSpPr>
              <p:cNvPr id="66" name="Rechteck: abgerundete Ecken 65">
                <a:extLst>
                  <a:ext uri="{FF2B5EF4-FFF2-40B4-BE49-F238E27FC236}">
                    <a16:creationId xmlns:a16="http://schemas.microsoft.com/office/drawing/2014/main" id="{786B9C7A-338F-356E-5BE1-EEB792E74F48}"/>
                  </a:ext>
                </a:extLst>
              </p:cNvPr>
              <p:cNvSpPr/>
              <p:nvPr/>
            </p:nvSpPr>
            <p:spPr>
              <a:xfrm>
                <a:off x="139702" y="3462518"/>
                <a:ext cx="11912598" cy="1077552"/>
              </a:xfrm>
              <a:prstGeom prst="roundRect">
                <a:avLst/>
              </a:prstGeom>
              <a:solidFill>
                <a:srgbClr val="828282"/>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rgbClr val="828282"/>
                  </a:solidFill>
                </a:endParaRPr>
              </a:p>
            </p:txBody>
          </p:sp>
          <p:sp>
            <p:nvSpPr>
              <p:cNvPr id="67" name="Textfeld 66">
                <a:extLst>
                  <a:ext uri="{FF2B5EF4-FFF2-40B4-BE49-F238E27FC236}">
                    <a16:creationId xmlns:a16="http://schemas.microsoft.com/office/drawing/2014/main" id="{88025AB9-FF87-0A35-18A1-490D2ADCBE67}"/>
                  </a:ext>
                </a:extLst>
              </p:cNvPr>
              <p:cNvSpPr txBox="1"/>
              <p:nvPr/>
            </p:nvSpPr>
            <p:spPr>
              <a:xfrm>
                <a:off x="404372" y="3522097"/>
                <a:ext cx="11383258" cy="1129105"/>
              </a:xfrm>
              <a:prstGeom prst="rect">
                <a:avLst/>
              </a:prstGeom>
              <a:noFill/>
              <a:ln>
                <a:noFill/>
              </a:ln>
            </p:spPr>
            <p:txBody>
              <a:bodyPr wrap="square" rtlCol="0">
                <a:spAutoFit/>
              </a:bodyPr>
              <a:lstStyle/>
              <a:p>
                <a:r>
                  <a:rPr lang="de-DE" sz="1900" b="1" dirty="0">
                    <a:solidFill>
                      <a:schemeClr val="bg1"/>
                    </a:solidFill>
                  </a:rPr>
                  <a:t>    Lösung</a:t>
                </a:r>
              </a:p>
              <a:p>
                <a:pPr marL="285750" indent="-285750">
                  <a:spcBef>
                    <a:spcPts val="600"/>
                  </a:spcBef>
                  <a:buFont typeface="Arial" panose="020B0604020202020204" pitchFamily="34" charset="0"/>
                  <a:buChar char="•"/>
                </a:pPr>
                <a:r>
                  <a:rPr lang="de-DE" sz="1600" dirty="0">
                    <a:solidFill>
                      <a:schemeClr val="bg1"/>
                    </a:solidFill>
                  </a:rPr>
                  <a:t>Durchhaltevermögen und hohe Lernbereitschaft</a:t>
                </a:r>
              </a:p>
              <a:p>
                <a:pPr marL="285750" indent="-285750">
                  <a:spcBef>
                    <a:spcPts val="600"/>
                  </a:spcBef>
                  <a:buFont typeface="Arial" panose="020B0604020202020204" pitchFamily="34" charset="0"/>
                  <a:buChar char="•"/>
                </a:pPr>
                <a:r>
                  <a:rPr lang="de-DE" sz="1600" dirty="0">
                    <a:solidFill>
                      <a:schemeClr val="bg1"/>
                    </a:solidFill>
                  </a:rPr>
                  <a:t>Verantwortung tragen, keine Selbstlimitierung, Komfortzone verlassen zahlt sich aus</a:t>
                </a:r>
              </a:p>
              <a:p>
                <a:pPr marL="285750" indent="-285750">
                  <a:spcBef>
                    <a:spcPts val="600"/>
                  </a:spcBef>
                  <a:buFont typeface="Arial" panose="020B0604020202020204" pitchFamily="34" charset="0"/>
                  <a:buChar char="•"/>
                </a:pPr>
                <a:endParaRPr lang="de-DE" sz="1600" dirty="0">
                  <a:solidFill>
                    <a:schemeClr val="bg1"/>
                  </a:solidFill>
                </a:endParaRPr>
              </a:p>
            </p:txBody>
          </p:sp>
        </p:grpSp>
        <p:sp>
          <p:nvSpPr>
            <p:cNvPr id="65" name="Ellipse 64">
              <a:extLst>
                <a:ext uri="{FF2B5EF4-FFF2-40B4-BE49-F238E27FC236}">
                  <a16:creationId xmlns:a16="http://schemas.microsoft.com/office/drawing/2014/main" id="{F06189C2-B93D-D042-3CBF-C8C4A56C5BAF}"/>
                </a:ext>
              </a:extLst>
            </p:cNvPr>
            <p:cNvSpPr/>
            <p:nvPr/>
          </p:nvSpPr>
          <p:spPr>
            <a:xfrm>
              <a:off x="104963" y="608482"/>
              <a:ext cx="540000" cy="540000"/>
            </a:xfrm>
            <a:prstGeom prst="ellipse">
              <a:avLst/>
            </a:prstGeom>
            <a:solidFill>
              <a:srgbClr val="00ABD0"/>
            </a:solidFill>
            <a:ln>
              <a:solidFill>
                <a:srgbClr val="00AB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2000" b="1" dirty="0"/>
            </a:p>
          </p:txBody>
        </p:sp>
      </p:grpSp>
      <p:pic>
        <p:nvPicPr>
          <p:cNvPr id="40" name="Grafik 39" descr="Hürde Silhouette">
            <a:extLst>
              <a:ext uri="{FF2B5EF4-FFF2-40B4-BE49-F238E27FC236}">
                <a16:creationId xmlns:a16="http://schemas.microsoft.com/office/drawing/2014/main" id="{13CFFADD-F76B-2754-E615-31CA567D59E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2979" y="2601976"/>
            <a:ext cx="540000" cy="540000"/>
          </a:xfrm>
          <a:prstGeom prst="rect">
            <a:avLst/>
          </a:prstGeom>
        </p:spPr>
      </p:pic>
      <p:pic>
        <p:nvPicPr>
          <p:cNvPr id="69" name="Grafik 68" descr="Brainstorming Silhouette">
            <a:extLst>
              <a:ext uri="{FF2B5EF4-FFF2-40B4-BE49-F238E27FC236}">
                <a16:creationId xmlns:a16="http://schemas.microsoft.com/office/drawing/2014/main" id="{F8D79C64-2458-AB23-83C2-4A6F9156769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2979" y="4565434"/>
            <a:ext cx="540001" cy="540001"/>
          </a:xfrm>
          <a:prstGeom prst="rect">
            <a:avLst/>
          </a:prstGeom>
        </p:spPr>
      </p:pic>
      <p:grpSp>
        <p:nvGrpSpPr>
          <p:cNvPr id="70" name="Gruppieren 69">
            <a:extLst>
              <a:ext uri="{FF2B5EF4-FFF2-40B4-BE49-F238E27FC236}">
                <a16:creationId xmlns:a16="http://schemas.microsoft.com/office/drawing/2014/main" id="{600FCE17-7AF8-57DB-32E2-DA7D20BEC461}"/>
              </a:ext>
            </a:extLst>
          </p:cNvPr>
          <p:cNvGrpSpPr/>
          <p:nvPr/>
        </p:nvGrpSpPr>
        <p:grpSpPr>
          <a:xfrm>
            <a:off x="6235888" y="656556"/>
            <a:ext cx="5738283" cy="1600759"/>
            <a:chOff x="104963" y="608482"/>
            <a:chExt cx="5738283" cy="1600759"/>
          </a:xfrm>
        </p:grpSpPr>
        <p:grpSp>
          <p:nvGrpSpPr>
            <p:cNvPr id="71" name="Gruppieren 70">
              <a:extLst>
                <a:ext uri="{FF2B5EF4-FFF2-40B4-BE49-F238E27FC236}">
                  <a16:creationId xmlns:a16="http://schemas.microsoft.com/office/drawing/2014/main" id="{2F113B59-888C-44AE-437C-E926A53C96EA}"/>
                </a:ext>
              </a:extLst>
            </p:cNvPr>
            <p:cNvGrpSpPr/>
            <p:nvPr/>
          </p:nvGrpSpPr>
          <p:grpSpPr>
            <a:xfrm>
              <a:off x="206375" y="681876"/>
              <a:ext cx="5636871" cy="1527365"/>
              <a:chOff x="139702" y="3462518"/>
              <a:chExt cx="11912598" cy="1077552"/>
            </a:xfrm>
            <a:solidFill>
              <a:schemeClr val="bg2">
                <a:lumMod val="50000"/>
              </a:schemeClr>
            </a:solidFill>
          </p:grpSpPr>
          <p:sp>
            <p:nvSpPr>
              <p:cNvPr id="73" name="Rechteck: abgerundete Ecken 72">
                <a:extLst>
                  <a:ext uri="{FF2B5EF4-FFF2-40B4-BE49-F238E27FC236}">
                    <a16:creationId xmlns:a16="http://schemas.microsoft.com/office/drawing/2014/main" id="{1CE00B35-F413-BFBD-EC0F-BA7C99878656}"/>
                  </a:ext>
                </a:extLst>
              </p:cNvPr>
              <p:cNvSpPr/>
              <p:nvPr/>
            </p:nvSpPr>
            <p:spPr>
              <a:xfrm>
                <a:off x="139702" y="3462518"/>
                <a:ext cx="11912598" cy="1077552"/>
              </a:xfrm>
              <a:prstGeom prst="roundRect">
                <a:avLst/>
              </a:prstGeom>
              <a:solidFill>
                <a:srgbClr val="828282"/>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rgbClr val="828282"/>
                  </a:solidFill>
                </a:endParaRPr>
              </a:p>
            </p:txBody>
          </p:sp>
          <p:sp>
            <p:nvSpPr>
              <p:cNvPr id="74" name="Textfeld 73">
                <a:extLst>
                  <a:ext uri="{FF2B5EF4-FFF2-40B4-BE49-F238E27FC236}">
                    <a16:creationId xmlns:a16="http://schemas.microsoft.com/office/drawing/2014/main" id="{9305A061-C4AE-0A2B-56B5-0E8479D5462C}"/>
                  </a:ext>
                </a:extLst>
              </p:cNvPr>
              <p:cNvSpPr txBox="1"/>
              <p:nvPr/>
            </p:nvSpPr>
            <p:spPr>
              <a:xfrm>
                <a:off x="404372" y="3522099"/>
                <a:ext cx="11383258" cy="955397"/>
              </a:xfrm>
              <a:prstGeom prst="rect">
                <a:avLst/>
              </a:prstGeom>
              <a:noFill/>
              <a:ln>
                <a:noFill/>
              </a:ln>
            </p:spPr>
            <p:txBody>
              <a:bodyPr wrap="square" rtlCol="0">
                <a:spAutoFit/>
              </a:bodyPr>
              <a:lstStyle/>
              <a:p>
                <a:r>
                  <a:rPr lang="de-DE" sz="1900" b="1" dirty="0">
                    <a:solidFill>
                      <a:schemeClr val="bg1"/>
                    </a:solidFill>
                  </a:rPr>
                  <a:t>    Südostasien, Nordafrika, Peru</a:t>
                </a:r>
              </a:p>
              <a:p>
                <a:pPr marL="285750" indent="-285750">
                  <a:spcBef>
                    <a:spcPts val="600"/>
                  </a:spcBef>
                  <a:buFont typeface="Arial" panose="020B0604020202020204" pitchFamily="34" charset="0"/>
                  <a:buChar char="•"/>
                </a:pPr>
                <a:r>
                  <a:rPr lang="de-DE" sz="1600" dirty="0">
                    <a:solidFill>
                      <a:schemeClr val="bg1"/>
                    </a:solidFill>
                  </a:rPr>
                  <a:t>Kontakt zu vielen Kulturen</a:t>
                </a:r>
              </a:p>
              <a:p>
                <a:pPr marL="285750" indent="-285750">
                  <a:spcBef>
                    <a:spcPts val="600"/>
                  </a:spcBef>
                  <a:buFont typeface="Arial" panose="020B0604020202020204" pitchFamily="34" charset="0"/>
                  <a:buChar char="•"/>
                </a:pPr>
                <a:r>
                  <a:rPr lang="de-DE" sz="1600" dirty="0">
                    <a:solidFill>
                      <a:schemeClr val="bg1"/>
                    </a:solidFill>
                  </a:rPr>
                  <a:t>Einblicke in religiöse und gesellschaftliche Traditionen</a:t>
                </a:r>
              </a:p>
              <a:p>
                <a:pPr marL="285750" indent="-285750">
                  <a:spcBef>
                    <a:spcPts val="600"/>
                  </a:spcBef>
                  <a:buFont typeface="Arial" panose="020B0604020202020204" pitchFamily="34" charset="0"/>
                  <a:buChar char="•"/>
                </a:pPr>
                <a:endParaRPr lang="de-DE" sz="1600" dirty="0">
                  <a:solidFill>
                    <a:schemeClr val="bg1"/>
                  </a:solidFill>
                </a:endParaRPr>
              </a:p>
            </p:txBody>
          </p:sp>
        </p:grpSp>
        <p:sp>
          <p:nvSpPr>
            <p:cNvPr id="72" name="Ellipse 71">
              <a:extLst>
                <a:ext uri="{FF2B5EF4-FFF2-40B4-BE49-F238E27FC236}">
                  <a16:creationId xmlns:a16="http://schemas.microsoft.com/office/drawing/2014/main" id="{8978F8D8-BFBA-CBC9-F4B2-F15850D8FDEC}"/>
                </a:ext>
              </a:extLst>
            </p:cNvPr>
            <p:cNvSpPr/>
            <p:nvPr/>
          </p:nvSpPr>
          <p:spPr>
            <a:xfrm>
              <a:off x="104963" y="608482"/>
              <a:ext cx="540000" cy="540000"/>
            </a:xfrm>
            <a:prstGeom prst="ellipse">
              <a:avLst/>
            </a:prstGeom>
            <a:solidFill>
              <a:srgbClr val="00ABD0"/>
            </a:solidFill>
            <a:ln>
              <a:solidFill>
                <a:srgbClr val="00AB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2000" b="1" dirty="0"/>
            </a:p>
          </p:txBody>
        </p:sp>
      </p:grpSp>
      <p:grpSp>
        <p:nvGrpSpPr>
          <p:cNvPr id="75" name="Gruppieren 74">
            <a:extLst>
              <a:ext uri="{FF2B5EF4-FFF2-40B4-BE49-F238E27FC236}">
                <a16:creationId xmlns:a16="http://schemas.microsoft.com/office/drawing/2014/main" id="{D59E3EFC-9B4A-93BE-3AA2-F4521BDADBCF}"/>
              </a:ext>
            </a:extLst>
          </p:cNvPr>
          <p:cNvGrpSpPr/>
          <p:nvPr/>
        </p:nvGrpSpPr>
        <p:grpSpPr>
          <a:xfrm>
            <a:off x="6235888" y="2610995"/>
            <a:ext cx="5738283" cy="1600755"/>
            <a:chOff x="104963" y="608482"/>
            <a:chExt cx="5738283" cy="1600755"/>
          </a:xfrm>
        </p:grpSpPr>
        <p:grpSp>
          <p:nvGrpSpPr>
            <p:cNvPr id="76" name="Gruppieren 75">
              <a:extLst>
                <a:ext uri="{FF2B5EF4-FFF2-40B4-BE49-F238E27FC236}">
                  <a16:creationId xmlns:a16="http://schemas.microsoft.com/office/drawing/2014/main" id="{8A6836AA-26E7-8B7C-E804-153C23CB20FB}"/>
                </a:ext>
              </a:extLst>
            </p:cNvPr>
            <p:cNvGrpSpPr/>
            <p:nvPr/>
          </p:nvGrpSpPr>
          <p:grpSpPr>
            <a:xfrm>
              <a:off x="206375" y="681873"/>
              <a:ext cx="5636871" cy="1527364"/>
              <a:chOff x="139702" y="3462518"/>
              <a:chExt cx="11912598" cy="1077552"/>
            </a:xfrm>
            <a:solidFill>
              <a:schemeClr val="bg2">
                <a:lumMod val="50000"/>
              </a:schemeClr>
            </a:solidFill>
          </p:grpSpPr>
          <p:sp>
            <p:nvSpPr>
              <p:cNvPr id="78" name="Rechteck: abgerundete Ecken 77">
                <a:extLst>
                  <a:ext uri="{FF2B5EF4-FFF2-40B4-BE49-F238E27FC236}">
                    <a16:creationId xmlns:a16="http://schemas.microsoft.com/office/drawing/2014/main" id="{6BC67697-368A-FAF1-B994-0C580491AF3C}"/>
                  </a:ext>
                </a:extLst>
              </p:cNvPr>
              <p:cNvSpPr/>
              <p:nvPr/>
            </p:nvSpPr>
            <p:spPr>
              <a:xfrm>
                <a:off x="139702" y="3462518"/>
                <a:ext cx="11912598" cy="1077552"/>
              </a:xfrm>
              <a:prstGeom prst="roundRect">
                <a:avLst/>
              </a:prstGeom>
              <a:solidFill>
                <a:srgbClr val="828282"/>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rgbClr val="828282"/>
                  </a:solidFill>
                </a:endParaRPr>
              </a:p>
            </p:txBody>
          </p:sp>
          <p:sp>
            <p:nvSpPr>
              <p:cNvPr id="79" name="Textfeld 78">
                <a:extLst>
                  <a:ext uri="{FF2B5EF4-FFF2-40B4-BE49-F238E27FC236}">
                    <a16:creationId xmlns:a16="http://schemas.microsoft.com/office/drawing/2014/main" id="{7F665DC9-3EDF-B0BC-098A-C8469E72448E}"/>
                  </a:ext>
                </a:extLst>
              </p:cNvPr>
              <p:cNvSpPr txBox="1"/>
              <p:nvPr/>
            </p:nvSpPr>
            <p:spPr>
              <a:xfrm>
                <a:off x="404372" y="3522097"/>
                <a:ext cx="11383258" cy="955397"/>
              </a:xfrm>
              <a:prstGeom prst="rect">
                <a:avLst/>
              </a:prstGeom>
              <a:noFill/>
              <a:ln>
                <a:noFill/>
              </a:ln>
            </p:spPr>
            <p:txBody>
              <a:bodyPr wrap="square" rtlCol="0">
                <a:spAutoFit/>
              </a:bodyPr>
              <a:lstStyle/>
              <a:p>
                <a:r>
                  <a:rPr lang="de-DE" sz="1900" b="1" dirty="0">
                    <a:solidFill>
                      <a:schemeClr val="bg1"/>
                    </a:solidFill>
                  </a:rPr>
                  <a:t>    Herausforderung</a:t>
                </a:r>
              </a:p>
              <a:p>
                <a:pPr marL="285750" indent="-285750">
                  <a:spcBef>
                    <a:spcPts val="600"/>
                  </a:spcBef>
                  <a:buFont typeface="Arial" panose="020B0604020202020204" pitchFamily="34" charset="0"/>
                  <a:buChar char="•"/>
                </a:pPr>
                <a:r>
                  <a:rPr lang="de-DE" sz="1600" dirty="0">
                    <a:solidFill>
                      <a:schemeClr val="bg1"/>
                    </a:solidFill>
                  </a:rPr>
                  <a:t>Weite Entfernung von Zuhause</a:t>
                </a:r>
              </a:p>
              <a:p>
                <a:pPr marL="285750" indent="-285750">
                  <a:spcBef>
                    <a:spcPts val="600"/>
                  </a:spcBef>
                  <a:buFont typeface="Arial" panose="020B0604020202020204" pitchFamily="34" charset="0"/>
                  <a:buChar char="•"/>
                </a:pPr>
                <a:r>
                  <a:rPr lang="de-DE" sz="1600" dirty="0">
                    <a:solidFill>
                      <a:schemeClr val="bg1"/>
                    </a:solidFill>
                  </a:rPr>
                  <a:t>Neue Kulturen, Lebensweisen, Sprache</a:t>
                </a:r>
              </a:p>
              <a:p>
                <a:pPr>
                  <a:spcBef>
                    <a:spcPts val="600"/>
                  </a:spcBef>
                </a:pPr>
                <a:endParaRPr lang="de-DE" sz="1600" dirty="0">
                  <a:solidFill>
                    <a:schemeClr val="bg1"/>
                  </a:solidFill>
                </a:endParaRPr>
              </a:p>
            </p:txBody>
          </p:sp>
        </p:grpSp>
        <p:sp>
          <p:nvSpPr>
            <p:cNvPr id="77" name="Ellipse 76">
              <a:extLst>
                <a:ext uri="{FF2B5EF4-FFF2-40B4-BE49-F238E27FC236}">
                  <a16:creationId xmlns:a16="http://schemas.microsoft.com/office/drawing/2014/main" id="{CEF873EE-A926-799D-67DB-F02FABFA4628}"/>
                </a:ext>
              </a:extLst>
            </p:cNvPr>
            <p:cNvSpPr/>
            <p:nvPr/>
          </p:nvSpPr>
          <p:spPr>
            <a:xfrm>
              <a:off x="104963" y="608482"/>
              <a:ext cx="540000" cy="540000"/>
            </a:xfrm>
            <a:prstGeom prst="ellipse">
              <a:avLst/>
            </a:prstGeom>
            <a:solidFill>
              <a:srgbClr val="00ABD0"/>
            </a:solidFill>
            <a:ln>
              <a:solidFill>
                <a:srgbClr val="00AB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2000" b="1" dirty="0"/>
            </a:p>
          </p:txBody>
        </p:sp>
      </p:grpSp>
      <p:grpSp>
        <p:nvGrpSpPr>
          <p:cNvPr id="85" name="Gruppieren 84">
            <a:extLst>
              <a:ext uri="{FF2B5EF4-FFF2-40B4-BE49-F238E27FC236}">
                <a16:creationId xmlns:a16="http://schemas.microsoft.com/office/drawing/2014/main" id="{52A9EEFA-E555-28B7-9051-E8256FFCD07C}"/>
              </a:ext>
            </a:extLst>
          </p:cNvPr>
          <p:cNvGrpSpPr/>
          <p:nvPr/>
        </p:nvGrpSpPr>
        <p:grpSpPr>
          <a:xfrm>
            <a:off x="6235888" y="4565434"/>
            <a:ext cx="5738283" cy="1758282"/>
            <a:chOff x="104963" y="608482"/>
            <a:chExt cx="5738283" cy="1758282"/>
          </a:xfrm>
        </p:grpSpPr>
        <p:grpSp>
          <p:nvGrpSpPr>
            <p:cNvPr id="86" name="Gruppieren 85">
              <a:extLst>
                <a:ext uri="{FF2B5EF4-FFF2-40B4-BE49-F238E27FC236}">
                  <a16:creationId xmlns:a16="http://schemas.microsoft.com/office/drawing/2014/main" id="{5C4689A9-9B25-16B8-03E4-16108B05A669}"/>
                </a:ext>
              </a:extLst>
            </p:cNvPr>
            <p:cNvGrpSpPr/>
            <p:nvPr/>
          </p:nvGrpSpPr>
          <p:grpSpPr>
            <a:xfrm>
              <a:off x="206375" y="681876"/>
              <a:ext cx="5636871" cy="1684888"/>
              <a:chOff x="139702" y="3462518"/>
              <a:chExt cx="11912598" cy="1188684"/>
            </a:xfrm>
            <a:solidFill>
              <a:schemeClr val="bg2">
                <a:lumMod val="50000"/>
              </a:schemeClr>
            </a:solidFill>
          </p:grpSpPr>
          <p:sp>
            <p:nvSpPr>
              <p:cNvPr id="88" name="Rechteck: abgerundete Ecken 87">
                <a:extLst>
                  <a:ext uri="{FF2B5EF4-FFF2-40B4-BE49-F238E27FC236}">
                    <a16:creationId xmlns:a16="http://schemas.microsoft.com/office/drawing/2014/main" id="{CA5DD4AE-7799-F68F-F55A-7AB789C0EECF}"/>
                  </a:ext>
                </a:extLst>
              </p:cNvPr>
              <p:cNvSpPr/>
              <p:nvPr/>
            </p:nvSpPr>
            <p:spPr>
              <a:xfrm>
                <a:off x="139702" y="3462518"/>
                <a:ext cx="11912598" cy="1077552"/>
              </a:xfrm>
              <a:prstGeom prst="roundRect">
                <a:avLst/>
              </a:prstGeom>
              <a:solidFill>
                <a:srgbClr val="828282"/>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rgbClr val="828282"/>
                  </a:solidFill>
                </a:endParaRPr>
              </a:p>
            </p:txBody>
          </p:sp>
          <p:sp>
            <p:nvSpPr>
              <p:cNvPr id="89" name="Textfeld 88">
                <a:extLst>
                  <a:ext uri="{FF2B5EF4-FFF2-40B4-BE49-F238E27FC236}">
                    <a16:creationId xmlns:a16="http://schemas.microsoft.com/office/drawing/2014/main" id="{34E2FB3D-4587-6136-00A7-A6CE8CDC6E7F}"/>
                  </a:ext>
                </a:extLst>
              </p:cNvPr>
              <p:cNvSpPr txBox="1"/>
              <p:nvPr/>
            </p:nvSpPr>
            <p:spPr>
              <a:xfrm>
                <a:off x="404372" y="3522097"/>
                <a:ext cx="11383258" cy="1129105"/>
              </a:xfrm>
              <a:prstGeom prst="rect">
                <a:avLst/>
              </a:prstGeom>
              <a:noFill/>
              <a:ln>
                <a:noFill/>
              </a:ln>
            </p:spPr>
            <p:txBody>
              <a:bodyPr wrap="square" rtlCol="0">
                <a:spAutoFit/>
              </a:bodyPr>
              <a:lstStyle/>
              <a:p>
                <a:r>
                  <a:rPr lang="de-DE" sz="1900" b="1" dirty="0">
                    <a:solidFill>
                      <a:schemeClr val="bg1"/>
                    </a:solidFill>
                  </a:rPr>
                  <a:t>    Lösung</a:t>
                </a:r>
              </a:p>
              <a:p>
                <a:pPr marL="285750" indent="-285750">
                  <a:spcBef>
                    <a:spcPts val="600"/>
                  </a:spcBef>
                  <a:buFont typeface="Arial" panose="020B0604020202020204" pitchFamily="34" charset="0"/>
                  <a:buChar char="•"/>
                </a:pPr>
                <a:r>
                  <a:rPr lang="de-DE" sz="1600" dirty="0">
                    <a:solidFill>
                      <a:schemeClr val="bg1"/>
                    </a:solidFill>
                  </a:rPr>
                  <a:t>Offenheit gegenüber anderen Menschen und in den Austausch gehen</a:t>
                </a:r>
              </a:p>
              <a:p>
                <a:pPr marL="285750" indent="-285750">
                  <a:spcBef>
                    <a:spcPts val="600"/>
                  </a:spcBef>
                  <a:buFont typeface="Arial" panose="020B0604020202020204" pitchFamily="34" charset="0"/>
                  <a:buChar char="•"/>
                </a:pPr>
                <a:r>
                  <a:rPr lang="de-DE" sz="1600" dirty="0">
                    <a:solidFill>
                      <a:schemeClr val="bg1"/>
                    </a:solidFill>
                  </a:rPr>
                  <a:t>Möglichkeit persönlich zu wachsen</a:t>
                </a:r>
              </a:p>
              <a:p>
                <a:pPr marL="285750" indent="-285750">
                  <a:spcBef>
                    <a:spcPts val="600"/>
                  </a:spcBef>
                  <a:buFont typeface="Arial" panose="020B0604020202020204" pitchFamily="34" charset="0"/>
                  <a:buChar char="•"/>
                </a:pPr>
                <a:endParaRPr lang="de-DE" sz="1600" dirty="0">
                  <a:solidFill>
                    <a:schemeClr val="bg1"/>
                  </a:solidFill>
                </a:endParaRPr>
              </a:p>
            </p:txBody>
          </p:sp>
        </p:grpSp>
        <p:sp>
          <p:nvSpPr>
            <p:cNvPr id="87" name="Ellipse 86">
              <a:extLst>
                <a:ext uri="{FF2B5EF4-FFF2-40B4-BE49-F238E27FC236}">
                  <a16:creationId xmlns:a16="http://schemas.microsoft.com/office/drawing/2014/main" id="{BF8A2BD8-3C2C-2CB1-8137-3893BF3E75D7}"/>
                </a:ext>
              </a:extLst>
            </p:cNvPr>
            <p:cNvSpPr/>
            <p:nvPr/>
          </p:nvSpPr>
          <p:spPr>
            <a:xfrm>
              <a:off x="104963" y="608482"/>
              <a:ext cx="540000" cy="540000"/>
            </a:xfrm>
            <a:prstGeom prst="ellipse">
              <a:avLst/>
            </a:prstGeom>
            <a:solidFill>
              <a:srgbClr val="00ABD0"/>
            </a:solidFill>
            <a:ln>
              <a:solidFill>
                <a:srgbClr val="00AB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2000" b="1" dirty="0"/>
            </a:p>
          </p:txBody>
        </p:sp>
      </p:grpSp>
      <p:pic>
        <p:nvPicPr>
          <p:cNvPr id="96" name="Grafik 95" descr="Hürde Silhouette">
            <a:extLst>
              <a:ext uri="{FF2B5EF4-FFF2-40B4-BE49-F238E27FC236}">
                <a16:creationId xmlns:a16="http://schemas.microsoft.com/office/drawing/2014/main" id="{796A4D3C-97F0-A1D4-0B3B-006535BEBE1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30966" y="2601976"/>
            <a:ext cx="540000" cy="540000"/>
          </a:xfrm>
          <a:prstGeom prst="rect">
            <a:avLst/>
          </a:prstGeom>
        </p:spPr>
      </p:pic>
      <p:pic>
        <p:nvPicPr>
          <p:cNvPr id="97" name="Grafik 96" descr="Brainstorming Silhouette">
            <a:extLst>
              <a:ext uri="{FF2B5EF4-FFF2-40B4-BE49-F238E27FC236}">
                <a16:creationId xmlns:a16="http://schemas.microsoft.com/office/drawing/2014/main" id="{7CCB436B-7EF1-08FC-693B-3F0ABA6F11A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36488" y="4569109"/>
            <a:ext cx="540001" cy="540001"/>
          </a:xfrm>
          <a:prstGeom prst="rect">
            <a:avLst/>
          </a:prstGeom>
        </p:spPr>
      </p:pic>
      <p:pic>
        <p:nvPicPr>
          <p:cNvPr id="3" name="Grafik 2" descr="Büromitarbeiterin Silhouette">
            <a:extLst>
              <a:ext uri="{FF2B5EF4-FFF2-40B4-BE49-F238E27FC236}">
                <a16:creationId xmlns:a16="http://schemas.microsoft.com/office/drawing/2014/main" id="{5BA3C391-D3D8-A8B9-E733-F7D9693D4B5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2979" y="656554"/>
            <a:ext cx="540002" cy="540002"/>
          </a:xfrm>
          <a:prstGeom prst="rect">
            <a:avLst/>
          </a:prstGeom>
        </p:spPr>
      </p:pic>
      <p:pic>
        <p:nvPicPr>
          <p:cNvPr id="4" name="Grafik 3" descr="Abheben Silhouette">
            <a:extLst>
              <a:ext uri="{FF2B5EF4-FFF2-40B4-BE49-F238E27FC236}">
                <a16:creationId xmlns:a16="http://schemas.microsoft.com/office/drawing/2014/main" id="{AC8D1165-E5E8-0A98-AB81-394F392A7F1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30966" y="662760"/>
            <a:ext cx="540001" cy="540001"/>
          </a:xfrm>
          <a:prstGeom prst="rect">
            <a:avLst/>
          </a:prstGeom>
        </p:spPr>
      </p:pic>
    </p:spTree>
    <p:extLst>
      <p:ext uri="{BB962C8B-B14F-4D97-AF65-F5344CB8AC3E}">
        <p14:creationId xmlns:p14="http://schemas.microsoft.com/office/powerpoint/2010/main" val="1491019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11B3A-8580-DF88-BFD9-D51EEAFD037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17E2000-D5A0-B432-FC43-13B9674EDC61}"/>
              </a:ext>
            </a:extLst>
          </p:cNvPr>
          <p:cNvSpPr>
            <a:spLocks noGrp="1"/>
          </p:cNvSpPr>
          <p:nvPr>
            <p:ph type="ctrTitle"/>
          </p:nvPr>
        </p:nvSpPr>
        <p:spPr>
          <a:xfrm>
            <a:off x="1524000" y="13008"/>
            <a:ext cx="9144000" cy="477837"/>
          </a:xfrm>
          <a:ln>
            <a:noFill/>
          </a:ln>
        </p:spPr>
        <p:txBody>
          <a:bodyPr>
            <a:normAutofit/>
          </a:bodyPr>
          <a:lstStyle/>
          <a:p>
            <a:r>
              <a:rPr lang="de-DE" sz="2400" dirty="0">
                <a:solidFill>
                  <a:srgbClr val="00ABD0"/>
                </a:solidFill>
              </a:rPr>
              <a:t>Werkstudentin und Praktikantin</a:t>
            </a:r>
            <a:endParaRPr lang="de-DE" sz="2400" b="1" dirty="0">
              <a:solidFill>
                <a:srgbClr val="00ABD0"/>
              </a:solidFill>
            </a:endParaRPr>
          </a:p>
        </p:txBody>
      </p:sp>
      <p:cxnSp>
        <p:nvCxnSpPr>
          <p:cNvPr id="8" name="Gerader Verbinder 7">
            <a:extLst>
              <a:ext uri="{FF2B5EF4-FFF2-40B4-BE49-F238E27FC236}">
                <a16:creationId xmlns:a16="http://schemas.microsoft.com/office/drawing/2014/main" id="{F5D9C4BC-5168-196A-4105-FEABCAB519B9}"/>
              </a:ext>
            </a:extLst>
          </p:cNvPr>
          <p:cNvCxnSpPr/>
          <p:nvPr/>
        </p:nvCxnSpPr>
        <p:spPr>
          <a:xfrm>
            <a:off x="-38100" y="533400"/>
            <a:ext cx="12433300" cy="0"/>
          </a:xfrm>
          <a:prstGeom prst="line">
            <a:avLst/>
          </a:prstGeom>
          <a:ln>
            <a:solidFill>
              <a:srgbClr val="00ABD0"/>
            </a:solidFill>
          </a:ln>
          <a:effectLst/>
        </p:spPr>
        <p:style>
          <a:lnRef idx="2">
            <a:schemeClr val="accent1"/>
          </a:lnRef>
          <a:fillRef idx="0">
            <a:schemeClr val="accent1"/>
          </a:fillRef>
          <a:effectRef idx="1">
            <a:schemeClr val="accent1"/>
          </a:effectRef>
          <a:fontRef idx="minor">
            <a:schemeClr val="tx1"/>
          </a:fontRef>
        </p:style>
      </p:cxnSp>
      <p:cxnSp>
        <p:nvCxnSpPr>
          <p:cNvPr id="6" name="Gerader Verbinder 5">
            <a:extLst>
              <a:ext uri="{FF2B5EF4-FFF2-40B4-BE49-F238E27FC236}">
                <a16:creationId xmlns:a16="http://schemas.microsoft.com/office/drawing/2014/main" id="{48432DC0-6A91-1575-D4BE-48058CB131C6}"/>
              </a:ext>
            </a:extLst>
          </p:cNvPr>
          <p:cNvCxnSpPr/>
          <p:nvPr/>
        </p:nvCxnSpPr>
        <p:spPr>
          <a:xfrm>
            <a:off x="-63500" y="6453803"/>
            <a:ext cx="12433300" cy="0"/>
          </a:xfrm>
          <a:prstGeom prst="line">
            <a:avLst/>
          </a:prstGeom>
          <a:ln>
            <a:solidFill>
              <a:srgbClr val="00ABD0"/>
            </a:solidFill>
          </a:ln>
          <a:effectLst/>
        </p:spPr>
        <p:style>
          <a:lnRef idx="2">
            <a:schemeClr val="accent1"/>
          </a:lnRef>
          <a:fillRef idx="0">
            <a:schemeClr val="accent1"/>
          </a:fillRef>
          <a:effectRef idx="1">
            <a:schemeClr val="accent1"/>
          </a:effectRef>
          <a:fontRef idx="minor">
            <a:schemeClr val="tx1"/>
          </a:fontRef>
        </p:style>
      </p:cxnSp>
      <p:sp>
        <p:nvSpPr>
          <p:cNvPr id="9" name="Rechteck 8">
            <a:extLst>
              <a:ext uri="{FF2B5EF4-FFF2-40B4-BE49-F238E27FC236}">
                <a16:creationId xmlns:a16="http://schemas.microsoft.com/office/drawing/2014/main" id="{91464C60-634C-AAB3-DE86-1E96D409EC18}"/>
              </a:ext>
            </a:extLst>
          </p:cNvPr>
          <p:cNvSpPr/>
          <p:nvPr/>
        </p:nvSpPr>
        <p:spPr>
          <a:xfrm>
            <a:off x="4908550" y="6559527"/>
            <a:ext cx="2374900" cy="289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rgbClr val="00ABD0"/>
                </a:solidFill>
              </a:rPr>
              <a:t>Svenja Pirsch </a:t>
            </a:r>
          </a:p>
        </p:txBody>
      </p:sp>
      <p:sp>
        <p:nvSpPr>
          <p:cNvPr id="28" name="Rechteck 27">
            <a:extLst>
              <a:ext uri="{FF2B5EF4-FFF2-40B4-BE49-F238E27FC236}">
                <a16:creationId xmlns:a16="http://schemas.microsoft.com/office/drawing/2014/main" id="{4BA1546B-5826-3ADD-1E08-6517FD5FC824}"/>
              </a:ext>
            </a:extLst>
          </p:cNvPr>
          <p:cNvSpPr/>
          <p:nvPr/>
        </p:nvSpPr>
        <p:spPr bwMode="auto">
          <a:xfrm>
            <a:off x="11135443" y="6509701"/>
            <a:ext cx="908390" cy="234973"/>
          </a:xfrm>
          <a:prstGeom prst="rect">
            <a:avLst/>
          </a:prstGeom>
          <a:solidFill>
            <a:schemeClr val="bg1"/>
          </a:solidFill>
          <a:ln w="9525" cap="flat" cmpd="sng" algn="ctr">
            <a:solidFill>
              <a:schemeClr val="bg1"/>
            </a:solidFill>
            <a:prstDash val="solid"/>
            <a:miter lim="800000"/>
            <a:headEnd type="none" w="med" len="med"/>
            <a:tailEnd type="none" w="med" len="med"/>
          </a:ln>
          <a:effectLst/>
        </p:spPr>
        <p:txBody>
          <a:bodyPr vert="horz" wrap="square" lIns="144000" tIns="144000" rIns="144000" bIns="144000" numCol="1" rtlCol="0" anchor="t" anchorCtr="0" compatLnSpc="1">
            <a:prstTxWarp prst="textNoShape">
              <a:avLst/>
            </a:prstTxWarp>
          </a:bodyPr>
          <a:lstStyle/>
          <a:p>
            <a:pPr marL="1588" algn="l" defTabSz="857250" fontAlgn="base">
              <a:spcBef>
                <a:spcPct val="40000"/>
              </a:spcBef>
              <a:spcAft>
                <a:spcPct val="0"/>
              </a:spcAft>
              <a:buClr>
                <a:schemeClr val="accent1"/>
              </a:buClr>
              <a:buSzPct val="70000"/>
            </a:pPr>
            <a:endParaRPr lang="de-DE" sz="1200" dirty="0" err="1"/>
          </a:p>
        </p:txBody>
      </p:sp>
      <p:sp>
        <p:nvSpPr>
          <p:cNvPr id="29" name="Rechteck 28">
            <a:extLst>
              <a:ext uri="{FF2B5EF4-FFF2-40B4-BE49-F238E27FC236}">
                <a16:creationId xmlns:a16="http://schemas.microsoft.com/office/drawing/2014/main" id="{54EBAD7C-1BB2-EF6D-39E9-9B52E8C24F38}"/>
              </a:ext>
            </a:extLst>
          </p:cNvPr>
          <p:cNvSpPr/>
          <p:nvPr/>
        </p:nvSpPr>
        <p:spPr bwMode="auto">
          <a:xfrm>
            <a:off x="11333448" y="131815"/>
            <a:ext cx="652177" cy="316443"/>
          </a:xfrm>
          <a:prstGeom prst="rect">
            <a:avLst/>
          </a:prstGeom>
          <a:solidFill>
            <a:schemeClr val="bg1"/>
          </a:solidFill>
          <a:ln w="9525" cap="flat" cmpd="sng" algn="ctr">
            <a:solidFill>
              <a:schemeClr val="bg1"/>
            </a:solidFill>
            <a:prstDash val="solid"/>
            <a:miter lim="800000"/>
            <a:headEnd type="none" w="med" len="med"/>
            <a:tailEnd type="none" w="med" len="med"/>
          </a:ln>
          <a:effectLst/>
        </p:spPr>
        <p:txBody>
          <a:bodyPr vert="horz" wrap="square" lIns="144000" tIns="144000" rIns="144000" bIns="144000" numCol="1" rtlCol="0" anchor="t" anchorCtr="0" compatLnSpc="1">
            <a:prstTxWarp prst="textNoShape">
              <a:avLst/>
            </a:prstTxWarp>
          </a:bodyPr>
          <a:lstStyle/>
          <a:p>
            <a:pPr marL="1588" algn="l" defTabSz="857250" fontAlgn="base">
              <a:spcBef>
                <a:spcPct val="40000"/>
              </a:spcBef>
              <a:spcAft>
                <a:spcPct val="0"/>
              </a:spcAft>
              <a:buClr>
                <a:schemeClr val="accent1"/>
              </a:buClr>
              <a:buSzPct val="70000"/>
            </a:pPr>
            <a:endParaRPr lang="de-DE" sz="1200" dirty="0" err="1"/>
          </a:p>
        </p:txBody>
      </p:sp>
      <p:pic>
        <p:nvPicPr>
          <p:cNvPr id="42" name="Grafik 41" descr="Brainstorming Silhouette">
            <a:extLst>
              <a:ext uri="{FF2B5EF4-FFF2-40B4-BE49-F238E27FC236}">
                <a16:creationId xmlns:a16="http://schemas.microsoft.com/office/drawing/2014/main" id="{84E872FC-70E4-C98B-956C-90C78113A7B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0227" y="2486793"/>
            <a:ext cx="578073" cy="578073"/>
          </a:xfrm>
          <a:prstGeom prst="rect">
            <a:avLst/>
          </a:prstGeom>
        </p:spPr>
      </p:pic>
      <p:grpSp>
        <p:nvGrpSpPr>
          <p:cNvPr id="50" name="Gruppieren 49">
            <a:extLst>
              <a:ext uri="{FF2B5EF4-FFF2-40B4-BE49-F238E27FC236}">
                <a16:creationId xmlns:a16="http://schemas.microsoft.com/office/drawing/2014/main" id="{28907EAD-6E85-E25A-137F-0D8A8372C180}"/>
              </a:ext>
            </a:extLst>
          </p:cNvPr>
          <p:cNvGrpSpPr/>
          <p:nvPr/>
        </p:nvGrpSpPr>
        <p:grpSpPr>
          <a:xfrm>
            <a:off x="103354" y="655045"/>
            <a:ext cx="5747909" cy="1759793"/>
            <a:chOff x="95337" y="606971"/>
            <a:chExt cx="5747909" cy="1759793"/>
          </a:xfrm>
        </p:grpSpPr>
        <p:grpSp>
          <p:nvGrpSpPr>
            <p:cNvPr id="21" name="Gruppieren 20">
              <a:extLst>
                <a:ext uri="{FF2B5EF4-FFF2-40B4-BE49-F238E27FC236}">
                  <a16:creationId xmlns:a16="http://schemas.microsoft.com/office/drawing/2014/main" id="{046F3B21-059A-A46A-23DA-DCD57E1596E9}"/>
                </a:ext>
              </a:extLst>
            </p:cNvPr>
            <p:cNvGrpSpPr/>
            <p:nvPr/>
          </p:nvGrpSpPr>
          <p:grpSpPr>
            <a:xfrm>
              <a:off x="206375" y="681876"/>
              <a:ext cx="5636871" cy="1684888"/>
              <a:chOff x="139702" y="3462518"/>
              <a:chExt cx="11912598" cy="1188684"/>
            </a:xfrm>
            <a:solidFill>
              <a:schemeClr val="bg2">
                <a:lumMod val="50000"/>
              </a:schemeClr>
            </a:solidFill>
          </p:grpSpPr>
          <p:sp>
            <p:nvSpPr>
              <p:cNvPr id="25" name="Rechteck: abgerundete Ecken 24">
                <a:extLst>
                  <a:ext uri="{FF2B5EF4-FFF2-40B4-BE49-F238E27FC236}">
                    <a16:creationId xmlns:a16="http://schemas.microsoft.com/office/drawing/2014/main" id="{A4FC4423-C20F-6FE0-BAB0-0088EE55A294}"/>
                  </a:ext>
                </a:extLst>
              </p:cNvPr>
              <p:cNvSpPr/>
              <p:nvPr/>
            </p:nvSpPr>
            <p:spPr>
              <a:xfrm>
                <a:off x="139702" y="3462518"/>
                <a:ext cx="11912598" cy="1077552"/>
              </a:xfrm>
              <a:prstGeom prst="roundRect">
                <a:avLst/>
              </a:prstGeom>
              <a:solidFill>
                <a:srgbClr val="828282"/>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rgbClr val="828282"/>
                  </a:solidFill>
                </a:endParaRPr>
              </a:p>
            </p:txBody>
          </p:sp>
          <p:sp>
            <p:nvSpPr>
              <p:cNvPr id="26" name="Textfeld 25">
                <a:extLst>
                  <a:ext uri="{FF2B5EF4-FFF2-40B4-BE49-F238E27FC236}">
                    <a16:creationId xmlns:a16="http://schemas.microsoft.com/office/drawing/2014/main" id="{EE2AB20E-FB6C-DD7F-7B84-10FCAD63A7DF}"/>
                  </a:ext>
                </a:extLst>
              </p:cNvPr>
              <p:cNvSpPr txBox="1"/>
              <p:nvPr/>
            </p:nvSpPr>
            <p:spPr>
              <a:xfrm>
                <a:off x="404372" y="3522097"/>
                <a:ext cx="11383258" cy="1129105"/>
              </a:xfrm>
              <a:prstGeom prst="rect">
                <a:avLst/>
              </a:prstGeom>
              <a:noFill/>
              <a:ln>
                <a:noFill/>
              </a:ln>
            </p:spPr>
            <p:txBody>
              <a:bodyPr wrap="square" rtlCol="0">
                <a:spAutoFit/>
              </a:bodyPr>
              <a:lstStyle/>
              <a:p>
                <a:r>
                  <a:rPr lang="de-DE" sz="1900" b="1" dirty="0">
                    <a:solidFill>
                      <a:schemeClr val="bg1"/>
                    </a:solidFill>
                  </a:rPr>
                  <a:t>    Staufen. </a:t>
                </a:r>
                <a:r>
                  <a:rPr lang="de-DE" sz="1900" b="1" dirty="0" err="1">
                    <a:solidFill>
                      <a:schemeClr val="bg1"/>
                    </a:solidFill>
                  </a:rPr>
                  <a:t>part</a:t>
                </a:r>
                <a:r>
                  <a:rPr lang="de-DE" sz="1900" b="1" dirty="0">
                    <a:solidFill>
                      <a:schemeClr val="bg1"/>
                    </a:solidFill>
                  </a:rPr>
                  <a:t> </a:t>
                </a:r>
                <a:r>
                  <a:rPr lang="de-DE" sz="1900" b="1" dirty="0" err="1">
                    <a:solidFill>
                      <a:schemeClr val="bg1"/>
                    </a:solidFill>
                  </a:rPr>
                  <a:t>of</a:t>
                </a:r>
                <a:r>
                  <a:rPr lang="de-DE" sz="1900" b="1" dirty="0">
                    <a:solidFill>
                      <a:schemeClr val="bg1"/>
                    </a:solidFill>
                  </a:rPr>
                  <a:t> Accenture</a:t>
                </a:r>
              </a:p>
              <a:p>
                <a:pPr marL="285750" indent="-285750">
                  <a:spcBef>
                    <a:spcPts val="600"/>
                  </a:spcBef>
                  <a:buFont typeface="Arial" panose="020B0604020202020204" pitchFamily="34" charset="0"/>
                  <a:buChar char="•"/>
                </a:pPr>
                <a:r>
                  <a:rPr lang="de-DE" sz="1600" dirty="0">
                    <a:solidFill>
                      <a:schemeClr val="bg1"/>
                    </a:solidFill>
                  </a:rPr>
                  <a:t>Erste Beratungserfahrung bei der Referenzen-erstellung und Einsicht von Projektdokumentationen</a:t>
                </a:r>
              </a:p>
              <a:p>
                <a:pPr marL="285750" indent="-285750">
                  <a:spcBef>
                    <a:spcPts val="600"/>
                  </a:spcBef>
                  <a:buFont typeface="Arial" panose="020B0604020202020204" pitchFamily="34" charset="0"/>
                  <a:buChar char="•"/>
                </a:pPr>
                <a:r>
                  <a:rPr lang="de-DE" sz="1600" dirty="0">
                    <a:solidFill>
                      <a:schemeClr val="bg1"/>
                    </a:solidFill>
                  </a:rPr>
                  <a:t>Gefallen am dynamischen Arbeitsumfeld</a:t>
                </a:r>
              </a:p>
              <a:p>
                <a:pPr marL="285750" indent="-285750">
                  <a:spcBef>
                    <a:spcPts val="600"/>
                  </a:spcBef>
                  <a:buFont typeface="Arial" panose="020B0604020202020204" pitchFamily="34" charset="0"/>
                  <a:buChar char="•"/>
                </a:pPr>
                <a:endParaRPr lang="de-DE" sz="1600" dirty="0">
                  <a:solidFill>
                    <a:schemeClr val="bg1"/>
                  </a:solidFill>
                </a:endParaRPr>
              </a:p>
            </p:txBody>
          </p:sp>
        </p:grpSp>
        <p:sp>
          <p:nvSpPr>
            <p:cNvPr id="47" name="Ellipse 46">
              <a:extLst>
                <a:ext uri="{FF2B5EF4-FFF2-40B4-BE49-F238E27FC236}">
                  <a16:creationId xmlns:a16="http://schemas.microsoft.com/office/drawing/2014/main" id="{0F966B29-C378-12BD-2D35-38DE66E2DFFE}"/>
                </a:ext>
              </a:extLst>
            </p:cNvPr>
            <p:cNvSpPr/>
            <p:nvPr/>
          </p:nvSpPr>
          <p:spPr>
            <a:xfrm>
              <a:off x="95337" y="606971"/>
              <a:ext cx="540000" cy="540000"/>
            </a:xfrm>
            <a:prstGeom prst="ellipse">
              <a:avLst/>
            </a:prstGeom>
            <a:solidFill>
              <a:srgbClr val="00ABD0"/>
            </a:solidFill>
            <a:ln>
              <a:solidFill>
                <a:srgbClr val="00AB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2000" b="1" dirty="0"/>
            </a:p>
          </p:txBody>
        </p:sp>
      </p:grpSp>
      <p:grpSp>
        <p:nvGrpSpPr>
          <p:cNvPr id="51" name="Gruppieren 50">
            <a:extLst>
              <a:ext uri="{FF2B5EF4-FFF2-40B4-BE49-F238E27FC236}">
                <a16:creationId xmlns:a16="http://schemas.microsoft.com/office/drawing/2014/main" id="{847A6406-D6ED-2975-A191-234144F78BFA}"/>
              </a:ext>
            </a:extLst>
          </p:cNvPr>
          <p:cNvGrpSpPr/>
          <p:nvPr/>
        </p:nvGrpSpPr>
        <p:grpSpPr>
          <a:xfrm>
            <a:off x="112980" y="2610995"/>
            <a:ext cx="5738283" cy="1758282"/>
            <a:chOff x="104963" y="608482"/>
            <a:chExt cx="5738283" cy="1758282"/>
          </a:xfrm>
        </p:grpSpPr>
        <p:grpSp>
          <p:nvGrpSpPr>
            <p:cNvPr id="52" name="Gruppieren 51">
              <a:extLst>
                <a:ext uri="{FF2B5EF4-FFF2-40B4-BE49-F238E27FC236}">
                  <a16:creationId xmlns:a16="http://schemas.microsoft.com/office/drawing/2014/main" id="{1C345AB5-3957-BD06-13DF-E92CE23F1225}"/>
                </a:ext>
              </a:extLst>
            </p:cNvPr>
            <p:cNvGrpSpPr/>
            <p:nvPr/>
          </p:nvGrpSpPr>
          <p:grpSpPr>
            <a:xfrm>
              <a:off x="206375" y="681876"/>
              <a:ext cx="5636871" cy="1684888"/>
              <a:chOff x="139702" y="3462518"/>
              <a:chExt cx="11912598" cy="1188684"/>
            </a:xfrm>
            <a:solidFill>
              <a:schemeClr val="bg2">
                <a:lumMod val="50000"/>
              </a:schemeClr>
            </a:solidFill>
          </p:grpSpPr>
          <p:sp>
            <p:nvSpPr>
              <p:cNvPr id="54" name="Rechteck: abgerundete Ecken 53">
                <a:extLst>
                  <a:ext uri="{FF2B5EF4-FFF2-40B4-BE49-F238E27FC236}">
                    <a16:creationId xmlns:a16="http://schemas.microsoft.com/office/drawing/2014/main" id="{3C9AD322-3E23-014B-FA15-59566A677645}"/>
                  </a:ext>
                </a:extLst>
              </p:cNvPr>
              <p:cNvSpPr/>
              <p:nvPr/>
            </p:nvSpPr>
            <p:spPr>
              <a:xfrm>
                <a:off x="139702" y="3462518"/>
                <a:ext cx="11912598" cy="1077552"/>
              </a:xfrm>
              <a:prstGeom prst="roundRect">
                <a:avLst/>
              </a:prstGeom>
              <a:solidFill>
                <a:srgbClr val="828282"/>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rgbClr val="828282"/>
                  </a:solidFill>
                </a:endParaRPr>
              </a:p>
            </p:txBody>
          </p:sp>
          <p:sp>
            <p:nvSpPr>
              <p:cNvPr id="55" name="Textfeld 54">
                <a:extLst>
                  <a:ext uri="{FF2B5EF4-FFF2-40B4-BE49-F238E27FC236}">
                    <a16:creationId xmlns:a16="http://schemas.microsoft.com/office/drawing/2014/main" id="{9F044911-4A0D-FE1C-1AE7-97F74A8526CE}"/>
                  </a:ext>
                </a:extLst>
              </p:cNvPr>
              <p:cNvSpPr txBox="1"/>
              <p:nvPr/>
            </p:nvSpPr>
            <p:spPr>
              <a:xfrm>
                <a:off x="404372" y="3522097"/>
                <a:ext cx="11383258" cy="1129105"/>
              </a:xfrm>
              <a:prstGeom prst="rect">
                <a:avLst/>
              </a:prstGeom>
              <a:noFill/>
              <a:ln>
                <a:noFill/>
              </a:ln>
            </p:spPr>
            <p:txBody>
              <a:bodyPr wrap="square" rtlCol="0">
                <a:spAutoFit/>
              </a:bodyPr>
              <a:lstStyle/>
              <a:p>
                <a:r>
                  <a:rPr lang="de-DE" sz="1900" b="1" dirty="0">
                    <a:solidFill>
                      <a:schemeClr val="bg1"/>
                    </a:solidFill>
                  </a:rPr>
                  <a:t>    Herausforderung</a:t>
                </a:r>
              </a:p>
              <a:p>
                <a:pPr marL="285750" indent="-285750">
                  <a:spcBef>
                    <a:spcPts val="600"/>
                  </a:spcBef>
                  <a:buFont typeface="Arial" panose="020B0604020202020204" pitchFamily="34" charset="0"/>
                  <a:buChar char="•"/>
                </a:pPr>
                <a:r>
                  <a:rPr lang="de-DE" sz="1600" dirty="0">
                    <a:solidFill>
                      <a:schemeClr val="bg1"/>
                    </a:solidFill>
                  </a:rPr>
                  <a:t>Lean-Management Wissen aufbauen und technische Begriffe verstehen</a:t>
                </a:r>
              </a:p>
              <a:p>
                <a:pPr marL="285750" indent="-285750">
                  <a:spcBef>
                    <a:spcPts val="600"/>
                  </a:spcBef>
                  <a:buFont typeface="Arial" panose="020B0604020202020204" pitchFamily="34" charset="0"/>
                  <a:buChar char="•"/>
                </a:pPr>
                <a:r>
                  <a:rPr lang="de-DE" sz="1600" dirty="0">
                    <a:solidFill>
                      <a:schemeClr val="bg1"/>
                    </a:solidFill>
                  </a:rPr>
                  <a:t>Einstieg ins Beratungsumfeld</a:t>
                </a:r>
              </a:p>
              <a:p>
                <a:pPr marL="285750" indent="-285750">
                  <a:spcBef>
                    <a:spcPts val="600"/>
                  </a:spcBef>
                  <a:buFont typeface="Arial" panose="020B0604020202020204" pitchFamily="34" charset="0"/>
                  <a:buChar char="•"/>
                </a:pPr>
                <a:endParaRPr lang="de-DE" sz="1600" dirty="0">
                  <a:solidFill>
                    <a:schemeClr val="bg1"/>
                  </a:solidFill>
                </a:endParaRPr>
              </a:p>
            </p:txBody>
          </p:sp>
        </p:grpSp>
        <p:sp>
          <p:nvSpPr>
            <p:cNvPr id="53" name="Ellipse 52">
              <a:extLst>
                <a:ext uri="{FF2B5EF4-FFF2-40B4-BE49-F238E27FC236}">
                  <a16:creationId xmlns:a16="http://schemas.microsoft.com/office/drawing/2014/main" id="{3F4C32A6-12D1-E914-2630-6E6E380E31A9}"/>
                </a:ext>
              </a:extLst>
            </p:cNvPr>
            <p:cNvSpPr/>
            <p:nvPr/>
          </p:nvSpPr>
          <p:spPr>
            <a:xfrm>
              <a:off x="104963" y="608482"/>
              <a:ext cx="540000" cy="540000"/>
            </a:xfrm>
            <a:prstGeom prst="ellipse">
              <a:avLst/>
            </a:prstGeom>
            <a:solidFill>
              <a:srgbClr val="00ABD0"/>
            </a:solidFill>
            <a:ln>
              <a:solidFill>
                <a:srgbClr val="00AB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2000" b="1" dirty="0"/>
            </a:p>
          </p:txBody>
        </p:sp>
      </p:grpSp>
      <p:grpSp>
        <p:nvGrpSpPr>
          <p:cNvPr id="63" name="Gruppieren 62">
            <a:extLst>
              <a:ext uri="{FF2B5EF4-FFF2-40B4-BE49-F238E27FC236}">
                <a16:creationId xmlns:a16="http://schemas.microsoft.com/office/drawing/2014/main" id="{DB537E49-CD43-16C9-B0B3-7AE35B3CEE30}"/>
              </a:ext>
            </a:extLst>
          </p:cNvPr>
          <p:cNvGrpSpPr/>
          <p:nvPr/>
        </p:nvGrpSpPr>
        <p:grpSpPr>
          <a:xfrm>
            <a:off x="112980" y="4565434"/>
            <a:ext cx="5738283" cy="1600759"/>
            <a:chOff x="104963" y="608482"/>
            <a:chExt cx="5738283" cy="1600759"/>
          </a:xfrm>
        </p:grpSpPr>
        <p:grpSp>
          <p:nvGrpSpPr>
            <p:cNvPr id="64" name="Gruppieren 63">
              <a:extLst>
                <a:ext uri="{FF2B5EF4-FFF2-40B4-BE49-F238E27FC236}">
                  <a16:creationId xmlns:a16="http://schemas.microsoft.com/office/drawing/2014/main" id="{EA67BF89-7E6B-B0E5-3F6F-7A790CDAABA9}"/>
                </a:ext>
              </a:extLst>
            </p:cNvPr>
            <p:cNvGrpSpPr/>
            <p:nvPr/>
          </p:nvGrpSpPr>
          <p:grpSpPr>
            <a:xfrm>
              <a:off x="206375" y="681876"/>
              <a:ext cx="5636871" cy="1527365"/>
              <a:chOff x="139702" y="3462518"/>
              <a:chExt cx="11912598" cy="1077552"/>
            </a:xfrm>
            <a:solidFill>
              <a:schemeClr val="bg2">
                <a:lumMod val="50000"/>
              </a:schemeClr>
            </a:solidFill>
          </p:grpSpPr>
          <p:sp>
            <p:nvSpPr>
              <p:cNvPr id="66" name="Rechteck: abgerundete Ecken 65">
                <a:extLst>
                  <a:ext uri="{FF2B5EF4-FFF2-40B4-BE49-F238E27FC236}">
                    <a16:creationId xmlns:a16="http://schemas.microsoft.com/office/drawing/2014/main" id="{7EB0FDBC-D138-2050-8324-1526D8009B82}"/>
                  </a:ext>
                </a:extLst>
              </p:cNvPr>
              <p:cNvSpPr/>
              <p:nvPr/>
            </p:nvSpPr>
            <p:spPr>
              <a:xfrm>
                <a:off x="139702" y="3462518"/>
                <a:ext cx="11912598" cy="1077552"/>
              </a:xfrm>
              <a:prstGeom prst="roundRect">
                <a:avLst/>
              </a:prstGeom>
              <a:solidFill>
                <a:srgbClr val="828282"/>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rgbClr val="828282"/>
                  </a:solidFill>
                </a:endParaRPr>
              </a:p>
            </p:txBody>
          </p:sp>
          <p:sp>
            <p:nvSpPr>
              <p:cNvPr id="67" name="Textfeld 66">
                <a:extLst>
                  <a:ext uri="{FF2B5EF4-FFF2-40B4-BE49-F238E27FC236}">
                    <a16:creationId xmlns:a16="http://schemas.microsoft.com/office/drawing/2014/main" id="{F674DF6B-5698-15F0-6061-8F711C3FFCEF}"/>
                  </a:ext>
                </a:extLst>
              </p:cNvPr>
              <p:cNvSpPr txBox="1"/>
              <p:nvPr/>
            </p:nvSpPr>
            <p:spPr>
              <a:xfrm>
                <a:off x="404372" y="3522097"/>
                <a:ext cx="11383258" cy="955397"/>
              </a:xfrm>
              <a:prstGeom prst="rect">
                <a:avLst/>
              </a:prstGeom>
              <a:noFill/>
              <a:ln>
                <a:noFill/>
              </a:ln>
            </p:spPr>
            <p:txBody>
              <a:bodyPr wrap="square" rtlCol="0">
                <a:spAutoFit/>
              </a:bodyPr>
              <a:lstStyle/>
              <a:p>
                <a:r>
                  <a:rPr lang="de-DE" sz="1900" b="1" dirty="0">
                    <a:solidFill>
                      <a:schemeClr val="bg1"/>
                    </a:solidFill>
                  </a:rPr>
                  <a:t>    Lösung</a:t>
                </a:r>
              </a:p>
              <a:p>
                <a:pPr marL="285750" indent="-285750">
                  <a:spcBef>
                    <a:spcPts val="600"/>
                  </a:spcBef>
                  <a:buFont typeface="Arial" panose="020B0604020202020204" pitchFamily="34" charset="0"/>
                  <a:buChar char="•"/>
                </a:pPr>
                <a:r>
                  <a:rPr lang="de-DE" sz="1600" dirty="0">
                    <a:solidFill>
                      <a:schemeClr val="bg1"/>
                    </a:solidFill>
                  </a:rPr>
                  <a:t>Dranbleiben, hohe Lernbereitschaft</a:t>
                </a:r>
              </a:p>
              <a:p>
                <a:pPr marL="285750" indent="-285750">
                  <a:spcBef>
                    <a:spcPts val="600"/>
                  </a:spcBef>
                  <a:buFont typeface="Arial" panose="020B0604020202020204" pitchFamily="34" charset="0"/>
                  <a:buChar char="•"/>
                </a:pPr>
                <a:r>
                  <a:rPr lang="de-DE" sz="1600" dirty="0">
                    <a:solidFill>
                      <a:schemeClr val="bg1"/>
                    </a:solidFill>
                  </a:rPr>
                  <a:t>Klare Kommunikation bei Unklarheiten</a:t>
                </a:r>
              </a:p>
              <a:p>
                <a:pPr marL="285750" indent="-285750">
                  <a:spcBef>
                    <a:spcPts val="600"/>
                  </a:spcBef>
                  <a:buFont typeface="Arial" panose="020B0604020202020204" pitchFamily="34" charset="0"/>
                  <a:buChar char="•"/>
                </a:pPr>
                <a:r>
                  <a:rPr lang="de-DE" sz="1600" dirty="0">
                    <a:solidFill>
                      <a:schemeClr val="bg1"/>
                    </a:solidFill>
                  </a:rPr>
                  <a:t>Flexibilität</a:t>
                </a:r>
              </a:p>
            </p:txBody>
          </p:sp>
        </p:grpSp>
        <p:sp>
          <p:nvSpPr>
            <p:cNvPr id="65" name="Ellipse 64">
              <a:extLst>
                <a:ext uri="{FF2B5EF4-FFF2-40B4-BE49-F238E27FC236}">
                  <a16:creationId xmlns:a16="http://schemas.microsoft.com/office/drawing/2014/main" id="{655E4E3C-A738-05B4-31D6-BE7B65EDC500}"/>
                </a:ext>
              </a:extLst>
            </p:cNvPr>
            <p:cNvSpPr/>
            <p:nvPr/>
          </p:nvSpPr>
          <p:spPr>
            <a:xfrm>
              <a:off x="104963" y="608482"/>
              <a:ext cx="540000" cy="540000"/>
            </a:xfrm>
            <a:prstGeom prst="ellipse">
              <a:avLst/>
            </a:prstGeom>
            <a:solidFill>
              <a:srgbClr val="00ABD0"/>
            </a:solidFill>
            <a:ln>
              <a:solidFill>
                <a:srgbClr val="00AB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2000" b="1" dirty="0"/>
            </a:p>
          </p:txBody>
        </p:sp>
      </p:grpSp>
      <p:pic>
        <p:nvPicPr>
          <p:cNvPr id="40" name="Grafik 39" descr="Hürde Silhouette">
            <a:extLst>
              <a:ext uri="{FF2B5EF4-FFF2-40B4-BE49-F238E27FC236}">
                <a16:creationId xmlns:a16="http://schemas.microsoft.com/office/drawing/2014/main" id="{5B9E9805-6E79-B457-FB5B-8EFB3D6806F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2979" y="2601976"/>
            <a:ext cx="540000" cy="540000"/>
          </a:xfrm>
          <a:prstGeom prst="rect">
            <a:avLst/>
          </a:prstGeom>
        </p:spPr>
      </p:pic>
      <p:pic>
        <p:nvPicPr>
          <p:cNvPr id="69" name="Grafik 68" descr="Brainstorming Silhouette">
            <a:extLst>
              <a:ext uri="{FF2B5EF4-FFF2-40B4-BE49-F238E27FC236}">
                <a16:creationId xmlns:a16="http://schemas.microsoft.com/office/drawing/2014/main" id="{0C59BB83-67A0-76AD-D4CA-E588DDFE475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2979" y="4565434"/>
            <a:ext cx="540001" cy="540001"/>
          </a:xfrm>
          <a:prstGeom prst="rect">
            <a:avLst/>
          </a:prstGeom>
        </p:spPr>
      </p:pic>
      <p:grpSp>
        <p:nvGrpSpPr>
          <p:cNvPr id="71" name="Gruppieren 70">
            <a:extLst>
              <a:ext uri="{FF2B5EF4-FFF2-40B4-BE49-F238E27FC236}">
                <a16:creationId xmlns:a16="http://schemas.microsoft.com/office/drawing/2014/main" id="{962BAB0D-D431-AA78-E48D-0ED07807483E}"/>
              </a:ext>
            </a:extLst>
          </p:cNvPr>
          <p:cNvGrpSpPr/>
          <p:nvPr/>
        </p:nvGrpSpPr>
        <p:grpSpPr>
          <a:xfrm>
            <a:off x="6337300" y="729950"/>
            <a:ext cx="5636871" cy="1761832"/>
            <a:chOff x="139702" y="3462518"/>
            <a:chExt cx="11912598" cy="1242968"/>
          </a:xfrm>
          <a:solidFill>
            <a:schemeClr val="bg2">
              <a:lumMod val="50000"/>
            </a:schemeClr>
          </a:solidFill>
        </p:grpSpPr>
        <p:sp>
          <p:nvSpPr>
            <p:cNvPr id="73" name="Rechteck: abgerundete Ecken 72">
              <a:extLst>
                <a:ext uri="{FF2B5EF4-FFF2-40B4-BE49-F238E27FC236}">
                  <a16:creationId xmlns:a16="http://schemas.microsoft.com/office/drawing/2014/main" id="{9EB3DAE4-7E20-1DBE-242F-15A14A0F80BF}"/>
                </a:ext>
              </a:extLst>
            </p:cNvPr>
            <p:cNvSpPr/>
            <p:nvPr/>
          </p:nvSpPr>
          <p:spPr>
            <a:xfrm>
              <a:off x="139702" y="3462518"/>
              <a:ext cx="11912598" cy="1077552"/>
            </a:xfrm>
            <a:prstGeom prst="roundRect">
              <a:avLst/>
            </a:prstGeom>
            <a:solidFill>
              <a:srgbClr val="828282"/>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rgbClr val="828282"/>
                </a:solidFill>
              </a:endParaRPr>
            </a:p>
          </p:txBody>
        </p:sp>
        <p:sp>
          <p:nvSpPr>
            <p:cNvPr id="74" name="Textfeld 73">
              <a:extLst>
                <a:ext uri="{FF2B5EF4-FFF2-40B4-BE49-F238E27FC236}">
                  <a16:creationId xmlns:a16="http://schemas.microsoft.com/office/drawing/2014/main" id="{0D50F494-B7A9-8DFA-0B43-ABC21F88820A}"/>
                </a:ext>
              </a:extLst>
            </p:cNvPr>
            <p:cNvSpPr txBox="1"/>
            <p:nvPr/>
          </p:nvSpPr>
          <p:spPr>
            <a:xfrm>
              <a:off x="404372" y="3522097"/>
              <a:ext cx="11383258" cy="1183389"/>
            </a:xfrm>
            <a:prstGeom prst="rect">
              <a:avLst/>
            </a:prstGeom>
            <a:noFill/>
            <a:ln>
              <a:noFill/>
            </a:ln>
          </p:spPr>
          <p:txBody>
            <a:bodyPr wrap="square" rtlCol="0">
              <a:spAutoFit/>
            </a:bodyPr>
            <a:lstStyle/>
            <a:p>
              <a:r>
                <a:rPr lang="de-DE" sz="1900" b="1" dirty="0">
                  <a:solidFill>
                    <a:schemeClr val="bg1"/>
                  </a:solidFill>
                </a:rPr>
                <a:t>    Horváth &amp; Partners GmbH</a:t>
              </a:r>
            </a:p>
            <a:p>
              <a:pPr marL="285750" indent="-285750">
                <a:spcBef>
                  <a:spcPts val="600"/>
                </a:spcBef>
                <a:buFont typeface="Arial" panose="020B0604020202020204" pitchFamily="34" charset="0"/>
                <a:buChar char="•"/>
              </a:pPr>
              <a:r>
                <a:rPr lang="de-DE" sz="1600" dirty="0">
                  <a:solidFill>
                    <a:schemeClr val="bg1"/>
                  </a:solidFill>
                </a:rPr>
                <a:t>Strategiearbeit kennengelernt </a:t>
              </a:r>
            </a:p>
            <a:p>
              <a:pPr marL="285750" indent="-285750">
                <a:spcBef>
                  <a:spcPts val="600"/>
                </a:spcBef>
                <a:buFont typeface="Arial" panose="020B0604020202020204" pitchFamily="34" charset="0"/>
                <a:buChar char="•"/>
              </a:pPr>
              <a:r>
                <a:rPr lang="de-DE" sz="1600" dirty="0">
                  <a:solidFill>
                    <a:schemeClr val="bg1"/>
                  </a:solidFill>
                </a:rPr>
                <a:t>Roadmap für die interne KI-Strategie entwickelt</a:t>
              </a:r>
            </a:p>
            <a:p>
              <a:pPr marL="285750" indent="-285750">
                <a:spcBef>
                  <a:spcPts val="600"/>
                </a:spcBef>
                <a:buFont typeface="Arial" panose="020B0604020202020204" pitchFamily="34" charset="0"/>
                <a:buChar char="•"/>
              </a:pPr>
              <a:r>
                <a:rPr lang="de-DE" sz="1600" dirty="0">
                  <a:solidFill>
                    <a:schemeClr val="bg1"/>
                  </a:solidFill>
                </a:rPr>
                <a:t>AI Use Cases erstellt und entwickelt</a:t>
              </a:r>
            </a:p>
            <a:p>
              <a:pPr marL="285750" indent="-285750">
                <a:spcBef>
                  <a:spcPts val="600"/>
                </a:spcBef>
                <a:buFont typeface="Arial" panose="020B0604020202020204" pitchFamily="34" charset="0"/>
                <a:buChar char="•"/>
              </a:pPr>
              <a:endParaRPr lang="de-DE" sz="1600" dirty="0">
                <a:solidFill>
                  <a:schemeClr val="bg1"/>
                </a:solidFill>
              </a:endParaRPr>
            </a:p>
          </p:txBody>
        </p:sp>
      </p:grpSp>
      <p:sp>
        <p:nvSpPr>
          <p:cNvPr id="72" name="Ellipse 71">
            <a:extLst>
              <a:ext uri="{FF2B5EF4-FFF2-40B4-BE49-F238E27FC236}">
                <a16:creationId xmlns:a16="http://schemas.microsoft.com/office/drawing/2014/main" id="{D4D12CCF-47DB-8DC1-2414-59AA12F6431B}"/>
              </a:ext>
            </a:extLst>
          </p:cNvPr>
          <p:cNvSpPr/>
          <p:nvPr/>
        </p:nvSpPr>
        <p:spPr>
          <a:xfrm>
            <a:off x="6230966" y="652614"/>
            <a:ext cx="540000" cy="540000"/>
          </a:xfrm>
          <a:prstGeom prst="ellipse">
            <a:avLst/>
          </a:prstGeom>
          <a:solidFill>
            <a:srgbClr val="00ABD0"/>
          </a:solidFill>
          <a:ln>
            <a:solidFill>
              <a:srgbClr val="00AB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2000" b="1" dirty="0"/>
          </a:p>
        </p:txBody>
      </p:sp>
      <p:grpSp>
        <p:nvGrpSpPr>
          <p:cNvPr id="75" name="Gruppieren 74">
            <a:extLst>
              <a:ext uri="{FF2B5EF4-FFF2-40B4-BE49-F238E27FC236}">
                <a16:creationId xmlns:a16="http://schemas.microsoft.com/office/drawing/2014/main" id="{01836EF5-D2C7-530F-761D-E844CFD044A4}"/>
              </a:ext>
            </a:extLst>
          </p:cNvPr>
          <p:cNvGrpSpPr/>
          <p:nvPr/>
        </p:nvGrpSpPr>
        <p:grpSpPr>
          <a:xfrm>
            <a:off x="6235888" y="2610995"/>
            <a:ext cx="5738283" cy="1600755"/>
            <a:chOff x="104963" y="608482"/>
            <a:chExt cx="5738283" cy="1600755"/>
          </a:xfrm>
        </p:grpSpPr>
        <p:grpSp>
          <p:nvGrpSpPr>
            <p:cNvPr id="76" name="Gruppieren 75">
              <a:extLst>
                <a:ext uri="{FF2B5EF4-FFF2-40B4-BE49-F238E27FC236}">
                  <a16:creationId xmlns:a16="http://schemas.microsoft.com/office/drawing/2014/main" id="{2E89D602-D3A4-79A3-7196-E7B6B8A6269E}"/>
                </a:ext>
              </a:extLst>
            </p:cNvPr>
            <p:cNvGrpSpPr/>
            <p:nvPr/>
          </p:nvGrpSpPr>
          <p:grpSpPr>
            <a:xfrm>
              <a:off x="206375" y="681873"/>
              <a:ext cx="5636871" cy="1527364"/>
              <a:chOff x="139702" y="3462518"/>
              <a:chExt cx="11912598" cy="1077552"/>
            </a:xfrm>
            <a:solidFill>
              <a:schemeClr val="bg2">
                <a:lumMod val="50000"/>
              </a:schemeClr>
            </a:solidFill>
          </p:grpSpPr>
          <p:sp>
            <p:nvSpPr>
              <p:cNvPr id="78" name="Rechteck: abgerundete Ecken 77">
                <a:extLst>
                  <a:ext uri="{FF2B5EF4-FFF2-40B4-BE49-F238E27FC236}">
                    <a16:creationId xmlns:a16="http://schemas.microsoft.com/office/drawing/2014/main" id="{223BABDF-55DC-252C-B4EE-CCB6B7B60B41}"/>
                  </a:ext>
                </a:extLst>
              </p:cNvPr>
              <p:cNvSpPr/>
              <p:nvPr/>
            </p:nvSpPr>
            <p:spPr>
              <a:xfrm>
                <a:off x="139702" y="3462518"/>
                <a:ext cx="11912598" cy="1077552"/>
              </a:xfrm>
              <a:prstGeom prst="roundRect">
                <a:avLst/>
              </a:prstGeom>
              <a:solidFill>
                <a:srgbClr val="828282"/>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rgbClr val="828282"/>
                  </a:solidFill>
                </a:endParaRPr>
              </a:p>
            </p:txBody>
          </p:sp>
          <p:sp>
            <p:nvSpPr>
              <p:cNvPr id="79" name="Textfeld 78">
                <a:extLst>
                  <a:ext uri="{FF2B5EF4-FFF2-40B4-BE49-F238E27FC236}">
                    <a16:creationId xmlns:a16="http://schemas.microsoft.com/office/drawing/2014/main" id="{BA11E844-D0E6-E627-01CA-5D934646E9A8}"/>
                  </a:ext>
                </a:extLst>
              </p:cNvPr>
              <p:cNvSpPr txBox="1"/>
              <p:nvPr/>
            </p:nvSpPr>
            <p:spPr>
              <a:xfrm>
                <a:off x="404372" y="3522097"/>
                <a:ext cx="11383258" cy="673120"/>
              </a:xfrm>
              <a:prstGeom prst="rect">
                <a:avLst/>
              </a:prstGeom>
              <a:noFill/>
              <a:ln>
                <a:noFill/>
              </a:ln>
            </p:spPr>
            <p:txBody>
              <a:bodyPr wrap="square" rtlCol="0">
                <a:spAutoFit/>
              </a:bodyPr>
              <a:lstStyle/>
              <a:p>
                <a:r>
                  <a:rPr lang="de-DE" sz="1900" b="1" dirty="0">
                    <a:solidFill>
                      <a:schemeClr val="bg1"/>
                    </a:solidFill>
                  </a:rPr>
                  <a:t>    Herausforderung</a:t>
                </a:r>
              </a:p>
              <a:p>
                <a:pPr marL="285750" indent="-285750">
                  <a:spcBef>
                    <a:spcPts val="600"/>
                  </a:spcBef>
                  <a:buFont typeface="Arial" panose="020B0604020202020204" pitchFamily="34" charset="0"/>
                  <a:buChar char="•"/>
                </a:pPr>
                <a:r>
                  <a:rPr lang="de-DE" sz="1600" dirty="0">
                    <a:solidFill>
                      <a:schemeClr val="bg1"/>
                    </a:solidFill>
                  </a:rPr>
                  <a:t>Keine Best Practice vorhanden: Anforderungen und Ziele erstmals definieren</a:t>
                </a:r>
              </a:p>
            </p:txBody>
          </p:sp>
        </p:grpSp>
        <p:sp>
          <p:nvSpPr>
            <p:cNvPr id="77" name="Ellipse 76">
              <a:extLst>
                <a:ext uri="{FF2B5EF4-FFF2-40B4-BE49-F238E27FC236}">
                  <a16:creationId xmlns:a16="http://schemas.microsoft.com/office/drawing/2014/main" id="{813EF85F-2B45-51CC-7F12-7CF7094DF62D}"/>
                </a:ext>
              </a:extLst>
            </p:cNvPr>
            <p:cNvSpPr/>
            <p:nvPr/>
          </p:nvSpPr>
          <p:spPr>
            <a:xfrm>
              <a:off x="104963" y="608482"/>
              <a:ext cx="540000" cy="540000"/>
            </a:xfrm>
            <a:prstGeom prst="ellipse">
              <a:avLst/>
            </a:prstGeom>
            <a:solidFill>
              <a:srgbClr val="00ABD0"/>
            </a:solidFill>
            <a:ln>
              <a:solidFill>
                <a:srgbClr val="00AB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2000" b="1" dirty="0"/>
            </a:p>
          </p:txBody>
        </p:sp>
      </p:grpSp>
      <p:grpSp>
        <p:nvGrpSpPr>
          <p:cNvPr id="85" name="Gruppieren 84">
            <a:extLst>
              <a:ext uri="{FF2B5EF4-FFF2-40B4-BE49-F238E27FC236}">
                <a16:creationId xmlns:a16="http://schemas.microsoft.com/office/drawing/2014/main" id="{94CA99A5-3AEB-8604-CF09-449D88CE1947}"/>
              </a:ext>
            </a:extLst>
          </p:cNvPr>
          <p:cNvGrpSpPr/>
          <p:nvPr/>
        </p:nvGrpSpPr>
        <p:grpSpPr>
          <a:xfrm>
            <a:off x="6235888" y="4565434"/>
            <a:ext cx="5738283" cy="1600759"/>
            <a:chOff x="104963" y="608482"/>
            <a:chExt cx="5738283" cy="1600759"/>
          </a:xfrm>
        </p:grpSpPr>
        <p:grpSp>
          <p:nvGrpSpPr>
            <p:cNvPr id="86" name="Gruppieren 85">
              <a:extLst>
                <a:ext uri="{FF2B5EF4-FFF2-40B4-BE49-F238E27FC236}">
                  <a16:creationId xmlns:a16="http://schemas.microsoft.com/office/drawing/2014/main" id="{DC9A10FF-430F-1B59-0810-A82856960655}"/>
                </a:ext>
              </a:extLst>
            </p:cNvPr>
            <p:cNvGrpSpPr/>
            <p:nvPr/>
          </p:nvGrpSpPr>
          <p:grpSpPr>
            <a:xfrm>
              <a:off x="206375" y="681876"/>
              <a:ext cx="5636871" cy="1527365"/>
              <a:chOff x="139702" y="3462518"/>
              <a:chExt cx="11912598" cy="1077552"/>
            </a:xfrm>
            <a:solidFill>
              <a:schemeClr val="bg2">
                <a:lumMod val="50000"/>
              </a:schemeClr>
            </a:solidFill>
          </p:grpSpPr>
          <p:sp>
            <p:nvSpPr>
              <p:cNvPr id="88" name="Rechteck: abgerundete Ecken 87">
                <a:extLst>
                  <a:ext uri="{FF2B5EF4-FFF2-40B4-BE49-F238E27FC236}">
                    <a16:creationId xmlns:a16="http://schemas.microsoft.com/office/drawing/2014/main" id="{FF321733-48F5-CD91-E247-C69ACA6330A1}"/>
                  </a:ext>
                </a:extLst>
              </p:cNvPr>
              <p:cNvSpPr/>
              <p:nvPr/>
            </p:nvSpPr>
            <p:spPr>
              <a:xfrm>
                <a:off x="139702" y="3462518"/>
                <a:ext cx="11912598" cy="1077552"/>
              </a:xfrm>
              <a:prstGeom prst="roundRect">
                <a:avLst/>
              </a:prstGeom>
              <a:solidFill>
                <a:srgbClr val="828282"/>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rgbClr val="828282"/>
                  </a:solidFill>
                </a:endParaRPr>
              </a:p>
            </p:txBody>
          </p:sp>
          <p:sp>
            <p:nvSpPr>
              <p:cNvPr id="89" name="Textfeld 88">
                <a:extLst>
                  <a:ext uri="{FF2B5EF4-FFF2-40B4-BE49-F238E27FC236}">
                    <a16:creationId xmlns:a16="http://schemas.microsoft.com/office/drawing/2014/main" id="{3D8DEBCF-E6B6-7679-2BE6-5C3936D82A30}"/>
                  </a:ext>
                </a:extLst>
              </p:cNvPr>
              <p:cNvSpPr txBox="1"/>
              <p:nvPr/>
            </p:nvSpPr>
            <p:spPr>
              <a:xfrm>
                <a:off x="404372" y="3522097"/>
                <a:ext cx="11383258" cy="955396"/>
              </a:xfrm>
              <a:prstGeom prst="rect">
                <a:avLst/>
              </a:prstGeom>
              <a:noFill/>
              <a:ln>
                <a:noFill/>
              </a:ln>
            </p:spPr>
            <p:txBody>
              <a:bodyPr wrap="square" rtlCol="0">
                <a:spAutoFit/>
              </a:bodyPr>
              <a:lstStyle/>
              <a:p>
                <a:r>
                  <a:rPr lang="de-DE" sz="1900" b="1" dirty="0">
                    <a:solidFill>
                      <a:schemeClr val="bg1"/>
                    </a:solidFill>
                  </a:rPr>
                  <a:t>    Lösung</a:t>
                </a:r>
              </a:p>
              <a:p>
                <a:pPr marL="285750" lvl="0" indent="-285750" fontAlgn="base">
                  <a:spcBef>
                    <a:spcPts val="600"/>
                  </a:spcBef>
                  <a:spcAft>
                    <a:spcPct val="0"/>
                  </a:spcAft>
                  <a:buFont typeface="Arial" panose="020B0604020202020204" pitchFamily="34" charset="0"/>
                  <a:buChar char="•"/>
                </a:pPr>
                <a:r>
                  <a:rPr lang="de-DE" altLang="de-DE" sz="1600" dirty="0">
                    <a:solidFill>
                      <a:schemeClr val="bg1"/>
                    </a:solidFill>
                  </a:rPr>
                  <a:t>„Einer muss der Erste sein“ –Mentalität </a:t>
                </a:r>
              </a:p>
              <a:p>
                <a:pPr marL="285750" lvl="0" indent="-285750" fontAlgn="base">
                  <a:spcBef>
                    <a:spcPts val="600"/>
                  </a:spcBef>
                  <a:spcAft>
                    <a:spcPct val="0"/>
                  </a:spcAft>
                  <a:buFont typeface="Arial" panose="020B0604020202020204" pitchFamily="34" charset="0"/>
                  <a:buChar char="•"/>
                </a:pPr>
                <a:r>
                  <a:rPr lang="de-DE" altLang="de-DE" sz="1600" dirty="0">
                    <a:solidFill>
                      <a:schemeClr val="bg1"/>
                    </a:solidFill>
                  </a:rPr>
                  <a:t>Resilienz, wenn Dinge nicht sofort funktionieren</a:t>
                </a:r>
              </a:p>
              <a:p>
                <a:pPr marL="285750" lvl="0" indent="-285750" fontAlgn="base">
                  <a:spcBef>
                    <a:spcPts val="600"/>
                  </a:spcBef>
                  <a:spcAft>
                    <a:spcPct val="0"/>
                  </a:spcAft>
                  <a:buFont typeface="Arial" panose="020B0604020202020204" pitchFamily="34" charset="0"/>
                  <a:buChar char="•"/>
                </a:pPr>
                <a:r>
                  <a:rPr lang="de-DE" altLang="de-DE" sz="1600" dirty="0">
                    <a:solidFill>
                      <a:schemeClr val="bg1"/>
                    </a:solidFill>
                  </a:rPr>
                  <a:t>KI</a:t>
                </a:r>
                <a:r>
                  <a:rPr lang="de-DE" sz="1600" dirty="0">
                    <a:solidFill>
                      <a:schemeClr val="bg1"/>
                    </a:solidFill>
                  </a:rPr>
                  <a:t>-</a:t>
                </a:r>
                <a:r>
                  <a:rPr lang="de-DE" altLang="de-DE" sz="1600" dirty="0">
                    <a:solidFill>
                      <a:schemeClr val="bg1"/>
                    </a:solidFill>
                  </a:rPr>
                  <a:t>Wissen weiter ausgebaut</a:t>
                </a:r>
              </a:p>
            </p:txBody>
          </p:sp>
        </p:grpSp>
        <p:sp>
          <p:nvSpPr>
            <p:cNvPr id="87" name="Ellipse 86">
              <a:extLst>
                <a:ext uri="{FF2B5EF4-FFF2-40B4-BE49-F238E27FC236}">
                  <a16:creationId xmlns:a16="http://schemas.microsoft.com/office/drawing/2014/main" id="{B5FFE917-E038-AFB3-25A8-8DF5A90B1406}"/>
                </a:ext>
              </a:extLst>
            </p:cNvPr>
            <p:cNvSpPr/>
            <p:nvPr/>
          </p:nvSpPr>
          <p:spPr>
            <a:xfrm>
              <a:off x="104963" y="608482"/>
              <a:ext cx="540000" cy="540000"/>
            </a:xfrm>
            <a:prstGeom prst="ellipse">
              <a:avLst/>
            </a:prstGeom>
            <a:solidFill>
              <a:srgbClr val="00ABD0"/>
            </a:solidFill>
            <a:ln>
              <a:solidFill>
                <a:srgbClr val="00AB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2000" b="1" dirty="0"/>
            </a:p>
          </p:txBody>
        </p:sp>
      </p:grpSp>
      <p:pic>
        <p:nvPicPr>
          <p:cNvPr id="96" name="Grafik 95" descr="Hürde Silhouette">
            <a:extLst>
              <a:ext uri="{FF2B5EF4-FFF2-40B4-BE49-F238E27FC236}">
                <a16:creationId xmlns:a16="http://schemas.microsoft.com/office/drawing/2014/main" id="{D5AAE81F-ECF8-A7E0-4346-C4425F89903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30966" y="2601976"/>
            <a:ext cx="540000" cy="540000"/>
          </a:xfrm>
          <a:prstGeom prst="rect">
            <a:avLst/>
          </a:prstGeom>
        </p:spPr>
      </p:pic>
      <p:pic>
        <p:nvPicPr>
          <p:cNvPr id="97" name="Grafik 96" descr="Brainstorming Silhouette">
            <a:extLst>
              <a:ext uri="{FF2B5EF4-FFF2-40B4-BE49-F238E27FC236}">
                <a16:creationId xmlns:a16="http://schemas.microsoft.com/office/drawing/2014/main" id="{7C9C1A0A-FADB-D573-2543-8BA540ED7E4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36488" y="4569109"/>
            <a:ext cx="540001" cy="540001"/>
          </a:xfrm>
          <a:prstGeom prst="rect">
            <a:avLst/>
          </a:prstGeom>
        </p:spPr>
      </p:pic>
      <p:pic>
        <p:nvPicPr>
          <p:cNvPr id="3" name="Grafik 2" descr="Büromitarbeiterin Silhouette">
            <a:extLst>
              <a:ext uri="{FF2B5EF4-FFF2-40B4-BE49-F238E27FC236}">
                <a16:creationId xmlns:a16="http://schemas.microsoft.com/office/drawing/2014/main" id="{B71DA018-3F98-5B32-98D1-83F3C9BFBA4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2977" y="646024"/>
            <a:ext cx="540002" cy="540002"/>
          </a:xfrm>
          <a:prstGeom prst="rect">
            <a:avLst/>
          </a:prstGeom>
        </p:spPr>
      </p:pic>
      <p:pic>
        <p:nvPicPr>
          <p:cNvPr id="4" name="Grafik 3" descr="Büromitarbeiterin Silhouette">
            <a:extLst>
              <a:ext uri="{FF2B5EF4-FFF2-40B4-BE49-F238E27FC236}">
                <a16:creationId xmlns:a16="http://schemas.microsoft.com/office/drawing/2014/main" id="{94722EAD-7B90-5963-223E-45543F4511E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230966" y="646024"/>
            <a:ext cx="540002" cy="540002"/>
          </a:xfrm>
          <a:prstGeom prst="rect">
            <a:avLst/>
          </a:prstGeom>
        </p:spPr>
      </p:pic>
    </p:spTree>
    <p:extLst>
      <p:ext uri="{BB962C8B-B14F-4D97-AF65-F5344CB8AC3E}">
        <p14:creationId xmlns:p14="http://schemas.microsoft.com/office/powerpoint/2010/main" val="749112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9E3B1-8501-2B7B-41A5-4EE57FBE95E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9913E40-69A5-A89E-CFAA-3DBFBF6B3536}"/>
              </a:ext>
            </a:extLst>
          </p:cNvPr>
          <p:cNvSpPr>
            <a:spLocks noGrp="1"/>
          </p:cNvSpPr>
          <p:nvPr>
            <p:ph type="ctrTitle"/>
          </p:nvPr>
        </p:nvSpPr>
        <p:spPr>
          <a:xfrm>
            <a:off x="1524000" y="13008"/>
            <a:ext cx="9144000" cy="477837"/>
          </a:xfrm>
          <a:ln>
            <a:noFill/>
          </a:ln>
        </p:spPr>
        <p:txBody>
          <a:bodyPr>
            <a:normAutofit/>
          </a:bodyPr>
          <a:lstStyle/>
          <a:p>
            <a:r>
              <a:rPr lang="de-DE" sz="2400" b="1" dirty="0">
                <a:solidFill>
                  <a:srgbClr val="00ABD0"/>
                </a:solidFill>
              </a:rPr>
              <a:t>NEURA Robotics und Svenja: Gemeinsam Innovation gestalten</a:t>
            </a:r>
            <a:endParaRPr lang="de-DE" sz="2400" b="1" dirty="0">
              <a:solidFill>
                <a:srgbClr val="002060"/>
              </a:solidFill>
            </a:endParaRPr>
          </a:p>
        </p:txBody>
      </p:sp>
      <p:cxnSp>
        <p:nvCxnSpPr>
          <p:cNvPr id="8" name="Gerader Verbinder 7">
            <a:extLst>
              <a:ext uri="{FF2B5EF4-FFF2-40B4-BE49-F238E27FC236}">
                <a16:creationId xmlns:a16="http://schemas.microsoft.com/office/drawing/2014/main" id="{5FAF7ECD-DDDE-AE56-2061-A85BFB96B97C}"/>
              </a:ext>
            </a:extLst>
          </p:cNvPr>
          <p:cNvCxnSpPr/>
          <p:nvPr/>
        </p:nvCxnSpPr>
        <p:spPr>
          <a:xfrm>
            <a:off x="-50800" y="533400"/>
            <a:ext cx="12433300" cy="0"/>
          </a:xfrm>
          <a:prstGeom prst="line">
            <a:avLst/>
          </a:prstGeom>
          <a:ln>
            <a:solidFill>
              <a:srgbClr val="00ABD0"/>
            </a:solidFill>
          </a:ln>
          <a:effectLst/>
        </p:spPr>
        <p:style>
          <a:lnRef idx="2">
            <a:schemeClr val="accent1"/>
          </a:lnRef>
          <a:fillRef idx="0">
            <a:schemeClr val="accent1"/>
          </a:fillRef>
          <a:effectRef idx="1">
            <a:schemeClr val="accent1"/>
          </a:effectRef>
          <a:fontRef idx="minor">
            <a:schemeClr val="tx1"/>
          </a:fontRef>
        </p:style>
      </p:cxnSp>
      <p:cxnSp>
        <p:nvCxnSpPr>
          <p:cNvPr id="6" name="Gerader Verbinder 5">
            <a:extLst>
              <a:ext uri="{FF2B5EF4-FFF2-40B4-BE49-F238E27FC236}">
                <a16:creationId xmlns:a16="http://schemas.microsoft.com/office/drawing/2014/main" id="{D406E5FA-89A6-083C-19DB-BE2F49E33972}"/>
              </a:ext>
            </a:extLst>
          </p:cNvPr>
          <p:cNvCxnSpPr/>
          <p:nvPr/>
        </p:nvCxnSpPr>
        <p:spPr>
          <a:xfrm>
            <a:off x="-152400" y="6453803"/>
            <a:ext cx="12433300" cy="0"/>
          </a:xfrm>
          <a:prstGeom prst="line">
            <a:avLst/>
          </a:prstGeom>
          <a:ln>
            <a:solidFill>
              <a:srgbClr val="00ABD0"/>
            </a:solidFill>
          </a:ln>
          <a:effectLst/>
        </p:spPr>
        <p:style>
          <a:lnRef idx="2">
            <a:schemeClr val="accent1"/>
          </a:lnRef>
          <a:fillRef idx="0">
            <a:schemeClr val="accent1"/>
          </a:fillRef>
          <a:effectRef idx="1">
            <a:schemeClr val="accent1"/>
          </a:effectRef>
          <a:fontRef idx="minor">
            <a:schemeClr val="tx1"/>
          </a:fontRef>
        </p:style>
      </p:cxnSp>
      <p:sp>
        <p:nvSpPr>
          <p:cNvPr id="9" name="Rechteck 8">
            <a:extLst>
              <a:ext uri="{FF2B5EF4-FFF2-40B4-BE49-F238E27FC236}">
                <a16:creationId xmlns:a16="http://schemas.microsoft.com/office/drawing/2014/main" id="{EDA2B65E-78FE-C519-1EFC-602B782B385B}"/>
              </a:ext>
            </a:extLst>
          </p:cNvPr>
          <p:cNvSpPr/>
          <p:nvPr/>
        </p:nvSpPr>
        <p:spPr>
          <a:xfrm>
            <a:off x="4908550" y="6559527"/>
            <a:ext cx="2374900" cy="289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rgbClr val="00ABD0"/>
                </a:solidFill>
              </a:rPr>
              <a:t>Svenja Pirsch </a:t>
            </a:r>
          </a:p>
        </p:txBody>
      </p:sp>
      <p:grpSp>
        <p:nvGrpSpPr>
          <p:cNvPr id="116" name="Gruppieren 115">
            <a:extLst>
              <a:ext uri="{FF2B5EF4-FFF2-40B4-BE49-F238E27FC236}">
                <a16:creationId xmlns:a16="http://schemas.microsoft.com/office/drawing/2014/main" id="{9C671402-6077-B69F-66EF-18230CDDBB34}"/>
              </a:ext>
            </a:extLst>
          </p:cNvPr>
          <p:cNvGrpSpPr/>
          <p:nvPr/>
        </p:nvGrpSpPr>
        <p:grpSpPr>
          <a:xfrm>
            <a:off x="458780" y="923016"/>
            <a:ext cx="5105400" cy="2206745"/>
            <a:chOff x="139702" y="3462518"/>
            <a:chExt cx="11912598" cy="1077552"/>
          </a:xfrm>
          <a:solidFill>
            <a:srgbClr val="828282"/>
          </a:solidFill>
        </p:grpSpPr>
        <p:sp>
          <p:nvSpPr>
            <p:cNvPr id="119" name="Rechteck: abgerundete Ecken 118">
              <a:extLst>
                <a:ext uri="{FF2B5EF4-FFF2-40B4-BE49-F238E27FC236}">
                  <a16:creationId xmlns:a16="http://schemas.microsoft.com/office/drawing/2014/main" id="{ED597B18-8413-AF0F-B7AB-5D26324CD796}"/>
                </a:ext>
              </a:extLst>
            </p:cNvPr>
            <p:cNvSpPr/>
            <p:nvPr/>
          </p:nvSpPr>
          <p:spPr>
            <a:xfrm>
              <a:off x="139702" y="3462518"/>
              <a:ext cx="11912598" cy="1077552"/>
            </a:xfrm>
            <a:prstGeom prst="roundRect">
              <a:avLst/>
            </a:prstGeom>
            <a:grpFill/>
            <a:ln w="38100">
              <a:solidFill>
                <a:srgbClr val="8282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0" name="Textfeld 119">
              <a:extLst>
                <a:ext uri="{FF2B5EF4-FFF2-40B4-BE49-F238E27FC236}">
                  <a16:creationId xmlns:a16="http://schemas.microsoft.com/office/drawing/2014/main" id="{03AECD72-1686-90C0-A73E-C939F1CBD5B5}"/>
                </a:ext>
              </a:extLst>
            </p:cNvPr>
            <p:cNvSpPr txBox="1"/>
            <p:nvPr/>
          </p:nvSpPr>
          <p:spPr>
            <a:xfrm>
              <a:off x="768374" y="3591759"/>
              <a:ext cx="10655254" cy="758950"/>
            </a:xfrm>
            <a:prstGeom prst="rect">
              <a:avLst/>
            </a:prstGeom>
            <a:grpFill/>
            <a:ln>
              <a:solidFill>
                <a:srgbClr val="828282"/>
              </a:solidFill>
            </a:ln>
          </p:spPr>
          <p:txBody>
            <a:bodyPr wrap="square" rtlCol="0">
              <a:spAutoFit/>
            </a:bodyPr>
            <a:lstStyle/>
            <a:p>
              <a:pPr>
                <a:spcBef>
                  <a:spcPts val="600"/>
                </a:spcBef>
              </a:pPr>
              <a:endParaRPr lang="de-DE" sz="1900" b="1" dirty="0">
                <a:solidFill>
                  <a:schemeClr val="bg1"/>
                </a:solidFill>
              </a:endParaRPr>
            </a:p>
            <a:p>
              <a:r>
                <a:rPr lang="de-DE" sz="1900" dirty="0">
                  <a:solidFill>
                    <a:schemeClr val="bg1"/>
                  </a:solidFill>
                </a:rPr>
                <a:t>Ich bringe eine hohe Lernbereitschaft mit, was ich bereits in meiner Selbstständigkeit unter Beweis stellen konnte.</a:t>
              </a:r>
            </a:p>
          </p:txBody>
        </p:sp>
      </p:grpSp>
      <p:sp>
        <p:nvSpPr>
          <p:cNvPr id="117" name="Ellipse 116">
            <a:extLst>
              <a:ext uri="{FF2B5EF4-FFF2-40B4-BE49-F238E27FC236}">
                <a16:creationId xmlns:a16="http://schemas.microsoft.com/office/drawing/2014/main" id="{F36931D4-951B-20F0-FD1E-FCBD11198B11}"/>
              </a:ext>
            </a:extLst>
          </p:cNvPr>
          <p:cNvSpPr/>
          <p:nvPr/>
        </p:nvSpPr>
        <p:spPr>
          <a:xfrm>
            <a:off x="421749" y="818588"/>
            <a:ext cx="540000" cy="540000"/>
          </a:xfrm>
          <a:prstGeom prst="ellipse">
            <a:avLst/>
          </a:prstGeom>
          <a:solidFill>
            <a:srgbClr val="00ABD0"/>
          </a:solidFill>
          <a:ln>
            <a:solidFill>
              <a:srgbClr val="00AB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2000" b="1" dirty="0"/>
          </a:p>
        </p:txBody>
      </p:sp>
      <p:sp>
        <p:nvSpPr>
          <p:cNvPr id="124" name="Textfeld 123">
            <a:extLst>
              <a:ext uri="{FF2B5EF4-FFF2-40B4-BE49-F238E27FC236}">
                <a16:creationId xmlns:a16="http://schemas.microsoft.com/office/drawing/2014/main" id="{1DBBF0D1-7BEC-B046-C19F-8F8820E76732}"/>
              </a:ext>
            </a:extLst>
          </p:cNvPr>
          <p:cNvSpPr txBox="1"/>
          <p:nvPr/>
        </p:nvSpPr>
        <p:spPr>
          <a:xfrm>
            <a:off x="1022292" y="949256"/>
            <a:ext cx="4475931" cy="384721"/>
          </a:xfrm>
          <a:prstGeom prst="rect">
            <a:avLst/>
          </a:prstGeom>
          <a:noFill/>
          <a:ln>
            <a:noFill/>
          </a:ln>
        </p:spPr>
        <p:txBody>
          <a:bodyPr wrap="square" rtlCol="0">
            <a:spAutoFit/>
          </a:bodyPr>
          <a:lstStyle/>
          <a:p>
            <a:r>
              <a:rPr lang="de-DE" sz="1900" b="1" dirty="0">
                <a:solidFill>
                  <a:schemeClr val="bg1"/>
                </a:solidFill>
              </a:rPr>
              <a:t>Hohe Lernbereitschaft</a:t>
            </a:r>
          </a:p>
        </p:txBody>
      </p:sp>
      <p:grpSp>
        <p:nvGrpSpPr>
          <p:cNvPr id="133" name="Gruppieren 132">
            <a:extLst>
              <a:ext uri="{FF2B5EF4-FFF2-40B4-BE49-F238E27FC236}">
                <a16:creationId xmlns:a16="http://schemas.microsoft.com/office/drawing/2014/main" id="{A7DF0954-6D69-B01E-C619-C3FD56415FA0}"/>
              </a:ext>
            </a:extLst>
          </p:cNvPr>
          <p:cNvGrpSpPr/>
          <p:nvPr/>
        </p:nvGrpSpPr>
        <p:grpSpPr>
          <a:xfrm>
            <a:off x="395278" y="3728239"/>
            <a:ext cx="5147735" cy="2306309"/>
            <a:chOff x="299677" y="640090"/>
            <a:chExt cx="5147735" cy="2306309"/>
          </a:xfrm>
          <a:solidFill>
            <a:srgbClr val="828282"/>
          </a:solidFill>
        </p:grpSpPr>
        <p:grpSp>
          <p:nvGrpSpPr>
            <p:cNvPr id="134" name="Gruppieren 133">
              <a:extLst>
                <a:ext uri="{FF2B5EF4-FFF2-40B4-BE49-F238E27FC236}">
                  <a16:creationId xmlns:a16="http://schemas.microsoft.com/office/drawing/2014/main" id="{699AF5D1-AD59-D2A8-84FB-9CF59ED62544}"/>
                </a:ext>
              </a:extLst>
            </p:cNvPr>
            <p:cNvGrpSpPr/>
            <p:nvPr/>
          </p:nvGrpSpPr>
          <p:grpSpPr>
            <a:xfrm>
              <a:off x="342012" y="739654"/>
              <a:ext cx="5105400" cy="2206745"/>
              <a:chOff x="139702" y="3462518"/>
              <a:chExt cx="11912598" cy="1077552"/>
            </a:xfrm>
            <a:grpFill/>
          </p:grpSpPr>
          <p:sp>
            <p:nvSpPr>
              <p:cNvPr id="137" name="Rechteck: abgerundete Ecken 136">
                <a:extLst>
                  <a:ext uri="{FF2B5EF4-FFF2-40B4-BE49-F238E27FC236}">
                    <a16:creationId xmlns:a16="http://schemas.microsoft.com/office/drawing/2014/main" id="{6C9CB8B9-70D8-886C-5A8F-A973A2C626C9}"/>
                  </a:ext>
                </a:extLst>
              </p:cNvPr>
              <p:cNvSpPr/>
              <p:nvPr/>
            </p:nvSpPr>
            <p:spPr>
              <a:xfrm>
                <a:off x="139702" y="3462518"/>
                <a:ext cx="11912598" cy="1077552"/>
              </a:xfrm>
              <a:prstGeom prst="roundRect">
                <a:avLst/>
              </a:prstGeom>
              <a:grpFill/>
              <a:ln w="38100">
                <a:solidFill>
                  <a:srgbClr val="8282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8" name="Textfeld 137">
                <a:extLst>
                  <a:ext uri="{FF2B5EF4-FFF2-40B4-BE49-F238E27FC236}">
                    <a16:creationId xmlns:a16="http://schemas.microsoft.com/office/drawing/2014/main" id="{F077E3CC-B7E4-FA1E-A9F8-163434C23BC9}"/>
                  </a:ext>
                </a:extLst>
              </p:cNvPr>
              <p:cNvSpPr txBox="1"/>
              <p:nvPr/>
            </p:nvSpPr>
            <p:spPr>
              <a:xfrm>
                <a:off x="768374" y="3591759"/>
                <a:ext cx="10655254" cy="623691"/>
              </a:xfrm>
              <a:prstGeom prst="rect">
                <a:avLst/>
              </a:prstGeom>
              <a:grpFill/>
              <a:ln>
                <a:solidFill>
                  <a:srgbClr val="828282"/>
                </a:solidFill>
              </a:ln>
            </p:spPr>
            <p:txBody>
              <a:bodyPr wrap="square" rtlCol="0">
                <a:spAutoFit/>
              </a:bodyPr>
              <a:lstStyle/>
              <a:p>
                <a:endParaRPr lang="de-DE" sz="2000" dirty="0"/>
              </a:p>
              <a:p>
                <a:r>
                  <a:rPr lang="de-DE" sz="1900" dirty="0">
                    <a:solidFill>
                      <a:schemeClr val="bg1"/>
                    </a:solidFill>
                  </a:rPr>
                  <a:t>Wir begeistern uns für digitale Technologien und den Einsatz von KI und möchte diese weiter vorantreiben.</a:t>
                </a:r>
              </a:p>
            </p:txBody>
          </p:sp>
        </p:grpSp>
        <p:sp>
          <p:nvSpPr>
            <p:cNvPr id="135" name="Ellipse 134">
              <a:extLst>
                <a:ext uri="{FF2B5EF4-FFF2-40B4-BE49-F238E27FC236}">
                  <a16:creationId xmlns:a16="http://schemas.microsoft.com/office/drawing/2014/main" id="{D7A4F573-889C-16F7-90B5-6047FC2A8EB6}"/>
                </a:ext>
              </a:extLst>
            </p:cNvPr>
            <p:cNvSpPr/>
            <p:nvPr/>
          </p:nvSpPr>
          <p:spPr>
            <a:xfrm>
              <a:off x="299677" y="640090"/>
              <a:ext cx="540000" cy="540000"/>
            </a:xfrm>
            <a:prstGeom prst="ellipse">
              <a:avLst/>
            </a:prstGeom>
            <a:solidFill>
              <a:srgbClr val="00ABD0"/>
            </a:solidFill>
            <a:ln>
              <a:solidFill>
                <a:srgbClr val="00AB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2000" b="1" dirty="0"/>
            </a:p>
          </p:txBody>
        </p:sp>
        <p:sp>
          <p:nvSpPr>
            <p:cNvPr id="136" name="Textfeld 135">
              <a:extLst>
                <a:ext uri="{FF2B5EF4-FFF2-40B4-BE49-F238E27FC236}">
                  <a16:creationId xmlns:a16="http://schemas.microsoft.com/office/drawing/2014/main" id="{83262BC1-EDE2-3B49-090F-29894CF0CB5A}"/>
                </a:ext>
              </a:extLst>
            </p:cNvPr>
            <p:cNvSpPr txBox="1"/>
            <p:nvPr/>
          </p:nvSpPr>
          <p:spPr>
            <a:xfrm>
              <a:off x="905524" y="765894"/>
              <a:ext cx="4475931" cy="384721"/>
            </a:xfrm>
            <a:prstGeom prst="rect">
              <a:avLst/>
            </a:prstGeom>
            <a:noFill/>
            <a:ln>
              <a:noFill/>
            </a:ln>
          </p:spPr>
          <p:txBody>
            <a:bodyPr wrap="square" rtlCol="0">
              <a:spAutoFit/>
            </a:bodyPr>
            <a:lstStyle/>
            <a:p>
              <a:r>
                <a:rPr lang="de-DE" sz="1900" b="1" dirty="0">
                  <a:solidFill>
                    <a:schemeClr val="bg1"/>
                  </a:solidFill>
                </a:rPr>
                <a:t> Technology Enthusiast</a:t>
              </a:r>
            </a:p>
          </p:txBody>
        </p:sp>
      </p:grpSp>
      <p:grpSp>
        <p:nvGrpSpPr>
          <p:cNvPr id="139" name="Gruppieren 138">
            <a:extLst>
              <a:ext uri="{FF2B5EF4-FFF2-40B4-BE49-F238E27FC236}">
                <a16:creationId xmlns:a16="http://schemas.microsoft.com/office/drawing/2014/main" id="{F9A55753-CFE8-D81E-0F8D-5971A3E332CD}"/>
              </a:ext>
            </a:extLst>
          </p:cNvPr>
          <p:cNvGrpSpPr/>
          <p:nvPr/>
        </p:nvGrpSpPr>
        <p:grpSpPr>
          <a:xfrm>
            <a:off x="6627822" y="829013"/>
            <a:ext cx="5147735" cy="2306309"/>
            <a:chOff x="299677" y="640090"/>
            <a:chExt cx="5147735" cy="2306309"/>
          </a:xfrm>
          <a:solidFill>
            <a:srgbClr val="828282"/>
          </a:solidFill>
        </p:grpSpPr>
        <p:grpSp>
          <p:nvGrpSpPr>
            <p:cNvPr id="140" name="Gruppieren 139">
              <a:extLst>
                <a:ext uri="{FF2B5EF4-FFF2-40B4-BE49-F238E27FC236}">
                  <a16:creationId xmlns:a16="http://schemas.microsoft.com/office/drawing/2014/main" id="{44FBC797-07CC-8CED-3A52-8F468A21AB23}"/>
                </a:ext>
              </a:extLst>
            </p:cNvPr>
            <p:cNvGrpSpPr/>
            <p:nvPr/>
          </p:nvGrpSpPr>
          <p:grpSpPr>
            <a:xfrm>
              <a:off x="342012" y="739654"/>
              <a:ext cx="5105400" cy="2206745"/>
              <a:chOff x="139702" y="3462518"/>
              <a:chExt cx="11912598" cy="1077552"/>
            </a:xfrm>
            <a:grpFill/>
          </p:grpSpPr>
          <p:sp>
            <p:nvSpPr>
              <p:cNvPr id="143" name="Rechteck: abgerundete Ecken 142">
                <a:extLst>
                  <a:ext uri="{FF2B5EF4-FFF2-40B4-BE49-F238E27FC236}">
                    <a16:creationId xmlns:a16="http://schemas.microsoft.com/office/drawing/2014/main" id="{D812E351-07E6-7C90-F0A3-4FE513B8E6CE}"/>
                  </a:ext>
                </a:extLst>
              </p:cNvPr>
              <p:cNvSpPr/>
              <p:nvPr/>
            </p:nvSpPr>
            <p:spPr>
              <a:xfrm>
                <a:off x="139702" y="3462518"/>
                <a:ext cx="11912598" cy="1077552"/>
              </a:xfrm>
              <a:prstGeom prst="roundRect">
                <a:avLst/>
              </a:prstGeom>
              <a:grpFill/>
              <a:ln w="38100">
                <a:solidFill>
                  <a:srgbClr val="8282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4" name="Textfeld 143">
                <a:extLst>
                  <a:ext uri="{FF2B5EF4-FFF2-40B4-BE49-F238E27FC236}">
                    <a16:creationId xmlns:a16="http://schemas.microsoft.com/office/drawing/2014/main" id="{060A8BE9-50EC-23E9-DDEF-0515C4937133}"/>
                  </a:ext>
                </a:extLst>
              </p:cNvPr>
              <p:cNvSpPr txBox="1"/>
              <p:nvPr/>
            </p:nvSpPr>
            <p:spPr>
              <a:xfrm>
                <a:off x="768374" y="3591759"/>
                <a:ext cx="10655254" cy="616177"/>
              </a:xfrm>
              <a:prstGeom prst="rect">
                <a:avLst/>
              </a:prstGeom>
              <a:grpFill/>
              <a:ln>
                <a:solidFill>
                  <a:srgbClr val="828282"/>
                </a:solidFill>
              </a:ln>
            </p:spPr>
            <p:txBody>
              <a:bodyPr wrap="square" rtlCol="0">
                <a:spAutoFit/>
              </a:bodyPr>
              <a:lstStyle/>
              <a:p>
                <a:endParaRPr lang="de-DE" sz="1900" dirty="0">
                  <a:solidFill>
                    <a:schemeClr val="bg1"/>
                  </a:solidFill>
                </a:endParaRPr>
              </a:p>
              <a:p>
                <a:r>
                  <a:rPr lang="de-DE" sz="1900" dirty="0">
                    <a:solidFill>
                      <a:schemeClr val="bg1"/>
                    </a:solidFill>
                  </a:rPr>
                  <a:t>Ich liebe Teamarbeit, sei es bei gemeinsamen Workshops wie bei Horváth oder in meinem Ehrenamt</a:t>
                </a:r>
                <a:r>
                  <a:rPr lang="de-DE" sz="1900" b="1" dirty="0">
                    <a:solidFill>
                      <a:schemeClr val="bg1"/>
                    </a:solidFill>
                  </a:rPr>
                  <a:t>.</a:t>
                </a:r>
              </a:p>
            </p:txBody>
          </p:sp>
        </p:grpSp>
        <p:sp>
          <p:nvSpPr>
            <p:cNvPr id="141" name="Ellipse 140">
              <a:extLst>
                <a:ext uri="{FF2B5EF4-FFF2-40B4-BE49-F238E27FC236}">
                  <a16:creationId xmlns:a16="http://schemas.microsoft.com/office/drawing/2014/main" id="{B65D8D1A-CC85-B003-47A4-2F37983C6856}"/>
                </a:ext>
              </a:extLst>
            </p:cNvPr>
            <p:cNvSpPr/>
            <p:nvPr/>
          </p:nvSpPr>
          <p:spPr>
            <a:xfrm>
              <a:off x="299677" y="640090"/>
              <a:ext cx="540000" cy="540000"/>
            </a:xfrm>
            <a:prstGeom prst="ellipse">
              <a:avLst/>
            </a:prstGeom>
            <a:solidFill>
              <a:srgbClr val="00ABD0"/>
            </a:solidFill>
            <a:ln>
              <a:solidFill>
                <a:srgbClr val="00AB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2000" b="1" dirty="0"/>
            </a:p>
          </p:txBody>
        </p:sp>
        <p:sp>
          <p:nvSpPr>
            <p:cNvPr id="142" name="Textfeld 141">
              <a:extLst>
                <a:ext uri="{FF2B5EF4-FFF2-40B4-BE49-F238E27FC236}">
                  <a16:creationId xmlns:a16="http://schemas.microsoft.com/office/drawing/2014/main" id="{B0645774-7219-81E9-F8B4-FBC18E5FEA5F}"/>
                </a:ext>
              </a:extLst>
            </p:cNvPr>
            <p:cNvSpPr txBox="1"/>
            <p:nvPr/>
          </p:nvSpPr>
          <p:spPr>
            <a:xfrm>
              <a:off x="905524" y="765894"/>
              <a:ext cx="4475931" cy="384721"/>
            </a:xfrm>
            <a:prstGeom prst="rect">
              <a:avLst/>
            </a:prstGeom>
            <a:noFill/>
            <a:ln>
              <a:noFill/>
            </a:ln>
          </p:spPr>
          <p:txBody>
            <a:bodyPr wrap="square" rtlCol="0">
              <a:spAutoFit/>
            </a:bodyPr>
            <a:lstStyle/>
            <a:p>
              <a:r>
                <a:rPr lang="de-DE" sz="1900" b="1" dirty="0">
                  <a:solidFill>
                    <a:schemeClr val="bg1"/>
                  </a:solidFill>
                </a:rPr>
                <a:t>Teamgeist</a:t>
              </a:r>
            </a:p>
          </p:txBody>
        </p:sp>
      </p:grpSp>
      <p:grpSp>
        <p:nvGrpSpPr>
          <p:cNvPr id="145" name="Gruppieren 144">
            <a:extLst>
              <a:ext uri="{FF2B5EF4-FFF2-40B4-BE49-F238E27FC236}">
                <a16:creationId xmlns:a16="http://schemas.microsoft.com/office/drawing/2014/main" id="{91D9AAA3-EDBF-593D-3A86-5733572900D3}"/>
              </a:ext>
            </a:extLst>
          </p:cNvPr>
          <p:cNvGrpSpPr/>
          <p:nvPr/>
        </p:nvGrpSpPr>
        <p:grpSpPr>
          <a:xfrm>
            <a:off x="6648987" y="3716460"/>
            <a:ext cx="5147735" cy="2306309"/>
            <a:chOff x="299677" y="640090"/>
            <a:chExt cx="5147735" cy="2306309"/>
          </a:xfrm>
          <a:solidFill>
            <a:srgbClr val="828282"/>
          </a:solidFill>
        </p:grpSpPr>
        <p:grpSp>
          <p:nvGrpSpPr>
            <p:cNvPr id="146" name="Gruppieren 145">
              <a:extLst>
                <a:ext uri="{FF2B5EF4-FFF2-40B4-BE49-F238E27FC236}">
                  <a16:creationId xmlns:a16="http://schemas.microsoft.com/office/drawing/2014/main" id="{0D123990-CD68-3494-7D1B-4B1EA09941F9}"/>
                </a:ext>
              </a:extLst>
            </p:cNvPr>
            <p:cNvGrpSpPr/>
            <p:nvPr/>
          </p:nvGrpSpPr>
          <p:grpSpPr>
            <a:xfrm>
              <a:off x="342012" y="739654"/>
              <a:ext cx="5105400" cy="2206745"/>
              <a:chOff x="139702" y="3462518"/>
              <a:chExt cx="11912598" cy="1077552"/>
            </a:xfrm>
            <a:grpFill/>
          </p:grpSpPr>
          <p:sp>
            <p:nvSpPr>
              <p:cNvPr id="149" name="Rechteck: abgerundete Ecken 148">
                <a:extLst>
                  <a:ext uri="{FF2B5EF4-FFF2-40B4-BE49-F238E27FC236}">
                    <a16:creationId xmlns:a16="http://schemas.microsoft.com/office/drawing/2014/main" id="{5B9A8E7E-AEA2-5FA0-881A-8AE2C5A95B09}"/>
                  </a:ext>
                </a:extLst>
              </p:cNvPr>
              <p:cNvSpPr/>
              <p:nvPr/>
            </p:nvSpPr>
            <p:spPr>
              <a:xfrm>
                <a:off x="139702" y="3462518"/>
                <a:ext cx="11912598" cy="1077552"/>
              </a:xfrm>
              <a:prstGeom prst="roundRect">
                <a:avLst/>
              </a:prstGeom>
              <a:grpFill/>
              <a:ln w="38100">
                <a:solidFill>
                  <a:srgbClr val="8282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0" name="Textfeld 149">
                <a:extLst>
                  <a:ext uri="{FF2B5EF4-FFF2-40B4-BE49-F238E27FC236}">
                    <a16:creationId xmlns:a16="http://schemas.microsoft.com/office/drawing/2014/main" id="{738BBB16-CF83-CC82-3829-98F0F79AD432}"/>
                  </a:ext>
                </a:extLst>
              </p:cNvPr>
              <p:cNvSpPr txBox="1"/>
              <p:nvPr/>
            </p:nvSpPr>
            <p:spPr>
              <a:xfrm>
                <a:off x="768374" y="3591759"/>
                <a:ext cx="10655254" cy="909237"/>
              </a:xfrm>
              <a:prstGeom prst="rect">
                <a:avLst/>
              </a:prstGeom>
              <a:grpFill/>
            </p:spPr>
            <p:txBody>
              <a:bodyPr wrap="square" rtlCol="0">
                <a:spAutoFit/>
              </a:bodyPr>
              <a:lstStyle/>
              <a:p>
                <a:endParaRPr lang="de-DE" sz="2000" dirty="0"/>
              </a:p>
              <a:p>
                <a:r>
                  <a:rPr lang="de-DE" sz="1900" dirty="0">
                    <a:solidFill>
                      <a:schemeClr val="bg1"/>
                    </a:solidFill>
                  </a:rPr>
                  <a:t>Wir streben danach Großes zu erreichen, indem wir offen kommunizieren und sind anderen zwei Schritte voraus durch die Möglichkeit zur Eigeninitiative. </a:t>
                </a:r>
              </a:p>
            </p:txBody>
          </p:sp>
        </p:grpSp>
        <p:sp>
          <p:nvSpPr>
            <p:cNvPr id="147" name="Ellipse 146">
              <a:extLst>
                <a:ext uri="{FF2B5EF4-FFF2-40B4-BE49-F238E27FC236}">
                  <a16:creationId xmlns:a16="http://schemas.microsoft.com/office/drawing/2014/main" id="{DE9ABF4D-09BB-0886-05D1-BDBBCC3FED18}"/>
                </a:ext>
              </a:extLst>
            </p:cNvPr>
            <p:cNvSpPr/>
            <p:nvPr/>
          </p:nvSpPr>
          <p:spPr>
            <a:xfrm>
              <a:off x="299677" y="640090"/>
              <a:ext cx="540000" cy="540000"/>
            </a:xfrm>
            <a:prstGeom prst="ellipse">
              <a:avLst/>
            </a:prstGeom>
            <a:solidFill>
              <a:srgbClr val="00ABD0"/>
            </a:solidFill>
            <a:ln>
              <a:solidFill>
                <a:srgbClr val="00AB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2000" b="1" dirty="0"/>
            </a:p>
          </p:txBody>
        </p:sp>
        <p:sp>
          <p:nvSpPr>
            <p:cNvPr id="148" name="Textfeld 147">
              <a:extLst>
                <a:ext uri="{FF2B5EF4-FFF2-40B4-BE49-F238E27FC236}">
                  <a16:creationId xmlns:a16="http://schemas.microsoft.com/office/drawing/2014/main" id="{D2D463AF-0918-5D73-74F3-757054D69FC4}"/>
                </a:ext>
              </a:extLst>
            </p:cNvPr>
            <p:cNvSpPr txBox="1"/>
            <p:nvPr/>
          </p:nvSpPr>
          <p:spPr>
            <a:xfrm>
              <a:off x="905524" y="765894"/>
              <a:ext cx="4475931" cy="384721"/>
            </a:xfrm>
            <a:prstGeom prst="rect">
              <a:avLst/>
            </a:prstGeom>
            <a:noFill/>
          </p:spPr>
          <p:txBody>
            <a:bodyPr wrap="square" rtlCol="0">
              <a:spAutoFit/>
            </a:bodyPr>
            <a:lstStyle/>
            <a:p>
              <a:r>
                <a:rPr lang="de-DE" sz="1900" b="1" dirty="0">
                  <a:solidFill>
                    <a:schemeClr val="bg1"/>
                  </a:solidFill>
                </a:rPr>
                <a:t>Zusammenhalt</a:t>
              </a:r>
            </a:p>
          </p:txBody>
        </p:sp>
      </p:grpSp>
      <p:pic>
        <p:nvPicPr>
          <p:cNvPr id="152" name="Grafik 151" descr="Idee Silhouette">
            <a:extLst>
              <a:ext uri="{FF2B5EF4-FFF2-40B4-BE49-F238E27FC236}">
                <a16:creationId xmlns:a16="http://schemas.microsoft.com/office/drawing/2014/main" id="{4C7C0547-1D35-0C2A-0B18-B5459DC51AD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6794" y="796286"/>
            <a:ext cx="594331" cy="594331"/>
          </a:xfrm>
          <a:prstGeom prst="rect">
            <a:avLst/>
          </a:prstGeom>
        </p:spPr>
      </p:pic>
      <p:pic>
        <p:nvPicPr>
          <p:cNvPr id="155" name="Grafik 154" descr="Künstliche Intelligenz Silhouette">
            <a:extLst>
              <a:ext uri="{FF2B5EF4-FFF2-40B4-BE49-F238E27FC236}">
                <a16:creationId xmlns:a16="http://schemas.microsoft.com/office/drawing/2014/main" id="{12DF5581-10B0-195E-0F64-A5A141F9D46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95278" y="3712798"/>
            <a:ext cx="556480" cy="556480"/>
          </a:xfrm>
          <a:prstGeom prst="rect">
            <a:avLst/>
          </a:prstGeom>
        </p:spPr>
      </p:pic>
      <p:pic>
        <p:nvPicPr>
          <p:cNvPr id="157" name="Grafik 156" descr="Gruppenbrainstorming Silhouette">
            <a:extLst>
              <a:ext uri="{FF2B5EF4-FFF2-40B4-BE49-F238E27FC236}">
                <a16:creationId xmlns:a16="http://schemas.microsoft.com/office/drawing/2014/main" id="{B13ED9B5-F39B-73B0-B2FA-21E33C58DAC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27822" y="822854"/>
            <a:ext cx="545623" cy="545623"/>
          </a:xfrm>
          <a:prstGeom prst="rect">
            <a:avLst/>
          </a:prstGeom>
        </p:spPr>
      </p:pic>
      <p:sp>
        <p:nvSpPr>
          <p:cNvPr id="3" name="Rechteck 2">
            <a:extLst>
              <a:ext uri="{FF2B5EF4-FFF2-40B4-BE49-F238E27FC236}">
                <a16:creationId xmlns:a16="http://schemas.microsoft.com/office/drawing/2014/main" id="{2AAE7EE2-BFBF-3C1D-C2E5-6E752D14D579}"/>
              </a:ext>
            </a:extLst>
          </p:cNvPr>
          <p:cNvSpPr/>
          <p:nvPr/>
        </p:nvSpPr>
        <p:spPr bwMode="auto">
          <a:xfrm>
            <a:off x="11135443" y="6509701"/>
            <a:ext cx="908390" cy="234973"/>
          </a:xfrm>
          <a:prstGeom prst="rect">
            <a:avLst/>
          </a:prstGeom>
          <a:solidFill>
            <a:schemeClr val="bg1"/>
          </a:solidFill>
          <a:ln w="9525" cap="flat" cmpd="sng" algn="ctr">
            <a:solidFill>
              <a:schemeClr val="bg1"/>
            </a:solidFill>
            <a:prstDash val="solid"/>
            <a:miter lim="800000"/>
            <a:headEnd type="none" w="med" len="med"/>
            <a:tailEnd type="none" w="med" len="med"/>
          </a:ln>
          <a:effectLst/>
        </p:spPr>
        <p:txBody>
          <a:bodyPr vert="horz" wrap="square" lIns="144000" tIns="144000" rIns="144000" bIns="144000" numCol="1" rtlCol="0" anchor="t" anchorCtr="0" compatLnSpc="1">
            <a:prstTxWarp prst="textNoShape">
              <a:avLst/>
            </a:prstTxWarp>
          </a:bodyPr>
          <a:lstStyle/>
          <a:p>
            <a:pPr marL="1588" algn="l" defTabSz="857250" fontAlgn="base">
              <a:spcBef>
                <a:spcPct val="40000"/>
              </a:spcBef>
              <a:spcAft>
                <a:spcPct val="0"/>
              </a:spcAft>
              <a:buClr>
                <a:schemeClr val="accent1"/>
              </a:buClr>
              <a:buSzPct val="70000"/>
            </a:pPr>
            <a:endParaRPr lang="de-DE" sz="1200" dirty="0" err="1"/>
          </a:p>
        </p:txBody>
      </p:sp>
      <p:sp>
        <p:nvSpPr>
          <p:cNvPr id="4" name="Rechteck 3">
            <a:extLst>
              <a:ext uri="{FF2B5EF4-FFF2-40B4-BE49-F238E27FC236}">
                <a16:creationId xmlns:a16="http://schemas.microsoft.com/office/drawing/2014/main" id="{F1C96DC4-3263-7D10-C2A3-5A2EBC79286F}"/>
              </a:ext>
            </a:extLst>
          </p:cNvPr>
          <p:cNvSpPr/>
          <p:nvPr/>
        </p:nvSpPr>
        <p:spPr bwMode="auto">
          <a:xfrm>
            <a:off x="11333448" y="131815"/>
            <a:ext cx="652177" cy="316443"/>
          </a:xfrm>
          <a:prstGeom prst="rect">
            <a:avLst/>
          </a:prstGeom>
          <a:solidFill>
            <a:schemeClr val="bg1"/>
          </a:solidFill>
          <a:ln w="9525" cap="flat" cmpd="sng" algn="ctr">
            <a:solidFill>
              <a:schemeClr val="bg1"/>
            </a:solidFill>
            <a:prstDash val="solid"/>
            <a:miter lim="800000"/>
            <a:headEnd type="none" w="med" len="med"/>
            <a:tailEnd type="none" w="med" len="med"/>
          </a:ln>
          <a:effectLst/>
        </p:spPr>
        <p:txBody>
          <a:bodyPr vert="horz" wrap="square" lIns="144000" tIns="144000" rIns="144000" bIns="144000" numCol="1" rtlCol="0" anchor="t" anchorCtr="0" compatLnSpc="1">
            <a:prstTxWarp prst="textNoShape">
              <a:avLst/>
            </a:prstTxWarp>
          </a:bodyPr>
          <a:lstStyle/>
          <a:p>
            <a:pPr marL="1588" algn="l" defTabSz="857250" fontAlgn="base">
              <a:spcBef>
                <a:spcPct val="40000"/>
              </a:spcBef>
              <a:spcAft>
                <a:spcPct val="0"/>
              </a:spcAft>
              <a:buClr>
                <a:schemeClr val="accent1"/>
              </a:buClr>
              <a:buSzPct val="70000"/>
            </a:pPr>
            <a:endParaRPr lang="de-DE" sz="1200" dirty="0" err="1"/>
          </a:p>
        </p:txBody>
      </p:sp>
      <p:pic>
        <p:nvPicPr>
          <p:cNvPr id="7" name="Grafik 6" descr="Prost Silhouette">
            <a:extLst>
              <a:ext uri="{FF2B5EF4-FFF2-40B4-BE49-F238E27FC236}">
                <a16:creationId xmlns:a16="http://schemas.microsoft.com/office/drawing/2014/main" id="{80FB9BD2-F4D4-46A4-9DF8-D988C6192A7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48987" y="3741929"/>
            <a:ext cx="540000" cy="540000"/>
          </a:xfrm>
          <a:prstGeom prst="rect">
            <a:avLst/>
          </a:prstGeom>
        </p:spPr>
      </p:pic>
    </p:spTree>
    <p:extLst>
      <p:ext uri="{BB962C8B-B14F-4D97-AF65-F5344CB8AC3E}">
        <p14:creationId xmlns:p14="http://schemas.microsoft.com/office/powerpoint/2010/main" val="1901896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4F0D8-9654-01CA-8E6F-219BF74EE07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7033722-4ECF-E129-2334-74E9EE8F60FB}"/>
              </a:ext>
            </a:extLst>
          </p:cNvPr>
          <p:cNvSpPr>
            <a:spLocks noGrp="1"/>
          </p:cNvSpPr>
          <p:nvPr>
            <p:ph type="ctrTitle"/>
          </p:nvPr>
        </p:nvSpPr>
        <p:spPr>
          <a:xfrm>
            <a:off x="1524000" y="13008"/>
            <a:ext cx="9144000" cy="477837"/>
          </a:xfrm>
          <a:ln>
            <a:noFill/>
          </a:ln>
        </p:spPr>
        <p:txBody>
          <a:bodyPr>
            <a:normAutofit/>
          </a:bodyPr>
          <a:lstStyle/>
          <a:p>
            <a:r>
              <a:rPr lang="de-DE" sz="2400" b="1" dirty="0">
                <a:solidFill>
                  <a:srgbClr val="00ABD0"/>
                </a:solidFill>
              </a:rPr>
              <a:t>NEURA Robotics und Svenja: Gemeinsam Innovation gestalten</a:t>
            </a:r>
            <a:endParaRPr lang="de-DE" sz="2400" b="1" dirty="0">
              <a:solidFill>
                <a:srgbClr val="002060"/>
              </a:solidFill>
            </a:endParaRPr>
          </a:p>
        </p:txBody>
      </p:sp>
      <p:cxnSp>
        <p:nvCxnSpPr>
          <p:cNvPr id="8" name="Gerader Verbinder 7">
            <a:extLst>
              <a:ext uri="{FF2B5EF4-FFF2-40B4-BE49-F238E27FC236}">
                <a16:creationId xmlns:a16="http://schemas.microsoft.com/office/drawing/2014/main" id="{E42FBF2E-F577-2397-EDF5-8C53A3E8CC06}"/>
              </a:ext>
            </a:extLst>
          </p:cNvPr>
          <p:cNvCxnSpPr/>
          <p:nvPr/>
        </p:nvCxnSpPr>
        <p:spPr>
          <a:xfrm>
            <a:off x="-50800" y="533400"/>
            <a:ext cx="12433300" cy="0"/>
          </a:xfrm>
          <a:prstGeom prst="line">
            <a:avLst/>
          </a:prstGeom>
          <a:ln>
            <a:solidFill>
              <a:srgbClr val="00ABD0"/>
            </a:solidFill>
          </a:ln>
          <a:effectLst/>
        </p:spPr>
        <p:style>
          <a:lnRef idx="2">
            <a:schemeClr val="accent1"/>
          </a:lnRef>
          <a:fillRef idx="0">
            <a:schemeClr val="accent1"/>
          </a:fillRef>
          <a:effectRef idx="1">
            <a:schemeClr val="accent1"/>
          </a:effectRef>
          <a:fontRef idx="minor">
            <a:schemeClr val="tx1"/>
          </a:fontRef>
        </p:style>
      </p:cxnSp>
      <p:cxnSp>
        <p:nvCxnSpPr>
          <p:cNvPr id="6" name="Gerader Verbinder 5">
            <a:extLst>
              <a:ext uri="{FF2B5EF4-FFF2-40B4-BE49-F238E27FC236}">
                <a16:creationId xmlns:a16="http://schemas.microsoft.com/office/drawing/2014/main" id="{92102668-4A6E-A7F3-D8F6-9B03291D183D}"/>
              </a:ext>
            </a:extLst>
          </p:cNvPr>
          <p:cNvCxnSpPr/>
          <p:nvPr/>
        </p:nvCxnSpPr>
        <p:spPr>
          <a:xfrm>
            <a:off x="-152400" y="6453803"/>
            <a:ext cx="12433300" cy="0"/>
          </a:xfrm>
          <a:prstGeom prst="line">
            <a:avLst/>
          </a:prstGeom>
          <a:ln>
            <a:solidFill>
              <a:srgbClr val="00ABD0"/>
            </a:solidFill>
          </a:ln>
          <a:effectLst/>
        </p:spPr>
        <p:style>
          <a:lnRef idx="2">
            <a:schemeClr val="accent1"/>
          </a:lnRef>
          <a:fillRef idx="0">
            <a:schemeClr val="accent1"/>
          </a:fillRef>
          <a:effectRef idx="1">
            <a:schemeClr val="accent1"/>
          </a:effectRef>
          <a:fontRef idx="minor">
            <a:schemeClr val="tx1"/>
          </a:fontRef>
        </p:style>
      </p:cxnSp>
      <p:sp>
        <p:nvSpPr>
          <p:cNvPr id="9" name="Rechteck 8">
            <a:extLst>
              <a:ext uri="{FF2B5EF4-FFF2-40B4-BE49-F238E27FC236}">
                <a16:creationId xmlns:a16="http://schemas.microsoft.com/office/drawing/2014/main" id="{9DBC2D78-1DBB-B1F0-E255-BE0BA0B9A2CD}"/>
              </a:ext>
            </a:extLst>
          </p:cNvPr>
          <p:cNvSpPr/>
          <p:nvPr/>
        </p:nvSpPr>
        <p:spPr>
          <a:xfrm>
            <a:off x="4908550" y="6559527"/>
            <a:ext cx="2374900" cy="289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rgbClr val="00ABD0"/>
                </a:solidFill>
              </a:rPr>
              <a:t>Svenja Pirsch </a:t>
            </a:r>
          </a:p>
        </p:txBody>
      </p:sp>
      <p:sp>
        <p:nvSpPr>
          <p:cNvPr id="124" name="Textfeld 123">
            <a:extLst>
              <a:ext uri="{FF2B5EF4-FFF2-40B4-BE49-F238E27FC236}">
                <a16:creationId xmlns:a16="http://schemas.microsoft.com/office/drawing/2014/main" id="{837F0D44-AD91-74BD-A5D8-7F8E81BC1E38}"/>
              </a:ext>
            </a:extLst>
          </p:cNvPr>
          <p:cNvSpPr txBox="1"/>
          <p:nvPr/>
        </p:nvSpPr>
        <p:spPr>
          <a:xfrm>
            <a:off x="1022292" y="949256"/>
            <a:ext cx="4475931" cy="384721"/>
          </a:xfrm>
          <a:prstGeom prst="rect">
            <a:avLst/>
          </a:prstGeom>
          <a:noFill/>
          <a:ln>
            <a:noFill/>
          </a:ln>
        </p:spPr>
        <p:txBody>
          <a:bodyPr wrap="square" rtlCol="0">
            <a:spAutoFit/>
          </a:bodyPr>
          <a:lstStyle/>
          <a:p>
            <a:r>
              <a:rPr lang="de-DE" sz="1900" b="1" dirty="0">
                <a:solidFill>
                  <a:schemeClr val="bg1"/>
                </a:solidFill>
              </a:rPr>
              <a:t>Hohe Lernbereitschaft</a:t>
            </a:r>
          </a:p>
        </p:txBody>
      </p:sp>
      <p:pic>
        <p:nvPicPr>
          <p:cNvPr id="152" name="Grafik 151" descr="Idee Silhouette">
            <a:extLst>
              <a:ext uri="{FF2B5EF4-FFF2-40B4-BE49-F238E27FC236}">
                <a16:creationId xmlns:a16="http://schemas.microsoft.com/office/drawing/2014/main" id="{2E2BAFC9-970C-2961-9163-F94E6D2994F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6794" y="796286"/>
            <a:ext cx="594331" cy="594331"/>
          </a:xfrm>
          <a:prstGeom prst="rect">
            <a:avLst/>
          </a:prstGeom>
        </p:spPr>
      </p:pic>
      <p:pic>
        <p:nvPicPr>
          <p:cNvPr id="155" name="Grafik 154" descr="Künstliche Intelligenz Silhouette">
            <a:extLst>
              <a:ext uri="{FF2B5EF4-FFF2-40B4-BE49-F238E27FC236}">
                <a16:creationId xmlns:a16="http://schemas.microsoft.com/office/drawing/2014/main" id="{AF41A9AC-2B2F-43F0-E4F7-2256992E07B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95278" y="3712798"/>
            <a:ext cx="556480" cy="556480"/>
          </a:xfrm>
          <a:prstGeom prst="rect">
            <a:avLst/>
          </a:prstGeom>
        </p:spPr>
      </p:pic>
      <p:pic>
        <p:nvPicPr>
          <p:cNvPr id="157" name="Grafik 156" descr="Gruppenbrainstorming Silhouette">
            <a:extLst>
              <a:ext uri="{FF2B5EF4-FFF2-40B4-BE49-F238E27FC236}">
                <a16:creationId xmlns:a16="http://schemas.microsoft.com/office/drawing/2014/main" id="{5C870A0F-E94E-6DC9-1685-DC81408681B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27822" y="822854"/>
            <a:ext cx="545623" cy="545623"/>
          </a:xfrm>
          <a:prstGeom prst="rect">
            <a:avLst/>
          </a:prstGeom>
        </p:spPr>
      </p:pic>
      <p:sp>
        <p:nvSpPr>
          <p:cNvPr id="3" name="Rechteck 2">
            <a:extLst>
              <a:ext uri="{FF2B5EF4-FFF2-40B4-BE49-F238E27FC236}">
                <a16:creationId xmlns:a16="http://schemas.microsoft.com/office/drawing/2014/main" id="{D89ACBCA-CF86-FD21-74C7-0381627020FA}"/>
              </a:ext>
            </a:extLst>
          </p:cNvPr>
          <p:cNvSpPr/>
          <p:nvPr/>
        </p:nvSpPr>
        <p:spPr bwMode="auto">
          <a:xfrm>
            <a:off x="11135443" y="6509701"/>
            <a:ext cx="908390" cy="234973"/>
          </a:xfrm>
          <a:prstGeom prst="rect">
            <a:avLst/>
          </a:prstGeom>
          <a:solidFill>
            <a:schemeClr val="bg1"/>
          </a:solidFill>
          <a:ln w="9525" cap="flat" cmpd="sng" algn="ctr">
            <a:solidFill>
              <a:schemeClr val="bg1"/>
            </a:solidFill>
            <a:prstDash val="solid"/>
            <a:miter lim="800000"/>
            <a:headEnd type="none" w="med" len="med"/>
            <a:tailEnd type="none" w="med" len="med"/>
          </a:ln>
          <a:effectLst/>
        </p:spPr>
        <p:txBody>
          <a:bodyPr vert="horz" wrap="square" lIns="144000" tIns="144000" rIns="144000" bIns="144000" numCol="1" rtlCol="0" anchor="t" anchorCtr="0" compatLnSpc="1">
            <a:prstTxWarp prst="textNoShape">
              <a:avLst/>
            </a:prstTxWarp>
          </a:bodyPr>
          <a:lstStyle/>
          <a:p>
            <a:pPr marL="1588" algn="l" defTabSz="857250" fontAlgn="base">
              <a:spcBef>
                <a:spcPct val="40000"/>
              </a:spcBef>
              <a:spcAft>
                <a:spcPct val="0"/>
              </a:spcAft>
              <a:buClr>
                <a:schemeClr val="accent1"/>
              </a:buClr>
              <a:buSzPct val="70000"/>
            </a:pPr>
            <a:endParaRPr lang="de-DE" sz="1200" dirty="0" err="1"/>
          </a:p>
        </p:txBody>
      </p:sp>
      <p:sp>
        <p:nvSpPr>
          <p:cNvPr id="4" name="Rechteck 3">
            <a:extLst>
              <a:ext uri="{FF2B5EF4-FFF2-40B4-BE49-F238E27FC236}">
                <a16:creationId xmlns:a16="http://schemas.microsoft.com/office/drawing/2014/main" id="{4A9FFE1C-7D8D-7BC3-32A8-4CE5685C0D1A}"/>
              </a:ext>
            </a:extLst>
          </p:cNvPr>
          <p:cNvSpPr/>
          <p:nvPr/>
        </p:nvSpPr>
        <p:spPr bwMode="auto">
          <a:xfrm>
            <a:off x="11333448" y="131815"/>
            <a:ext cx="652177" cy="316443"/>
          </a:xfrm>
          <a:prstGeom prst="rect">
            <a:avLst/>
          </a:prstGeom>
          <a:solidFill>
            <a:schemeClr val="bg1"/>
          </a:solidFill>
          <a:ln w="9525" cap="flat" cmpd="sng" algn="ctr">
            <a:solidFill>
              <a:schemeClr val="bg1"/>
            </a:solidFill>
            <a:prstDash val="solid"/>
            <a:miter lim="800000"/>
            <a:headEnd type="none" w="med" len="med"/>
            <a:tailEnd type="none" w="med" len="med"/>
          </a:ln>
          <a:effectLst/>
        </p:spPr>
        <p:txBody>
          <a:bodyPr vert="horz" wrap="square" lIns="144000" tIns="144000" rIns="144000" bIns="144000" numCol="1" rtlCol="0" anchor="t" anchorCtr="0" compatLnSpc="1">
            <a:prstTxWarp prst="textNoShape">
              <a:avLst/>
            </a:prstTxWarp>
          </a:bodyPr>
          <a:lstStyle/>
          <a:p>
            <a:pPr marL="1588" algn="l" defTabSz="857250" fontAlgn="base">
              <a:spcBef>
                <a:spcPct val="40000"/>
              </a:spcBef>
              <a:spcAft>
                <a:spcPct val="0"/>
              </a:spcAft>
              <a:buClr>
                <a:schemeClr val="accent1"/>
              </a:buClr>
              <a:buSzPct val="70000"/>
            </a:pPr>
            <a:endParaRPr lang="de-DE" sz="1200" dirty="0" err="1"/>
          </a:p>
        </p:txBody>
      </p:sp>
      <p:pic>
        <p:nvPicPr>
          <p:cNvPr id="7" name="Grafik 6" descr="Prost Silhouette">
            <a:extLst>
              <a:ext uri="{FF2B5EF4-FFF2-40B4-BE49-F238E27FC236}">
                <a16:creationId xmlns:a16="http://schemas.microsoft.com/office/drawing/2014/main" id="{581D0C20-1179-CAF7-EE68-74806FB717C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48987" y="3741929"/>
            <a:ext cx="540000" cy="540000"/>
          </a:xfrm>
          <a:prstGeom prst="rect">
            <a:avLst/>
          </a:prstGeom>
        </p:spPr>
      </p:pic>
      <p:grpSp>
        <p:nvGrpSpPr>
          <p:cNvPr id="19" name="Gruppieren 18">
            <a:extLst>
              <a:ext uri="{FF2B5EF4-FFF2-40B4-BE49-F238E27FC236}">
                <a16:creationId xmlns:a16="http://schemas.microsoft.com/office/drawing/2014/main" id="{9CA56905-11E9-4703-6A0D-FAAC202F6269}"/>
              </a:ext>
            </a:extLst>
          </p:cNvPr>
          <p:cNvGrpSpPr/>
          <p:nvPr/>
        </p:nvGrpSpPr>
        <p:grpSpPr>
          <a:xfrm>
            <a:off x="4837801" y="2169000"/>
            <a:ext cx="2520000" cy="2520000"/>
            <a:chOff x="4203700" y="1784331"/>
            <a:chExt cx="2520000" cy="2520000"/>
          </a:xfrm>
        </p:grpSpPr>
        <p:sp>
          <p:nvSpPr>
            <p:cNvPr id="10" name="Ellipse 9">
              <a:extLst>
                <a:ext uri="{FF2B5EF4-FFF2-40B4-BE49-F238E27FC236}">
                  <a16:creationId xmlns:a16="http://schemas.microsoft.com/office/drawing/2014/main" id="{619C2DB6-72B9-1BCE-9A5A-87EAA89FE9B1}"/>
                </a:ext>
              </a:extLst>
            </p:cNvPr>
            <p:cNvSpPr/>
            <p:nvPr/>
          </p:nvSpPr>
          <p:spPr bwMode="auto">
            <a:xfrm>
              <a:off x="4203700" y="1784331"/>
              <a:ext cx="2520000" cy="2520000"/>
            </a:xfrm>
            <a:prstGeom prst="ellipse">
              <a:avLst/>
            </a:prstGeom>
            <a:solidFill>
              <a:srgbClr val="828282"/>
            </a:solidFill>
            <a:ln w="38100" cap="flat" cmpd="sng" algn="ctr">
              <a:solidFill>
                <a:srgbClr val="00ABD0"/>
              </a:solidFill>
              <a:prstDash val="solid"/>
              <a:miter lim="800000"/>
              <a:headEnd type="none" w="med" len="med"/>
              <a:tailEnd type="none" w="med" len="med"/>
            </a:ln>
            <a:effectLst/>
          </p:spPr>
          <p:txBody>
            <a:bodyPr vert="horz" wrap="square" lIns="144000" tIns="144000" rIns="144000" bIns="144000" numCol="1" rtlCol="0" anchor="t" anchorCtr="0" compatLnSpc="1">
              <a:prstTxWarp prst="textNoShape">
                <a:avLst/>
              </a:prstTxWarp>
            </a:bodyPr>
            <a:lstStyle/>
            <a:p>
              <a:pPr marL="1588" algn="l" defTabSz="857250" fontAlgn="base">
                <a:spcBef>
                  <a:spcPct val="40000"/>
                </a:spcBef>
                <a:spcAft>
                  <a:spcPct val="0"/>
                </a:spcAft>
                <a:buClr>
                  <a:schemeClr val="accent1"/>
                </a:buClr>
                <a:buSzPct val="70000"/>
              </a:pPr>
              <a:endParaRPr lang="de-DE" sz="1200" dirty="0" err="1"/>
            </a:p>
          </p:txBody>
        </p:sp>
        <p:sp>
          <p:nvSpPr>
            <p:cNvPr id="16" name="Textfeld 15">
              <a:extLst>
                <a:ext uri="{FF2B5EF4-FFF2-40B4-BE49-F238E27FC236}">
                  <a16:creationId xmlns:a16="http://schemas.microsoft.com/office/drawing/2014/main" id="{3B454FF6-6CDC-AA93-1A6F-C0E64C78F66C}"/>
                </a:ext>
              </a:extLst>
            </p:cNvPr>
            <p:cNvSpPr txBox="1"/>
            <p:nvPr/>
          </p:nvSpPr>
          <p:spPr>
            <a:xfrm>
              <a:off x="4366094" y="2513953"/>
              <a:ext cx="2195211" cy="969496"/>
            </a:xfrm>
            <a:prstGeom prst="rect">
              <a:avLst/>
            </a:prstGeom>
            <a:noFill/>
            <a:ln w="57150">
              <a:noFill/>
            </a:ln>
          </p:spPr>
          <p:txBody>
            <a:bodyPr wrap="square" rtlCol="0">
              <a:spAutoFit/>
            </a:bodyPr>
            <a:lstStyle/>
            <a:p>
              <a:pPr algn="ctr"/>
              <a:r>
                <a:rPr lang="de-DE" sz="1900" b="1" dirty="0">
                  <a:solidFill>
                    <a:schemeClr val="bg1"/>
                  </a:solidFill>
                </a:rPr>
                <a:t>Gemeinsam Innovation gestalten</a:t>
              </a:r>
            </a:p>
          </p:txBody>
        </p:sp>
      </p:grpSp>
      <p:grpSp>
        <p:nvGrpSpPr>
          <p:cNvPr id="22" name="Gruppieren 21">
            <a:extLst>
              <a:ext uri="{FF2B5EF4-FFF2-40B4-BE49-F238E27FC236}">
                <a16:creationId xmlns:a16="http://schemas.microsoft.com/office/drawing/2014/main" id="{C9E79F2F-AD09-C092-8309-9CB782C47883}"/>
              </a:ext>
            </a:extLst>
          </p:cNvPr>
          <p:cNvGrpSpPr/>
          <p:nvPr/>
        </p:nvGrpSpPr>
        <p:grpSpPr>
          <a:xfrm>
            <a:off x="9265206" y="625202"/>
            <a:ext cx="2520000" cy="2520000"/>
            <a:chOff x="9069638" y="777956"/>
            <a:chExt cx="2520000" cy="2520000"/>
          </a:xfrm>
        </p:grpSpPr>
        <p:sp>
          <p:nvSpPr>
            <p:cNvPr id="17" name="Ellipse 16">
              <a:extLst>
                <a:ext uri="{FF2B5EF4-FFF2-40B4-BE49-F238E27FC236}">
                  <a16:creationId xmlns:a16="http://schemas.microsoft.com/office/drawing/2014/main" id="{F58D89F1-04F8-89FF-CD36-8CAA2395567A}"/>
                </a:ext>
              </a:extLst>
            </p:cNvPr>
            <p:cNvSpPr/>
            <p:nvPr/>
          </p:nvSpPr>
          <p:spPr bwMode="auto">
            <a:xfrm>
              <a:off x="9069638" y="777956"/>
              <a:ext cx="2520000" cy="2520000"/>
            </a:xfrm>
            <a:prstGeom prst="ellipse">
              <a:avLst/>
            </a:prstGeom>
            <a:solidFill>
              <a:srgbClr val="828282"/>
            </a:solidFill>
            <a:ln w="38100" cap="flat" cmpd="sng" algn="ctr">
              <a:noFill/>
              <a:prstDash val="solid"/>
              <a:miter lim="800000"/>
              <a:headEnd type="none" w="med" len="med"/>
              <a:tailEnd type="none" w="med" len="med"/>
            </a:ln>
            <a:effectLst/>
          </p:spPr>
          <p:txBody>
            <a:bodyPr vert="horz" wrap="square" lIns="144000" tIns="144000" rIns="144000" bIns="144000" numCol="1" rtlCol="0" anchor="t" anchorCtr="0" compatLnSpc="1">
              <a:prstTxWarp prst="textNoShape">
                <a:avLst/>
              </a:prstTxWarp>
            </a:bodyPr>
            <a:lstStyle/>
            <a:p>
              <a:pPr marL="1588" algn="l" defTabSz="857250" fontAlgn="base">
                <a:spcBef>
                  <a:spcPct val="40000"/>
                </a:spcBef>
                <a:spcAft>
                  <a:spcPct val="0"/>
                </a:spcAft>
                <a:buClr>
                  <a:schemeClr val="accent1"/>
                </a:buClr>
                <a:buSzPct val="70000"/>
              </a:pPr>
              <a:endParaRPr lang="de-DE" sz="1200" dirty="0" err="1"/>
            </a:p>
          </p:txBody>
        </p:sp>
        <p:sp>
          <p:nvSpPr>
            <p:cNvPr id="20" name="Textfeld 19">
              <a:extLst>
                <a:ext uri="{FF2B5EF4-FFF2-40B4-BE49-F238E27FC236}">
                  <a16:creationId xmlns:a16="http://schemas.microsoft.com/office/drawing/2014/main" id="{BE5C474B-F4C5-AA4A-76F8-A6D77C87E9B9}"/>
                </a:ext>
              </a:extLst>
            </p:cNvPr>
            <p:cNvSpPr txBox="1"/>
            <p:nvPr/>
          </p:nvSpPr>
          <p:spPr>
            <a:xfrm>
              <a:off x="9222038" y="1714762"/>
              <a:ext cx="2202596" cy="384721"/>
            </a:xfrm>
            <a:prstGeom prst="rect">
              <a:avLst/>
            </a:prstGeom>
            <a:noFill/>
            <a:ln>
              <a:noFill/>
            </a:ln>
          </p:spPr>
          <p:txBody>
            <a:bodyPr wrap="square" rtlCol="0">
              <a:spAutoFit/>
            </a:bodyPr>
            <a:lstStyle/>
            <a:p>
              <a:pPr algn="ctr"/>
              <a:r>
                <a:rPr lang="de-DE" sz="1900" b="1" dirty="0">
                  <a:solidFill>
                    <a:schemeClr val="bg1"/>
                  </a:solidFill>
                </a:rPr>
                <a:t>Teamgeist</a:t>
              </a:r>
            </a:p>
          </p:txBody>
        </p:sp>
      </p:grpSp>
      <p:grpSp>
        <p:nvGrpSpPr>
          <p:cNvPr id="23" name="Gruppieren 22">
            <a:extLst>
              <a:ext uri="{FF2B5EF4-FFF2-40B4-BE49-F238E27FC236}">
                <a16:creationId xmlns:a16="http://schemas.microsoft.com/office/drawing/2014/main" id="{DA9944D5-35AB-70B0-0823-F14562FA3919}"/>
              </a:ext>
            </a:extLst>
          </p:cNvPr>
          <p:cNvGrpSpPr/>
          <p:nvPr/>
        </p:nvGrpSpPr>
        <p:grpSpPr>
          <a:xfrm>
            <a:off x="421608" y="640916"/>
            <a:ext cx="2520000" cy="2520000"/>
            <a:chOff x="9069638" y="777956"/>
            <a:chExt cx="2520000" cy="2520000"/>
          </a:xfrm>
        </p:grpSpPr>
        <p:sp>
          <p:nvSpPr>
            <p:cNvPr id="24" name="Ellipse 23">
              <a:extLst>
                <a:ext uri="{FF2B5EF4-FFF2-40B4-BE49-F238E27FC236}">
                  <a16:creationId xmlns:a16="http://schemas.microsoft.com/office/drawing/2014/main" id="{5627F989-6262-4489-4F1F-AC06C38750A7}"/>
                </a:ext>
              </a:extLst>
            </p:cNvPr>
            <p:cNvSpPr/>
            <p:nvPr/>
          </p:nvSpPr>
          <p:spPr bwMode="auto">
            <a:xfrm>
              <a:off x="9069638" y="777956"/>
              <a:ext cx="2520000" cy="2520000"/>
            </a:xfrm>
            <a:prstGeom prst="ellipse">
              <a:avLst/>
            </a:prstGeom>
            <a:solidFill>
              <a:srgbClr val="828282"/>
            </a:solidFill>
            <a:ln w="38100" cap="flat" cmpd="sng" algn="ctr">
              <a:noFill/>
              <a:prstDash val="solid"/>
              <a:miter lim="800000"/>
              <a:headEnd type="none" w="med" len="med"/>
              <a:tailEnd type="none" w="med" len="med"/>
            </a:ln>
            <a:effectLst/>
          </p:spPr>
          <p:txBody>
            <a:bodyPr vert="horz" wrap="square" lIns="144000" tIns="144000" rIns="144000" bIns="144000" numCol="1" rtlCol="0" anchor="t" anchorCtr="0" compatLnSpc="1">
              <a:prstTxWarp prst="textNoShape">
                <a:avLst/>
              </a:prstTxWarp>
            </a:bodyPr>
            <a:lstStyle/>
            <a:p>
              <a:pPr marL="1588" algn="l" defTabSz="857250" fontAlgn="base">
                <a:spcBef>
                  <a:spcPct val="40000"/>
                </a:spcBef>
                <a:spcAft>
                  <a:spcPct val="0"/>
                </a:spcAft>
                <a:buClr>
                  <a:schemeClr val="accent1"/>
                </a:buClr>
                <a:buSzPct val="70000"/>
              </a:pPr>
              <a:endParaRPr lang="de-DE" sz="1200" dirty="0" err="1"/>
            </a:p>
          </p:txBody>
        </p:sp>
        <p:sp>
          <p:nvSpPr>
            <p:cNvPr id="25" name="Textfeld 24">
              <a:extLst>
                <a:ext uri="{FF2B5EF4-FFF2-40B4-BE49-F238E27FC236}">
                  <a16:creationId xmlns:a16="http://schemas.microsoft.com/office/drawing/2014/main" id="{D25056F0-977E-6E5E-9982-46081714BB1A}"/>
                </a:ext>
              </a:extLst>
            </p:cNvPr>
            <p:cNvSpPr txBox="1"/>
            <p:nvPr/>
          </p:nvSpPr>
          <p:spPr>
            <a:xfrm>
              <a:off x="9222038" y="1714762"/>
              <a:ext cx="2202596" cy="677108"/>
            </a:xfrm>
            <a:prstGeom prst="rect">
              <a:avLst/>
            </a:prstGeom>
            <a:noFill/>
            <a:ln>
              <a:noFill/>
            </a:ln>
          </p:spPr>
          <p:txBody>
            <a:bodyPr wrap="square" rtlCol="0">
              <a:spAutoFit/>
            </a:bodyPr>
            <a:lstStyle/>
            <a:p>
              <a:pPr algn="ctr"/>
              <a:r>
                <a:rPr lang="de-DE" sz="1900" b="1" dirty="0">
                  <a:solidFill>
                    <a:schemeClr val="bg1"/>
                  </a:solidFill>
                </a:rPr>
                <a:t>Hohe Lernbereitschaft</a:t>
              </a:r>
            </a:p>
          </p:txBody>
        </p:sp>
      </p:grpSp>
      <p:grpSp>
        <p:nvGrpSpPr>
          <p:cNvPr id="26" name="Gruppieren 25">
            <a:extLst>
              <a:ext uri="{FF2B5EF4-FFF2-40B4-BE49-F238E27FC236}">
                <a16:creationId xmlns:a16="http://schemas.microsoft.com/office/drawing/2014/main" id="{1DD73F27-EB61-0EA2-906F-4A1BFAA4395D}"/>
              </a:ext>
            </a:extLst>
          </p:cNvPr>
          <p:cNvGrpSpPr/>
          <p:nvPr/>
        </p:nvGrpSpPr>
        <p:grpSpPr>
          <a:xfrm>
            <a:off x="9265206" y="3712798"/>
            <a:ext cx="2520000" cy="2520000"/>
            <a:chOff x="9069638" y="777956"/>
            <a:chExt cx="2520000" cy="2520000"/>
          </a:xfrm>
        </p:grpSpPr>
        <p:sp>
          <p:nvSpPr>
            <p:cNvPr id="27" name="Ellipse 26">
              <a:extLst>
                <a:ext uri="{FF2B5EF4-FFF2-40B4-BE49-F238E27FC236}">
                  <a16:creationId xmlns:a16="http://schemas.microsoft.com/office/drawing/2014/main" id="{225EA8FB-28C0-B241-9D85-81A0F0FC6587}"/>
                </a:ext>
              </a:extLst>
            </p:cNvPr>
            <p:cNvSpPr/>
            <p:nvPr/>
          </p:nvSpPr>
          <p:spPr bwMode="auto">
            <a:xfrm>
              <a:off x="9069638" y="777956"/>
              <a:ext cx="2520000" cy="2520000"/>
            </a:xfrm>
            <a:prstGeom prst="ellipse">
              <a:avLst/>
            </a:prstGeom>
            <a:solidFill>
              <a:srgbClr val="828282"/>
            </a:solidFill>
            <a:ln w="38100" cap="flat" cmpd="sng" algn="ctr">
              <a:noFill/>
              <a:prstDash val="solid"/>
              <a:miter lim="800000"/>
              <a:headEnd type="none" w="med" len="med"/>
              <a:tailEnd type="none" w="med" len="med"/>
            </a:ln>
            <a:effectLst/>
          </p:spPr>
          <p:txBody>
            <a:bodyPr vert="horz" wrap="square" lIns="144000" tIns="144000" rIns="144000" bIns="144000" numCol="1" rtlCol="0" anchor="t" anchorCtr="0" compatLnSpc="1">
              <a:prstTxWarp prst="textNoShape">
                <a:avLst/>
              </a:prstTxWarp>
            </a:bodyPr>
            <a:lstStyle/>
            <a:p>
              <a:pPr marL="1588" algn="l" defTabSz="857250" fontAlgn="base">
                <a:spcBef>
                  <a:spcPct val="40000"/>
                </a:spcBef>
                <a:spcAft>
                  <a:spcPct val="0"/>
                </a:spcAft>
                <a:buClr>
                  <a:schemeClr val="accent1"/>
                </a:buClr>
                <a:buSzPct val="70000"/>
              </a:pPr>
              <a:endParaRPr lang="de-DE" sz="1200" dirty="0" err="1"/>
            </a:p>
          </p:txBody>
        </p:sp>
        <p:sp>
          <p:nvSpPr>
            <p:cNvPr id="28" name="Textfeld 27">
              <a:extLst>
                <a:ext uri="{FF2B5EF4-FFF2-40B4-BE49-F238E27FC236}">
                  <a16:creationId xmlns:a16="http://schemas.microsoft.com/office/drawing/2014/main" id="{611F7B73-1EF6-9F99-1C6B-053FA8D4A369}"/>
                </a:ext>
              </a:extLst>
            </p:cNvPr>
            <p:cNvSpPr txBox="1"/>
            <p:nvPr/>
          </p:nvSpPr>
          <p:spPr>
            <a:xfrm>
              <a:off x="9222038" y="1714762"/>
              <a:ext cx="2202596" cy="384721"/>
            </a:xfrm>
            <a:prstGeom prst="rect">
              <a:avLst/>
            </a:prstGeom>
            <a:noFill/>
            <a:ln>
              <a:noFill/>
            </a:ln>
          </p:spPr>
          <p:txBody>
            <a:bodyPr wrap="square" rtlCol="0">
              <a:spAutoFit/>
            </a:bodyPr>
            <a:lstStyle/>
            <a:p>
              <a:pPr algn="ctr"/>
              <a:r>
                <a:rPr lang="de-DE" sz="1900" b="1" dirty="0">
                  <a:solidFill>
                    <a:schemeClr val="bg1"/>
                  </a:solidFill>
                </a:rPr>
                <a:t>Zusammenhalt</a:t>
              </a:r>
            </a:p>
          </p:txBody>
        </p:sp>
      </p:grpSp>
      <p:grpSp>
        <p:nvGrpSpPr>
          <p:cNvPr id="29" name="Gruppieren 28">
            <a:extLst>
              <a:ext uri="{FF2B5EF4-FFF2-40B4-BE49-F238E27FC236}">
                <a16:creationId xmlns:a16="http://schemas.microsoft.com/office/drawing/2014/main" id="{7954A9F9-65CA-E742-352A-1C465F082D32}"/>
              </a:ext>
            </a:extLst>
          </p:cNvPr>
          <p:cNvGrpSpPr/>
          <p:nvPr/>
        </p:nvGrpSpPr>
        <p:grpSpPr>
          <a:xfrm>
            <a:off x="421608" y="3783732"/>
            <a:ext cx="2520000" cy="2520000"/>
            <a:chOff x="9069638" y="777956"/>
            <a:chExt cx="2520000" cy="2520000"/>
          </a:xfrm>
        </p:grpSpPr>
        <p:sp>
          <p:nvSpPr>
            <p:cNvPr id="30" name="Ellipse 29">
              <a:extLst>
                <a:ext uri="{FF2B5EF4-FFF2-40B4-BE49-F238E27FC236}">
                  <a16:creationId xmlns:a16="http://schemas.microsoft.com/office/drawing/2014/main" id="{7E34EAFA-1015-C5DD-7D79-8A5406E0111C}"/>
                </a:ext>
              </a:extLst>
            </p:cNvPr>
            <p:cNvSpPr/>
            <p:nvPr/>
          </p:nvSpPr>
          <p:spPr bwMode="auto">
            <a:xfrm>
              <a:off x="9069638" y="777956"/>
              <a:ext cx="2520000" cy="2520000"/>
            </a:xfrm>
            <a:prstGeom prst="ellipse">
              <a:avLst/>
            </a:prstGeom>
            <a:solidFill>
              <a:srgbClr val="828282"/>
            </a:solidFill>
            <a:ln w="38100" cap="flat" cmpd="sng" algn="ctr">
              <a:noFill/>
              <a:prstDash val="solid"/>
              <a:miter lim="800000"/>
              <a:headEnd type="none" w="med" len="med"/>
              <a:tailEnd type="none" w="med" len="med"/>
            </a:ln>
            <a:effectLst/>
          </p:spPr>
          <p:txBody>
            <a:bodyPr vert="horz" wrap="square" lIns="144000" tIns="144000" rIns="144000" bIns="144000" numCol="1" rtlCol="0" anchor="t" anchorCtr="0" compatLnSpc="1">
              <a:prstTxWarp prst="textNoShape">
                <a:avLst/>
              </a:prstTxWarp>
            </a:bodyPr>
            <a:lstStyle/>
            <a:p>
              <a:pPr marL="1588" algn="l" defTabSz="857250" fontAlgn="base">
                <a:spcBef>
                  <a:spcPct val="40000"/>
                </a:spcBef>
                <a:spcAft>
                  <a:spcPct val="0"/>
                </a:spcAft>
                <a:buClr>
                  <a:schemeClr val="accent1"/>
                </a:buClr>
                <a:buSzPct val="70000"/>
              </a:pPr>
              <a:endParaRPr lang="de-DE" sz="1200" dirty="0" err="1"/>
            </a:p>
          </p:txBody>
        </p:sp>
        <p:sp>
          <p:nvSpPr>
            <p:cNvPr id="31" name="Textfeld 30">
              <a:extLst>
                <a:ext uri="{FF2B5EF4-FFF2-40B4-BE49-F238E27FC236}">
                  <a16:creationId xmlns:a16="http://schemas.microsoft.com/office/drawing/2014/main" id="{98B0D281-DD6A-F741-0250-17DF78E270E1}"/>
                </a:ext>
              </a:extLst>
            </p:cNvPr>
            <p:cNvSpPr txBox="1"/>
            <p:nvPr/>
          </p:nvSpPr>
          <p:spPr>
            <a:xfrm>
              <a:off x="9222038" y="1714762"/>
              <a:ext cx="2202596" cy="677108"/>
            </a:xfrm>
            <a:prstGeom prst="rect">
              <a:avLst/>
            </a:prstGeom>
            <a:noFill/>
            <a:ln>
              <a:noFill/>
            </a:ln>
          </p:spPr>
          <p:txBody>
            <a:bodyPr wrap="square" rtlCol="0">
              <a:spAutoFit/>
            </a:bodyPr>
            <a:lstStyle/>
            <a:p>
              <a:pPr algn="ctr"/>
              <a:r>
                <a:rPr lang="de-DE" sz="1900" b="1" dirty="0">
                  <a:solidFill>
                    <a:schemeClr val="bg1"/>
                  </a:solidFill>
                </a:rPr>
                <a:t> Technology Enthusiast</a:t>
              </a:r>
            </a:p>
          </p:txBody>
        </p:sp>
      </p:grpSp>
      <p:cxnSp>
        <p:nvCxnSpPr>
          <p:cNvPr id="33" name="Gerade Verbindung mit Pfeil 32">
            <a:extLst>
              <a:ext uri="{FF2B5EF4-FFF2-40B4-BE49-F238E27FC236}">
                <a16:creationId xmlns:a16="http://schemas.microsoft.com/office/drawing/2014/main" id="{A1AA0CF3-300B-77ED-E7C7-CFE062CB7992}"/>
              </a:ext>
            </a:extLst>
          </p:cNvPr>
          <p:cNvCxnSpPr>
            <a:cxnSpLocks/>
          </p:cNvCxnSpPr>
          <p:nvPr/>
        </p:nvCxnSpPr>
        <p:spPr bwMode="auto">
          <a:xfrm flipV="1">
            <a:off x="2967938" y="3868118"/>
            <a:ext cx="1548430" cy="557984"/>
          </a:xfrm>
          <a:prstGeom prst="straightConnector1">
            <a:avLst/>
          </a:prstGeom>
          <a:solidFill>
            <a:schemeClr val="bg1"/>
          </a:solidFill>
          <a:ln w="57150" cap="flat" cmpd="sng" algn="ctr">
            <a:solidFill>
              <a:srgbClr val="00ABD0"/>
            </a:solidFill>
            <a:prstDash val="solid"/>
            <a:miter lim="800000"/>
            <a:headEnd type="none" w="med" len="med"/>
            <a:tailEnd type="triangle"/>
          </a:ln>
          <a:effectLst/>
        </p:spPr>
      </p:cxnSp>
      <p:cxnSp>
        <p:nvCxnSpPr>
          <p:cNvPr id="36" name="Gerade Verbindung mit Pfeil 35">
            <a:extLst>
              <a:ext uri="{FF2B5EF4-FFF2-40B4-BE49-F238E27FC236}">
                <a16:creationId xmlns:a16="http://schemas.microsoft.com/office/drawing/2014/main" id="{C7DD4EF6-9C34-16ED-17C8-CDEACFC1A5D0}"/>
              </a:ext>
            </a:extLst>
          </p:cNvPr>
          <p:cNvCxnSpPr>
            <a:cxnSpLocks/>
          </p:cNvCxnSpPr>
          <p:nvPr/>
        </p:nvCxnSpPr>
        <p:spPr bwMode="auto">
          <a:xfrm flipH="1">
            <a:off x="7584853" y="2225814"/>
            <a:ext cx="1574502" cy="585464"/>
          </a:xfrm>
          <a:prstGeom prst="straightConnector1">
            <a:avLst/>
          </a:prstGeom>
          <a:solidFill>
            <a:schemeClr val="bg1"/>
          </a:solidFill>
          <a:ln w="57150" cap="flat" cmpd="sng" algn="ctr">
            <a:solidFill>
              <a:srgbClr val="00ABD0"/>
            </a:solidFill>
            <a:prstDash val="solid"/>
            <a:miter lim="800000"/>
            <a:headEnd type="none" w="med" len="med"/>
            <a:tailEnd type="triangle"/>
          </a:ln>
          <a:effectLst/>
        </p:spPr>
      </p:cxnSp>
      <p:cxnSp>
        <p:nvCxnSpPr>
          <p:cNvPr id="40" name="Gerade Verbindung mit Pfeil 39">
            <a:extLst>
              <a:ext uri="{FF2B5EF4-FFF2-40B4-BE49-F238E27FC236}">
                <a16:creationId xmlns:a16="http://schemas.microsoft.com/office/drawing/2014/main" id="{44871238-5118-DAD9-4358-BDC639BC1C42}"/>
              </a:ext>
            </a:extLst>
          </p:cNvPr>
          <p:cNvCxnSpPr>
            <a:cxnSpLocks/>
          </p:cNvCxnSpPr>
          <p:nvPr/>
        </p:nvCxnSpPr>
        <p:spPr bwMode="auto">
          <a:xfrm flipH="1" flipV="1">
            <a:off x="7584853" y="3976756"/>
            <a:ext cx="1489972" cy="585043"/>
          </a:xfrm>
          <a:prstGeom prst="straightConnector1">
            <a:avLst/>
          </a:prstGeom>
          <a:solidFill>
            <a:schemeClr val="bg1"/>
          </a:solidFill>
          <a:ln w="57150" cap="flat" cmpd="sng" algn="ctr">
            <a:solidFill>
              <a:srgbClr val="00ABD0"/>
            </a:solidFill>
            <a:prstDash val="solid"/>
            <a:miter lim="800000"/>
            <a:headEnd type="none" w="med" len="med"/>
            <a:tailEnd type="triangle"/>
          </a:ln>
          <a:effectLst/>
        </p:spPr>
      </p:cxnSp>
      <p:cxnSp>
        <p:nvCxnSpPr>
          <p:cNvPr id="43" name="Gerade Verbindung mit Pfeil 42">
            <a:extLst>
              <a:ext uri="{FF2B5EF4-FFF2-40B4-BE49-F238E27FC236}">
                <a16:creationId xmlns:a16="http://schemas.microsoft.com/office/drawing/2014/main" id="{9EC73226-0DE1-986A-761E-CC1CC3FE46D6}"/>
              </a:ext>
            </a:extLst>
          </p:cNvPr>
          <p:cNvCxnSpPr>
            <a:cxnSpLocks/>
          </p:cNvCxnSpPr>
          <p:nvPr/>
        </p:nvCxnSpPr>
        <p:spPr bwMode="auto">
          <a:xfrm>
            <a:off x="3134591" y="2225814"/>
            <a:ext cx="1381777" cy="586392"/>
          </a:xfrm>
          <a:prstGeom prst="straightConnector1">
            <a:avLst/>
          </a:prstGeom>
          <a:solidFill>
            <a:schemeClr val="bg1"/>
          </a:solidFill>
          <a:ln w="57150" cap="flat" cmpd="sng" algn="ctr">
            <a:solidFill>
              <a:srgbClr val="00ABD0"/>
            </a:solidFill>
            <a:prstDash val="solid"/>
            <a:miter lim="800000"/>
            <a:headEnd type="none" w="med" len="med"/>
            <a:tailEnd type="triangle"/>
          </a:ln>
          <a:effectLst/>
        </p:spPr>
      </p:cxnSp>
      <p:sp>
        <p:nvSpPr>
          <p:cNvPr id="47" name="Rechteck 46">
            <a:extLst>
              <a:ext uri="{FF2B5EF4-FFF2-40B4-BE49-F238E27FC236}">
                <a16:creationId xmlns:a16="http://schemas.microsoft.com/office/drawing/2014/main" id="{96C144DC-9081-8929-0CDF-4C5EA83B3ACA}"/>
              </a:ext>
            </a:extLst>
          </p:cNvPr>
          <p:cNvSpPr/>
          <p:nvPr/>
        </p:nvSpPr>
        <p:spPr bwMode="auto">
          <a:xfrm>
            <a:off x="4366936" y="5300127"/>
            <a:ext cx="3202053" cy="2479373"/>
          </a:xfrm>
          <a:prstGeom prst="rect">
            <a:avLst/>
          </a:prstGeom>
          <a:solidFill>
            <a:srgbClr val="FFFF00"/>
          </a:solidFill>
          <a:ln w="9525" cap="flat" cmpd="sng" algn="ctr">
            <a:solidFill>
              <a:schemeClr val="accent3"/>
            </a:solidFill>
            <a:prstDash val="solid"/>
            <a:miter lim="800000"/>
            <a:headEnd type="none" w="med" len="med"/>
            <a:tailEnd type="none" w="med" len="med"/>
          </a:ln>
          <a:effectLst/>
        </p:spPr>
        <p:txBody>
          <a:bodyPr vert="horz" wrap="square" lIns="144000" tIns="144000" rIns="144000" bIns="144000" numCol="1" rtlCol="0" anchor="t" anchorCtr="0" compatLnSpc="1">
            <a:prstTxWarp prst="textNoShape">
              <a:avLst/>
            </a:prstTxWarp>
          </a:bodyPr>
          <a:lstStyle/>
          <a:p>
            <a:pPr marL="1588" algn="l" defTabSz="857250" fontAlgn="base">
              <a:spcBef>
                <a:spcPct val="40000"/>
              </a:spcBef>
              <a:spcAft>
                <a:spcPct val="0"/>
              </a:spcAft>
              <a:buClr>
                <a:schemeClr val="accent1"/>
              </a:buClr>
              <a:buSzPct val="70000"/>
            </a:pPr>
            <a:r>
              <a:rPr lang="de-DE" sz="1800" dirty="0"/>
              <a:t>Alternative zu Folie 6</a:t>
            </a:r>
          </a:p>
        </p:txBody>
      </p:sp>
    </p:spTree>
    <p:extLst>
      <p:ext uri="{BB962C8B-B14F-4D97-AF65-F5344CB8AC3E}">
        <p14:creationId xmlns:p14="http://schemas.microsoft.com/office/powerpoint/2010/main" val="42127937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effectLst/>
      </p:bgPr>
    </p:bg>
    <p:spTree>
      <p:nvGrpSpPr>
        <p:cNvPr id="1" name="">
          <a:extLst>
            <a:ext uri="{FF2B5EF4-FFF2-40B4-BE49-F238E27FC236}">
              <a16:creationId xmlns:a16="http://schemas.microsoft.com/office/drawing/2014/main" id="{21C8B8DB-53CA-D524-FD0F-46804761F133}"/>
            </a:ext>
          </a:extLst>
        </p:cNvPr>
        <p:cNvGrpSpPr/>
        <p:nvPr/>
      </p:nvGrpSpPr>
      <p:grpSpPr>
        <a:xfrm>
          <a:off x="0" y="0"/>
          <a:ext cx="0" cy="0"/>
          <a:chOff x="0" y="0"/>
          <a:chExt cx="0" cy="0"/>
        </a:xfrm>
      </p:grpSpPr>
      <p:pic>
        <p:nvPicPr>
          <p:cNvPr id="2052" name="Picture 4" descr="4NE1 – Dein humanoider Helfer für Arbeit und Alltag | NEURA">
            <a:extLst>
              <a:ext uri="{FF2B5EF4-FFF2-40B4-BE49-F238E27FC236}">
                <a16:creationId xmlns:a16="http://schemas.microsoft.com/office/drawing/2014/main" id="{BAEA7ED5-2C52-FDF1-F511-4AB0234A47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el 1">
            <a:extLst>
              <a:ext uri="{FF2B5EF4-FFF2-40B4-BE49-F238E27FC236}">
                <a16:creationId xmlns:a16="http://schemas.microsoft.com/office/drawing/2014/main" id="{273B023D-6234-4DE2-3B1B-330E47CC01DF}"/>
              </a:ext>
            </a:extLst>
          </p:cNvPr>
          <p:cNvSpPr>
            <a:spLocks noGrp="1"/>
          </p:cNvSpPr>
          <p:nvPr>
            <p:ph type="ctrTitle"/>
          </p:nvPr>
        </p:nvSpPr>
        <p:spPr>
          <a:xfrm>
            <a:off x="203200" y="889000"/>
            <a:ext cx="7620000" cy="2387600"/>
          </a:xfrm>
        </p:spPr>
        <p:txBody>
          <a:bodyPr/>
          <a:lstStyle/>
          <a:p>
            <a:pPr>
              <a:spcBef>
                <a:spcPts val="3000"/>
              </a:spcBef>
              <a:spcAft>
                <a:spcPts val="1800"/>
              </a:spcAft>
            </a:pPr>
            <a:r>
              <a:rPr lang="de-DE" dirty="0">
                <a:solidFill>
                  <a:srgbClr val="FFFFFF"/>
                </a:solidFill>
              </a:rPr>
              <a:t>Vielen Dank!</a:t>
            </a:r>
            <a:br>
              <a:rPr lang="de-DE" dirty="0">
                <a:solidFill>
                  <a:srgbClr val="FFFFFF"/>
                </a:solidFill>
              </a:rPr>
            </a:br>
            <a:br>
              <a:rPr lang="de-DE" dirty="0">
                <a:solidFill>
                  <a:srgbClr val="FFFFFF"/>
                </a:solidFill>
              </a:rPr>
            </a:br>
            <a:r>
              <a:rPr lang="de-DE" sz="2800" b="0" dirty="0">
                <a:solidFill>
                  <a:srgbClr val="FFFFFF"/>
                </a:solidFill>
              </a:rPr>
              <a:t>Gibt es Fragen?</a:t>
            </a:r>
            <a:endParaRPr lang="de-DE" sz="2800" b="0" dirty="0"/>
          </a:p>
        </p:txBody>
      </p:sp>
      <p:sp>
        <p:nvSpPr>
          <p:cNvPr id="9" name="AutoShape 2" descr="NEURA Robotics | Die Zukunft der intelligenten Robotik">
            <a:extLst>
              <a:ext uri="{FF2B5EF4-FFF2-40B4-BE49-F238E27FC236}">
                <a16:creationId xmlns:a16="http://schemas.microsoft.com/office/drawing/2014/main" id="{BBAA153E-2140-9C00-FEAB-F5FDE73918E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spTree>
    <p:extLst>
      <p:ext uri="{BB962C8B-B14F-4D97-AF65-F5344CB8AC3E}">
        <p14:creationId xmlns:p14="http://schemas.microsoft.com/office/powerpoint/2010/main" val="7127892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00C28-AD1A-A1A3-DF81-2D681939AAE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8DD8840-9EA0-64E9-CCBA-9DF981D4B1E6}"/>
              </a:ext>
            </a:extLst>
          </p:cNvPr>
          <p:cNvSpPr>
            <a:spLocks noGrp="1"/>
          </p:cNvSpPr>
          <p:nvPr>
            <p:ph type="ctrTitle"/>
          </p:nvPr>
        </p:nvSpPr>
        <p:spPr>
          <a:xfrm>
            <a:off x="1524000" y="13008"/>
            <a:ext cx="9144000" cy="477837"/>
          </a:xfrm>
          <a:ln>
            <a:noFill/>
          </a:ln>
        </p:spPr>
        <p:txBody>
          <a:bodyPr>
            <a:normAutofit/>
          </a:bodyPr>
          <a:lstStyle/>
          <a:p>
            <a:r>
              <a:rPr lang="de-DE" sz="2400" b="1" dirty="0">
                <a:solidFill>
                  <a:srgbClr val="00ABD0"/>
                </a:solidFill>
              </a:rPr>
              <a:t>Mein Weg zu NEURA Robotics – vielfältig und herausfordernd</a:t>
            </a:r>
          </a:p>
        </p:txBody>
      </p:sp>
      <p:cxnSp>
        <p:nvCxnSpPr>
          <p:cNvPr id="8" name="Gerader Verbinder 7">
            <a:extLst>
              <a:ext uri="{FF2B5EF4-FFF2-40B4-BE49-F238E27FC236}">
                <a16:creationId xmlns:a16="http://schemas.microsoft.com/office/drawing/2014/main" id="{9960A5B7-C526-DA41-7A9E-4E0BC3F88455}"/>
              </a:ext>
            </a:extLst>
          </p:cNvPr>
          <p:cNvCxnSpPr/>
          <p:nvPr/>
        </p:nvCxnSpPr>
        <p:spPr>
          <a:xfrm>
            <a:off x="-38100" y="533400"/>
            <a:ext cx="12433300" cy="0"/>
          </a:xfrm>
          <a:prstGeom prst="line">
            <a:avLst/>
          </a:prstGeom>
          <a:ln>
            <a:solidFill>
              <a:srgbClr val="00ABD0"/>
            </a:solidFill>
          </a:ln>
          <a:effectLst/>
        </p:spPr>
        <p:style>
          <a:lnRef idx="2">
            <a:schemeClr val="accent1"/>
          </a:lnRef>
          <a:fillRef idx="0">
            <a:schemeClr val="accent1"/>
          </a:fillRef>
          <a:effectRef idx="1">
            <a:schemeClr val="accent1"/>
          </a:effectRef>
          <a:fontRef idx="minor">
            <a:schemeClr val="tx1"/>
          </a:fontRef>
        </p:style>
      </p:cxnSp>
      <p:cxnSp>
        <p:nvCxnSpPr>
          <p:cNvPr id="6" name="Gerader Verbinder 5">
            <a:extLst>
              <a:ext uri="{FF2B5EF4-FFF2-40B4-BE49-F238E27FC236}">
                <a16:creationId xmlns:a16="http://schemas.microsoft.com/office/drawing/2014/main" id="{2A89F2CB-6C7A-F4B3-2CF1-2A247E5FAE81}"/>
              </a:ext>
            </a:extLst>
          </p:cNvPr>
          <p:cNvCxnSpPr/>
          <p:nvPr/>
        </p:nvCxnSpPr>
        <p:spPr>
          <a:xfrm>
            <a:off x="-76200" y="6453803"/>
            <a:ext cx="12433300" cy="0"/>
          </a:xfrm>
          <a:prstGeom prst="line">
            <a:avLst/>
          </a:prstGeom>
          <a:ln>
            <a:solidFill>
              <a:srgbClr val="00ABD0"/>
            </a:solidFill>
          </a:ln>
          <a:effectLst/>
        </p:spPr>
        <p:style>
          <a:lnRef idx="2">
            <a:schemeClr val="accent1"/>
          </a:lnRef>
          <a:fillRef idx="0">
            <a:schemeClr val="accent1"/>
          </a:fillRef>
          <a:effectRef idx="1">
            <a:schemeClr val="accent1"/>
          </a:effectRef>
          <a:fontRef idx="minor">
            <a:schemeClr val="tx1"/>
          </a:fontRef>
        </p:style>
      </p:cxnSp>
      <p:sp>
        <p:nvSpPr>
          <p:cNvPr id="9" name="Rechteck 8">
            <a:extLst>
              <a:ext uri="{FF2B5EF4-FFF2-40B4-BE49-F238E27FC236}">
                <a16:creationId xmlns:a16="http://schemas.microsoft.com/office/drawing/2014/main" id="{BF5EFB50-3B8E-4732-5759-B080DA5AD04A}"/>
              </a:ext>
            </a:extLst>
          </p:cNvPr>
          <p:cNvSpPr/>
          <p:nvPr/>
        </p:nvSpPr>
        <p:spPr>
          <a:xfrm>
            <a:off x="4908550" y="6559527"/>
            <a:ext cx="2374900" cy="289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rgbClr val="00ABD0"/>
                </a:solidFill>
              </a:rPr>
              <a:t>Svenja Pirsch </a:t>
            </a:r>
          </a:p>
        </p:txBody>
      </p:sp>
      <p:sp>
        <p:nvSpPr>
          <p:cNvPr id="56" name="Textfeld 55">
            <a:extLst>
              <a:ext uri="{FF2B5EF4-FFF2-40B4-BE49-F238E27FC236}">
                <a16:creationId xmlns:a16="http://schemas.microsoft.com/office/drawing/2014/main" id="{A4509284-53F2-0137-9564-7EC3BFE61571}"/>
              </a:ext>
            </a:extLst>
          </p:cNvPr>
          <p:cNvSpPr txBox="1"/>
          <p:nvPr/>
        </p:nvSpPr>
        <p:spPr>
          <a:xfrm>
            <a:off x="342012" y="4756133"/>
            <a:ext cx="5105400" cy="1140934"/>
          </a:xfrm>
          <a:prstGeom prst="rect">
            <a:avLst/>
          </a:prstGeom>
          <a:noFill/>
        </p:spPr>
        <p:txBody>
          <a:bodyPr wrap="square" rtlCol="0">
            <a:spAutoFit/>
          </a:bodyPr>
          <a:lstStyle/>
          <a:p>
            <a:r>
              <a:rPr lang="de-DE" b="1" dirty="0">
                <a:solidFill>
                  <a:schemeClr val="bg1"/>
                </a:solidFill>
              </a:rPr>
              <a:t>Selbstständigkeit im E-Commerce</a:t>
            </a:r>
          </a:p>
          <a:p>
            <a:pPr marL="285750" indent="-285750">
              <a:buFont typeface="Arial" panose="020B0604020202020204" pitchFamily="34" charset="0"/>
              <a:buChar char="•"/>
            </a:pPr>
            <a:r>
              <a:rPr lang="de-DE" sz="1400" dirty="0">
                <a:solidFill>
                  <a:schemeClr val="bg1"/>
                </a:solidFill>
              </a:rPr>
              <a:t>Verantwortung für die gesamte Wertschöpfungskette übernommen</a:t>
            </a:r>
          </a:p>
          <a:p>
            <a:pPr marL="285750" indent="-285750">
              <a:buFont typeface="Arial" panose="020B0604020202020204" pitchFamily="34" charset="0"/>
              <a:buChar char="•"/>
            </a:pPr>
            <a:r>
              <a:rPr lang="de-DE" sz="1400" dirty="0">
                <a:solidFill>
                  <a:schemeClr val="bg1"/>
                </a:solidFill>
              </a:rPr>
              <a:t>Digitale Geschäftsmodelle kennengelernt und Leidenschaft für Digitalisierung entwickelt</a:t>
            </a:r>
          </a:p>
        </p:txBody>
      </p:sp>
      <p:grpSp>
        <p:nvGrpSpPr>
          <p:cNvPr id="48" name="Gruppieren 47">
            <a:extLst>
              <a:ext uri="{FF2B5EF4-FFF2-40B4-BE49-F238E27FC236}">
                <a16:creationId xmlns:a16="http://schemas.microsoft.com/office/drawing/2014/main" id="{90E5D71E-39D5-D58E-D1C0-C6FAC4F0298B}"/>
              </a:ext>
            </a:extLst>
          </p:cNvPr>
          <p:cNvGrpSpPr/>
          <p:nvPr/>
        </p:nvGrpSpPr>
        <p:grpSpPr>
          <a:xfrm>
            <a:off x="342012" y="739655"/>
            <a:ext cx="5105400" cy="1714946"/>
            <a:chOff x="139702" y="3462518"/>
            <a:chExt cx="11912598" cy="1077552"/>
          </a:xfrm>
          <a:solidFill>
            <a:srgbClr val="828282"/>
          </a:solidFill>
        </p:grpSpPr>
        <p:sp>
          <p:nvSpPr>
            <p:cNvPr id="49" name="Rechteck: abgerundete Ecken 48">
              <a:extLst>
                <a:ext uri="{FF2B5EF4-FFF2-40B4-BE49-F238E27FC236}">
                  <a16:creationId xmlns:a16="http://schemas.microsoft.com/office/drawing/2014/main" id="{6855397D-BCD6-8845-6444-DB4C7D5DF271}"/>
                </a:ext>
              </a:extLst>
            </p:cNvPr>
            <p:cNvSpPr/>
            <p:nvPr/>
          </p:nvSpPr>
          <p:spPr>
            <a:xfrm>
              <a:off x="139702" y="3462518"/>
              <a:ext cx="11912598" cy="1077552"/>
            </a:xfrm>
            <a:prstGeom prst="roundRect">
              <a:avLst/>
            </a:prstGeom>
            <a:grp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rgbClr val="828282"/>
                </a:solidFill>
              </a:endParaRPr>
            </a:p>
          </p:txBody>
        </p:sp>
        <p:sp>
          <p:nvSpPr>
            <p:cNvPr id="50" name="Textfeld 49">
              <a:extLst>
                <a:ext uri="{FF2B5EF4-FFF2-40B4-BE49-F238E27FC236}">
                  <a16:creationId xmlns:a16="http://schemas.microsoft.com/office/drawing/2014/main" id="{A71ABA81-B662-45B1-005F-BA9CE49E67D2}"/>
                </a:ext>
              </a:extLst>
            </p:cNvPr>
            <p:cNvSpPr txBox="1"/>
            <p:nvPr/>
          </p:nvSpPr>
          <p:spPr>
            <a:xfrm>
              <a:off x="139702" y="3551418"/>
              <a:ext cx="11912598" cy="676848"/>
            </a:xfrm>
            <a:prstGeom prst="rect">
              <a:avLst/>
            </a:prstGeom>
            <a:noFill/>
            <a:ln>
              <a:noFill/>
            </a:ln>
          </p:spPr>
          <p:txBody>
            <a:bodyPr wrap="square" rtlCol="0">
              <a:spAutoFit/>
            </a:bodyPr>
            <a:lstStyle/>
            <a:p>
              <a:endParaRPr lang="de-DE" sz="1600" b="1" dirty="0">
                <a:solidFill>
                  <a:schemeClr val="bg1"/>
                </a:solidFill>
              </a:endParaRPr>
            </a:p>
            <a:p>
              <a:pPr marL="285750" indent="-285750">
                <a:buFont typeface="Arial" panose="020B0604020202020204" pitchFamily="34" charset="0"/>
                <a:buChar char="•"/>
              </a:pPr>
              <a:r>
                <a:rPr lang="de-DE" sz="1600" dirty="0">
                  <a:solidFill>
                    <a:schemeClr val="bg1"/>
                  </a:solidFill>
                </a:rPr>
                <a:t>Internationale BWL und VWL Grundlagen gelernt </a:t>
              </a:r>
            </a:p>
            <a:p>
              <a:pPr marL="285750" indent="-285750">
                <a:buFont typeface="Arial" panose="020B0604020202020204" pitchFamily="34" charset="0"/>
                <a:buChar char="•"/>
              </a:pPr>
              <a:r>
                <a:rPr lang="de-DE" sz="1600" dirty="0">
                  <a:solidFill>
                    <a:schemeClr val="bg1"/>
                  </a:solidFill>
                </a:rPr>
                <a:t>Wunsch eigenständig zu Arbeiten und Verantwortung zu übernehmen</a:t>
              </a:r>
            </a:p>
          </p:txBody>
        </p:sp>
      </p:grpSp>
      <p:sp>
        <p:nvSpPr>
          <p:cNvPr id="59" name="Ellipse 58">
            <a:extLst>
              <a:ext uri="{FF2B5EF4-FFF2-40B4-BE49-F238E27FC236}">
                <a16:creationId xmlns:a16="http://schemas.microsoft.com/office/drawing/2014/main" id="{60EF86E2-A2C3-F1C5-F15B-C525903F7BE2}"/>
              </a:ext>
            </a:extLst>
          </p:cNvPr>
          <p:cNvSpPr/>
          <p:nvPr/>
        </p:nvSpPr>
        <p:spPr>
          <a:xfrm>
            <a:off x="299677" y="640090"/>
            <a:ext cx="540000" cy="540000"/>
          </a:xfrm>
          <a:prstGeom prst="ellipse">
            <a:avLst/>
          </a:prstGeom>
          <a:solidFill>
            <a:srgbClr val="00ABD0"/>
          </a:solidFill>
          <a:ln>
            <a:solidFill>
              <a:srgbClr val="00AB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000" b="1" dirty="0"/>
              <a:t>1</a:t>
            </a:r>
          </a:p>
        </p:txBody>
      </p:sp>
      <p:sp>
        <p:nvSpPr>
          <p:cNvPr id="60" name="Textfeld 59">
            <a:extLst>
              <a:ext uri="{FF2B5EF4-FFF2-40B4-BE49-F238E27FC236}">
                <a16:creationId xmlns:a16="http://schemas.microsoft.com/office/drawing/2014/main" id="{14E2197B-B22E-5785-3A74-AF7B8A166BB6}"/>
              </a:ext>
            </a:extLst>
          </p:cNvPr>
          <p:cNvSpPr txBox="1"/>
          <p:nvPr/>
        </p:nvSpPr>
        <p:spPr>
          <a:xfrm>
            <a:off x="905524" y="765894"/>
            <a:ext cx="4475931" cy="384721"/>
          </a:xfrm>
          <a:prstGeom prst="rect">
            <a:avLst/>
          </a:prstGeom>
          <a:noFill/>
        </p:spPr>
        <p:txBody>
          <a:bodyPr wrap="square" rtlCol="0">
            <a:spAutoFit/>
          </a:bodyPr>
          <a:lstStyle/>
          <a:p>
            <a:r>
              <a:rPr lang="de-DE" sz="1900" b="1" dirty="0">
                <a:solidFill>
                  <a:schemeClr val="bg1"/>
                </a:solidFill>
              </a:rPr>
              <a:t>Jakob-Friedrich-Schöllkopf Schule:</a:t>
            </a:r>
            <a:endParaRPr lang="de-DE" sz="1900" dirty="0"/>
          </a:p>
        </p:txBody>
      </p:sp>
      <p:grpSp>
        <p:nvGrpSpPr>
          <p:cNvPr id="68" name="Gruppieren 67">
            <a:extLst>
              <a:ext uri="{FF2B5EF4-FFF2-40B4-BE49-F238E27FC236}">
                <a16:creationId xmlns:a16="http://schemas.microsoft.com/office/drawing/2014/main" id="{4E7FDBF7-4AFA-098F-99FC-43B0705BA09A}"/>
              </a:ext>
            </a:extLst>
          </p:cNvPr>
          <p:cNvGrpSpPr/>
          <p:nvPr/>
        </p:nvGrpSpPr>
        <p:grpSpPr>
          <a:xfrm>
            <a:off x="342012" y="2656384"/>
            <a:ext cx="5105400" cy="1714946"/>
            <a:chOff x="139702" y="3462518"/>
            <a:chExt cx="11912598" cy="1077552"/>
          </a:xfrm>
          <a:solidFill>
            <a:srgbClr val="828282"/>
          </a:solidFill>
        </p:grpSpPr>
        <p:sp>
          <p:nvSpPr>
            <p:cNvPr id="71" name="Rechteck: abgerundete Ecken 70">
              <a:extLst>
                <a:ext uri="{FF2B5EF4-FFF2-40B4-BE49-F238E27FC236}">
                  <a16:creationId xmlns:a16="http://schemas.microsoft.com/office/drawing/2014/main" id="{0C06B490-028E-A07E-9655-B9D2120483CB}"/>
                </a:ext>
              </a:extLst>
            </p:cNvPr>
            <p:cNvSpPr/>
            <p:nvPr/>
          </p:nvSpPr>
          <p:spPr>
            <a:xfrm>
              <a:off x="139702" y="3462518"/>
              <a:ext cx="11912598" cy="1077552"/>
            </a:xfrm>
            <a:prstGeom prst="roundRect">
              <a:avLst/>
            </a:prstGeom>
            <a:grpFill/>
            <a:ln w="38100">
              <a:solidFill>
                <a:srgbClr val="8080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2" name="Textfeld 71">
              <a:extLst>
                <a:ext uri="{FF2B5EF4-FFF2-40B4-BE49-F238E27FC236}">
                  <a16:creationId xmlns:a16="http://schemas.microsoft.com/office/drawing/2014/main" id="{0428C728-B3F3-40CB-E897-6EABA8081D34}"/>
                </a:ext>
              </a:extLst>
            </p:cNvPr>
            <p:cNvSpPr txBox="1"/>
            <p:nvPr/>
          </p:nvSpPr>
          <p:spPr>
            <a:xfrm>
              <a:off x="139702" y="3551418"/>
              <a:ext cx="11912598" cy="676848"/>
            </a:xfrm>
            <a:prstGeom prst="rect">
              <a:avLst/>
            </a:prstGeom>
            <a:noFill/>
            <a:ln>
              <a:noFill/>
            </a:ln>
          </p:spPr>
          <p:txBody>
            <a:bodyPr wrap="square" rtlCol="0">
              <a:spAutoFit/>
            </a:bodyPr>
            <a:lstStyle/>
            <a:p>
              <a:endParaRPr lang="de-DE" sz="1600" dirty="0">
                <a:solidFill>
                  <a:schemeClr val="bg1"/>
                </a:solidFill>
              </a:endParaRPr>
            </a:p>
            <a:p>
              <a:pPr marL="285750" indent="-285750">
                <a:buFont typeface="Arial" panose="020B0604020202020204" pitchFamily="34" charset="0"/>
                <a:buChar char="•"/>
              </a:pPr>
              <a:r>
                <a:rPr lang="de-DE" sz="1600" dirty="0">
                  <a:solidFill>
                    <a:schemeClr val="bg1"/>
                  </a:solidFill>
                </a:rPr>
                <a:t>Zukunftsorientiertes Studium, um Unternehmen bei der digitalen Transformation zu begleiten</a:t>
              </a:r>
            </a:p>
            <a:p>
              <a:pPr marL="285750" indent="-285750">
                <a:buFont typeface="Arial" panose="020B0604020202020204" pitchFamily="34" charset="0"/>
                <a:buChar char="•"/>
              </a:pPr>
              <a:r>
                <a:rPr lang="de-DE" sz="1600" dirty="0">
                  <a:solidFill>
                    <a:schemeClr val="bg1"/>
                  </a:solidFill>
                </a:rPr>
                <a:t>Praxiserfahrung sammeln, um Theorie zu ergänzen</a:t>
              </a:r>
            </a:p>
          </p:txBody>
        </p:sp>
      </p:grpSp>
      <p:sp>
        <p:nvSpPr>
          <p:cNvPr id="69" name="Ellipse 68">
            <a:extLst>
              <a:ext uri="{FF2B5EF4-FFF2-40B4-BE49-F238E27FC236}">
                <a16:creationId xmlns:a16="http://schemas.microsoft.com/office/drawing/2014/main" id="{8C22797D-03A4-359D-B017-8012734F8B1B}"/>
              </a:ext>
            </a:extLst>
          </p:cNvPr>
          <p:cNvSpPr/>
          <p:nvPr/>
        </p:nvSpPr>
        <p:spPr>
          <a:xfrm>
            <a:off x="299677" y="2556819"/>
            <a:ext cx="540000" cy="540000"/>
          </a:xfrm>
          <a:prstGeom prst="ellipse">
            <a:avLst/>
          </a:prstGeom>
          <a:solidFill>
            <a:srgbClr val="00ABD0"/>
          </a:solidFill>
          <a:ln>
            <a:solidFill>
              <a:srgbClr val="00AB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000" b="1" dirty="0"/>
              <a:t>3</a:t>
            </a:r>
          </a:p>
        </p:txBody>
      </p:sp>
      <p:sp>
        <p:nvSpPr>
          <p:cNvPr id="70" name="Textfeld 69">
            <a:extLst>
              <a:ext uri="{FF2B5EF4-FFF2-40B4-BE49-F238E27FC236}">
                <a16:creationId xmlns:a16="http://schemas.microsoft.com/office/drawing/2014/main" id="{DB6EE80B-AD9C-5ED5-6344-CBC2EBF3558B}"/>
              </a:ext>
            </a:extLst>
          </p:cNvPr>
          <p:cNvSpPr txBox="1"/>
          <p:nvPr/>
        </p:nvSpPr>
        <p:spPr>
          <a:xfrm>
            <a:off x="905524" y="2682623"/>
            <a:ext cx="4267610" cy="384721"/>
          </a:xfrm>
          <a:prstGeom prst="rect">
            <a:avLst/>
          </a:prstGeom>
          <a:solidFill>
            <a:srgbClr val="828282"/>
          </a:solidFill>
        </p:spPr>
        <p:txBody>
          <a:bodyPr wrap="square" rtlCol="0">
            <a:spAutoFit/>
          </a:bodyPr>
          <a:lstStyle/>
          <a:p>
            <a:r>
              <a:rPr lang="de-DE" sz="1900" b="1" dirty="0">
                <a:solidFill>
                  <a:schemeClr val="bg1"/>
                </a:solidFill>
              </a:rPr>
              <a:t>Digital Business Management:</a:t>
            </a:r>
          </a:p>
        </p:txBody>
      </p:sp>
      <p:grpSp>
        <p:nvGrpSpPr>
          <p:cNvPr id="73" name="Gruppieren 72">
            <a:extLst>
              <a:ext uri="{FF2B5EF4-FFF2-40B4-BE49-F238E27FC236}">
                <a16:creationId xmlns:a16="http://schemas.microsoft.com/office/drawing/2014/main" id="{A251B3FE-2C05-ED14-3BD9-47F10C2FAC23}"/>
              </a:ext>
            </a:extLst>
          </p:cNvPr>
          <p:cNvGrpSpPr/>
          <p:nvPr/>
        </p:nvGrpSpPr>
        <p:grpSpPr>
          <a:xfrm>
            <a:off x="299677" y="4473548"/>
            <a:ext cx="5147735" cy="1814511"/>
            <a:chOff x="299677" y="640090"/>
            <a:chExt cx="5147735" cy="1814511"/>
          </a:xfrm>
        </p:grpSpPr>
        <p:grpSp>
          <p:nvGrpSpPr>
            <p:cNvPr id="74" name="Gruppieren 73">
              <a:extLst>
                <a:ext uri="{FF2B5EF4-FFF2-40B4-BE49-F238E27FC236}">
                  <a16:creationId xmlns:a16="http://schemas.microsoft.com/office/drawing/2014/main" id="{6161A0DC-CB73-1740-3C7A-7B725012738D}"/>
                </a:ext>
              </a:extLst>
            </p:cNvPr>
            <p:cNvGrpSpPr/>
            <p:nvPr/>
          </p:nvGrpSpPr>
          <p:grpSpPr>
            <a:xfrm>
              <a:off x="342012" y="739655"/>
              <a:ext cx="5105400" cy="1714946"/>
              <a:chOff x="139702" y="3462518"/>
              <a:chExt cx="11912598" cy="1077552"/>
            </a:xfrm>
          </p:grpSpPr>
          <p:sp>
            <p:nvSpPr>
              <p:cNvPr id="77" name="Rechteck: abgerundete Ecken 76">
                <a:extLst>
                  <a:ext uri="{FF2B5EF4-FFF2-40B4-BE49-F238E27FC236}">
                    <a16:creationId xmlns:a16="http://schemas.microsoft.com/office/drawing/2014/main" id="{17E3FAE3-500E-DF74-9CCA-0ECB8ABD36F9}"/>
                  </a:ext>
                </a:extLst>
              </p:cNvPr>
              <p:cNvSpPr/>
              <p:nvPr/>
            </p:nvSpPr>
            <p:spPr>
              <a:xfrm>
                <a:off x="139702" y="3462518"/>
                <a:ext cx="11912598" cy="1077552"/>
              </a:xfrm>
              <a:prstGeom prst="roundRect">
                <a:avLst/>
              </a:prstGeom>
              <a:solidFill>
                <a:srgbClr val="828282"/>
              </a:solidFill>
              <a:ln w="38100">
                <a:solidFill>
                  <a:srgbClr val="8282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8" name="Textfeld 77">
                <a:extLst>
                  <a:ext uri="{FF2B5EF4-FFF2-40B4-BE49-F238E27FC236}">
                    <a16:creationId xmlns:a16="http://schemas.microsoft.com/office/drawing/2014/main" id="{F1C84F74-451E-E66E-2D54-0C122BC9E778}"/>
                  </a:ext>
                </a:extLst>
              </p:cNvPr>
              <p:cNvSpPr txBox="1"/>
              <p:nvPr/>
            </p:nvSpPr>
            <p:spPr>
              <a:xfrm>
                <a:off x="139702" y="3551418"/>
                <a:ext cx="11912598" cy="676848"/>
              </a:xfrm>
              <a:prstGeom prst="rect">
                <a:avLst/>
              </a:prstGeom>
              <a:noFill/>
            </p:spPr>
            <p:txBody>
              <a:bodyPr wrap="square" rtlCol="0">
                <a:spAutoFit/>
              </a:bodyPr>
              <a:lstStyle/>
              <a:p>
                <a:endParaRPr lang="de-DE" sz="1600" b="1" dirty="0">
                  <a:solidFill>
                    <a:schemeClr val="bg1"/>
                  </a:solidFill>
                </a:endParaRPr>
              </a:p>
              <a:p>
                <a:pPr marL="285750" indent="-285750">
                  <a:buFont typeface="Arial" panose="020B0604020202020204" pitchFamily="34" charset="0"/>
                  <a:buChar char="•"/>
                </a:pPr>
                <a:r>
                  <a:rPr lang="de-DE" sz="1600" dirty="0">
                    <a:solidFill>
                      <a:schemeClr val="bg1"/>
                    </a:solidFill>
                  </a:rPr>
                  <a:t>Strategiearbeit kennengelernt und Roadmap für die interne KI-Strategie entwickelt</a:t>
                </a:r>
              </a:p>
              <a:p>
                <a:pPr marL="285750" indent="-285750">
                  <a:buFont typeface="Arial" panose="020B0604020202020204" pitchFamily="34" charset="0"/>
                  <a:buChar char="•"/>
                </a:pPr>
                <a:r>
                  <a:rPr lang="de-DE" sz="1600" dirty="0">
                    <a:solidFill>
                      <a:schemeClr val="bg1"/>
                    </a:solidFill>
                  </a:rPr>
                  <a:t>Neue KI-Tools entwickelt</a:t>
                </a:r>
              </a:p>
            </p:txBody>
          </p:sp>
        </p:grpSp>
        <p:sp>
          <p:nvSpPr>
            <p:cNvPr id="75" name="Ellipse 74">
              <a:extLst>
                <a:ext uri="{FF2B5EF4-FFF2-40B4-BE49-F238E27FC236}">
                  <a16:creationId xmlns:a16="http://schemas.microsoft.com/office/drawing/2014/main" id="{EB307B67-9678-2967-C473-67D6EB808CAA}"/>
                </a:ext>
              </a:extLst>
            </p:cNvPr>
            <p:cNvSpPr/>
            <p:nvPr/>
          </p:nvSpPr>
          <p:spPr>
            <a:xfrm>
              <a:off x="299677" y="640090"/>
              <a:ext cx="540000" cy="540000"/>
            </a:xfrm>
            <a:prstGeom prst="ellipse">
              <a:avLst/>
            </a:prstGeom>
            <a:solidFill>
              <a:srgbClr val="00ABD0"/>
            </a:solidFill>
            <a:ln>
              <a:solidFill>
                <a:srgbClr val="00AB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000" b="1" dirty="0"/>
                <a:t>5</a:t>
              </a:r>
            </a:p>
          </p:txBody>
        </p:sp>
        <p:sp>
          <p:nvSpPr>
            <p:cNvPr id="76" name="Textfeld 75">
              <a:extLst>
                <a:ext uri="{FF2B5EF4-FFF2-40B4-BE49-F238E27FC236}">
                  <a16:creationId xmlns:a16="http://schemas.microsoft.com/office/drawing/2014/main" id="{E6FD972D-287A-5283-ABC1-D72FDBBC80D0}"/>
                </a:ext>
              </a:extLst>
            </p:cNvPr>
            <p:cNvSpPr txBox="1"/>
            <p:nvPr/>
          </p:nvSpPr>
          <p:spPr>
            <a:xfrm>
              <a:off x="905524" y="765894"/>
              <a:ext cx="3827343" cy="384721"/>
            </a:xfrm>
            <a:prstGeom prst="rect">
              <a:avLst/>
            </a:prstGeom>
            <a:noFill/>
          </p:spPr>
          <p:txBody>
            <a:bodyPr wrap="square" rtlCol="0">
              <a:spAutoFit/>
            </a:bodyPr>
            <a:lstStyle/>
            <a:p>
              <a:r>
                <a:rPr lang="de-DE" sz="1900" b="1" dirty="0">
                  <a:solidFill>
                    <a:schemeClr val="bg1"/>
                  </a:solidFill>
                </a:rPr>
                <a:t>Horváth &amp; Partners GmbH:</a:t>
              </a:r>
              <a:endParaRPr lang="de-DE" sz="1900" dirty="0"/>
            </a:p>
          </p:txBody>
        </p:sp>
      </p:grpSp>
      <p:grpSp>
        <p:nvGrpSpPr>
          <p:cNvPr id="98" name="Gruppieren 97">
            <a:extLst>
              <a:ext uri="{FF2B5EF4-FFF2-40B4-BE49-F238E27FC236}">
                <a16:creationId xmlns:a16="http://schemas.microsoft.com/office/drawing/2014/main" id="{DA0A49BD-C3EE-DE9C-3B03-C654B7E1C84C}"/>
              </a:ext>
            </a:extLst>
          </p:cNvPr>
          <p:cNvGrpSpPr/>
          <p:nvPr/>
        </p:nvGrpSpPr>
        <p:grpSpPr>
          <a:xfrm>
            <a:off x="6744588" y="726626"/>
            <a:ext cx="5105400" cy="1714946"/>
            <a:chOff x="139702" y="3462518"/>
            <a:chExt cx="11912598" cy="1077552"/>
          </a:xfrm>
          <a:solidFill>
            <a:srgbClr val="828282"/>
          </a:solidFill>
        </p:grpSpPr>
        <p:sp>
          <p:nvSpPr>
            <p:cNvPr id="101" name="Rechteck: abgerundete Ecken 100">
              <a:extLst>
                <a:ext uri="{FF2B5EF4-FFF2-40B4-BE49-F238E27FC236}">
                  <a16:creationId xmlns:a16="http://schemas.microsoft.com/office/drawing/2014/main" id="{2D11C082-10A3-1337-8FDA-9CE925C47528}"/>
                </a:ext>
              </a:extLst>
            </p:cNvPr>
            <p:cNvSpPr/>
            <p:nvPr/>
          </p:nvSpPr>
          <p:spPr>
            <a:xfrm>
              <a:off x="139702" y="3462518"/>
              <a:ext cx="11912598" cy="1077552"/>
            </a:xfrm>
            <a:prstGeom prst="roundRect">
              <a:avLst/>
            </a:prstGeom>
            <a:grpFill/>
            <a:ln w="38100">
              <a:solidFill>
                <a:srgbClr val="8282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2" name="Textfeld 101">
              <a:extLst>
                <a:ext uri="{FF2B5EF4-FFF2-40B4-BE49-F238E27FC236}">
                  <a16:creationId xmlns:a16="http://schemas.microsoft.com/office/drawing/2014/main" id="{E74BA45F-216D-D383-1B1E-2E509EDA04D3}"/>
                </a:ext>
              </a:extLst>
            </p:cNvPr>
            <p:cNvSpPr txBox="1"/>
            <p:nvPr/>
          </p:nvSpPr>
          <p:spPr>
            <a:xfrm>
              <a:off x="139702" y="3551418"/>
              <a:ext cx="11912598" cy="831556"/>
            </a:xfrm>
            <a:prstGeom prst="rect">
              <a:avLst/>
            </a:prstGeom>
            <a:grpFill/>
            <a:ln>
              <a:noFill/>
            </a:ln>
          </p:spPr>
          <p:txBody>
            <a:bodyPr wrap="square" rtlCol="0">
              <a:spAutoFit/>
            </a:bodyPr>
            <a:lstStyle/>
            <a:p>
              <a:endParaRPr lang="de-DE" sz="1600" b="1" dirty="0">
                <a:solidFill>
                  <a:schemeClr val="bg1"/>
                </a:solidFill>
              </a:endParaRPr>
            </a:p>
            <a:p>
              <a:pPr marL="285750" indent="-285750">
                <a:buFont typeface="Arial" panose="020B0604020202020204" pitchFamily="34" charset="0"/>
                <a:buChar char="•"/>
              </a:pPr>
              <a:r>
                <a:rPr lang="de-DE" sz="1600" dirty="0">
                  <a:solidFill>
                    <a:schemeClr val="bg1"/>
                  </a:solidFill>
                </a:rPr>
                <a:t>Verantwortung für die gesamte Wertschöpfungskette übernommen</a:t>
              </a:r>
            </a:p>
            <a:p>
              <a:pPr marL="285750" indent="-285750">
                <a:buFont typeface="Arial" panose="020B0604020202020204" pitchFamily="34" charset="0"/>
                <a:buChar char="•"/>
              </a:pPr>
              <a:r>
                <a:rPr lang="de-DE" sz="1600" dirty="0">
                  <a:solidFill>
                    <a:schemeClr val="bg1"/>
                  </a:solidFill>
                </a:rPr>
                <a:t>Digitale Geschäftsmodelle kennengelernt und Leidenschaft für Digitalisierung entwickelt</a:t>
              </a:r>
            </a:p>
          </p:txBody>
        </p:sp>
      </p:grpSp>
      <p:sp>
        <p:nvSpPr>
          <p:cNvPr id="99" name="Ellipse 98">
            <a:extLst>
              <a:ext uri="{FF2B5EF4-FFF2-40B4-BE49-F238E27FC236}">
                <a16:creationId xmlns:a16="http://schemas.microsoft.com/office/drawing/2014/main" id="{ABB98808-ADA5-C002-9322-F0227F8663D1}"/>
              </a:ext>
            </a:extLst>
          </p:cNvPr>
          <p:cNvSpPr/>
          <p:nvPr/>
        </p:nvSpPr>
        <p:spPr>
          <a:xfrm>
            <a:off x="6702253" y="627061"/>
            <a:ext cx="540000" cy="540000"/>
          </a:xfrm>
          <a:prstGeom prst="ellipse">
            <a:avLst/>
          </a:prstGeom>
          <a:solidFill>
            <a:srgbClr val="00ABD0"/>
          </a:solidFill>
          <a:ln>
            <a:solidFill>
              <a:srgbClr val="00AB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000" b="1" dirty="0"/>
              <a:t>2</a:t>
            </a:r>
          </a:p>
        </p:txBody>
      </p:sp>
      <p:sp>
        <p:nvSpPr>
          <p:cNvPr id="100" name="Textfeld 99">
            <a:extLst>
              <a:ext uri="{FF2B5EF4-FFF2-40B4-BE49-F238E27FC236}">
                <a16:creationId xmlns:a16="http://schemas.microsoft.com/office/drawing/2014/main" id="{D4C85DD4-8E57-34BA-52CA-C6C6314D4471}"/>
              </a:ext>
            </a:extLst>
          </p:cNvPr>
          <p:cNvSpPr txBox="1"/>
          <p:nvPr/>
        </p:nvSpPr>
        <p:spPr>
          <a:xfrm>
            <a:off x="7308100" y="752865"/>
            <a:ext cx="4155588" cy="384721"/>
          </a:xfrm>
          <a:prstGeom prst="rect">
            <a:avLst/>
          </a:prstGeom>
          <a:solidFill>
            <a:srgbClr val="828282"/>
          </a:solidFill>
          <a:ln>
            <a:solidFill>
              <a:srgbClr val="828282"/>
            </a:solidFill>
          </a:ln>
        </p:spPr>
        <p:txBody>
          <a:bodyPr wrap="square" rtlCol="0">
            <a:spAutoFit/>
          </a:bodyPr>
          <a:lstStyle/>
          <a:p>
            <a:r>
              <a:rPr lang="de-DE" sz="1900" b="1" dirty="0">
                <a:solidFill>
                  <a:schemeClr val="bg1"/>
                </a:solidFill>
              </a:rPr>
              <a:t>Selbstständigkeit im E-Commerce</a:t>
            </a:r>
            <a:r>
              <a:rPr lang="de-DE" b="1" dirty="0">
                <a:solidFill>
                  <a:schemeClr val="bg1"/>
                </a:solidFill>
              </a:rPr>
              <a:t>:</a:t>
            </a:r>
            <a:endParaRPr lang="de-DE" dirty="0"/>
          </a:p>
        </p:txBody>
      </p:sp>
      <p:grpSp>
        <p:nvGrpSpPr>
          <p:cNvPr id="104" name="Gruppieren 103">
            <a:extLst>
              <a:ext uri="{FF2B5EF4-FFF2-40B4-BE49-F238E27FC236}">
                <a16:creationId xmlns:a16="http://schemas.microsoft.com/office/drawing/2014/main" id="{981CB710-01B8-8A0F-1CBA-A75E8AEB2DC9}"/>
              </a:ext>
            </a:extLst>
          </p:cNvPr>
          <p:cNvGrpSpPr/>
          <p:nvPr/>
        </p:nvGrpSpPr>
        <p:grpSpPr>
          <a:xfrm>
            <a:off x="6744588" y="2643355"/>
            <a:ext cx="5105400" cy="1714946"/>
            <a:chOff x="139702" y="3462518"/>
            <a:chExt cx="11912598" cy="1077552"/>
          </a:xfrm>
          <a:solidFill>
            <a:srgbClr val="828282"/>
          </a:solidFill>
        </p:grpSpPr>
        <p:sp>
          <p:nvSpPr>
            <p:cNvPr id="107" name="Rechteck: abgerundete Ecken 106">
              <a:extLst>
                <a:ext uri="{FF2B5EF4-FFF2-40B4-BE49-F238E27FC236}">
                  <a16:creationId xmlns:a16="http://schemas.microsoft.com/office/drawing/2014/main" id="{9448214D-2DB5-7EFD-630A-DF7ED2D2C09A}"/>
                </a:ext>
              </a:extLst>
            </p:cNvPr>
            <p:cNvSpPr/>
            <p:nvPr/>
          </p:nvSpPr>
          <p:spPr>
            <a:xfrm>
              <a:off x="139702" y="3462518"/>
              <a:ext cx="11912598" cy="1077552"/>
            </a:xfrm>
            <a:prstGeom prst="roundRect">
              <a:avLst/>
            </a:prstGeom>
            <a:grpFill/>
            <a:ln w="38100">
              <a:solidFill>
                <a:srgbClr val="8282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8" name="Textfeld 107">
              <a:extLst>
                <a:ext uri="{FF2B5EF4-FFF2-40B4-BE49-F238E27FC236}">
                  <a16:creationId xmlns:a16="http://schemas.microsoft.com/office/drawing/2014/main" id="{64A58D8D-E435-4C10-2D74-B7A12535FBB5}"/>
                </a:ext>
              </a:extLst>
            </p:cNvPr>
            <p:cNvSpPr txBox="1"/>
            <p:nvPr/>
          </p:nvSpPr>
          <p:spPr>
            <a:xfrm>
              <a:off x="139702" y="3551418"/>
              <a:ext cx="11912598" cy="676848"/>
            </a:xfrm>
            <a:prstGeom prst="rect">
              <a:avLst/>
            </a:prstGeom>
            <a:noFill/>
            <a:ln>
              <a:noFill/>
            </a:ln>
          </p:spPr>
          <p:txBody>
            <a:bodyPr wrap="square" rtlCol="0">
              <a:spAutoFit/>
            </a:bodyPr>
            <a:lstStyle/>
            <a:p>
              <a:endParaRPr lang="de-DE" sz="1600" b="1" dirty="0">
                <a:solidFill>
                  <a:schemeClr val="bg1"/>
                </a:solidFill>
              </a:endParaRPr>
            </a:p>
            <a:p>
              <a:pPr marL="285750" indent="-285750">
                <a:buFont typeface="Arial" panose="020B0604020202020204" pitchFamily="34" charset="0"/>
                <a:buChar char="•"/>
              </a:pPr>
              <a:r>
                <a:rPr lang="de-DE" sz="1600" dirty="0">
                  <a:solidFill>
                    <a:schemeClr val="bg1"/>
                  </a:solidFill>
                </a:rPr>
                <a:t>Erste Beratungserfahrung bei der Referenzenerstellung gesammelt</a:t>
              </a:r>
            </a:p>
            <a:p>
              <a:pPr marL="285750" indent="-285750">
                <a:buFont typeface="Arial" panose="020B0604020202020204" pitchFamily="34" charset="0"/>
                <a:buChar char="•"/>
              </a:pPr>
              <a:r>
                <a:rPr lang="de-DE" sz="1600" dirty="0">
                  <a:solidFill>
                    <a:schemeClr val="bg1"/>
                  </a:solidFill>
                </a:rPr>
                <a:t>Gefallen am Beratungsumfeld gefunden</a:t>
              </a:r>
            </a:p>
          </p:txBody>
        </p:sp>
      </p:grpSp>
      <p:sp>
        <p:nvSpPr>
          <p:cNvPr id="105" name="Ellipse 104">
            <a:extLst>
              <a:ext uri="{FF2B5EF4-FFF2-40B4-BE49-F238E27FC236}">
                <a16:creationId xmlns:a16="http://schemas.microsoft.com/office/drawing/2014/main" id="{61E12E76-E8F9-A738-D3F8-144F5AB9E24D}"/>
              </a:ext>
            </a:extLst>
          </p:cNvPr>
          <p:cNvSpPr/>
          <p:nvPr/>
        </p:nvSpPr>
        <p:spPr>
          <a:xfrm>
            <a:off x="6702253" y="2543790"/>
            <a:ext cx="540000" cy="540000"/>
          </a:xfrm>
          <a:prstGeom prst="ellipse">
            <a:avLst/>
          </a:prstGeom>
          <a:solidFill>
            <a:srgbClr val="00ABD0"/>
          </a:solidFill>
          <a:ln>
            <a:solidFill>
              <a:srgbClr val="00AB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000" b="1" dirty="0"/>
              <a:t>4</a:t>
            </a:r>
          </a:p>
        </p:txBody>
      </p:sp>
      <p:sp>
        <p:nvSpPr>
          <p:cNvPr id="106" name="Textfeld 105">
            <a:extLst>
              <a:ext uri="{FF2B5EF4-FFF2-40B4-BE49-F238E27FC236}">
                <a16:creationId xmlns:a16="http://schemas.microsoft.com/office/drawing/2014/main" id="{2841E37E-82B2-C556-E625-599D5D3F4914}"/>
              </a:ext>
            </a:extLst>
          </p:cNvPr>
          <p:cNvSpPr txBox="1"/>
          <p:nvPr/>
        </p:nvSpPr>
        <p:spPr>
          <a:xfrm>
            <a:off x="7308100" y="2669594"/>
            <a:ext cx="3827343" cy="384721"/>
          </a:xfrm>
          <a:prstGeom prst="rect">
            <a:avLst/>
          </a:prstGeom>
          <a:noFill/>
        </p:spPr>
        <p:txBody>
          <a:bodyPr wrap="square" rtlCol="0">
            <a:spAutoFit/>
          </a:bodyPr>
          <a:lstStyle/>
          <a:p>
            <a:r>
              <a:rPr lang="de-DE" sz="1900" b="1" dirty="0">
                <a:solidFill>
                  <a:schemeClr val="bg1"/>
                </a:solidFill>
              </a:rPr>
              <a:t>Staufen. </a:t>
            </a:r>
            <a:r>
              <a:rPr lang="de-DE" sz="1900" b="1" dirty="0" err="1">
                <a:solidFill>
                  <a:schemeClr val="bg1"/>
                </a:solidFill>
              </a:rPr>
              <a:t>part</a:t>
            </a:r>
            <a:r>
              <a:rPr lang="de-DE" sz="1900" b="1" dirty="0">
                <a:solidFill>
                  <a:schemeClr val="bg1"/>
                </a:solidFill>
              </a:rPr>
              <a:t> </a:t>
            </a:r>
            <a:r>
              <a:rPr lang="de-DE" sz="1900" b="1" dirty="0" err="1">
                <a:solidFill>
                  <a:schemeClr val="bg1"/>
                </a:solidFill>
              </a:rPr>
              <a:t>of</a:t>
            </a:r>
            <a:r>
              <a:rPr lang="de-DE" sz="1900" b="1" dirty="0">
                <a:solidFill>
                  <a:schemeClr val="bg1"/>
                </a:solidFill>
              </a:rPr>
              <a:t> Accenture:</a:t>
            </a:r>
          </a:p>
        </p:txBody>
      </p:sp>
      <p:grpSp>
        <p:nvGrpSpPr>
          <p:cNvPr id="110" name="Gruppieren 109">
            <a:extLst>
              <a:ext uri="{FF2B5EF4-FFF2-40B4-BE49-F238E27FC236}">
                <a16:creationId xmlns:a16="http://schemas.microsoft.com/office/drawing/2014/main" id="{B552933A-D4C5-650C-B386-884808E2BBEF}"/>
              </a:ext>
            </a:extLst>
          </p:cNvPr>
          <p:cNvGrpSpPr/>
          <p:nvPr/>
        </p:nvGrpSpPr>
        <p:grpSpPr>
          <a:xfrm>
            <a:off x="6744588" y="4560084"/>
            <a:ext cx="5105400" cy="1714946"/>
            <a:chOff x="139702" y="3462518"/>
            <a:chExt cx="11912598" cy="1077552"/>
          </a:xfrm>
          <a:solidFill>
            <a:srgbClr val="828282"/>
          </a:solidFill>
        </p:grpSpPr>
        <p:sp>
          <p:nvSpPr>
            <p:cNvPr id="113" name="Rechteck: abgerundete Ecken 112">
              <a:extLst>
                <a:ext uri="{FF2B5EF4-FFF2-40B4-BE49-F238E27FC236}">
                  <a16:creationId xmlns:a16="http://schemas.microsoft.com/office/drawing/2014/main" id="{743C2E70-82D6-5D93-E632-DC9ED6CB1843}"/>
                </a:ext>
              </a:extLst>
            </p:cNvPr>
            <p:cNvSpPr/>
            <p:nvPr/>
          </p:nvSpPr>
          <p:spPr>
            <a:xfrm>
              <a:off x="139702" y="3462518"/>
              <a:ext cx="11912598" cy="1077552"/>
            </a:xfrm>
            <a:prstGeom prst="roundRect">
              <a:avLst/>
            </a:prstGeom>
            <a:grpFill/>
            <a:ln w="38100">
              <a:solidFill>
                <a:srgbClr val="8282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4" name="Textfeld 113">
              <a:extLst>
                <a:ext uri="{FF2B5EF4-FFF2-40B4-BE49-F238E27FC236}">
                  <a16:creationId xmlns:a16="http://schemas.microsoft.com/office/drawing/2014/main" id="{5E4E56F1-7718-6113-C9D8-D3F260DA4D0F}"/>
                </a:ext>
              </a:extLst>
            </p:cNvPr>
            <p:cNvSpPr txBox="1"/>
            <p:nvPr/>
          </p:nvSpPr>
          <p:spPr>
            <a:xfrm>
              <a:off x="139702" y="3551418"/>
              <a:ext cx="11912598" cy="676848"/>
            </a:xfrm>
            <a:prstGeom prst="rect">
              <a:avLst/>
            </a:prstGeom>
            <a:grpFill/>
            <a:ln>
              <a:solidFill>
                <a:srgbClr val="828282"/>
              </a:solidFill>
            </a:ln>
          </p:spPr>
          <p:txBody>
            <a:bodyPr wrap="square" rtlCol="0">
              <a:spAutoFit/>
            </a:bodyPr>
            <a:lstStyle/>
            <a:p>
              <a:endParaRPr lang="de-DE" sz="1600" b="1" dirty="0">
                <a:solidFill>
                  <a:schemeClr val="bg1"/>
                </a:solidFill>
              </a:endParaRPr>
            </a:p>
            <a:p>
              <a:pPr marL="285750" indent="-285750">
                <a:buFont typeface="Arial" panose="020B0604020202020204" pitchFamily="34" charset="0"/>
                <a:buChar char="•"/>
              </a:pPr>
              <a:r>
                <a:rPr lang="de-DE" sz="1600" dirty="0">
                  <a:solidFill>
                    <a:schemeClr val="bg1"/>
                  </a:solidFill>
                </a:rPr>
                <a:t>Praxiserfahrung in einem </a:t>
              </a:r>
              <a:r>
                <a:rPr lang="de-DE" sz="1600" dirty="0" err="1">
                  <a:solidFill>
                    <a:schemeClr val="bg1"/>
                  </a:solidFill>
                </a:rPr>
                <a:t>Scale</a:t>
              </a:r>
              <a:r>
                <a:rPr lang="de-DE" sz="1600" dirty="0">
                  <a:solidFill>
                    <a:schemeClr val="bg1"/>
                  </a:solidFill>
                </a:rPr>
                <a:t> UP sammeln und Unternehmen voranbringen </a:t>
              </a:r>
            </a:p>
            <a:p>
              <a:pPr marL="285750" indent="-285750">
                <a:buFont typeface="Arial" panose="020B0604020202020204" pitchFamily="34" charset="0"/>
                <a:buChar char="•"/>
              </a:pPr>
              <a:r>
                <a:rPr lang="de-DE" sz="1600" dirty="0">
                  <a:solidFill>
                    <a:schemeClr val="bg1"/>
                  </a:solidFill>
                </a:rPr>
                <a:t>Spannende Tätigkeiten in einem super Team </a:t>
              </a:r>
            </a:p>
          </p:txBody>
        </p:sp>
      </p:grpSp>
      <p:sp>
        <p:nvSpPr>
          <p:cNvPr id="111" name="Ellipse 110">
            <a:extLst>
              <a:ext uri="{FF2B5EF4-FFF2-40B4-BE49-F238E27FC236}">
                <a16:creationId xmlns:a16="http://schemas.microsoft.com/office/drawing/2014/main" id="{183A15A5-60FB-1DFA-2364-96C383C86F4A}"/>
              </a:ext>
            </a:extLst>
          </p:cNvPr>
          <p:cNvSpPr/>
          <p:nvPr/>
        </p:nvSpPr>
        <p:spPr>
          <a:xfrm>
            <a:off x="6702253" y="4460519"/>
            <a:ext cx="540000" cy="540000"/>
          </a:xfrm>
          <a:prstGeom prst="ellipse">
            <a:avLst/>
          </a:prstGeom>
          <a:solidFill>
            <a:srgbClr val="00ABD0"/>
          </a:solidFill>
          <a:ln>
            <a:solidFill>
              <a:srgbClr val="00AB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000" b="1" dirty="0"/>
              <a:t>6</a:t>
            </a:r>
          </a:p>
        </p:txBody>
      </p:sp>
      <p:sp>
        <p:nvSpPr>
          <p:cNvPr id="112" name="Textfeld 111">
            <a:extLst>
              <a:ext uri="{FF2B5EF4-FFF2-40B4-BE49-F238E27FC236}">
                <a16:creationId xmlns:a16="http://schemas.microsoft.com/office/drawing/2014/main" id="{F7DEE505-DB53-20E7-8840-3CFF3E64BB85}"/>
              </a:ext>
            </a:extLst>
          </p:cNvPr>
          <p:cNvSpPr txBox="1"/>
          <p:nvPr/>
        </p:nvSpPr>
        <p:spPr>
          <a:xfrm>
            <a:off x="7308100" y="4586323"/>
            <a:ext cx="3827343" cy="384721"/>
          </a:xfrm>
          <a:prstGeom prst="rect">
            <a:avLst/>
          </a:prstGeom>
          <a:noFill/>
        </p:spPr>
        <p:txBody>
          <a:bodyPr wrap="square" rtlCol="0">
            <a:spAutoFit/>
          </a:bodyPr>
          <a:lstStyle/>
          <a:p>
            <a:r>
              <a:rPr lang="de-DE" sz="1900" b="1" dirty="0">
                <a:solidFill>
                  <a:schemeClr val="bg1"/>
                </a:solidFill>
              </a:rPr>
              <a:t>NEURA Robotics:</a:t>
            </a:r>
          </a:p>
        </p:txBody>
      </p:sp>
      <p:sp>
        <p:nvSpPr>
          <p:cNvPr id="4" name="Rechteck 3">
            <a:extLst>
              <a:ext uri="{FF2B5EF4-FFF2-40B4-BE49-F238E27FC236}">
                <a16:creationId xmlns:a16="http://schemas.microsoft.com/office/drawing/2014/main" id="{B1EED038-F65F-39B1-C929-722AE70E3923}"/>
              </a:ext>
            </a:extLst>
          </p:cNvPr>
          <p:cNvSpPr/>
          <p:nvPr/>
        </p:nvSpPr>
        <p:spPr bwMode="auto">
          <a:xfrm>
            <a:off x="11135443" y="6509701"/>
            <a:ext cx="908390" cy="234973"/>
          </a:xfrm>
          <a:prstGeom prst="rect">
            <a:avLst/>
          </a:prstGeom>
          <a:solidFill>
            <a:schemeClr val="bg1"/>
          </a:solidFill>
          <a:ln w="9525" cap="flat" cmpd="sng" algn="ctr">
            <a:solidFill>
              <a:schemeClr val="bg1"/>
            </a:solidFill>
            <a:prstDash val="solid"/>
            <a:miter lim="800000"/>
            <a:headEnd type="none" w="med" len="med"/>
            <a:tailEnd type="none" w="med" len="med"/>
          </a:ln>
          <a:effectLst/>
        </p:spPr>
        <p:txBody>
          <a:bodyPr vert="horz" wrap="square" lIns="144000" tIns="144000" rIns="144000" bIns="144000" numCol="1" rtlCol="0" anchor="t" anchorCtr="0" compatLnSpc="1">
            <a:prstTxWarp prst="textNoShape">
              <a:avLst/>
            </a:prstTxWarp>
          </a:bodyPr>
          <a:lstStyle/>
          <a:p>
            <a:pPr marL="1588" algn="l" defTabSz="857250" fontAlgn="base">
              <a:spcBef>
                <a:spcPct val="40000"/>
              </a:spcBef>
              <a:spcAft>
                <a:spcPct val="0"/>
              </a:spcAft>
              <a:buClr>
                <a:schemeClr val="accent1"/>
              </a:buClr>
              <a:buSzPct val="70000"/>
            </a:pPr>
            <a:endParaRPr lang="de-DE" sz="1200" dirty="0" err="1"/>
          </a:p>
        </p:txBody>
      </p:sp>
      <p:sp>
        <p:nvSpPr>
          <p:cNvPr id="5" name="Rechteck 4">
            <a:extLst>
              <a:ext uri="{FF2B5EF4-FFF2-40B4-BE49-F238E27FC236}">
                <a16:creationId xmlns:a16="http://schemas.microsoft.com/office/drawing/2014/main" id="{6EF515D7-8083-4C4F-2900-6BC34006E792}"/>
              </a:ext>
            </a:extLst>
          </p:cNvPr>
          <p:cNvSpPr/>
          <p:nvPr/>
        </p:nvSpPr>
        <p:spPr bwMode="auto">
          <a:xfrm>
            <a:off x="11333448" y="131815"/>
            <a:ext cx="652177" cy="316443"/>
          </a:xfrm>
          <a:prstGeom prst="rect">
            <a:avLst/>
          </a:prstGeom>
          <a:solidFill>
            <a:schemeClr val="bg1"/>
          </a:solidFill>
          <a:ln w="9525" cap="flat" cmpd="sng" algn="ctr">
            <a:solidFill>
              <a:schemeClr val="bg1"/>
            </a:solidFill>
            <a:prstDash val="solid"/>
            <a:miter lim="800000"/>
            <a:headEnd type="none" w="med" len="med"/>
            <a:tailEnd type="none" w="med" len="med"/>
          </a:ln>
          <a:effectLst/>
        </p:spPr>
        <p:txBody>
          <a:bodyPr vert="horz" wrap="square" lIns="144000" tIns="144000" rIns="144000" bIns="144000" numCol="1" rtlCol="0" anchor="t" anchorCtr="0" compatLnSpc="1">
            <a:prstTxWarp prst="textNoShape">
              <a:avLst/>
            </a:prstTxWarp>
          </a:bodyPr>
          <a:lstStyle/>
          <a:p>
            <a:pPr marL="1588" algn="l" defTabSz="857250" fontAlgn="base">
              <a:spcBef>
                <a:spcPct val="40000"/>
              </a:spcBef>
              <a:spcAft>
                <a:spcPct val="0"/>
              </a:spcAft>
              <a:buClr>
                <a:schemeClr val="accent1"/>
              </a:buClr>
              <a:buSzPct val="70000"/>
            </a:pPr>
            <a:endParaRPr lang="de-DE" sz="1200" dirty="0" err="1"/>
          </a:p>
        </p:txBody>
      </p:sp>
    </p:spTree>
    <p:extLst>
      <p:ext uri="{BB962C8B-B14F-4D97-AF65-F5344CB8AC3E}">
        <p14:creationId xmlns:p14="http://schemas.microsoft.com/office/powerpoint/2010/main" val="24262455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C66BE5-160D-ED85-521F-3995099DAF39}"/>
              </a:ext>
            </a:extLst>
          </p:cNvPr>
          <p:cNvSpPr>
            <a:spLocks noGrp="1"/>
          </p:cNvSpPr>
          <p:nvPr>
            <p:ph type="title"/>
          </p:nvPr>
        </p:nvSpPr>
        <p:spPr/>
        <p:txBody>
          <a:bodyPr/>
          <a:lstStyle/>
          <a:p>
            <a:r>
              <a:rPr lang="de-DE" dirty="0">
                <a:solidFill>
                  <a:srgbClr val="828282"/>
                </a:solidFill>
              </a:rPr>
              <a:t>Mein</a:t>
            </a:r>
          </a:p>
        </p:txBody>
      </p:sp>
      <p:pic>
        <p:nvPicPr>
          <p:cNvPr id="5" name="Inhaltsplatzhalter 4">
            <a:extLst>
              <a:ext uri="{FF2B5EF4-FFF2-40B4-BE49-F238E27FC236}">
                <a16:creationId xmlns:a16="http://schemas.microsoft.com/office/drawing/2014/main" id="{E36D21EB-583B-E478-B44A-7A35C6276B92}"/>
              </a:ext>
            </a:extLst>
          </p:cNvPr>
          <p:cNvPicPr>
            <a:picLocks noGrp="1" noChangeAspect="1"/>
          </p:cNvPicPr>
          <p:nvPr>
            <p:ph idx="1"/>
          </p:nvPr>
        </p:nvPicPr>
        <p:blipFill>
          <a:blip r:embed="rId2"/>
          <a:stretch>
            <a:fillRect/>
          </a:stretch>
        </p:blipFill>
        <p:spPr>
          <a:xfrm>
            <a:off x="878502" y="1064057"/>
            <a:ext cx="10434996" cy="5428818"/>
          </a:xfrm>
          <a:prstGeom prst="rect">
            <a:avLst/>
          </a:prstGeom>
        </p:spPr>
      </p:pic>
      <p:pic>
        <p:nvPicPr>
          <p:cNvPr id="7" name="Grafik 6">
            <a:extLst>
              <a:ext uri="{FF2B5EF4-FFF2-40B4-BE49-F238E27FC236}">
                <a16:creationId xmlns:a16="http://schemas.microsoft.com/office/drawing/2014/main" id="{DA993C8D-0F09-1754-159E-15C4029796C7}"/>
              </a:ext>
            </a:extLst>
          </p:cNvPr>
          <p:cNvPicPr>
            <a:picLocks noChangeAspect="1"/>
          </p:cNvPicPr>
          <p:nvPr/>
        </p:nvPicPr>
        <p:blipFill>
          <a:blip r:embed="rId3"/>
          <a:stretch>
            <a:fillRect/>
          </a:stretch>
        </p:blipFill>
        <p:spPr>
          <a:xfrm>
            <a:off x="94941" y="5403794"/>
            <a:ext cx="12002117" cy="2178162"/>
          </a:xfrm>
          <a:prstGeom prst="rect">
            <a:avLst/>
          </a:prstGeom>
        </p:spPr>
      </p:pic>
    </p:spTree>
    <p:extLst>
      <p:ext uri="{BB962C8B-B14F-4D97-AF65-F5344CB8AC3E}">
        <p14:creationId xmlns:p14="http://schemas.microsoft.com/office/powerpoint/2010/main" val="12742902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A2C44-6596-3BD2-C66B-40487D971709}"/>
            </a:ext>
          </a:extLst>
        </p:cNvPr>
        <p:cNvGrpSpPr/>
        <p:nvPr/>
      </p:nvGrpSpPr>
      <p:grpSpPr>
        <a:xfrm>
          <a:off x="0" y="0"/>
          <a:ext cx="0" cy="0"/>
          <a:chOff x="0" y="0"/>
          <a:chExt cx="0" cy="0"/>
        </a:xfrm>
      </p:grpSpPr>
      <p:grpSp>
        <p:nvGrpSpPr>
          <p:cNvPr id="35" name="Gruppieren 34">
            <a:extLst>
              <a:ext uri="{FF2B5EF4-FFF2-40B4-BE49-F238E27FC236}">
                <a16:creationId xmlns:a16="http://schemas.microsoft.com/office/drawing/2014/main" id="{ED483FAC-2BFB-BBFC-C706-0C3FA211621B}"/>
              </a:ext>
            </a:extLst>
          </p:cNvPr>
          <p:cNvGrpSpPr/>
          <p:nvPr/>
        </p:nvGrpSpPr>
        <p:grpSpPr>
          <a:xfrm>
            <a:off x="8164015" y="4218213"/>
            <a:ext cx="3502890" cy="1857669"/>
            <a:chOff x="4515264" y="2924035"/>
            <a:chExt cx="3502890" cy="1857669"/>
          </a:xfrm>
          <a:solidFill>
            <a:srgbClr val="828282"/>
          </a:solidFill>
        </p:grpSpPr>
        <p:sp>
          <p:nvSpPr>
            <p:cNvPr id="4" name="Rechteck: abgerundete Ecken 3">
              <a:extLst>
                <a:ext uri="{FF2B5EF4-FFF2-40B4-BE49-F238E27FC236}">
                  <a16:creationId xmlns:a16="http://schemas.microsoft.com/office/drawing/2014/main" id="{1478178A-5E8A-A4A0-6D16-558C9F626A54}"/>
                </a:ext>
              </a:extLst>
            </p:cNvPr>
            <p:cNvSpPr/>
            <p:nvPr/>
          </p:nvSpPr>
          <p:spPr>
            <a:xfrm>
              <a:off x="4515264" y="2924035"/>
              <a:ext cx="3502890" cy="1857669"/>
            </a:xfrm>
            <a:prstGeom prst="roundRect">
              <a:avLst/>
            </a:prstGeom>
            <a:grp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Textfeld 4">
              <a:extLst>
                <a:ext uri="{FF2B5EF4-FFF2-40B4-BE49-F238E27FC236}">
                  <a16:creationId xmlns:a16="http://schemas.microsoft.com/office/drawing/2014/main" id="{41D439FC-8D4C-B3D7-F2B9-8FDEE475543E}"/>
                </a:ext>
              </a:extLst>
            </p:cNvPr>
            <p:cNvSpPr txBox="1"/>
            <p:nvPr/>
          </p:nvSpPr>
          <p:spPr>
            <a:xfrm>
              <a:off x="4782210" y="3352473"/>
              <a:ext cx="3024907" cy="1184940"/>
            </a:xfrm>
            <a:prstGeom prst="rect">
              <a:avLst/>
            </a:prstGeom>
            <a:grpFill/>
            <a:ln>
              <a:noFill/>
            </a:ln>
          </p:spPr>
          <p:txBody>
            <a:bodyPr wrap="square" rtlCol="0">
              <a:spAutoFit/>
            </a:bodyPr>
            <a:lstStyle/>
            <a:p>
              <a:pPr algn="ctr">
                <a:buNone/>
              </a:pPr>
              <a:r>
                <a:rPr lang="de-DE" sz="1900" dirty="0">
                  <a:solidFill>
                    <a:schemeClr val="bg1"/>
                  </a:solidFill>
                </a:rPr>
                <a:t>Verantwortung übernehmen dürfen und neue Ideen einbringen</a:t>
              </a:r>
            </a:p>
            <a:p>
              <a:pPr marL="285750" indent="-285750" algn="ctr"/>
              <a:endParaRPr lang="de-DE" sz="1400" dirty="0">
                <a:solidFill>
                  <a:schemeClr val="bg1"/>
                </a:solidFill>
              </a:endParaRPr>
            </a:p>
          </p:txBody>
        </p:sp>
      </p:grpSp>
      <p:sp>
        <p:nvSpPr>
          <p:cNvPr id="2" name="Titel 1">
            <a:extLst>
              <a:ext uri="{FF2B5EF4-FFF2-40B4-BE49-F238E27FC236}">
                <a16:creationId xmlns:a16="http://schemas.microsoft.com/office/drawing/2014/main" id="{A052C5A7-E4C2-5289-970E-151FF059F8D3}"/>
              </a:ext>
            </a:extLst>
          </p:cNvPr>
          <p:cNvSpPr>
            <a:spLocks noGrp="1"/>
          </p:cNvSpPr>
          <p:nvPr>
            <p:ph type="ctrTitle"/>
          </p:nvPr>
        </p:nvSpPr>
        <p:spPr>
          <a:xfrm>
            <a:off x="1524000" y="13008"/>
            <a:ext cx="9144000" cy="477837"/>
          </a:xfrm>
          <a:ln>
            <a:noFill/>
          </a:ln>
        </p:spPr>
        <p:txBody>
          <a:bodyPr>
            <a:normAutofit/>
          </a:bodyPr>
          <a:lstStyle/>
          <a:p>
            <a:r>
              <a:rPr lang="de-DE" sz="2400" b="1" dirty="0">
                <a:solidFill>
                  <a:srgbClr val="00ABD0"/>
                </a:solidFill>
              </a:rPr>
              <a:t>NEURA Robotics und Svenja: Gemeinsam Innovation gestalten</a:t>
            </a:r>
          </a:p>
        </p:txBody>
      </p:sp>
      <p:cxnSp>
        <p:nvCxnSpPr>
          <p:cNvPr id="8" name="Gerader Verbinder 7">
            <a:extLst>
              <a:ext uri="{FF2B5EF4-FFF2-40B4-BE49-F238E27FC236}">
                <a16:creationId xmlns:a16="http://schemas.microsoft.com/office/drawing/2014/main" id="{D42D0204-F70D-AC35-AB3F-262995E5B20D}"/>
              </a:ext>
            </a:extLst>
          </p:cNvPr>
          <p:cNvCxnSpPr/>
          <p:nvPr/>
        </p:nvCxnSpPr>
        <p:spPr>
          <a:xfrm>
            <a:off x="0" y="533400"/>
            <a:ext cx="12433300" cy="0"/>
          </a:xfrm>
          <a:prstGeom prst="line">
            <a:avLst/>
          </a:prstGeom>
          <a:ln>
            <a:solidFill>
              <a:srgbClr val="00ABD0"/>
            </a:solidFill>
          </a:ln>
        </p:spPr>
        <p:style>
          <a:lnRef idx="2">
            <a:schemeClr val="accent1"/>
          </a:lnRef>
          <a:fillRef idx="0">
            <a:schemeClr val="accent1"/>
          </a:fillRef>
          <a:effectRef idx="1">
            <a:schemeClr val="accent1"/>
          </a:effectRef>
          <a:fontRef idx="minor">
            <a:schemeClr val="tx1"/>
          </a:fontRef>
        </p:style>
      </p:cxnSp>
      <p:cxnSp>
        <p:nvCxnSpPr>
          <p:cNvPr id="6" name="Gerader Verbinder 5">
            <a:extLst>
              <a:ext uri="{FF2B5EF4-FFF2-40B4-BE49-F238E27FC236}">
                <a16:creationId xmlns:a16="http://schemas.microsoft.com/office/drawing/2014/main" id="{26267E3D-5950-4187-1B70-06427E2480F8}"/>
              </a:ext>
            </a:extLst>
          </p:cNvPr>
          <p:cNvCxnSpPr/>
          <p:nvPr/>
        </p:nvCxnSpPr>
        <p:spPr>
          <a:xfrm>
            <a:off x="63500" y="6453803"/>
            <a:ext cx="12433300" cy="0"/>
          </a:xfrm>
          <a:prstGeom prst="line">
            <a:avLst/>
          </a:prstGeom>
          <a:ln>
            <a:solidFill>
              <a:srgbClr val="00ABD0"/>
            </a:solidFill>
          </a:ln>
        </p:spPr>
        <p:style>
          <a:lnRef idx="2">
            <a:schemeClr val="accent1"/>
          </a:lnRef>
          <a:fillRef idx="0">
            <a:schemeClr val="accent1"/>
          </a:fillRef>
          <a:effectRef idx="1">
            <a:schemeClr val="accent1"/>
          </a:effectRef>
          <a:fontRef idx="minor">
            <a:schemeClr val="tx1"/>
          </a:fontRef>
        </p:style>
      </p:cxnSp>
      <p:sp>
        <p:nvSpPr>
          <p:cNvPr id="9" name="Rechteck 8">
            <a:extLst>
              <a:ext uri="{FF2B5EF4-FFF2-40B4-BE49-F238E27FC236}">
                <a16:creationId xmlns:a16="http://schemas.microsoft.com/office/drawing/2014/main" id="{A30A1038-0C8D-B647-CC1E-F035F4E00175}"/>
              </a:ext>
            </a:extLst>
          </p:cNvPr>
          <p:cNvSpPr/>
          <p:nvPr/>
        </p:nvSpPr>
        <p:spPr>
          <a:xfrm>
            <a:off x="4908550" y="6559527"/>
            <a:ext cx="2374900" cy="289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rgbClr val="00ABD0"/>
                </a:solidFill>
              </a:rPr>
              <a:t>Svenja Pirsch </a:t>
            </a:r>
          </a:p>
        </p:txBody>
      </p:sp>
      <p:grpSp>
        <p:nvGrpSpPr>
          <p:cNvPr id="36" name="Gruppieren 35">
            <a:extLst>
              <a:ext uri="{FF2B5EF4-FFF2-40B4-BE49-F238E27FC236}">
                <a16:creationId xmlns:a16="http://schemas.microsoft.com/office/drawing/2014/main" id="{1C452D78-8A7A-8CDC-06D1-C7C785BAF286}"/>
              </a:ext>
            </a:extLst>
          </p:cNvPr>
          <p:cNvGrpSpPr/>
          <p:nvPr/>
        </p:nvGrpSpPr>
        <p:grpSpPr>
          <a:xfrm>
            <a:off x="426720" y="925009"/>
            <a:ext cx="3502890" cy="1857669"/>
            <a:chOff x="4515264" y="2924035"/>
            <a:chExt cx="3502890" cy="1857669"/>
          </a:xfrm>
          <a:solidFill>
            <a:srgbClr val="828282"/>
          </a:solidFill>
        </p:grpSpPr>
        <p:sp>
          <p:nvSpPr>
            <p:cNvPr id="37" name="Rechteck: abgerundete Ecken 36">
              <a:extLst>
                <a:ext uri="{FF2B5EF4-FFF2-40B4-BE49-F238E27FC236}">
                  <a16:creationId xmlns:a16="http://schemas.microsoft.com/office/drawing/2014/main" id="{769FD019-F342-9083-A25F-3C44487786CC}"/>
                </a:ext>
              </a:extLst>
            </p:cNvPr>
            <p:cNvSpPr/>
            <p:nvPr/>
          </p:nvSpPr>
          <p:spPr>
            <a:xfrm>
              <a:off x="4515264" y="2924035"/>
              <a:ext cx="3502890" cy="1857669"/>
            </a:xfrm>
            <a:prstGeom prst="roundRect">
              <a:avLst/>
            </a:prstGeom>
            <a:grp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8" name="Textfeld 37">
              <a:extLst>
                <a:ext uri="{FF2B5EF4-FFF2-40B4-BE49-F238E27FC236}">
                  <a16:creationId xmlns:a16="http://schemas.microsoft.com/office/drawing/2014/main" id="{6A93E573-5612-FD21-87C6-6D53465F6EC4}"/>
                </a:ext>
              </a:extLst>
            </p:cNvPr>
            <p:cNvSpPr txBox="1"/>
            <p:nvPr/>
          </p:nvSpPr>
          <p:spPr>
            <a:xfrm>
              <a:off x="4782210" y="3352473"/>
              <a:ext cx="3024907" cy="969496"/>
            </a:xfrm>
            <a:prstGeom prst="rect">
              <a:avLst/>
            </a:prstGeom>
            <a:grpFill/>
            <a:ln>
              <a:noFill/>
            </a:ln>
          </p:spPr>
          <p:txBody>
            <a:bodyPr wrap="square" rtlCol="0">
              <a:spAutoFit/>
            </a:bodyPr>
            <a:lstStyle/>
            <a:p>
              <a:pPr algn="ctr"/>
              <a:r>
                <a:rPr lang="de-DE" sz="1900" dirty="0">
                  <a:solidFill>
                    <a:schemeClr val="bg1"/>
                  </a:solidFill>
                </a:rPr>
                <a:t>Unity Spirit: Gemeinschaftlich und mit Teamgeist Ziele erreichen</a:t>
              </a:r>
            </a:p>
          </p:txBody>
        </p:sp>
      </p:grpSp>
      <p:grpSp>
        <p:nvGrpSpPr>
          <p:cNvPr id="42" name="Gruppieren 41">
            <a:extLst>
              <a:ext uri="{FF2B5EF4-FFF2-40B4-BE49-F238E27FC236}">
                <a16:creationId xmlns:a16="http://schemas.microsoft.com/office/drawing/2014/main" id="{698DD625-D895-48B0-F4D5-3B711DE48933}"/>
              </a:ext>
            </a:extLst>
          </p:cNvPr>
          <p:cNvGrpSpPr/>
          <p:nvPr/>
        </p:nvGrpSpPr>
        <p:grpSpPr>
          <a:xfrm>
            <a:off x="8164015" y="861335"/>
            <a:ext cx="3502890" cy="1857669"/>
            <a:chOff x="4515264" y="2924035"/>
            <a:chExt cx="3502890" cy="1857669"/>
          </a:xfrm>
          <a:solidFill>
            <a:srgbClr val="828282"/>
          </a:solidFill>
        </p:grpSpPr>
        <p:sp>
          <p:nvSpPr>
            <p:cNvPr id="43" name="Rechteck: abgerundete Ecken 42">
              <a:extLst>
                <a:ext uri="{FF2B5EF4-FFF2-40B4-BE49-F238E27FC236}">
                  <a16:creationId xmlns:a16="http://schemas.microsoft.com/office/drawing/2014/main" id="{C88D05EF-0527-3B7F-8DD3-7004B20FF3E5}"/>
                </a:ext>
              </a:extLst>
            </p:cNvPr>
            <p:cNvSpPr/>
            <p:nvPr/>
          </p:nvSpPr>
          <p:spPr>
            <a:xfrm>
              <a:off x="4515264" y="2924035"/>
              <a:ext cx="3502890" cy="1857669"/>
            </a:xfrm>
            <a:prstGeom prst="roundRect">
              <a:avLst/>
            </a:prstGeom>
            <a:grp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4" name="Textfeld 43">
              <a:extLst>
                <a:ext uri="{FF2B5EF4-FFF2-40B4-BE49-F238E27FC236}">
                  <a16:creationId xmlns:a16="http://schemas.microsoft.com/office/drawing/2014/main" id="{B21AC259-5D83-5F9D-D55B-7DF1697A4D54}"/>
                </a:ext>
              </a:extLst>
            </p:cNvPr>
            <p:cNvSpPr txBox="1"/>
            <p:nvPr/>
          </p:nvSpPr>
          <p:spPr>
            <a:xfrm>
              <a:off x="4782210" y="3269953"/>
              <a:ext cx="3024907" cy="1261884"/>
            </a:xfrm>
            <a:prstGeom prst="rect">
              <a:avLst/>
            </a:prstGeom>
            <a:grpFill/>
            <a:ln>
              <a:noFill/>
            </a:ln>
          </p:spPr>
          <p:txBody>
            <a:bodyPr wrap="square" rtlCol="0">
              <a:spAutoFit/>
            </a:bodyPr>
            <a:lstStyle/>
            <a:p>
              <a:pPr algn="ctr">
                <a:buNone/>
              </a:pPr>
              <a:r>
                <a:rPr lang="de-DE" sz="1900" dirty="0">
                  <a:solidFill>
                    <a:schemeClr val="bg1"/>
                  </a:solidFill>
                </a:rPr>
                <a:t>Steile Lernkurve bei spannenden Projekten und den echten Berateralltag erleben</a:t>
              </a:r>
            </a:p>
          </p:txBody>
        </p:sp>
      </p:grpSp>
      <p:grpSp>
        <p:nvGrpSpPr>
          <p:cNvPr id="45" name="Gruppieren 44">
            <a:extLst>
              <a:ext uri="{FF2B5EF4-FFF2-40B4-BE49-F238E27FC236}">
                <a16:creationId xmlns:a16="http://schemas.microsoft.com/office/drawing/2014/main" id="{0FF57E6C-8341-394A-7CCD-4F107E354FE6}"/>
              </a:ext>
            </a:extLst>
          </p:cNvPr>
          <p:cNvGrpSpPr/>
          <p:nvPr/>
        </p:nvGrpSpPr>
        <p:grpSpPr>
          <a:xfrm>
            <a:off x="426720" y="4218214"/>
            <a:ext cx="3502890" cy="1857669"/>
            <a:chOff x="4515264" y="2924035"/>
            <a:chExt cx="3502890" cy="1857669"/>
          </a:xfrm>
          <a:solidFill>
            <a:srgbClr val="828282"/>
          </a:solidFill>
        </p:grpSpPr>
        <p:sp>
          <p:nvSpPr>
            <p:cNvPr id="46" name="Rechteck: abgerundete Ecken 45">
              <a:extLst>
                <a:ext uri="{FF2B5EF4-FFF2-40B4-BE49-F238E27FC236}">
                  <a16:creationId xmlns:a16="http://schemas.microsoft.com/office/drawing/2014/main" id="{98C23A68-95C4-9F0F-E4EF-07643ADFE980}"/>
                </a:ext>
              </a:extLst>
            </p:cNvPr>
            <p:cNvSpPr/>
            <p:nvPr/>
          </p:nvSpPr>
          <p:spPr>
            <a:xfrm>
              <a:off x="4515264" y="2924035"/>
              <a:ext cx="3502890" cy="1857669"/>
            </a:xfrm>
            <a:prstGeom prst="roundRect">
              <a:avLst/>
            </a:prstGeom>
            <a:grp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7" name="Textfeld 46">
              <a:extLst>
                <a:ext uri="{FF2B5EF4-FFF2-40B4-BE49-F238E27FC236}">
                  <a16:creationId xmlns:a16="http://schemas.microsoft.com/office/drawing/2014/main" id="{596E76A4-0DFB-5A72-6D01-146E73A48939}"/>
                </a:ext>
              </a:extLst>
            </p:cNvPr>
            <p:cNvSpPr txBox="1"/>
            <p:nvPr/>
          </p:nvSpPr>
          <p:spPr>
            <a:xfrm>
              <a:off x="4782210" y="3352473"/>
              <a:ext cx="3024907" cy="969496"/>
            </a:xfrm>
            <a:prstGeom prst="rect">
              <a:avLst/>
            </a:prstGeom>
            <a:grpFill/>
            <a:ln>
              <a:noFill/>
            </a:ln>
          </p:spPr>
          <p:txBody>
            <a:bodyPr wrap="square" rtlCol="0">
              <a:spAutoFit/>
            </a:bodyPr>
            <a:lstStyle/>
            <a:p>
              <a:pPr algn="ctr"/>
              <a:r>
                <a:rPr lang="de-DE" sz="1900" dirty="0">
                  <a:solidFill>
                    <a:schemeClr val="bg1"/>
                  </a:solidFill>
                </a:rPr>
                <a:t>Geteilte Leidenschaft für Digitalisierung und Innovation</a:t>
              </a:r>
            </a:p>
          </p:txBody>
        </p:sp>
      </p:grpSp>
      <p:sp>
        <p:nvSpPr>
          <p:cNvPr id="52" name="Rechteck: abgerundete Ecken 51">
            <a:extLst>
              <a:ext uri="{FF2B5EF4-FFF2-40B4-BE49-F238E27FC236}">
                <a16:creationId xmlns:a16="http://schemas.microsoft.com/office/drawing/2014/main" id="{BED0F05F-0633-1E5A-9F20-CA1BC6F3A956}"/>
              </a:ext>
            </a:extLst>
          </p:cNvPr>
          <p:cNvSpPr/>
          <p:nvPr/>
        </p:nvSpPr>
        <p:spPr>
          <a:xfrm>
            <a:off x="4340183" y="2506691"/>
            <a:ext cx="3502890" cy="1857669"/>
          </a:xfrm>
          <a:prstGeom prst="roundRect">
            <a:avLst/>
          </a:prstGeom>
          <a:solidFill>
            <a:srgbClr val="828282"/>
          </a:solidFill>
          <a:ln w="57150">
            <a:solidFill>
              <a:srgbClr val="00AB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3" name="Textfeld 52">
            <a:extLst>
              <a:ext uri="{FF2B5EF4-FFF2-40B4-BE49-F238E27FC236}">
                <a16:creationId xmlns:a16="http://schemas.microsoft.com/office/drawing/2014/main" id="{90845699-B80F-7B2B-08BC-F41270A20B6E}"/>
              </a:ext>
            </a:extLst>
          </p:cNvPr>
          <p:cNvSpPr txBox="1"/>
          <p:nvPr/>
        </p:nvSpPr>
        <p:spPr>
          <a:xfrm>
            <a:off x="4543629" y="2944252"/>
            <a:ext cx="3095998" cy="969496"/>
          </a:xfrm>
          <a:prstGeom prst="rect">
            <a:avLst/>
          </a:prstGeom>
          <a:solidFill>
            <a:srgbClr val="828282"/>
          </a:solidFill>
          <a:ln w="57150">
            <a:noFill/>
          </a:ln>
        </p:spPr>
        <p:txBody>
          <a:bodyPr wrap="square" rtlCol="0">
            <a:spAutoFit/>
          </a:bodyPr>
          <a:lstStyle/>
          <a:p>
            <a:pPr algn="ctr"/>
            <a:r>
              <a:rPr lang="de-DE" sz="1900" b="1" dirty="0">
                <a:solidFill>
                  <a:schemeClr val="bg1"/>
                </a:solidFill>
              </a:rPr>
              <a:t>NEURA Robotics &amp; Svenja: </a:t>
            </a:r>
            <a:r>
              <a:rPr lang="de-DE" sz="1900" dirty="0">
                <a:solidFill>
                  <a:schemeClr val="bg1"/>
                </a:solidFill>
              </a:rPr>
              <a:t>Gemeinsam Innovation gestalten</a:t>
            </a:r>
          </a:p>
        </p:txBody>
      </p:sp>
    </p:spTree>
    <p:extLst>
      <p:ext uri="{BB962C8B-B14F-4D97-AF65-F5344CB8AC3E}">
        <p14:creationId xmlns:p14="http://schemas.microsoft.com/office/powerpoint/2010/main" val="25594016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845D8-E693-A843-6204-0A64A25D3AE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9894781-6B45-5757-F1F7-0621605850E7}"/>
              </a:ext>
            </a:extLst>
          </p:cNvPr>
          <p:cNvSpPr>
            <a:spLocks noGrp="1"/>
          </p:cNvSpPr>
          <p:nvPr>
            <p:ph type="ctrTitle"/>
          </p:nvPr>
        </p:nvSpPr>
        <p:spPr>
          <a:xfrm>
            <a:off x="1524000" y="13008"/>
            <a:ext cx="9144000" cy="477837"/>
          </a:xfrm>
          <a:ln>
            <a:noFill/>
          </a:ln>
        </p:spPr>
        <p:txBody>
          <a:bodyPr>
            <a:normAutofit/>
          </a:bodyPr>
          <a:lstStyle/>
          <a:p>
            <a:r>
              <a:rPr lang="de-DE" sz="2400" b="1" dirty="0">
                <a:solidFill>
                  <a:srgbClr val="00ABD0"/>
                </a:solidFill>
              </a:rPr>
              <a:t>Jakob-Friedrich-Schöllkopf Schule</a:t>
            </a:r>
          </a:p>
        </p:txBody>
      </p:sp>
      <p:cxnSp>
        <p:nvCxnSpPr>
          <p:cNvPr id="8" name="Gerader Verbinder 7">
            <a:extLst>
              <a:ext uri="{FF2B5EF4-FFF2-40B4-BE49-F238E27FC236}">
                <a16:creationId xmlns:a16="http://schemas.microsoft.com/office/drawing/2014/main" id="{4A303E68-94EE-155D-8533-87505303B977}"/>
              </a:ext>
            </a:extLst>
          </p:cNvPr>
          <p:cNvCxnSpPr/>
          <p:nvPr/>
        </p:nvCxnSpPr>
        <p:spPr>
          <a:xfrm>
            <a:off x="-38100" y="533400"/>
            <a:ext cx="12433300" cy="0"/>
          </a:xfrm>
          <a:prstGeom prst="line">
            <a:avLst/>
          </a:prstGeom>
          <a:ln>
            <a:solidFill>
              <a:srgbClr val="00ABD0"/>
            </a:solidFill>
          </a:ln>
          <a:effectLst/>
        </p:spPr>
        <p:style>
          <a:lnRef idx="2">
            <a:schemeClr val="accent1"/>
          </a:lnRef>
          <a:fillRef idx="0">
            <a:schemeClr val="accent1"/>
          </a:fillRef>
          <a:effectRef idx="1">
            <a:schemeClr val="accent1"/>
          </a:effectRef>
          <a:fontRef idx="minor">
            <a:schemeClr val="tx1"/>
          </a:fontRef>
        </p:style>
      </p:cxnSp>
      <p:cxnSp>
        <p:nvCxnSpPr>
          <p:cNvPr id="6" name="Gerader Verbinder 5">
            <a:extLst>
              <a:ext uri="{FF2B5EF4-FFF2-40B4-BE49-F238E27FC236}">
                <a16:creationId xmlns:a16="http://schemas.microsoft.com/office/drawing/2014/main" id="{B531F659-8DE6-1FA8-BD5E-43B229A20770}"/>
              </a:ext>
            </a:extLst>
          </p:cNvPr>
          <p:cNvCxnSpPr/>
          <p:nvPr/>
        </p:nvCxnSpPr>
        <p:spPr>
          <a:xfrm>
            <a:off x="-63500" y="6453803"/>
            <a:ext cx="12433300" cy="0"/>
          </a:xfrm>
          <a:prstGeom prst="line">
            <a:avLst/>
          </a:prstGeom>
          <a:ln>
            <a:solidFill>
              <a:srgbClr val="00ABD0"/>
            </a:solidFill>
          </a:ln>
          <a:effectLst/>
        </p:spPr>
        <p:style>
          <a:lnRef idx="2">
            <a:schemeClr val="accent1"/>
          </a:lnRef>
          <a:fillRef idx="0">
            <a:schemeClr val="accent1"/>
          </a:fillRef>
          <a:effectRef idx="1">
            <a:schemeClr val="accent1"/>
          </a:effectRef>
          <a:fontRef idx="minor">
            <a:schemeClr val="tx1"/>
          </a:fontRef>
        </p:style>
      </p:cxnSp>
      <p:sp>
        <p:nvSpPr>
          <p:cNvPr id="9" name="Rechteck 8">
            <a:extLst>
              <a:ext uri="{FF2B5EF4-FFF2-40B4-BE49-F238E27FC236}">
                <a16:creationId xmlns:a16="http://schemas.microsoft.com/office/drawing/2014/main" id="{5435947A-53CA-662F-E61C-B6FFE2C53831}"/>
              </a:ext>
            </a:extLst>
          </p:cNvPr>
          <p:cNvSpPr/>
          <p:nvPr/>
        </p:nvSpPr>
        <p:spPr>
          <a:xfrm>
            <a:off x="4908550" y="6559527"/>
            <a:ext cx="2374900" cy="289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rgbClr val="00ABD0"/>
                </a:solidFill>
              </a:rPr>
              <a:t>Svenja Pirsch </a:t>
            </a:r>
          </a:p>
        </p:txBody>
      </p:sp>
      <p:sp>
        <p:nvSpPr>
          <p:cNvPr id="56" name="Textfeld 55">
            <a:extLst>
              <a:ext uri="{FF2B5EF4-FFF2-40B4-BE49-F238E27FC236}">
                <a16:creationId xmlns:a16="http://schemas.microsoft.com/office/drawing/2014/main" id="{EAD37770-ACDA-2E60-E662-0E640C92DB54}"/>
              </a:ext>
            </a:extLst>
          </p:cNvPr>
          <p:cNvSpPr txBox="1"/>
          <p:nvPr/>
        </p:nvSpPr>
        <p:spPr>
          <a:xfrm>
            <a:off x="342012" y="4756133"/>
            <a:ext cx="5105400" cy="1140934"/>
          </a:xfrm>
          <a:prstGeom prst="rect">
            <a:avLst/>
          </a:prstGeom>
          <a:noFill/>
        </p:spPr>
        <p:txBody>
          <a:bodyPr wrap="square" rtlCol="0">
            <a:spAutoFit/>
          </a:bodyPr>
          <a:lstStyle/>
          <a:p>
            <a:r>
              <a:rPr lang="de-DE" b="1" dirty="0">
                <a:solidFill>
                  <a:schemeClr val="bg1"/>
                </a:solidFill>
              </a:rPr>
              <a:t>Selbstständigkeit im E-Commerce</a:t>
            </a:r>
          </a:p>
          <a:p>
            <a:pPr marL="285750" indent="-285750">
              <a:buFont typeface="Arial" panose="020B0604020202020204" pitchFamily="34" charset="0"/>
              <a:buChar char="•"/>
            </a:pPr>
            <a:r>
              <a:rPr lang="de-DE" sz="1400" dirty="0">
                <a:solidFill>
                  <a:schemeClr val="bg1"/>
                </a:solidFill>
              </a:rPr>
              <a:t>Verantwortung für die gesamte Wertschöpfungskette übernommen</a:t>
            </a:r>
          </a:p>
          <a:p>
            <a:pPr marL="285750" indent="-285750">
              <a:buFont typeface="Arial" panose="020B0604020202020204" pitchFamily="34" charset="0"/>
              <a:buChar char="•"/>
            </a:pPr>
            <a:r>
              <a:rPr lang="de-DE" sz="1400" dirty="0">
                <a:solidFill>
                  <a:schemeClr val="bg1"/>
                </a:solidFill>
              </a:rPr>
              <a:t>Digitale Geschäftsmodelle kennengelernt und Leidenschaft für Digitalisierung entwickelt</a:t>
            </a:r>
          </a:p>
        </p:txBody>
      </p:sp>
      <p:cxnSp>
        <p:nvCxnSpPr>
          <p:cNvPr id="58" name="Gerade Verbindung mit Pfeil 57">
            <a:extLst>
              <a:ext uri="{FF2B5EF4-FFF2-40B4-BE49-F238E27FC236}">
                <a16:creationId xmlns:a16="http://schemas.microsoft.com/office/drawing/2014/main" id="{5471A590-234B-DF2B-5B47-1567F3508B88}"/>
              </a:ext>
            </a:extLst>
          </p:cNvPr>
          <p:cNvCxnSpPr/>
          <p:nvPr/>
        </p:nvCxnSpPr>
        <p:spPr>
          <a:xfrm>
            <a:off x="11645900" y="836322"/>
            <a:ext cx="0" cy="5060745"/>
          </a:xfrm>
          <a:prstGeom prst="straightConnector1">
            <a:avLst/>
          </a:prstGeom>
          <a:ln w="133350">
            <a:solidFill>
              <a:srgbClr val="00ABD0"/>
            </a:solidFill>
            <a:tailEnd type="triangle"/>
          </a:ln>
        </p:spPr>
        <p:style>
          <a:lnRef idx="2">
            <a:schemeClr val="accent1"/>
          </a:lnRef>
          <a:fillRef idx="0">
            <a:schemeClr val="accent1"/>
          </a:fillRef>
          <a:effectRef idx="1">
            <a:schemeClr val="accent1"/>
          </a:effectRef>
          <a:fontRef idx="minor">
            <a:schemeClr val="tx1"/>
          </a:fontRef>
        </p:style>
      </p:cxnSp>
      <p:grpSp>
        <p:nvGrpSpPr>
          <p:cNvPr id="12" name="Gruppieren 11">
            <a:extLst>
              <a:ext uri="{FF2B5EF4-FFF2-40B4-BE49-F238E27FC236}">
                <a16:creationId xmlns:a16="http://schemas.microsoft.com/office/drawing/2014/main" id="{B81EDB3D-9655-32E6-5B8E-47257DC9C78E}"/>
              </a:ext>
            </a:extLst>
          </p:cNvPr>
          <p:cNvGrpSpPr/>
          <p:nvPr/>
        </p:nvGrpSpPr>
        <p:grpSpPr>
          <a:xfrm>
            <a:off x="5993956" y="747167"/>
            <a:ext cx="5105400" cy="5363666"/>
            <a:chOff x="139702" y="3462518"/>
            <a:chExt cx="11912598" cy="1077552"/>
          </a:xfrm>
          <a:solidFill>
            <a:schemeClr val="bg2">
              <a:lumMod val="50000"/>
            </a:schemeClr>
          </a:solidFill>
        </p:grpSpPr>
        <p:sp>
          <p:nvSpPr>
            <p:cNvPr id="13" name="Rechteck: abgerundete Ecken 12">
              <a:extLst>
                <a:ext uri="{FF2B5EF4-FFF2-40B4-BE49-F238E27FC236}">
                  <a16:creationId xmlns:a16="http://schemas.microsoft.com/office/drawing/2014/main" id="{35DA698C-5D40-1E61-D0AB-EB702B71DE64}"/>
                </a:ext>
              </a:extLst>
            </p:cNvPr>
            <p:cNvSpPr/>
            <p:nvPr/>
          </p:nvSpPr>
          <p:spPr>
            <a:xfrm>
              <a:off x="139702" y="3462518"/>
              <a:ext cx="11912598" cy="1077552"/>
            </a:xfrm>
            <a:prstGeom prst="roundRect">
              <a:avLst/>
            </a:prstGeom>
            <a:solidFill>
              <a:srgbClr val="828282"/>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rgbClr val="828282"/>
                </a:solidFill>
              </a:endParaRPr>
            </a:p>
          </p:txBody>
        </p:sp>
        <p:sp>
          <p:nvSpPr>
            <p:cNvPr id="14" name="Textfeld 13">
              <a:extLst>
                <a:ext uri="{FF2B5EF4-FFF2-40B4-BE49-F238E27FC236}">
                  <a16:creationId xmlns:a16="http://schemas.microsoft.com/office/drawing/2014/main" id="{D750EE54-02EB-5421-E9FC-D8B0B3488129}"/>
                </a:ext>
              </a:extLst>
            </p:cNvPr>
            <p:cNvSpPr txBox="1"/>
            <p:nvPr/>
          </p:nvSpPr>
          <p:spPr>
            <a:xfrm>
              <a:off x="404372" y="3522097"/>
              <a:ext cx="11383258" cy="946027"/>
            </a:xfrm>
            <a:prstGeom prst="rect">
              <a:avLst/>
            </a:prstGeom>
            <a:noFill/>
            <a:ln>
              <a:noFill/>
            </a:ln>
          </p:spPr>
          <p:txBody>
            <a:bodyPr wrap="square" rtlCol="0">
              <a:spAutoFit/>
            </a:bodyPr>
            <a:lstStyle/>
            <a:p>
              <a:pPr>
                <a:spcAft>
                  <a:spcPts val="600"/>
                </a:spcAft>
              </a:pPr>
              <a:r>
                <a:rPr lang="de-DE" sz="1900" b="1" dirty="0">
                  <a:solidFill>
                    <a:schemeClr val="bg1"/>
                  </a:solidFill>
                </a:rPr>
                <a:t>Abiball Komitee</a:t>
              </a:r>
            </a:p>
            <a:p>
              <a:pPr marL="285750" indent="-285750">
                <a:buFont typeface="Arial" panose="020B0604020202020204" pitchFamily="34" charset="0"/>
                <a:buChar char="•"/>
              </a:pPr>
              <a:r>
                <a:rPr lang="de-DE" sz="1600" dirty="0">
                  <a:solidFill>
                    <a:schemeClr val="bg1"/>
                  </a:solidFill>
                </a:rPr>
                <a:t>Leitung des Komitees</a:t>
              </a:r>
            </a:p>
            <a:p>
              <a:pPr marL="285750" indent="-285750">
                <a:buFont typeface="Arial" panose="020B0604020202020204" pitchFamily="34" charset="0"/>
                <a:buChar char="•"/>
              </a:pPr>
              <a:r>
                <a:rPr lang="de-DE" sz="1600" dirty="0">
                  <a:solidFill>
                    <a:schemeClr val="bg1"/>
                  </a:solidFill>
                </a:rPr>
                <a:t>Verantwortung für 10.000 € Budget</a:t>
              </a:r>
            </a:p>
            <a:p>
              <a:pPr marL="285750" indent="-285750">
                <a:buFont typeface="Arial" panose="020B0604020202020204" pitchFamily="34" charset="0"/>
                <a:buChar char="•"/>
              </a:pPr>
              <a:r>
                <a:rPr lang="de-DE" sz="1600" dirty="0">
                  <a:solidFill>
                    <a:schemeClr val="bg1"/>
                  </a:solidFill>
                </a:rPr>
                <a:t>Koordination mit Lieferanten, Eltern, Abiturienten</a:t>
              </a:r>
            </a:p>
            <a:p>
              <a:pPr>
                <a:spcBef>
                  <a:spcPts val="600"/>
                </a:spcBef>
              </a:pPr>
              <a:r>
                <a:rPr lang="de-DE" sz="1600" b="1" dirty="0">
                  <a:solidFill>
                    <a:schemeClr val="bg1"/>
                  </a:solidFill>
                </a:rPr>
                <a:t>Herausforderungen:</a:t>
              </a:r>
            </a:p>
            <a:p>
              <a:pPr marL="285750" indent="-285750">
                <a:spcBef>
                  <a:spcPts val="600"/>
                </a:spcBef>
                <a:buFont typeface="Arial" panose="020B0604020202020204" pitchFamily="34" charset="0"/>
                <a:buChar char="•"/>
              </a:pPr>
              <a:r>
                <a:rPr lang="de-DE" sz="1600" dirty="0">
                  <a:solidFill>
                    <a:schemeClr val="bg1"/>
                  </a:solidFill>
                </a:rPr>
                <a:t>Das Team bestand nur aus fünf Personen: hohe Arbeitsbelastung neben dem Abitur.</a:t>
              </a:r>
            </a:p>
            <a:p>
              <a:pPr marL="285750" indent="-285750">
                <a:buFont typeface="Arial" panose="020B0604020202020204" pitchFamily="34" charset="0"/>
                <a:buChar char="•"/>
              </a:pPr>
              <a:r>
                <a:rPr lang="de-DE" sz="1600" dirty="0">
                  <a:solidFill>
                    <a:schemeClr val="bg1"/>
                  </a:solidFill>
                </a:rPr>
                <a:t>Die Stadthalle stellte sich quer und wollte die Location zunächst nicht geben.</a:t>
              </a:r>
            </a:p>
            <a:p>
              <a:pPr>
                <a:spcBef>
                  <a:spcPts val="600"/>
                </a:spcBef>
                <a:spcAft>
                  <a:spcPts val="600"/>
                </a:spcAft>
              </a:pPr>
              <a:r>
                <a:rPr lang="de-DE" sz="1600" b="1" dirty="0">
                  <a:solidFill>
                    <a:schemeClr val="bg1"/>
                  </a:solidFill>
                </a:rPr>
                <a:t>Lösung:</a:t>
              </a:r>
            </a:p>
            <a:p>
              <a:pPr marL="285750" indent="-285750">
                <a:buFont typeface="Arial" panose="020B0604020202020204" pitchFamily="34" charset="0"/>
                <a:buChar char="•"/>
              </a:pPr>
              <a:r>
                <a:rPr lang="de-DE" sz="1600" dirty="0">
                  <a:solidFill>
                    <a:schemeClr val="bg1"/>
                  </a:solidFill>
                </a:rPr>
                <a:t>Starkes Stakeholder-Management: Gespräche mit allen beteiligten Parteien</a:t>
              </a:r>
            </a:p>
            <a:p>
              <a:pPr marL="285750" indent="-285750">
                <a:buFont typeface="Arial" panose="020B0604020202020204" pitchFamily="34" charset="0"/>
                <a:buChar char="•"/>
              </a:pPr>
              <a:r>
                <a:rPr lang="de-DE" sz="1600" dirty="0">
                  <a:solidFill>
                    <a:schemeClr val="bg1"/>
                  </a:solidFill>
                </a:rPr>
                <a:t>Überzeugung des Fördervereins, die Hallenkosten zu übernehmen </a:t>
              </a:r>
            </a:p>
            <a:p>
              <a:pPr marL="285750" indent="-285750">
                <a:buFont typeface="Arial" panose="020B0604020202020204" pitchFamily="34" charset="0"/>
                <a:buChar char="•"/>
              </a:pPr>
              <a:r>
                <a:rPr lang="de-DE" sz="1600" dirty="0">
                  <a:solidFill>
                    <a:schemeClr val="bg1"/>
                  </a:solidFill>
                </a:rPr>
                <a:t>Klare Teamstruktur geschaffen → jeder hatte seinen Verantwortungsbereich</a:t>
              </a:r>
            </a:p>
            <a:p>
              <a:pPr marL="742950" lvl="1" indent="-285750">
                <a:buFont typeface="Arial" panose="020B0604020202020204" pitchFamily="34" charset="0"/>
                <a:buChar char="•"/>
              </a:pPr>
              <a:endParaRPr lang="de-DE" sz="1600" dirty="0">
                <a:solidFill>
                  <a:schemeClr val="bg1"/>
                </a:solidFill>
              </a:endParaRPr>
            </a:p>
          </p:txBody>
        </p:sp>
      </p:grpSp>
      <p:grpSp>
        <p:nvGrpSpPr>
          <p:cNvPr id="22" name="Gruppieren 21">
            <a:extLst>
              <a:ext uri="{FF2B5EF4-FFF2-40B4-BE49-F238E27FC236}">
                <a16:creationId xmlns:a16="http://schemas.microsoft.com/office/drawing/2014/main" id="{33FA1893-170E-2C62-7914-0D943EE8C13E}"/>
              </a:ext>
            </a:extLst>
          </p:cNvPr>
          <p:cNvGrpSpPr/>
          <p:nvPr/>
        </p:nvGrpSpPr>
        <p:grpSpPr>
          <a:xfrm>
            <a:off x="342012" y="747167"/>
            <a:ext cx="5105400" cy="5363665"/>
            <a:chOff x="139702" y="3462518"/>
            <a:chExt cx="11912598" cy="1077552"/>
          </a:xfrm>
          <a:solidFill>
            <a:schemeClr val="bg2">
              <a:lumMod val="50000"/>
            </a:schemeClr>
          </a:solidFill>
        </p:grpSpPr>
        <p:sp>
          <p:nvSpPr>
            <p:cNvPr id="23" name="Rechteck: abgerundete Ecken 22">
              <a:extLst>
                <a:ext uri="{FF2B5EF4-FFF2-40B4-BE49-F238E27FC236}">
                  <a16:creationId xmlns:a16="http://schemas.microsoft.com/office/drawing/2014/main" id="{A2D67D3F-2932-3E6E-9694-5DCB2DA1626B}"/>
                </a:ext>
              </a:extLst>
            </p:cNvPr>
            <p:cNvSpPr/>
            <p:nvPr/>
          </p:nvSpPr>
          <p:spPr>
            <a:xfrm>
              <a:off x="139702" y="3462518"/>
              <a:ext cx="11912598" cy="1077552"/>
            </a:xfrm>
            <a:prstGeom prst="roundRect">
              <a:avLst/>
            </a:prstGeom>
            <a:solidFill>
              <a:srgbClr val="828282"/>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rgbClr val="828282"/>
                </a:solidFill>
              </a:endParaRPr>
            </a:p>
          </p:txBody>
        </p:sp>
        <p:sp>
          <p:nvSpPr>
            <p:cNvPr id="24" name="Textfeld 23">
              <a:extLst>
                <a:ext uri="{FF2B5EF4-FFF2-40B4-BE49-F238E27FC236}">
                  <a16:creationId xmlns:a16="http://schemas.microsoft.com/office/drawing/2014/main" id="{F6A35EB9-8A13-203A-8747-E1A4724B9EC1}"/>
                </a:ext>
              </a:extLst>
            </p:cNvPr>
            <p:cNvSpPr txBox="1"/>
            <p:nvPr/>
          </p:nvSpPr>
          <p:spPr>
            <a:xfrm>
              <a:off x="404372" y="3522097"/>
              <a:ext cx="11383258" cy="893470"/>
            </a:xfrm>
            <a:prstGeom prst="rect">
              <a:avLst/>
            </a:prstGeom>
            <a:noFill/>
            <a:ln>
              <a:noFill/>
            </a:ln>
          </p:spPr>
          <p:txBody>
            <a:bodyPr wrap="square" rtlCol="0">
              <a:spAutoFit/>
            </a:bodyPr>
            <a:lstStyle/>
            <a:p>
              <a:r>
                <a:rPr lang="de-DE" sz="1900" b="1" dirty="0" err="1">
                  <a:solidFill>
                    <a:schemeClr val="bg1"/>
                  </a:solidFill>
                </a:rPr>
                <a:t>Jabulani</a:t>
              </a:r>
              <a:r>
                <a:rPr lang="de-DE" sz="1900" b="1" dirty="0">
                  <a:solidFill>
                    <a:schemeClr val="bg1"/>
                  </a:solidFill>
                </a:rPr>
                <a:t> AG</a:t>
              </a:r>
            </a:p>
            <a:p>
              <a:pPr marL="285750" indent="-285750">
                <a:spcBef>
                  <a:spcPts val="600"/>
                </a:spcBef>
                <a:buFont typeface="Arial" panose="020B0604020202020204" pitchFamily="34" charset="0"/>
                <a:buChar char="•"/>
              </a:pPr>
              <a:r>
                <a:rPr lang="de-DE" sz="1600" dirty="0">
                  <a:solidFill>
                    <a:schemeClr val="bg1"/>
                  </a:solidFill>
                </a:rPr>
                <a:t>Motivation: Etwas zurückgeben im Leben</a:t>
              </a:r>
            </a:p>
            <a:p>
              <a:pPr marL="285750" indent="-285750">
                <a:spcBef>
                  <a:spcPts val="600"/>
                </a:spcBef>
                <a:buFont typeface="Arial" panose="020B0604020202020204" pitchFamily="34" charset="0"/>
                <a:buChar char="•"/>
              </a:pPr>
              <a:r>
                <a:rPr lang="de-DE" sz="1600" dirty="0">
                  <a:solidFill>
                    <a:schemeClr val="bg1"/>
                  </a:solidFill>
                </a:rPr>
                <a:t>Finanzierung von Stiftungsprojekten ermöglicht (Waffelverkäufe, Postkarten, Mitgliedergewinnung)</a:t>
              </a:r>
            </a:p>
            <a:p>
              <a:pPr>
                <a:spcBef>
                  <a:spcPts val="600"/>
                </a:spcBef>
              </a:pPr>
              <a:r>
                <a:rPr lang="de-DE" sz="1600" b="1" dirty="0">
                  <a:solidFill>
                    <a:schemeClr val="bg1"/>
                  </a:solidFill>
                </a:rPr>
                <a:t>Herausforderungen:</a:t>
              </a:r>
            </a:p>
            <a:p>
              <a:pPr marL="285750" indent="-285750">
                <a:buFont typeface="Arial" panose="020B0604020202020204" pitchFamily="34" charset="0"/>
                <a:buChar char="•"/>
              </a:pPr>
              <a:r>
                <a:rPr lang="de-DE" sz="1600" dirty="0">
                  <a:solidFill>
                    <a:schemeClr val="bg1"/>
                  </a:solidFill>
                </a:rPr>
                <a:t>Viele parallel laufende Projekte führten zu hoher Komplexität in der Abstimmung &amp; Organisation</a:t>
              </a:r>
            </a:p>
            <a:p>
              <a:pPr>
                <a:spcBef>
                  <a:spcPts val="600"/>
                </a:spcBef>
              </a:pPr>
              <a:r>
                <a:rPr lang="de-DE" sz="1600" b="1" dirty="0">
                  <a:solidFill>
                    <a:schemeClr val="bg1"/>
                  </a:solidFill>
                </a:rPr>
                <a:t>Lösung:</a:t>
              </a:r>
            </a:p>
            <a:p>
              <a:pPr marL="285750" indent="-285750">
                <a:spcBef>
                  <a:spcPts val="600"/>
                </a:spcBef>
                <a:buFont typeface="Arial" panose="020B0604020202020204" pitchFamily="34" charset="0"/>
                <a:buChar char="•"/>
              </a:pPr>
              <a:r>
                <a:rPr lang="de-DE" altLang="de-DE" sz="1600" dirty="0">
                  <a:solidFill>
                    <a:schemeClr val="bg1"/>
                  </a:solidFill>
                </a:rPr>
                <a:t>Aufbau einer klaren internen Struktur:</a:t>
              </a:r>
            </a:p>
            <a:p>
              <a:pPr marL="285750" lvl="0" indent="-285750" fontAlgn="base">
                <a:spcBef>
                  <a:spcPts val="600"/>
                </a:spcBef>
                <a:spcAft>
                  <a:spcPct val="0"/>
                </a:spcAft>
                <a:buFont typeface="Arial" panose="020B0604020202020204" pitchFamily="34" charset="0"/>
                <a:buChar char="•"/>
              </a:pPr>
              <a:r>
                <a:rPr lang="de-DE" altLang="de-DE" sz="1600" dirty="0">
                  <a:solidFill>
                    <a:schemeClr val="bg1"/>
                  </a:solidFill>
                </a:rPr>
                <a:t>zentraler Ansprechpartner</a:t>
              </a:r>
            </a:p>
            <a:p>
              <a:pPr marL="285750" lvl="0" indent="-285750" fontAlgn="base">
                <a:spcBef>
                  <a:spcPts val="600"/>
                </a:spcBef>
                <a:spcAft>
                  <a:spcPct val="0"/>
                </a:spcAft>
                <a:buFont typeface="Arial" panose="020B0604020202020204" pitchFamily="34" charset="0"/>
                <a:buChar char="•"/>
              </a:pPr>
              <a:r>
                <a:rPr lang="de-DE" altLang="de-DE" sz="1600" dirty="0">
                  <a:solidFill>
                    <a:schemeClr val="bg1"/>
                  </a:solidFill>
                </a:rPr>
                <a:t>Team fand natürliche Routinen, jeder wusste irgendwann genau, welche Aufgaben er </a:t>
              </a:r>
              <a:r>
                <a:rPr lang="de-DE" altLang="de-DE" sz="1600" dirty="0">
                  <a:solidFill>
                    <a:schemeClr val="bg1"/>
                  </a:solidFill>
                  <a:latin typeface="Arial" panose="020B0604020202020204" pitchFamily="34" charset="0"/>
                </a:rPr>
                <a:t>übernimmt</a:t>
              </a:r>
            </a:p>
            <a:p>
              <a:pPr marL="285750" indent="-285750">
                <a:spcBef>
                  <a:spcPts val="600"/>
                </a:spcBef>
                <a:buFont typeface="Arial" panose="020B0604020202020204" pitchFamily="34" charset="0"/>
                <a:buChar char="•"/>
              </a:pPr>
              <a:endParaRPr lang="de-DE" sz="1600" dirty="0">
                <a:solidFill>
                  <a:schemeClr val="bg1"/>
                </a:solidFill>
              </a:endParaRPr>
            </a:p>
          </p:txBody>
        </p:sp>
      </p:grpSp>
      <p:sp>
        <p:nvSpPr>
          <p:cNvPr id="28" name="Rechteck 27">
            <a:extLst>
              <a:ext uri="{FF2B5EF4-FFF2-40B4-BE49-F238E27FC236}">
                <a16:creationId xmlns:a16="http://schemas.microsoft.com/office/drawing/2014/main" id="{F3C61DEB-8D84-C530-AE83-FA23BE3ECB78}"/>
              </a:ext>
            </a:extLst>
          </p:cNvPr>
          <p:cNvSpPr/>
          <p:nvPr/>
        </p:nvSpPr>
        <p:spPr bwMode="auto">
          <a:xfrm>
            <a:off x="11135443" y="6509701"/>
            <a:ext cx="908390" cy="234973"/>
          </a:xfrm>
          <a:prstGeom prst="rect">
            <a:avLst/>
          </a:prstGeom>
          <a:solidFill>
            <a:schemeClr val="bg1"/>
          </a:solidFill>
          <a:ln w="9525" cap="flat" cmpd="sng" algn="ctr">
            <a:solidFill>
              <a:schemeClr val="bg1"/>
            </a:solidFill>
            <a:prstDash val="solid"/>
            <a:miter lim="800000"/>
            <a:headEnd type="none" w="med" len="med"/>
            <a:tailEnd type="none" w="med" len="med"/>
          </a:ln>
          <a:effectLst/>
        </p:spPr>
        <p:txBody>
          <a:bodyPr vert="horz" wrap="square" lIns="144000" tIns="144000" rIns="144000" bIns="144000" numCol="1" rtlCol="0" anchor="t" anchorCtr="0" compatLnSpc="1">
            <a:prstTxWarp prst="textNoShape">
              <a:avLst/>
            </a:prstTxWarp>
          </a:bodyPr>
          <a:lstStyle/>
          <a:p>
            <a:pPr marL="1588" algn="l" defTabSz="857250" fontAlgn="base">
              <a:spcBef>
                <a:spcPct val="40000"/>
              </a:spcBef>
              <a:spcAft>
                <a:spcPct val="0"/>
              </a:spcAft>
              <a:buClr>
                <a:schemeClr val="accent1"/>
              </a:buClr>
              <a:buSzPct val="70000"/>
            </a:pPr>
            <a:endParaRPr lang="de-DE" sz="1200" dirty="0" err="1"/>
          </a:p>
        </p:txBody>
      </p:sp>
      <p:sp>
        <p:nvSpPr>
          <p:cNvPr id="29" name="Rechteck 28">
            <a:extLst>
              <a:ext uri="{FF2B5EF4-FFF2-40B4-BE49-F238E27FC236}">
                <a16:creationId xmlns:a16="http://schemas.microsoft.com/office/drawing/2014/main" id="{B98D76E2-F30A-18B0-38B5-950D644DFC48}"/>
              </a:ext>
            </a:extLst>
          </p:cNvPr>
          <p:cNvSpPr/>
          <p:nvPr/>
        </p:nvSpPr>
        <p:spPr bwMode="auto">
          <a:xfrm>
            <a:off x="11333448" y="131815"/>
            <a:ext cx="652177" cy="316443"/>
          </a:xfrm>
          <a:prstGeom prst="rect">
            <a:avLst/>
          </a:prstGeom>
          <a:solidFill>
            <a:schemeClr val="bg1"/>
          </a:solidFill>
          <a:ln w="9525" cap="flat" cmpd="sng" algn="ctr">
            <a:solidFill>
              <a:schemeClr val="bg1"/>
            </a:solidFill>
            <a:prstDash val="solid"/>
            <a:miter lim="800000"/>
            <a:headEnd type="none" w="med" len="med"/>
            <a:tailEnd type="none" w="med" len="med"/>
          </a:ln>
          <a:effectLst/>
        </p:spPr>
        <p:txBody>
          <a:bodyPr vert="horz" wrap="square" lIns="144000" tIns="144000" rIns="144000" bIns="144000" numCol="1" rtlCol="0" anchor="t" anchorCtr="0" compatLnSpc="1">
            <a:prstTxWarp prst="textNoShape">
              <a:avLst/>
            </a:prstTxWarp>
          </a:bodyPr>
          <a:lstStyle/>
          <a:p>
            <a:pPr marL="1588" algn="l" defTabSz="857250" fontAlgn="base">
              <a:spcBef>
                <a:spcPct val="40000"/>
              </a:spcBef>
              <a:spcAft>
                <a:spcPct val="0"/>
              </a:spcAft>
              <a:buClr>
                <a:schemeClr val="accent1"/>
              </a:buClr>
              <a:buSzPct val="70000"/>
            </a:pPr>
            <a:endParaRPr lang="de-DE" sz="1200" dirty="0" err="1"/>
          </a:p>
        </p:txBody>
      </p:sp>
    </p:spTree>
    <p:extLst>
      <p:ext uri="{BB962C8B-B14F-4D97-AF65-F5344CB8AC3E}">
        <p14:creationId xmlns:p14="http://schemas.microsoft.com/office/powerpoint/2010/main" val="9273516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C6026-801A-2CCA-EA6F-610B5C83C1F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D9718E4-98AB-CD18-F37E-B47EF61FC1CD}"/>
              </a:ext>
            </a:extLst>
          </p:cNvPr>
          <p:cNvSpPr>
            <a:spLocks noGrp="1"/>
          </p:cNvSpPr>
          <p:nvPr>
            <p:ph type="ctrTitle"/>
          </p:nvPr>
        </p:nvSpPr>
        <p:spPr>
          <a:xfrm>
            <a:off x="1524000" y="13008"/>
            <a:ext cx="9144000" cy="477837"/>
          </a:xfrm>
          <a:ln>
            <a:noFill/>
          </a:ln>
        </p:spPr>
        <p:txBody>
          <a:bodyPr>
            <a:normAutofit/>
          </a:bodyPr>
          <a:lstStyle/>
          <a:p>
            <a:r>
              <a:rPr lang="de-DE" sz="2400" b="1" dirty="0">
                <a:solidFill>
                  <a:srgbClr val="00ABD0"/>
                </a:solidFill>
              </a:rPr>
              <a:t>GAP Year: Selbstständigkeit und Reisen</a:t>
            </a:r>
          </a:p>
        </p:txBody>
      </p:sp>
      <p:cxnSp>
        <p:nvCxnSpPr>
          <p:cNvPr id="8" name="Gerader Verbinder 7">
            <a:extLst>
              <a:ext uri="{FF2B5EF4-FFF2-40B4-BE49-F238E27FC236}">
                <a16:creationId xmlns:a16="http://schemas.microsoft.com/office/drawing/2014/main" id="{7AF862AF-7D12-0631-42CB-DC327F4CFD13}"/>
              </a:ext>
            </a:extLst>
          </p:cNvPr>
          <p:cNvCxnSpPr/>
          <p:nvPr/>
        </p:nvCxnSpPr>
        <p:spPr>
          <a:xfrm>
            <a:off x="-76200" y="533400"/>
            <a:ext cx="12433300" cy="0"/>
          </a:xfrm>
          <a:prstGeom prst="line">
            <a:avLst/>
          </a:prstGeom>
          <a:ln>
            <a:solidFill>
              <a:srgbClr val="00ABD0"/>
            </a:solidFill>
          </a:ln>
          <a:effectLst/>
        </p:spPr>
        <p:style>
          <a:lnRef idx="2">
            <a:schemeClr val="accent1"/>
          </a:lnRef>
          <a:fillRef idx="0">
            <a:schemeClr val="accent1"/>
          </a:fillRef>
          <a:effectRef idx="1">
            <a:schemeClr val="accent1"/>
          </a:effectRef>
          <a:fontRef idx="minor">
            <a:schemeClr val="tx1"/>
          </a:fontRef>
        </p:style>
      </p:cxnSp>
      <p:cxnSp>
        <p:nvCxnSpPr>
          <p:cNvPr id="6" name="Gerader Verbinder 5">
            <a:extLst>
              <a:ext uri="{FF2B5EF4-FFF2-40B4-BE49-F238E27FC236}">
                <a16:creationId xmlns:a16="http://schemas.microsoft.com/office/drawing/2014/main" id="{D66D633A-7C2A-4165-D92F-23F87377F761}"/>
              </a:ext>
            </a:extLst>
          </p:cNvPr>
          <p:cNvCxnSpPr/>
          <p:nvPr/>
        </p:nvCxnSpPr>
        <p:spPr>
          <a:xfrm>
            <a:off x="0" y="6441103"/>
            <a:ext cx="12433300" cy="0"/>
          </a:xfrm>
          <a:prstGeom prst="line">
            <a:avLst/>
          </a:prstGeom>
          <a:ln>
            <a:solidFill>
              <a:srgbClr val="00ABD0"/>
            </a:solidFill>
          </a:ln>
          <a:effectLst/>
        </p:spPr>
        <p:style>
          <a:lnRef idx="2">
            <a:schemeClr val="accent1"/>
          </a:lnRef>
          <a:fillRef idx="0">
            <a:schemeClr val="accent1"/>
          </a:fillRef>
          <a:effectRef idx="1">
            <a:schemeClr val="accent1"/>
          </a:effectRef>
          <a:fontRef idx="minor">
            <a:schemeClr val="tx1"/>
          </a:fontRef>
        </p:style>
      </p:cxnSp>
      <p:sp>
        <p:nvSpPr>
          <p:cNvPr id="9" name="Rechteck 8">
            <a:extLst>
              <a:ext uri="{FF2B5EF4-FFF2-40B4-BE49-F238E27FC236}">
                <a16:creationId xmlns:a16="http://schemas.microsoft.com/office/drawing/2014/main" id="{3524DD01-A471-CC63-4E50-E3A8392AF237}"/>
              </a:ext>
            </a:extLst>
          </p:cNvPr>
          <p:cNvSpPr/>
          <p:nvPr/>
        </p:nvSpPr>
        <p:spPr>
          <a:xfrm>
            <a:off x="4908550" y="6559527"/>
            <a:ext cx="2374900" cy="289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rgbClr val="00ABD0"/>
                </a:solidFill>
              </a:rPr>
              <a:t>Svenja Pirsch </a:t>
            </a:r>
          </a:p>
        </p:txBody>
      </p:sp>
      <p:sp>
        <p:nvSpPr>
          <p:cNvPr id="56" name="Textfeld 55">
            <a:extLst>
              <a:ext uri="{FF2B5EF4-FFF2-40B4-BE49-F238E27FC236}">
                <a16:creationId xmlns:a16="http://schemas.microsoft.com/office/drawing/2014/main" id="{33A983FA-DF8F-A580-80BC-C4EE6E8D7836}"/>
              </a:ext>
            </a:extLst>
          </p:cNvPr>
          <p:cNvSpPr txBox="1"/>
          <p:nvPr/>
        </p:nvSpPr>
        <p:spPr>
          <a:xfrm>
            <a:off x="342012" y="4756133"/>
            <a:ext cx="5105400" cy="1140934"/>
          </a:xfrm>
          <a:prstGeom prst="rect">
            <a:avLst/>
          </a:prstGeom>
          <a:noFill/>
        </p:spPr>
        <p:txBody>
          <a:bodyPr wrap="square" rtlCol="0">
            <a:spAutoFit/>
          </a:bodyPr>
          <a:lstStyle/>
          <a:p>
            <a:r>
              <a:rPr lang="de-DE" b="1" dirty="0">
                <a:solidFill>
                  <a:schemeClr val="bg1"/>
                </a:solidFill>
              </a:rPr>
              <a:t>Selbstständigkeit im E-Commerce</a:t>
            </a:r>
          </a:p>
          <a:p>
            <a:pPr marL="285750" indent="-285750">
              <a:buFont typeface="Arial" panose="020B0604020202020204" pitchFamily="34" charset="0"/>
              <a:buChar char="•"/>
            </a:pPr>
            <a:r>
              <a:rPr lang="de-DE" sz="1400" dirty="0">
                <a:solidFill>
                  <a:schemeClr val="bg1"/>
                </a:solidFill>
              </a:rPr>
              <a:t>Verantwortung für die gesamte Wertschöpfungskette übernommen</a:t>
            </a:r>
          </a:p>
          <a:p>
            <a:pPr marL="285750" indent="-285750">
              <a:buFont typeface="Arial" panose="020B0604020202020204" pitchFamily="34" charset="0"/>
              <a:buChar char="•"/>
            </a:pPr>
            <a:r>
              <a:rPr lang="de-DE" sz="1400" dirty="0">
                <a:solidFill>
                  <a:schemeClr val="bg1"/>
                </a:solidFill>
              </a:rPr>
              <a:t>Digitale Geschäftsmodelle kennengelernt und Leidenschaft für Digitalisierung entwickelt</a:t>
            </a:r>
          </a:p>
        </p:txBody>
      </p:sp>
      <p:cxnSp>
        <p:nvCxnSpPr>
          <p:cNvPr id="58" name="Gerade Verbindung mit Pfeil 57">
            <a:extLst>
              <a:ext uri="{FF2B5EF4-FFF2-40B4-BE49-F238E27FC236}">
                <a16:creationId xmlns:a16="http://schemas.microsoft.com/office/drawing/2014/main" id="{B7117EDC-9957-B197-A5F6-2F6E5137F58A}"/>
              </a:ext>
            </a:extLst>
          </p:cNvPr>
          <p:cNvCxnSpPr/>
          <p:nvPr/>
        </p:nvCxnSpPr>
        <p:spPr>
          <a:xfrm>
            <a:off x="11645900" y="836322"/>
            <a:ext cx="0" cy="5060745"/>
          </a:xfrm>
          <a:prstGeom prst="straightConnector1">
            <a:avLst/>
          </a:prstGeom>
          <a:ln w="133350">
            <a:solidFill>
              <a:srgbClr val="00ABD0"/>
            </a:solidFill>
            <a:tailEnd type="triangle"/>
          </a:ln>
        </p:spPr>
        <p:style>
          <a:lnRef idx="2">
            <a:schemeClr val="accent1"/>
          </a:lnRef>
          <a:fillRef idx="0">
            <a:schemeClr val="accent1"/>
          </a:fillRef>
          <a:effectRef idx="1">
            <a:schemeClr val="accent1"/>
          </a:effectRef>
          <a:fontRef idx="minor">
            <a:schemeClr val="tx1"/>
          </a:fontRef>
        </p:style>
      </p:cxnSp>
      <p:grpSp>
        <p:nvGrpSpPr>
          <p:cNvPr id="12" name="Gruppieren 11">
            <a:extLst>
              <a:ext uri="{FF2B5EF4-FFF2-40B4-BE49-F238E27FC236}">
                <a16:creationId xmlns:a16="http://schemas.microsoft.com/office/drawing/2014/main" id="{2864391B-1005-FD35-5E65-B4DBEEB74D07}"/>
              </a:ext>
            </a:extLst>
          </p:cNvPr>
          <p:cNvGrpSpPr/>
          <p:nvPr/>
        </p:nvGrpSpPr>
        <p:grpSpPr>
          <a:xfrm>
            <a:off x="5993956" y="747165"/>
            <a:ext cx="5105400" cy="5363666"/>
            <a:chOff x="139702" y="3462518"/>
            <a:chExt cx="11912598" cy="1077552"/>
          </a:xfrm>
          <a:solidFill>
            <a:srgbClr val="828282"/>
          </a:solidFill>
        </p:grpSpPr>
        <p:sp>
          <p:nvSpPr>
            <p:cNvPr id="13" name="Rechteck: abgerundete Ecken 12">
              <a:extLst>
                <a:ext uri="{FF2B5EF4-FFF2-40B4-BE49-F238E27FC236}">
                  <a16:creationId xmlns:a16="http://schemas.microsoft.com/office/drawing/2014/main" id="{B7CC60DF-DF0B-4A67-E6F6-2AFB57C4692C}"/>
                </a:ext>
              </a:extLst>
            </p:cNvPr>
            <p:cNvSpPr/>
            <p:nvPr/>
          </p:nvSpPr>
          <p:spPr>
            <a:xfrm>
              <a:off x="139702" y="3462518"/>
              <a:ext cx="11912598" cy="1077552"/>
            </a:xfrm>
            <a:prstGeom prst="roundRect">
              <a:avLst/>
            </a:prstGeom>
            <a:grp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rgbClr val="828282"/>
                </a:solidFill>
              </a:endParaRPr>
            </a:p>
          </p:txBody>
        </p:sp>
        <p:sp>
          <p:nvSpPr>
            <p:cNvPr id="14" name="Textfeld 13">
              <a:extLst>
                <a:ext uri="{FF2B5EF4-FFF2-40B4-BE49-F238E27FC236}">
                  <a16:creationId xmlns:a16="http://schemas.microsoft.com/office/drawing/2014/main" id="{C6782749-9235-7C80-BF75-BF09C94EEBCC}"/>
                </a:ext>
              </a:extLst>
            </p:cNvPr>
            <p:cNvSpPr txBox="1"/>
            <p:nvPr/>
          </p:nvSpPr>
          <p:spPr>
            <a:xfrm>
              <a:off x="404372" y="3522097"/>
              <a:ext cx="11383258" cy="729615"/>
            </a:xfrm>
            <a:prstGeom prst="rect">
              <a:avLst/>
            </a:prstGeom>
            <a:noFill/>
            <a:ln>
              <a:noFill/>
            </a:ln>
          </p:spPr>
          <p:txBody>
            <a:bodyPr wrap="square" rtlCol="0">
              <a:spAutoFit/>
            </a:bodyPr>
            <a:lstStyle/>
            <a:p>
              <a:pPr>
                <a:spcAft>
                  <a:spcPts val="600"/>
                </a:spcAft>
              </a:pPr>
              <a:r>
                <a:rPr lang="de-DE" sz="1900" b="1" dirty="0">
                  <a:solidFill>
                    <a:schemeClr val="bg1"/>
                  </a:solidFill>
                </a:rPr>
                <a:t>Südostasien, Nordafrika, Peru</a:t>
              </a:r>
            </a:p>
            <a:p>
              <a:pPr marL="285750" indent="-285750">
                <a:buFont typeface="Arial" panose="020B0604020202020204" pitchFamily="34" charset="0"/>
                <a:buChar char="•"/>
              </a:pPr>
              <a:r>
                <a:rPr lang="de-DE" sz="1600" dirty="0">
                  <a:solidFill>
                    <a:schemeClr val="bg1"/>
                  </a:solidFill>
                </a:rPr>
                <a:t>Kontakt zu vielen Kulturen</a:t>
              </a:r>
            </a:p>
            <a:p>
              <a:pPr marL="285750" indent="-285750">
                <a:buFont typeface="Arial" panose="020B0604020202020204" pitchFamily="34" charset="0"/>
                <a:buChar char="•"/>
              </a:pPr>
              <a:r>
                <a:rPr lang="de-DE" sz="1600" dirty="0">
                  <a:solidFill>
                    <a:schemeClr val="bg1"/>
                  </a:solidFill>
                </a:rPr>
                <a:t>Einblicke in religiöse und gesellschaftliche Traditionen</a:t>
              </a:r>
            </a:p>
            <a:p>
              <a:pPr>
                <a:spcBef>
                  <a:spcPts val="600"/>
                </a:spcBef>
                <a:spcAft>
                  <a:spcPts val="600"/>
                </a:spcAft>
              </a:pPr>
              <a:r>
                <a:rPr lang="de-DE" sz="1600" dirty="0">
                  <a:solidFill>
                    <a:schemeClr val="bg1"/>
                  </a:solidFill>
                </a:rPr>
                <a:t>Herausforderungen:</a:t>
              </a:r>
            </a:p>
            <a:p>
              <a:pPr marL="285750" indent="-285750">
                <a:buFont typeface="Arial" panose="020B0604020202020204" pitchFamily="34" charset="0"/>
                <a:buChar char="•"/>
              </a:pPr>
              <a:r>
                <a:rPr lang="de-DE" sz="1600" dirty="0">
                  <a:solidFill>
                    <a:schemeClr val="bg1"/>
                  </a:solidFill>
                </a:rPr>
                <a:t>Weite Entfernung von Zuhause</a:t>
              </a:r>
            </a:p>
            <a:p>
              <a:pPr marL="285750" indent="-285750">
                <a:buFont typeface="Arial" panose="020B0604020202020204" pitchFamily="34" charset="0"/>
                <a:buChar char="•"/>
              </a:pPr>
              <a:r>
                <a:rPr lang="de-DE" sz="1600" dirty="0">
                  <a:solidFill>
                    <a:schemeClr val="bg1"/>
                  </a:solidFill>
                </a:rPr>
                <a:t>Neue Kulturen, Lebensweisen, Sprache</a:t>
              </a:r>
            </a:p>
            <a:p>
              <a:pPr>
                <a:spcBef>
                  <a:spcPts val="600"/>
                </a:spcBef>
              </a:pPr>
              <a:r>
                <a:rPr lang="de-DE" sz="1600" dirty="0">
                  <a:solidFill>
                    <a:schemeClr val="bg1"/>
                  </a:solidFill>
                </a:rPr>
                <a:t>Lösung:</a:t>
              </a:r>
            </a:p>
            <a:p>
              <a:pPr marL="285750" indent="-285750">
                <a:spcBef>
                  <a:spcPts val="600"/>
                </a:spcBef>
                <a:buFont typeface="Arial" panose="020B0604020202020204" pitchFamily="34" charset="0"/>
                <a:buChar char="•"/>
              </a:pPr>
              <a:r>
                <a:rPr lang="de-DE" sz="1600" dirty="0">
                  <a:solidFill>
                    <a:schemeClr val="bg1"/>
                  </a:solidFill>
                </a:rPr>
                <a:t>Offenheit gegenüber anderen Menschen und in den Austausch gehen</a:t>
              </a:r>
            </a:p>
            <a:p>
              <a:pPr marL="285750" indent="-285750">
                <a:spcBef>
                  <a:spcPts val="600"/>
                </a:spcBef>
                <a:buFont typeface="Arial" panose="020B0604020202020204" pitchFamily="34" charset="0"/>
                <a:buChar char="•"/>
              </a:pPr>
              <a:r>
                <a:rPr lang="de-DE" sz="1600" dirty="0">
                  <a:solidFill>
                    <a:schemeClr val="bg1"/>
                  </a:solidFill>
                </a:rPr>
                <a:t>Möglichkeit persönlich zu wachsen</a:t>
              </a:r>
            </a:p>
            <a:p>
              <a:pPr marL="285750" indent="-285750">
                <a:spcBef>
                  <a:spcPts val="600"/>
                </a:spcBef>
                <a:buFont typeface="Arial" panose="020B0604020202020204" pitchFamily="34" charset="0"/>
                <a:buChar char="•"/>
              </a:pPr>
              <a:endParaRPr lang="de-DE" sz="1600" dirty="0">
                <a:solidFill>
                  <a:schemeClr val="bg1"/>
                </a:solidFill>
              </a:endParaRPr>
            </a:p>
          </p:txBody>
        </p:sp>
      </p:grpSp>
      <p:grpSp>
        <p:nvGrpSpPr>
          <p:cNvPr id="22" name="Gruppieren 21">
            <a:extLst>
              <a:ext uri="{FF2B5EF4-FFF2-40B4-BE49-F238E27FC236}">
                <a16:creationId xmlns:a16="http://schemas.microsoft.com/office/drawing/2014/main" id="{19B0A76D-6CCB-7F32-7CB2-332916B4209A}"/>
              </a:ext>
            </a:extLst>
          </p:cNvPr>
          <p:cNvGrpSpPr/>
          <p:nvPr/>
        </p:nvGrpSpPr>
        <p:grpSpPr>
          <a:xfrm>
            <a:off x="342012" y="747168"/>
            <a:ext cx="5105400" cy="5363663"/>
            <a:chOff x="139702" y="3462518"/>
            <a:chExt cx="11912598" cy="1077552"/>
          </a:xfrm>
          <a:solidFill>
            <a:schemeClr val="bg2">
              <a:lumMod val="50000"/>
            </a:schemeClr>
          </a:solidFill>
        </p:grpSpPr>
        <p:sp>
          <p:nvSpPr>
            <p:cNvPr id="23" name="Rechteck: abgerundete Ecken 22">
              <a:extLst>
                <a:ext uri="{FF2B5EF4-FFF2-40B4-BE49-F238E27FC236}">
                  <a16:creationId xmlns:a16="http://schemas.microsoft.com/office/drawing/2014/main" id="{016B466F-BAF5-7667-96CC-B74BE5691748}"/>
                </a:ext>
              </a:extLst>
            </p:cNvPr>
            <p:cNvSpPr/>
            <p:nvPr/>
          </p:nvSpPr>
          <p:spPr>
            <a:xfrm>
              <a:off x="139702" y="3462518"/>
              <a:ext cx="11912598" cy="1077552"/>
            </a:xfrm>
            <a:prstGeom prst="roundRect">
              <a:avLst/>
            </a:prstGeom>
            <a:solidFill>
              <a:srgbClr val="828282"/>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rgbClr val="828282"/>
                </a:solidFill>
              </a:endParaRPr>
            </a:p>
          </p:txBody>
        </p:sp>
        <p:sp>
          <p:nvSpPr>
            <p:cNvPr id="24" name="Textfeld 23">
              <a:extLst>
                <a:ext uri="{FF2B5EF4-FFF2-40B4-BE49-F238E27FC236}">
                  <a16:creationId xmlns:a16="http://schemas.microsoft.com/office/drawing/2014/main" id="{7AD88BCD-7996-554E-54F2-C2D9A9AACE66}"/>
                </a:ext>
              </a:extLst>
            </p:cNvPr>
            <p:cNvSpPr txBox="1"/>
            <p:nvPr/>
          </p:nvSpPr>
          <p:spPr>
            <a:xfrm>
              <a:off x="404372" y="3522097"/>
              <a:ext cx="11383258" cy="813089"/>
            </a:xfrm>
            <a:prstGeom prst="rect">
              <a:avLst/>
            </a:prstGeom>
            <a:noFill/>
            <a:ln>
              <a:noFill/>
            </a:ln>
          </p:spPr>
          <p:txBody>
            <a:bodyPr wrap="square" rtlCol="0">
              <a:spAutoFit/>
            </a:bodyPr>
            <a:lstStyle>
              <a:lvl1pPr>
                <a:buFont typeface="Arial" panose="020B0604020202020204" pitchFamily="34" charset="0"/>
                <a:buChar char="•"/>
              </a:lvl1pPr>
              <a:lvl2pPr>
                <a:buFont typeface="Arial" panose="020B0604020202020204" pitchFamily="34" charset="0"/>
                <a:buChar char="•"/>
              </a:lvl2pPr>
              <a:lvl3pPr>
                <a:buFont typeface="Arial" panose="020B0604020202020204" pitchFamily="34" charset="0"/>
                <a:buChar char="•"/>
              </a:lvl3pPr>
              <a:lvl4pPr>
                <a:buFont typeface="Arial" panose="020B0604020202020204" pitchFamily="34" charset="0"/>
                <a:buChar char="•"/>
              </a:lvl4pPr>
              <a:lvl5pPr>
                <a:buFont typeface="Arial" panose="020B0604020202020204" pitchFamily="34" charset="0"/>
                <a:buChar char="•"/>
              </a:lvl5pPr>
              <a:lvl6pPr>
                <a:buFont typeface="Arial" panose="020B0604020202020204" pitchFamily="34" charset="0"/>
                <a:buChar char="•"/>
              </a:lvl6pPr>
              <a:lvl7pPr>
                <a:buFont typeface="Arial" panose="020B0604020202020204" pitchFamily="34" charset="0"/>
                <a:buChar char="•"/>
              </a:lvl7pPr>
              <a:lvl8pPr>
                <a:buFont typeface="Arial" panose="020B0604020202020204" pitchFamily="34" charset="0"/>
                <a:buChar char="•"/>
              </a:lvl8pPr>
              <a:lvl9pPr>
                <a:buFont typeface="Arial" panose="020B0604020202020204" pitchFamily="34" charset="0"/>
                <a:buChar char="•"/>
              </a:lvl9pPr>
            </a:lstStyle>
            <a:p>
              <a:pPr>
                <a:buNone/>
              </a:pPr>
              <a:r>
                <a:rPr lang="de-DE" sz="1900" b="1" dirty="0">
                  <a:solidFill>
                    <a:schemeClr val="bg1"/>
                  </a:solidFill>
                </a:rPr>
                <a:t>Selbstständigkeit im E-Commerce</a:t>
              </a:r>
            </a:p>
            <a:p>
              <a:pPr marL="285750" indent="-285750">
                <a:spcBef>
                  <a:spcPts val="600"/>
                </a:spcBef>
              </a:pPr>
              <a:r>
                <a:rPr lang="de-DE" sz="1600" dirty="0">
                  <a:solidFill>
                    <a:schemeClr val="bg1"/>
                  </a:solidFill>
                </a:rPr>
                <a:t>Verantwortung für die gesamte Wertschöpfungskette übernommen</a:t>
              </a:r>
            </a:p>
            <a:p>
              <a:pPr marL="285750" indent="-285750"/>
              <a:r>
                <a:rPr lang="de-DE" sz="1600" dirty="0">
                  <a:solidFill>
                    <a:schemeClr val="bg1"/>
                  </a:solidFill>
                </a:rPr>
                <a:t>Digitale Geschäftsmodelle kennengelernt und Leidenschaft für Digitalisierung entwickelt</a:t>
              </a:r>
            </a:p>
            <a:p>
              <a:pPr>
                <a:spcBef>
                  <a:spcPts val="600"/>
                </a:spcBef>
                <a:spcAft>
                  <a:spcPts val="600"/>
                </a:spcAft>
                <a:buNone/>
              </a:pPr>
              <a:r>
                <a:rPr lang="de-DE" sz="1600" dirty="0">
                  <a:solidFill>
                    <a:schemeClr val="bg1"/>
                  </a:solidFill>
                </a:rPr>
                <a:t>Herausforderungen:</a:t>
              </a:r>
            </a:p>
            <a:p>
              <a:pPr marL="285750" indent="-285750"/>
              <a:r>
                <a:rPr lang="de-DE" altLang="de-DE" sz="1600" dirty="0">
                  <a:solidFill>
                    <a:schemeClr val="bg1"/>
                  </a:solidFill>
                </a:rPr>
                <a:t>Keine Anleitung für bestimmte Themen</a:t>
              </a:r>
            </a:p>
            <a:p>
              <a:pPr marL="285750" indent="-285750"/>
              <a:r>
                <a:rPr lang="de-DE" altLang="de-DE" sz="1600" dirty="0">
                  <a:solidFill>
                    <a:schemeClr val="bg1"/>
                  </a:solidFill>
                </a:rPr>
                <a:t>Komplexes Steuerthema</a:t>
              </a:r>
              <a:endParaRPr lang="de-DE" sz="1600" dirty="0">
                <a:solidFill>
                  <a:schemeClr val="bg1"/>
                </a:solidFill>
              </a:endParaRPr>
            </a:p>
            <a:p>
              <a:pPr>
                <a:spcBef>
                  <a:spcPts val="600"/>
                </a:spcBef>
                <a:spcAft>
                  <a:spcPts val="600"/>
                </a:spcAft>
                <a:buNone/>
              </a:pPr>
              <a:r>
                <a:rPr lang="de-DE" sz="1600" dirty="0">
                  <a:solidFill>
                    <a:schemeClr val="bg1"/>
                  </a:solidFill>
                </a:rPr>
                <a:t>Lösung:</a:t>
              </a:r>
            </a:p>
            <a:p>
              <a:pPr marL="285750" indent="-285750"/>
              <a:r>
                <a:rPr lang="de-DE" sz="1600" dirty="0">
                  <a:solidFill>
                    <a:schemeClr val="bg1"/>
                  </a:solidFill>
                </a:rPr>
                <a:t>Durchhaltevermögen, hohe Lernbereitschaft.</a:t>
              </a:r>
            </a:p>
            <a:p>
              <a:pPr marL="285750" indent="-285750"/>
              <a:r>
                <a:rPr lang="de-DE" sz="1600" dirty="0">
                  <a:solidFill>
                    <a:schemeClr val="bg1"/>
                  </a:solidFill>
                </a:rPr>
                <a:t>Verantwortung tragen</a:t>
              </a:r>
            </a:p>
            <a:p>
              <a:pPr marL="285750" indent="-285750"/>
              <a:r>
                <a:rPr lang="de-DE" sz="1600" dirty="0">
                  <a:solidFill>
                    <a:schemeClr val="bg1"/>
                  </a:solidFill>
                </a:rPr>
                <a:t>Keine Selbstlimitierung</a:t>
              </a:r>
            </a:p>
            <a:p>
              <a:pPr marL="285750" indent="-285750"/>
              <a:r>
                <a:rPr lang="de-DE" sz="1600" dirty="0">
                  <a:solidFill>
                    <a:schemeClr val="bg1"/>
                  </a:solidFill>
                </a:rPr>
                <a:t>Komfortzone verlassen zahlt sich aus</a:t>
              </a:r>
            </a:p>
            <a:p>
              <a:pPr marL="285750" indent="-285750">
                <a:spcBef>
                  <a:spcPts val="600"/>
                </a:spcBef>
              </a:pPr>
              <a:endParaRPr lang="de-DE" sz="1600" dirty="0">
                <a:solidFill>
                  <a:schemeClr val="bg1"/>
                </a:solidFill>
              </a:endParaRPr>
            </a:p>
          </p:txBody>
        </p:sp>
      </p:grpSp>
      <p:sp>
        <p:nvSpPr>
          <p:cNvPr id="3" name="Rechteck 2">
            <a:extLst>
              <a:ext uri="{FF2B5EF4-FFF2-40B4-BE49-F238E27FC236}">
                <a16:creationId xmlns:a16="http://schemas.microsoft.com/office/drawing/2014/main" id="{40CE633E-B5AB-556F-876E-747F9C92ADF1}"/>
              </a:ext>
            </a:extLst>
          </p:cNvPr>
          <p:cNvSpPr/>
          <p:nvPr/>
        </p:nvSpPr>
        <p:spPr bwMode="auto">
          <a:xfrm>
            <a:off x="11135443" y="6509701"/>
            <a:ext cx="908390" cy="234973"/>
          </a:xfrm>
          <a:prstGeom prst="rect">
            <a:avLst/>
          </a:prstGeom>
          <a:solidFill>
            <a:schemeClr val="bg1"/>
          </a:solidFill>
          <a:ln w="9525" cap="flat" cmpd="sng" algn="ctr">
            <a:solidFill>
              <a:schemeClr val="bg1"/>
            </a:solidFill>
            <a:prstDash val="solid"/>
            <a:miter lim="800000"/>
            <a:headEnd type="none" w="med" len="med"/>
            <a:tailEnd type="none" w="med" len="med"/>
          </a:ln>
          <a:effectLst/>
        </p:spPr>
        <p:txBody>
          <a:bodyPr vert="horz" wrap="square" lIns="144000" tIns="144000" rIns="144000" bIns="144000" numCol="1" rtlCol="0" anchor="t" anchorCtr="0" compatLnSpc="1">
            <a:prstTxWarp prst="textNoShape">
              <a:avLst/>
            </a:prstTxWarp>
          </a:bodyPr>
          <a:lstStyle/>
          <a:p>
            <a:pPr marL="1588" algn="l" defTabSz="857250" fontAlgn="base">
              <a:spcBef>
                <a:spcPct val="40000"/>
              </a:spcBef>
              <a:spcAft>
                <a:spcPct val="0"/>
              </a:spcAft>
              <a:buClr>
                <a:schemeClr val="accent1"/>
              </a:buClr>
              <a:buSzPct val="70000"/>
            </a:pPr>
            <a:endParaRPr lang="de-DE" sz="1200" dirty="0" err="1"/>
          </a:p>
        </p:txBody>
      </p:sp>
      <p:sp>
        <p:nvSpPr>
          <p:cNvPr id="4" name="Rechteck 3">
            <a:extLst>
              <a:ext uri="{FF2B5EF4-FFF2-40B4-BE49-F238E27FC236}">
                <a16:creationId xmlns:a16="http://schemas.microsoft.com/office/drawing/2014/main" id="{0DAF65D9-8EAB-1B19-E30F-F2E19C5C7A32}"/>
              </a:ext>
            </a:extLst>
          </p:cNvPr>
          <p:cNvSpPr/>
          <p:nvPr/>
        </p:nvSpPr>
        <p:spPr bwMode="auto">
          <a:xfrm>
            <a:off x="11333448" y="131815"/>
            <a:ext cx="652177" cy="316443"/>
          </a:xfrm>
          <a:prstGeom prst="rect">
            <a:avLst/>
          </a:prstGeom>
          <a:solidFill>
            <a:schemeClr val="bg1"/>
          </a:solidFill>
          <a:ln w="9525" cap="flat" cmpd="sng" algn="ctr">
            <a:solidFill>
              <a:schemeClr val="bg1"/>
            </a:solidFill>
            <a:prstDash val="solid"/>
            <a:miter lim="800000"/>
            <a:headEnd type="none" w="med" len="med"/>
            <a:tailEnd type="none" w="med" len="med"/>
          </a:ln>
          <a:effectLst/>
        </p:spPr>
        <p:txBody>
          <a:bodyPr vert="horz" wrap="square" lIns="144000" tIns="144000" rIns="144000" bIns="144000" numCol="1" rtlCol="0" anchor="t" anchorCtr="0" compatLnSpc="1">
            <a:prstTxWarp prst="textNoShape">
              <a:avLst/>
            </a:prstTxWarp>
          </a:bodyPr>
          <a:lstStyle/>
          <a:p>
            <a:pPr marL="1588" algn="l" defTabSz="857250" fontAlgn="base">
              <a:spcBef>
                <a:spcPct val="40000"/>
              </a:spcBef>
              <a:spcAft>
                <a:spcPct val="0"/>
              </a:spcAft>
              <a:buClr>
                <a:schemeClr val="accent1"/>
              </a:buClr>
              <a:buSzPct val="70000"/>
            </a:pPr>
            <a:endParaRPr lang="de-DE" sz="1200" dirty="0" err="1"/>
          </a:p>
        </p:txBody>
      </p:sp>
      <p:pic>
        <p:nvPicPr>
          <p:cNvPr id="7" name="Grafik 6" descr="Abheben Silhouette">
            <a:extLst>
              <a:ext uri="{FF2B5EF4-FFF2-40B4-BE49-F238E27FC236}">
                <a16:creationId xmlns:a16="http://schemas.microsoft.com/office/drawing/2014/main" id="{3E57DA03-FE2C-D5EF-EA6C-1BFBBCBC525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887598" y="747165"/>
            <a:ext cx="914400" cy="914400"/>
          </a:xfrm>
          <a:prstGeom prst="rect">
            <a:avLst/>
          </a:prstGeom>
        </p:spPr>
      </p:pic>
      <p:pic>
        <p:nvPicPr>
          <p:cNvPr id="11" name="Grafik 10" descr="Büromitarbeiterin Silhouette">
            <a:extLst>
              <a:ext uri="{FF2B5EF4-FFF2-40B4-BE49-F238E27FC236}">
                <a16:creationId xmlns:a16="http://schemas.microsoft.com/office/drawing/2014/main" id="{E7F8416B-BE07-9614-224F-2F5DF1FBC95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1570" y="713459"/>
            <a:ext cx="914400" cy="914400"/>
          </a:xfrm>
          <a:prstGeom prst="rect">
            <a:avLst/>
          </a:prstGeom>
        </p:spPr>
      </p:pic>
    </p:spTree>
    <p:extLst>
      <p:ext uri="{BB962C8B-B14F-4D97-AF65-F5344CB8AC3E}">
        <p14:creationId xmlns:p14="http://schemas.microsoft.com/office/powerpoint/2010/main" val="19933861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5A6F3-21BE-9BA4-EFE9-EA2BCEAC658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A48757E-7DFE-F11C-ABB3-9C2362DE3AB8}"/>
              </a:ext>
            </a:extLst>
          </p:cNvPr>
          <p:cNvSpPr>
            <a:spLocks noGrp="1"/>
          </p:cNvSpPr>
          <p:nvPr>
            <p:ph type="ctrTitle"/>
          </p:nvPr>
        </p:nvSpPr>
        <p:spPr>
          <a:xfrm>
            <a:off x="1524000" y="13008"/>
            <a:ext cx="9144000" cy="477837"/>
          </a:xfrm>
          <a:ln>
            <a:noFill/>
          </a:ln>
        </p:spPr>
        <p:txBody>
          <a:bodyPr>
            <a:normAutofit/>
          </a:bodyPr>
          <a:lstStyle/>
          <a:p>
            <a:r>
              <a:rPr lang="de-DE" sz="2400" b="1" dirty="0">
                <a:solidFill>
                  <a:srgbClr val="00ABD0"/>
                </a:solidFill>
              </a:rPr>
              <a:t>Studium und Praxiserfahrung</a:t>
            </a:r>
          </a:p>
        </p:txBody>
      </p:sp>
      <p:cxnSp>
        <p:nvCxnSpPr>
          <p:cNvPr id="8" name="Gerader Verbinder 7">
            <a:extLst>
              <a:ext uri="{FF2B5EF4-FFF2-40B4-BE49-F238E27FC236}">
                <a16:creationId xmlns:a16="http://schemas.microsoft.com/office/drawing/2014/main" id="{01A3AC47-AB97-5939-A57C-6EF1270821F7}"/>
              </a:ext>
            </a:extLst>
          </p:cNvPr>
          <p:cNvCxnSpPr/>
          <p:nvPr/>
        </p:nvCxnSpPr>
        <p:spPr>
          <a:xfrm>
            <a:off x="-63500" y="533400"/>
            <a:ext cx="12433300" cy="0"/>
          </a:xfrm>
          <a:prstGeom prst="line">
            <a:avLst/>
          </a:prstGeom>
          <a:ln>
            <a:solidFill>
              <a:srgbClr val="00ABD0"/>
            </a:solidFill>
          </a:ln>
          <a:effectLst/>
        </p:spPr>
        <p:style>
          <a:lnRef idx="2">
            <a:schemeClr val="accent1"/>
          </a:lnRef>
          <a:fillRef idx="0">
            <a:schemeClr val="accent1"/>
          </a:fillRef>
          <a:effectRef idx="1">
            <a:schemeClr val="accent1"/>
          </a:effectRef>
          <a:fontRef idx="minor">
            <a:schemeClr val="tx1"/>
          </a:fontRef>
        </p:style>
      </p:cxnSp>
      <p:cxnSp>
        <p:nvCxnSpPr>
          <p:cNvPr id="6" name="Gerader Verbinder 5">
            <a:extLst>
              <a:ext uri="{FF2B5EF4-FFF2-40B4-BE49-F238E27FC236}">
                <a16:creationId xmlns:a16="http://schemas.microsoft.com/office/drawing/2014/main" id="{3DB3BD01-62F9-2EB5-B8BE-6EE8898B008A}"/>
              </a:ext>
            </a:extLst>
          </p:cNvPr>
          <p:cNvCxnSpPr/>
          <p:nvPr/>
        </p:nvCxnSpPr>
        <p:spPr>
          <a:xfrm>
            <a:off x="-63500" y="6441103"/>
            <a:ext cx="12433300" cy="0"/>
          </a:xfrm>
          <a:prstGeom prst="line">
            <a:avLst/>
          </a:prstGeom>
          <a:ln>
            <a:solidFill>
              <a:srgbClr val="00ABD0"/>
            </a:solidFill>
          </a:ln>
          <a:effectLst/>
        </p:spPr>
        <p:style>
          <a:lnRef idx="2">
            <a:schemeClr val="accent1"/>
          </a:lnRef>
          <a:fillRef idx="0">
            <a:schemeClr val="accent1"/>
          </a:fillRef>
          <a:effectRef idx="1">
            <a:schemeClr val="accent1"/>
          </a:effectRef>
          <a:fontRef idx="minor">
            <a:schemeClr val="tx1"/>
          </a:fontRef>
        </p:style>
      </p:cxnSp>
      <p:sp>
        <p:nvSpPr>
          <p:cNvPr id="9" name="Rechteck 8">
            <a:extLst>
              <a:ext uri="{FF2B5EF4-FFF2-40B4-BE49-F238E27FC236}">
                <a16:creationId xmlns:a16="http://schemas.microsoft.com/office/drawing/2014/main" id="{4FE68F07-B698-AFBB-1686-A8A17431FA7A}"/>
              </a:ext>
            </a:extLst>
          </p:cNvPr>
          <p:cNvSpPr/>
          <p:nvPr/>
        </p:nvSpPr>
        <p:spPr>
          <a:xfrm>
            <a:off x="4908550" y="6559527"/>
            <a:ext cx="2374900" cy="289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rgbClr val="00ABD0"/>
                </a:solidFill>
              </a:rPr>
              <a:t>Svenja Pirsch </a:t>
            </a:r>
          </a:p>
        </p:txBody>
      </p:sp>
      <p:sp>
        <p:nvSpPr>
          <p:cNvPr id="56" name="Textfeld 55">
            <a:extLst>
              <a:ext uri="{FF2B5EF4-FFF2-40B4-BE49-F238E27FC236}">
                <a16:creationId xmlns:a16="http://schemas.microsoft.com/office/drawing/2014/main" id="{C9085ED8-89F8-E3F5-2A05-806455796A9A}"/>
              </a:ext>
            </a:extLst>
          </p:cNvPr>
          <p:cNvSpPr txBox="1"/>
          <p:nvPr/>
        </p:nvSpPr>
        <p:spPr>
          <a:xfrm>
            <a:off x="342012" y="4756133"/>
            <a:ext cx="5105400" cy="1140934"/>
          </a:xfrm>
          <a:prstGeom prst="rect">
            <a:avLst/>
          </a:prstGeom>
          <a:noFill/>
        </p:spPr>
        <p:txBody>
          <a:bodyPr wrap="square" rtlCol="0">
            <a:spAutoFit/>
          </a:bodyPr>
          <a:lstStyle/>
          <a:p>
            <a:r>
              <a:rPr lang="de-DE" b="1" dirty="0">
                <a:solidFill>
                  <a:schemeClr val="bg1"/>
                </a:solidFill>
              </a:rPr>
              <a:t>Selbstständigkeit im E-Commerce</a:t>
            </a:r>
          </a:p>
          <a:p>
            <a:pPr marL="285750" indent="-285750">
              <a:buFont typeface="Arial" panose="020B0604020202020204" pitchFamily="34" charset="0"/>
              <a:buChar char="•"/>
            </a:pPr>
            <a:r>
              <a:rPr lang="de-DE" sz="1400" dirty="0">
                <a:solidFill>
                  <a:schemeClr val="bg1"/>
                </a:solidFill>
              </a:rPr>
              <a:t>Verantwortung für die gesamte Wertschöpfungskette übernommen</a:t>
            </a:r>
          </a:p>
          <a:p>
            <a:pPr marL="285750" indent="-285750">
              <a:buFont typeface="Arial" panose="020B0604020202020204" pitchFamily="34" charset="0"/>
              <a:buChar char="•"/>
            </a:pPr>
            <a:r>
              <a:rPr lang="de-DE" sz="1400" dirty="0">
                <a:solidFill>
                  <a:schemeClr val="bg1"/>
                </a:solidFill>
              </a:rPr>
              <a:t>Digitale Geschäftsmodelle kennengelernt und Leidenschaft für Digitalisierung entwickelt</a:t>
            </a:r>
          </a:p>
        </p:txBody>
      </p:sp>
      <p:cxnSp>
        <p:nvCxnSpPr>
          <p:cNvPr id="58" name="Gerade Verbindung mit Pfeil 57">
            <a:extLst>
              <a:ext uri="{FF2B5EF4-FFF2-40B4-BE49-F238E27FC236}">
                <a16:creationId xmlns:a16="http://schemas.microsoft.com/office/drawing/2014/main" id="{30000BD6-1BBC-3C76-6FE8-4E76186F89B2}"/>
              </a:ext>
            </a:extLst>
          </p:cNvPr>
          <p:cNvCxnSpPr/>
          <p:nvPr/>
        </p:nvCxnSpPr>
        <p:spPr>
          <a:xfrm>
            <a:off x="11645900" y="836322"/>
            <a:ext cx="0" cy="5060745"/>
          </a:xfrm>
          <a:prstGeom prst="straightConnector1">
            <a:avLst/>
          </a:prstGeom>
          <a:ln w="133350">
            <a:solidFill>
              <a:srgbClr val="00ABD0"/>
            </a:solidFill>
            <a:tailEnd type="triangle"/>
          </a:ln>
        </p:spPr>
        <p:style>
          <a:lnRef idx="2">
            <a:schemeClr val="accent1"/>
          </a:lnRef>
          <a:fillRef idx="0">
            <a:schemeClr val="accent1"/>
          </a:fillRef>
          <a:effectRef idx="1">
            <a:schemeClr val="accent1"/>
          </a:effectRef>
          <a:fontRef idx="minor">
            <a:schemeClr val="tx1"/>
          </a:fontRef>
        </p:style>
      </p:cxnSp>
      <p:grpSp>
        <p:nvGrpSpPr>
          <p:cNvPr id="12" name="Gruppieren 11">
            <a:extLst>
              <a:ext uri="{FF2B5EF4-FFF2-40B4-BE49-F238E27FC236}">
                <a16:creationId xmlns:a16="http://schemas.microsoft.com/office/drawing/2014/main" id="{5D21BA61-AC60-D156-9F1C-38DDB35CDD57}"/>
              </a:ext>
            </a:extLst>
          </p:cNvPr>
          <p:cNvGrpSpPr/>
          <p:nvPr/>
        </p:nvGrpSpPr>
        <p:grpSpPr>
          <a:xfrm>
            <a:off x="5993956" y="747167"/>
            <a:ext cx="5105400" cy="5363666"/>
            <a:chOff x="139702" y="3462518"/>
            <a:chExt cx="11912598" cy="1077552"/>
          </a:xfrm>
          <a:solidFill>
            <a:srgbClr val="828282"/>
          </a:solidFill>
        </p:grpSpPr>
        <p:sp>
          <p:nvSpPr>
            <p:cNvPr id="13" name="Rechteck: abgerundete Ecken 12">
              <a:extLst>
                <a:ext uri="{FF2B5EF4-FFF2-40B4-BE49-F238E27FC236}">
                  <a16:creationId xmlns:a16="http://schemas.microsoft.com/office/drawing/2014/main" id="{B13F8610-F2D5-DC80-FB78-03D2DDF64EC5}"/>
                </a:ext>
              </a:extLst>
            </p:cNvPr>
            <p:cNvSpPr/>
            <p:nvPr/>
          </p:nvSpPr>
          <p:spPr>
            <a:xfrm>
              <a:off x="139702" y="3462518"/>
              <a:ext cx="11912598" cy="1077552"/>
            </a:xfrm>
            <a:prstGeom prst="roundRect">
              <a:avLst/>
            </a:prstGeom>
            <a:grp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rgbClr val="828282"/>
                </a:solidFill>
              </a:endParaRPr>
            </a:p>
          </p:txBody>
        </p:sp>
        <p:sp>
          <p:nvSpPr>
            <p:cNvPr id="14" name="Textfeld 13">
              <a:extLst>
                <a:ext uri="{FF2B5EF4-FFF2-40B4-BE49-F238E27FC236}">
                  <a16:creationId xmlns:a16="http://schemas.microsoft.com/office/drawing/2014/main" id="{CD759F52-ECA5-675E-2DF1-760FACC9EB84}"/>
                </a:ext>
              </a:extLst>
            </p:cNvPr>
            <p:cNvSpPr txBox="1"/>
            <p:nvPr/>
          </p:nvSpPr>
          <p:spPr>
            <a:xfrm>
              <a:off x="404372" y="3522097"/>
              <a:ext cx="11383258" cy="745074"/>
            </a:xfrm>
            <a:prstGeom prst="rect">
              <a:avLst/>
            </a:prstGeom>
            <a:noFill/>
            <a:ln>
              <a:noFill/>
            </a:ln>
          </p:spPr>
          <p:txBody>
            <a:bodyPr wrap="square" rtlCol="0">
              <a:spAutoFit/>
            </a:bodyPr>
            <a:lstStyle/>
            <a:p>
              <a:pPr>
                <a:spcAft>
                  <a:spcPts val="600"/>
                </a:spcAft>
                <a:buNone/>
              </a:pPr>
              <a:r>
                <a:rPr lang="de-DE" sz="1900" b="1" dirty="0">
                  <a:solidFill>
                    <a:schemeClr val="bg1"/>
                  </a:solidFill>
                </a:rPr>
                <a:t>Horváth &amp; Partners GmbH</a:t>
              </a:r>
            </a:p>
            <a:p>
              <a:pPr marL="285750" indent="-285750">
                <a:buFont typeface="Arial" panose="020B0604020202020204" pitchFamily="34" charset="0"/>
                <a:buChar char="•"/>
              </a:pPr>
              <a:r>
                <a:rPr lang="de-DE" sz="1600" dirty="0">
                  <a:solidFill>
                    <a:schemeClr val="bg1"/>
                  </a:solidFill>
                </a:rPr>
                <a:t>Strategiearbeit kennengelernt </a:t>
              </a:r>
            </a:p>
            <a:p>
              <a:pPr marL="285750" indent="-285750">
                <a:buFont typeface="Arial" panose="020B0604020202020204" pitchFamily="34" charset="0"/>
                <a:buChar char="•"/>
              </a:pPr>
              <a:r>
                <a:rPr lang="de-DE" sz="1600" dirty="0">
                  <a:solidFill>
                    <a:schemeClr val="bg1"/>
                  </a:solidFill>
                </a:rPr>
                <a:t>Roadmap für die interne KI-Strategie entwickelt</a:t>
              </a:r>
            </a:p>
            <a:p>
              <a:pPr marL="285750" indent="-285750">
                <a:buFont typeface="Arial" panose="020B0604020202020204" pitchFamily="34" charset="0"/>
                <a:buChar char="•"/>
              </a:pPr>
              <a:r>
                <a:rPr lang="de-DE" sz="1600" dirty="0">
                  <a:solidFill>
                    <a:schemeClr val="bg1"/>
                  </a:solidFill>
                </a:rPr>
                <a:t>AI Use Cases erstellt und entwickelt</a:t>
              </a:r>
            </a:p>
            <a:p>
              <a:pPr>
                <a:spcBef>
                  <a:spcPts val="600"/>
                </a:spcBef>
              </a:pPr>
              <a:r>
                <a:rPr lang="de-DE" sz="1600" dirty="0">
                  <a:solidFill>
                    <a:schemeClr val="bg1"/>
                  </a:solidFill>
                </a:rPr>
                <a:t>Herausforderungen:</a:t>
              </a:r>
            </a:p>
            <a:p>
              <a:pPr marL="285750" indent="-285750">
                <a:spcBef>
                  <a:spcPts val="600"/>
                </a:spcBef>
                <a:buFont typeface="Arial" panose="020B0604020202020204" pitchFamily="34" charset="0"/>
                <a:buChar char="•"/>
              </a:pPr>
              <a:r>
                <a:rPr lang="de-DE" sz="1600" dirty="0">
                  <a:solidFill>
                    <a:schemeClr val="bg1"/>
                  </a:solidFill>
                </a:rPr>
                <a:t>Keine Best Practice vorhanden </a:t>
              </a:r>
            </a:p>
            <a:p>
              <a:pPr>
                <a:spcBef>
                  <a:spcPts val="600"/>
                </a:spcBef>
              </a:pPr>
              <a:r>
                <a:rPr lang="de-DE" sz="1600" dirty="0">
                  <a:solidFill>
                    <a:schemeClr val="bg1"/>
                  </a:solidFill>
                </a:rPr>
                <a:t>Lösung:</a:t>
              </a:r>
            </a:p>
            <a:p>
              <a:pPr marL="285750" lvl="0" indent="-285750" fontAlgn="base">
                <a:spcBef>
                  <a:spcPts val="600"/>
                </a:spcBef>
                <a:spcAft>
                  <a:spcPct val="0"/>
                </a:spcAft>
                <a:buFont typeface="Arial" panose="020B0604020202020204" pitchFamily="34" charset="0"/>
                <a:buChar char="•"/>
              </a:pPr>
              <a:r>
                <a:rPr lang="de-DE" altLang="de-DE" sz="1600" dirty="0">
                  <a:solidFill>
                    <a:schemeClr val="bg1"/>
                  </a:solidFill>
                </a:rPr>
                <a:t>„Einer muss der Erste sein“ –Mentalität </a:t>
              </a:r>
            </a:p>
            <a:p>
              <a:pPr marL="285750" lvl="0" indent="-285750" fontAlgn="base">
                <a:spcBef>
                  <a:spcPct val="0"/>
                </a:spcBef>
                <a:spcAft>
                  <a:spcPct val="0"/>
                </a:spcAft>
                <a:buFont typeface="Arial" panose="020B0604020202020204" pitchFamily="34" charset="0"/>
                <a:buChar char="•"/>
              </a:pPr>
              <a:r>
                <a:rPr lang="de-DE" altLang="de-DE" sz="1600" dirty="0">
                  <a:solidFill>
                    <a:schemeClr val="bg1"/>
                  </a:solidFill>
                </a:rPr>
                <a:t>Resilienz, wenn Dinge nicht sofort funktionierten.</a:t>
              </a:r>
            </a:p>
            <a:p>
              <a:pPr marL="285750" lvl="0" indent="-285750" fontAlgn="base">
                <a:spcBef>
                  <a:spcPct val="0"/>
                </a:spcBef>
                <a:spcAft>
                  <a:spcPct val="0"/>
                </a:spcAft>
                <a:buFont typeface="Arial" panose="020B0604020202020204" pitchFamily="34" charset="0"/>
                <a:buChar char="•"/>
              </a:pPr>
              <a:r>
                <a:rPr lang="de-DE" altLang="de-DE" sz="1600" dirty="0">
                  <a:solidFill>
                    <a:schemeClr val="bg1"/>
                  </a:solidFill>
                </a:rPr>
                <a:t>Viel über KI außerhalb des akademischen Kontextes gelernt</a:t>
              </a:r>
            </a:p>
            <a:p>
              <a:pPr marL="285750" indent="-285750">
                <a:buFont typeface="Arial" panose="020B0604020202020204" pitchFamily="34" charset="0"/>
                <a:buChar char="•"/>
              </a:pPr>
              <a:endParaRPr lang="de-DE" sz="1600" dirty="0">
                <a:solidFill>
                  <a:schemeClr val="bg1"/>
                </a:solidFill>
              </a:endParaRPr>
            </a:p>
            <a:p>
              <a:pPr marL="285750" indent="-285750">
                <a:buFont typeface="Arial" panose="020B0604020202020204" pitchFamily="34" charset="0"/>
                <a:buChar char="•"/>
              </a:pPr>
              <a:endParaRPr lang="de-DE" sz="1600" dirty="0">
                <a:solidFill>
                  <a:schemeClr val="bg1"/>
                </a:solidFill>
              </a:endParaRPr>
            </a:p>
          </p:txBody>
        </p:sp>
      </p:grpSp>
      <p:grpSp>
        <p:nvGrpSpPr>
          <p:cNvPr id="22" name="Gruppieren 21">
            <a:extLst>
              <a:ext uri="{FF2B5EF4-FFF2-40B4-BE49-F238E27FC236}">
                <a16:creationId xmlns:a16="http://schemas.microsoft.com/office/drawing/2014/main" id="{A1951597-4320-F478-4DAD-E961FE321DCD}"/>
              </a:ext>
            </a:extLst>
          </p:cNvPr>
          <p:cNvGrpSpPr/>
          <p:nvPr/>
        </p:nvGrpSpPr>
        <p:grpSpPr>
          <a:xfrm>
            <a:off x="342012" y="747167"/>
            <a:ext cx="5105400" cy="5363663"/>
            <a:chOff x="139702" y="3462518"/>
            <a:chExt cx="11912598" cy="1077552"/>
          </a:xfrm>
          <a:solidFill>
            <a:srgbClr val="828282"/>
          </a:solidFill>
        </p:grpSpPr>
        <p:sp>
          <p:nvSpPr>
            <p:cNvPr id="23" name="Rechteck: abgerundete Ecken 22">
              <a:extLst>
                <a:ext uri="{FF2B5EF4-FFF2-40B4-BE49-F238E27FC236}">
                  <a16:creationId xmlns:a16="http://schemas.microsoft.com/office/drawing/2014/main" id="{8AF3486C-4389-C425-9B92-6E28FDEB6593}"/>
                </a:ext>
              </a:extLst>
            </p:cNvPr>
            <p:cNvSpPr/>
            <p:nvPr/>
          </p:nvSpPr>
          <p:spPr>
            <a:xfrm>
              <a:off x="139702" y="3462518"/>
              <a:ext cx="11912598" cy="1077552"/>
            </a:xfrm>
            <a:prstGeom prst="roundRect">
              <a:avLst/>
            </a:prstGeom>
            <a:grp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rgbClr val="828282"/>
                </a:solidFill>
              </a:endParaRPr>
            </a:p>
          </p:txBody>
        </p:sp>
        <p:sp>
          <p:nvSpPr>
            <p:cNvPr id="24" name="Textfeld 23">
              <a:extLst>
                <a:ext uri="{FF2B5EF4-FFF2-40B4-BE49-F238E27FC236}">
                  <a16:creationId xmlns:a16="http://schemas.microsoft.com/office/drawing/2014/main" id="{3CC27614-DF0B-F904-C7DA-B9576E1561FF}"/>
                </a:ext>
              </a:extLst>
            </p:cNvPr>
            <p:cNvSpPr txBox="1"/>
            <p:nvPr/>
          </p:nvSpPr>
          <p:spPr>
            <a:xfrm>
              <a:off x="404372" y="3522097"/>
              <a:ext cx="11383258" cy="760532"/>
            </a:xfrm>
            <a:prstGeom prst="rect">
              <a:avLst/>
            </a:prstGeom>
            <a:noFill/>
            <a:ln>
              <a:noFill/>
            </a:ln>
          </p:spPr>
          <p:txBody>
            <a:bodyPr wrap="square" rtlCol="0">
              <a:spAutoFit/>
            </a:bodyPr>
            <a:lstStyle>
              <a:lvl1pPr>
                <a:buFont typeface="Arial" panose="020B0604020202020204" pitchFamily="34" charset="0"/>
                <a:buChar char="•"/>
              </a:lvl1pPr>
              <a:lvl2pPr>
                <a:buFont typeface="Arial" panose="020B0604020202020204" pitchFamily="34" charset="0"/>
                <a:buChar char="•"/>
              </a:lvl2pPr>
              <a:lvl3pPr>
                <a:buFont typeface="Arial" panose="020B0604020202020204" pitchFamily="34" charset="0"/>
                <a:buChar char="•"/>
              </a:lvl3pPr>
              <a:lvl4pPr>
                <a:buFont typeface="Arial" panose="020B0604020202020204" pitchFamily="34" charset="0"/>
                <a:buChar char="•"/>
              </a:lvl4pPr>
              <a:lvl5pPr>
                <a:buFont typeface="Arial" panose="020B0604020202020204" pitchFamily="34" charset="0"/>
                <a:buChar char="•"/>
              </a:lvl5pPr>
              <a:lvl6pPr>
                <a:buFont typeface="Arial" panose="020B0604020202020204" pitchFamily="34" charset="0"/>
                <a:buChar char="•"/>
              </a:lvl6pPr>
              <a:lvl7pPr>
                <a:buFont typeface="Arial" panose="020B0604020202020204" pitchFamily="34" charset="0"/>
                <a:buChar char="•"/>
              </a:lvl7pPr>
              <a:lvl8pPr>
                <a:buFont typeface="Arial" panose="020B0604020202020204" pitchFamily="34" charset="0"/>
                <a:buChar char="•"/>
              </a:lvl8pPr>
              <a:lvl9pPr>
                <a:buFont typeface="Arial" panose="020B0604020202020204" pitchFamily="34" charset="0"/>
                <a:buChar char="•"/>
              </a:lvl9pPr>
            </a:lstStyle>
            <a:p>
              <a:pPr>
                <a:spcAft>
                  <a:spcPts val="600"/>
                </a:spcAft>
                <a:buNone/>
              </a:pPr>
              <a:r>
                <a:rPr lang="de-DE" sz="1900" b="1" dirty="0">
                  <a:solidFill>
                    <a:schemeClr val="bg1"/>
                  </a:solidFill>
                </a:rPr>
                <a:t>Staufen. </a:t>
              </a:r>
              <a:r>
                <a:rPr lang="de-DE" sz="1900" b="1" dirty="0" err="1">
                  <a:solidFill>
                    <a:schemeClr val="bg1"/>
                  </a:solidFill>
                </a:rPr>
                <a:t>part</a:t>
              </a:r>
              <a:r>
                <a:rPr lang="de-DE" sz="1900" b="1" dirty="0">
                  <a:solidFill>
                    <a:schemeClr val="bg1"/>
                  </a:solidFill>
                </a:rPr>
                <a:t> </a:t>
              </a:r>
              <a:r>
                <a:rPr lang="de-DE" sz="1900" b="1" dirty="0" err="1">
                  <a:solidFill>
                    <a:schemeClr val="bg1"/>
                  </a:solidFill>
                </a:rPr>
                <a:t>of</a:t>
              </a:r>
              <a:r>
                <a:rPr lang="de-DE" sz="1900" b="1" dirty="0">
                  <a:solidFill>
                    <a:schemeClr val="bg1"/>
                  </a:solidFill>
                </a:rPr>
                <a:t> Accenture</a:t>
              </a:r>
            </a:p>
            <a:p>
              <a:pPr marL="285750" indent="-285750"/>
              <a:r>
                <a:rPr lang="de-DE" sz="1600" dirty="0">
                  <a:solidFill>
                    <a:schemeClr val="bg1"/>
                  </a:solidFill>
                </a:rPr>
                <a:t>Erste Beratungserfahrung bei der Referenzenerstellung  und Einsicht von Projektdokumentationen</a:t>
              </a:r>
            </a:p>
            <a:p>
              <a:pPr marL="285750" indent="-285750"/>
              <a:r>
                <a:rPr lang="de-DE" sz="1600" dirty="0">
                  <a:solidFill>
                    <a:schemeClr val="bg1"/>
                  </a:solidFill>
                </a:rPr>
                <a:t>Gefallen am  dynamischen Arbeitsumfeld</a:t>
              </a:r>
            </a:p>
            <a:p>
              <a:pPr>
                <a:spcBef>
                  <a:spcPts val="600"/>
                </a:spcBef>
                <a:spcAft>
                  <a:spcPts val="600"/>
                </a:spcAft>
                <a:buNone/>
              </a:pPr>
              <a:r>
                <a:rPr lang="de-DE" sz="1600" dirty="0">
                  <a:solidFill>
                    <a:schemeClr val="bg1"/>
                  </a:solidFill>
                </a:rPr>
                <a:t>Herausforderungen:</a:t>
              </a:r>
            </a:p>
            <a:p>
              <a:pPr marL="285750" indent="-285750"/>
              <a:r>
                <a:rPr lang="de-DE" sz="1600" dirty="0">
                  <a:solidFill>
                    <a:schemeClr val="bg1"/>
                  </a:solidFill>
                </a:rPr>
                <a:t>Lean-Management Wissen aufbauen und technische Begriffe verstehen</a:t>
              </a:r>
            </a:p>
            <a:p>
              <a:pPr marL="285750" indent="-285750">
                <a:spcBef>
                  <a:spcPts val="600"/>
                </a:spcBef>
              </a:pPr>
              <a:r>
                <a:rPr lang="de-DE" sz="1600" dirty="0">
                  <a:solidFill>
                    <a:schemeClr val="bg1"/>
                  </a:solidFill>
                </a:rPr>
                <a:t>Einstieg ins Beratungsumfeld</a:t>
              </a:r>
            </a:p>
            <a:p>
              <a:pPr>
                <a:spcBef>
                  <a:spcPts val="600"/>
                </a:spcBef>
                <a:spcAft>
                  <a:spcPts val="600"/>
                </a:spcAft>
                <a:buNone/>
              </a:pPr>
              <a:r>
                <a:rPr lang="de-DE" sz="1600" dirty="0">
                  <a:solidFill>
                    <a:schemeClr val="bg1"/>
                  </a:solidFill>
                </a:rPr>
                <a:t>Lösung:</a:t>
              </a:r>
            </a:p>
            <a:p>
              <a:pPr marL="285750" indent="-285750"/>
              <a:r>
                <a:rPr lang="de-DE" sz="1600" dirty="0">
                  <a:solidFill>
                    <a:schemeClr val="bg1"/>
                  </a:solidFill>
                </a:rPr>
                <a:t>Dranbleiben und hohe Lernbereitschaft</a:t>
              </a:r>
            </a:p>
            <a:p>
              <a:pPr marL="285750" indent="-285750"/>
              <a:r>
                <a:rPr lang="de-DE" sz="1600" dirty="0">
                  <a:solidFill>
                    <a:schemeClr val="bg1"/>
                  </a:solidFill>
                </a:rPr>
                <a:t>Klare Kommunikation bei Unklarheiten</a:t>
              </a:r>
            </a:p>
            <a:p>
              <a:pPr marL="285750" indent="-285750"/>
              <a:r>
                <a:rPr lang="de-DE" sz="1600" dirty="0">
                  <a:solidFill>
                    <a:schemeClr val="bg1"/>
                  </a:solidFill>
                </a:rPr>
                <a:t>Flexibilität</a:t>
              </a:r>
            </a:p>
          </p:txBody>
        </p:sp>
      </p:grpSp>
      <p:sp>
        <p:nvSpPr>
          <p:cNvPr id="4" name="Rechteck 3">
            <a:extLst>
              <a:ext uri="{FF2B5EF4-FFF2-40B4-BE49-F238E27FC236}">
                <a16:creationId xmlns:a16="http://schemas.microsoft.com/office/drawing/2014/main" id="{EC7DA374-11B3-C4D8-4DC6-25E3CF385DBC}"/>
              </a:ext>
            </a:extLst>
          </p:cNvPr>
          <p:cNvSpPr/>
          <p:nvPr/>
        </p:nvSpPr>
        <p:spPr bwMode="auto">
          <a:xfrm>
            <a:off x="11135443" y="6509701"/>
            <a:ext cx="908390" cy="234973"/>
          </a:xfrm>
          <a:prstGeom prst="rect">
            <a:avLst/>
          </a:prstGeom>
          <a:solidFill>
            <a:schemeClr val="bg1"/>
          </a:solidFill>
          <a:ln w="9525" cap="flat" cmpd="sng" algn="ctr">
            <a:solidFill>
              <a:schemeClr val="bg1"/>
            </a:solidFill>
            <a:prstDash val="solid"/>
            <a:miter lim="800000"/>
            <a:headEnd type="none" w="med" len="med"/>
            <a:tailEnd type="none" w="med" len="med"/>
          </a:ln>
          <a:effectLst/>
        </p:spPr>
        <p:txBody>
          <a:bodyPr vert="horz" wrap="square" lIns="144000" tIns="144000" rIns="144000" bIns="144000" numCol="1" rtlCol="0" anchor="t" anchorCtr="0" compatLnSpc="1">
            <a:prstTxWarp prst="textNoShape">
              <a:avLst/>
            </a:prstTxWarp>
          </a:bodyPr>
          <a:lstStyle/>
          <a:p>
            <a:pPr marL="1588" algn="l" defTabSz="857250" fontAlgn="base">
              <a:spcBef>
                <a:spcPct val="40000"/>
              </a:spcBef>
              <a:spcAft>
                <a:spcPct val="0"/>
              </a:spcAft>
              <a:buClr>
                <a:schemeClr val="accent1"/>
              </a:buClr>
              <a:buSzPct val="70000"/>
            </a:pPr>
            <a:endParaRPr lang="de-DE" sz="1200" dirty="0" err="1"/>
          </a:p>
        </p:txBody>
      </p:sp>
      <p:sp>
        <p:nvSpPr>
          <p:cNvPr id="5" name="Rechteck 4">
            <a:extLst>
              <a:ext uri="{FF2B5EF4-FFF2-40B4-BE49-F238E27FC236}">
                <a16:creationId xmlns:a16="http://schemas.microsoft.com/office/drawing/2014/main" id="{A90C2240-05B2-C476-4D32-26FFB7E8DDA3}"/>
              </a:ext>
            </a:extLst>
          </p:cNvPr>
          <p:cNvSpPr/>
          <p:nvPr/>
        </p:nvSpPr>
        <p:spPr bwMode="auto">
          <a:xfrm>
            <a:off x="11333448" y="131815"/>
            <a:ext cx="652177" cy="316443"/>
          </a:xfrm>
          <a:prstGeom prst="rect">
            <a:avLst/>
          </a:prstGeom>
          <a:solidFill>
            <a:schemeClr val="bg1"/>
          </a:solidFill>
          <a:ln w="9525" cap="flat" cmpd="sng" algn="ctr">
            <a:solidFill>
              <a:schemeClr val="bg1"/>
            </a:solidFill>
            <a:prstDash val="solid"/>
            <a:miter lim="800000"/>
            <a:headEnd type="none" w="med" len="med"/>
            <a:tailEnd type="none" w="med" len="med"/>
          </a:ln>
          <a:effectLst/>
        </p:spPr>
        <p:txBody>
          <a:bodyPr vert="horz" wrap="square" lIns="144000" tIns="144000" rIns="144000" bIns="144000" numCol="1" rtlCol="0" anchor="t" anchorCtr="0" compatLnSpc="1">
            <a:prstTxWarp prst="textNoShape">
              <a:avLst/>
            </a:prstTxWarp>
          </a:bodyPr>
          <a:lstStyle/>
          <a:p>
            <a:pPr marL="1588" algn="l" defTabSz="857250" fontAlgn="base">
              <a:spcBef>
                <a:spcPct val="40000"/>
              </a:spcBef>
              <a:spcAft>
                <a:spcPct val="0"/>
              </a:spcAft>
              <a:buClr>
                <a:schemeClr val="accent1"/>
              </a:buClr>
              <a:buSzPct val="70000"/>
            </a:pPr>
            <a:endParaRPr lang="de-DE" sz="1200" dirty="0" err="1"/>
          </a:p>
        </p:txBody>
      </p:sp>
    </p:spTree>
    <p:extLst>
      <p:ext uri="{BB962C8B-B14F-4D97-AF65-F5344CB8AC3E}">
        <p14:creationId xmlns:p14="http://schemas.microsoft.com/office/powerpoint/2010/main" val="188804647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6B3kmC46lVd8vzzdw7o09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1oDcAE2KXUCCzMnCHofof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ITGM_0Rljk26mD17z360mw"/>
  <p:tag name="VCT-BODYINDENTATION" val="0;0;0.1250391;14.87504;15;29.87504;30;45;45.12504;59.87504;"/>
  <p:tag name="VCT-BULLETVISIBILITY" val="G ****"/>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1FE8os1VU061a0XltTQyRQ"/>
</p:tagLst>
</file>

<file path=ppt/tags/tag6.xml><?xml version="1.0" encoding="utf-8"?>
<p:tagLst xmlns:a="http://schemas.openxmlformats.org/drawingml/2006/main" xmlns:r="http://schemas.openxmlformats.org/officeDocument/2006/relationships" xmlns:p="http://schemas.openxmlformats.org/presentationml/2006/main">
  <p:tag name="STYLE" val="VCT_Marker"/>
  <p:tag name="DATE" val="12.11.2009 14:05:10"/>
  <p:tag name="VCT-TEMPLATE" val="blank.potx"/>
  <p:tag name="VCTMASTER" val="HP_standard"/>
  <p:tag name="VCTORDER" val="1"/>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iX73xJYW0.v70zGFNy1yg"/>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bWeYInQ5mkSArQN4wVxy0w"/>
</p:tagLst>
</file>

<file path=ppt/tags/tag9.xml><?xml version="1.0" encoding="utf-8"?>
<p:tagLst xmlns:a="http://schemas.openxmlformats.org/drawingml/2006/main" xmlns:r="http://schemas.openxmlformats.org/officeDocument/2006/relationships" xmlns:p="http://schemas.openxmlformats.org/presentationml/2006/main">
  <p:tag name="MIO_HDS" val="True"/>
  <p:tag name="MIO_SKIPVERSION" val="01.01.0001 00:00:00"/>
  <p:tag name="MIO_UPDATE" val="True"/>
  <p:tag name="MIO_SHOW_DATE" val="False"/>
  <p:tag name="MIO_SHOW_FOOTER" val="False"/>
  <p:tag name="MIO_SHOW_PAGENUMBER" val="False"/>
  <p:tag name="MIO_AVOID_BLANK_LAYOUT" val="True"/>
  <p:tag name="MIO_CD_LAYOUT_VALID_AREA" val="False"/>
  <p:tag name="MIO_EMBED_FONT" val="False"/>
  <p:tag name="MIO_MATCH_COLOR_SCHEME" val="False"/>
  <p:tag name="MIO_NUMBER_OF_VALID_LAYOUTS" val="39"/>
  <p:tag name="MIO_EKGUID" val="a870f6b3-ebba-443b-b2d4-25041128902b"/>
  <p:tag name="MIO_DBID" val="0F45B44C-9BC7-4D85-81C4-7155EE70A7B9"/>
  <p:tag name="MIO_OBJECTNAME" val="Design HOR Group 16-9"/>
  <p:tag name="MIO_FALLBACK_LAYOUT" val="8"/>
  <p:tag name="MIO_VERSION" val="22.09.2025 13:47:24"/>
  <p:tag name="MIO_LASTDOWNLOADED" val="23.09.2025 11:57:16.376"/>
  <p:tag name="MIO_CONTENTTAG" val="SNB2HcYPe0+B/t+eBVk3vw=="/>
  <p:tag name="MIO_CDID" val="bf89cb81-b457-4620-b7fc-567dcc65c95d"/>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gq61H8pQ04ukHPQJ8t.I0w"/>
</p:tagLst>
</file>

<file path=ppt/tags/tag12.xml><?xml version="1.0" encoding="utf-8"?>
<p:tagLst xmlns:a="http://schemas.openxmlformats.org/drawingml/2006/main" xmlns:r="http://schemas.openxmlformats.org/officeDocument/2006/relationships" xmlns:p="http://schemas.openxmlformats.org/presentationml/2006/main">
  <p:tag name="MIO_PLACEHOLDER_MAPPING" val="Design HOR_16-9MIOPlaceholderMapping.TitleMIOPlaceholderMapping.1MIOPlaceholderMapping-Design HOR Group 16-9 MIOPlaceholderMapping.TitleMIOPlaceholderMapping.1MIOPlaceholderMapping;Design HOR_16-9MIOPlaceholderMapping.Title with Image 1MIOPlaceholderMapping.2MIOPlaceholderMapping-Design HOR Group 16-9 MIOPlaceholderMapping.TitleMIOPlaceholderMapping.1MIOPlaceholderMapping;Design HOR_16-9MIOPlaceholderMapping.Title with Image 2MIOPlaceholderMapping.3MIOPlaceholderMapping-Design HOR Group 16-9 MIOPlaceholderMapping.TitleMIOPlaceholderMapping.1MIOPlaceholderMapping;Design HOR_16-9MIOPlaceholderMapping.Title with Image 3MIOPlaceholderMapping.4MIOPlaceholderMapping-Design HOR Group 16-9 MIOPlaceholderMapping.TitleMIOPlaceholderMapping.1MIOPlaceholderMapping;Design HOR_16-9MIOPlaceholderMapping.Title Insert Image yourselfMIOPlaceholderMapping.5MIOPlaceholderMapping-Design HOR Group 16-9 MIOPlaceholderMapping.TitleMIOPlaceholderMapping.1"/>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gq61H8pQ04ukHPQJ8t.I0w"/>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gq61H8pQ04ukHPQJ8t.I0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eiX73xJYW0.v70zGFNy1yg"/>
</p:tagLst>
</file>

<file path=ppt/tags/tag19.xml><?xml version="1.0" encoding="utf-8"?>
<p:tagLst xmlns:a="http://schemas.openxmlformats.org/drawingml/2006/main" xmlns:r="http://schemas.openxmlformats.org/officeDocument/2006/relationships" xmlns:p="http://schemas.openxmlformats.org/presentationml/2006/main">
  <p:tag name="MIO_PLACEHOLDER_MAPPING" val="Design HOR_16-9MIOPlaceholderMapping.Content 1MIOPlaceholderMapping.6MIOPlaceholderMapping-Design HOR Group 16-9 MIOPlaceholderMapping.Content HOR GroupMIOPlaceholderMapping.4"/>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eiX73xJYW0.v70zGFNy1yg"/>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V1iZxvMmOl99u_M6H2kTj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1FE8os1VU061a0XltTQyRQ"/>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bWeYInQ5mkSArQN4wVxy0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V1iZxvMmOl99u_M6H2kTj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1FE8os1VU061a0XltTQyR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bWeYInQ5mkSArQN4wVxy0w"/>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M1tLzxcq9uiDAZ2hna7PZ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1FE8os1VU061a0XltTQyRQ"/>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bWeYInQ5mkSArQN4wVxy0w"/>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M1tLzxcq9uiDAZ2hna7PZQ"/>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1FE8os1VU061a0XltTQyRQ"/>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bWeYInQ5mkSArQN4wVxy0w"/>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SHtr89R3C.yg_w892K3uIA"/>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OvwMQXC9P0e.pa6V4.WQVw"/>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pPbdLq_Vtz0WPgZs3m2AXqw"/>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p1FE8os1VU061a0XltTQyRQ"/>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pUif4ldpmV0aWAfIwZmeVXA"/>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pbWeYInQ5mkSArQN4wVxy0w"/>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cPj3lcEuZUiku7rNY4ferg"/>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pPbdLq_Vtz0WPgZs3m2AXqw"/>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p1FE8os1VU061a0XltTQyRQ"/>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cPj3lcEuZUiku7rNY4ferg"/>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peiX73xJYW0.v70zGFNy1yg"/>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p1FE8os1VU061a0XltTQyRQ"/>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pbWeYInQ5mkSArQN4wVxy0w"/>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cPj3lcEuZUiku7rNY4ferg"/>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pPbdLq_Vtz0WPgZs3m2AXqw"/>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p1FE8os1VU061a0XltTQyRQ"/>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cPj3lcEuZUiku7rNY4ferg"/>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peiX73xJYW0.v70zGFNy1yg"/>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p1FE8os1VU061a0XltTQyRQ"/>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pbWeYInQ5mkSArQN4wVxy0w"/>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cPj3lcEuZUiku7rNY4ferg"/>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pPbdLq_Vtz0WPgZs3m2AXqw"/>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p1FE8os1VU061a0XltTQyRQ"/>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p1FE8os1VU061a0XltTQyRQ"/>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pbWeYInQ5mkSArQN4wVxy0w"/>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peiX73xJYW0.v70zGFNy1yg"/>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cPj3lcEuZUiku7rNY4ferg"/>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pPbdLq_Vtz0WPgZs3m2AXqw"/>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p1FE8os1VU061a0XltTQyRQ"/>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cPj3lcEuZUiku7rNY4ferg"/>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p1FE8os1VU061a0XltTQyRQ"/>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pbWeYInQ5mkSArQN4wVxy0w"/>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peiX73xJYW0.v70zGFNy1yg"/>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cPj3lcEuZUiku7rNY4ferg"/>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pPbdLq_Vtz0WPgZs3m2AXqw"/>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p1FE8os1VU061a0XltTQyRQ"/>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cPj3lcEuZUiku7rNY4ferg"/>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p1FE8os1VU061a0XltTQyRQ"/>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pbWeYInQ5mkSArQN4wVxy0w"/>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peiX73xJYW0.v70zGFNy1yg"/>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pPbdLq_Vtz0WPgZs3m2AXqw"/>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cPj3lcEuZUiku7rNY4ferg"/>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p1FE8os1VU061a0XltTQyRQ"/>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cPj3lcEuZUiku7rNY4ferg"/>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p1FE8os1VU061a0XltTQyRQ"/>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pbWeYInQ5mkSArQN4wVxy0w"/>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peiX73xJYW0.v70zGFNy1yg"/>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cPj3lcEuZUiku7rNY4ferg"/>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pPbdLq_Vtz0WPgZs3m2AXqw"/>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p1FE8os1VU061a0XltTQyRQ"/>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pWPq7hSVt7236IC4jnkh0Q"/>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p1FE8os1VU061a0XltTQyRQ"/>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pbWeYInQ5mkSArQN4wVxy0w"/>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peiX73xJYW0.v70zGFNy1yg"/>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cPj3lcEuZUiku7rNY4ferg"/>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pPbdLq_Vtz0WPgZs3m2AXqw"/>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p1FE8os1VU061a0XltTQyRQ"/>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pWPq7hSVt7236IC4jnkh0Q"/>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p1FE8os1VU061a0XltTQyRQ"/>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pbWeYInQ5mkSArQN4wVxy0w"/>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peiX73xJYW0.v70zGFNy1yg"/>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peiX73xJYW0.v70zGFNy1yg"/>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peiX73xJYW0.v70zGFNy1yg"/>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p1FE8os1VU061a0XltTQyRQ"/>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pbWeYInQ5mkSArQN4wVxy0w"/>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pPbdLq_Vtz0WPgZs3m2AXqw"/>
</p:tagLst>
</file>

<file path=ppt/tags/tag126.xml><?xml version="1.0" encoding="utf-8"?>
<p:tagLst xmlns:a="http://schemas.openxmlformats.org/drawingml/2006/main" xmlns:r="http://schemas.openxmlformats.org/officeDocument/2006/relationships" xmlns:p="http://schemas.openxmlformats.org/presentationml/2006/main">
  <p:tag name="MIO_PLACEHOLDER_MAPPING" val="Design HOR_16-9MIOPlaceholderMapping.Gradient blankMIOPlaceholderMapping.22MIOPlaceholderMapping-Design HOR Group 16-9 MIOPlaceholderMapping.Gradient/ Title OnlyMIOPlaceholderMapping.31"/>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p1FE8os1VU061a0XltTQyRQ"/>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pbWeYInQ5mkSArQN4wVxy0w"/>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pPbdLq_Vtz0WPgZs3m2AXqw"/>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peiX73xJYW0.v70zGFNy1yg"/>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peiX73xJYW0.v70zGFNy1yg"/>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peiX73xJYW0.v70zGFNy1yg"/>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p1FE8os1VU061a0XltTQyRQ"/>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pbWeYInQ5mkSArQN4wVxy0w"/>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pPbdLq_Vtz0WPgZs3m2AXqw"/>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p1FE8os1VU061a0XltTQyRQ"/>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pbWeYInQ5mkSArQN4wVxy0w"/>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peiX73xJYW0.v70zGFNy1yg"/>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pPbdLq_Vtz0WPgZs3m2AXqw"/>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peiX73xJYW0.v70zGFNy1yg"/>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p1FE8os1VU061a0XltTQyRQ"/>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8.xml><?xml version="1.0" encoding="utf-8"?>
<p:tagLst xmlns:a="http://schemas.openxmlformats.org/drawingml/2006/main" xmlns:r="http://schemas.openxmlformats.org/officeDocument/2006/relationships" xmlns:p="http://schemas.openxmlformats.org/presentationml/2006/main">
  <p:tag name="MIO_PLACEHOLDER_MAPPING" val="Design HOR Group 16-9 MIOPlaceholderMapping.Closing Logo 2MIOPlaceholderMapping.34MIOPlaceholderMapping-Design HOR Group 16-9 MIOPlaceholderMapping.Closing Logo GradientMIOPlaceholderMapping.38"/>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esign HOR Group 16-9 ">
  <a:themeElements>
    <a:clrScheme name="HuP-neu 3">
      <a:dk1>
        <a:srgbClr val="000000"/>
      </a:dk1>
      <a:lt1>
        <a:srgbClr val="FFFFFF"/>
      </a:lt1>
      <a:dk2>
        <a:srgbClr val="000000"/>
      </a:dk2>
      <a:lt2>
        <a:srgbClr val="8C8C8C"/>
      </a:lt2>
      <a:accent1>
        <a:srgbClr val="008CC8"/>
      </a:accent1>
      <a:accent2>
        <a:srgbClr val="E6E6E6"/>
      </a:accent2>
      <a:accent3>
        <a:srgbClr val="B4B4B4"/>
      </a:accent3>
      <a:accent4>
        <a:srgbClr val="969696"/>
      </a:accent4>
      <a:accent5>
        <a:srgbClr val="787878"/>
      </a:accent5>
      <a:accent6>
        <a:srgbClr val="05415A"/>
      </a:accent6>
      <a:hlink>
        <a:srgbClr val="464646"/>
      </a:hlink>
      <a:folHlink>
        <a:srgbClr val="B4B4B4"/>
      </a:folHlink>
    </a:clrScheme>
    <a:fontScheme name="Horváth Standard 1">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9525" cap="flat" cmpd="sng" algn="ctr">
          <a:solidFill>
            <a:schemeClr val="accent3"/>
          </a:solidFill>
          <a:prstDash val="solid"/>
          <a:miter lim="800000"/>
          <a:headEnd type="none" w="med" len="med"/>
          <a:tailEnd type="none" w="med" len="med"/>
        </a:ln>
        <a:effectLst/>
      </a:spPr>
      <a:bodyPr vert="horz" wrap="square" lIns="144000" tIns="144000" rIns="144000" bIns="144000" numCol="1" rtlCol="0" anchor="t" anchorCtr="0" compatLnSpc="1">
        <a:prstTxWarp prst="textNoShape">
          <a:avLst/>
        </a:prstTxWarp>
      </a:bodyPr>
      <a:lstStyle>
        <a:defPPr marL="1588" algn="l" defTabSz="857250" fontAlgn="base">
          <a:spcBef>
            <a:spcPct val="40000"/>
          </a:spcBef>
          <a:spcAft>
            <a:spcPct val="0"/>
          </a:spcAft>
          <a:buClr>
            <a:schemeClr val="accent1"/>
          </a:buClr>
          <a:buSzPct val="70000"/>
          <a:defRPr sz="1200" dirty="0" err="1"/>
        </a:defPPr>
      </a:lstStyle>
    </a:spDef>
    <a:lnDef>
      <a:spPr bwMode="auto">
        <a:solidFill>
          <a:schemeClr val="bg1"/>
        </a:solidFill>
        <a:ln w="9525" cap="flat" cmpd="sng" algn="ctr">
          <a:solidFill>
            <a:schemeClr val="accent3"/>
          </a:solidFill>
          <a:prstDash val="solid"/>
          <a:miter lim="800000"/>
          <a:headEnd type="none" w="med" len="med"/>
          <a:tailEnd type="none" w="med" len="med"/>
        </a:ln>
        <a:effectLst/>
      </a:spPr>
      <a:bodyPr/>
      <a:lstStyle/>
    </a:lnDef>
    <a:txDef>
      <a:spPr>
        <a:ln>
          <a:noFill/>
          <a:miter lim="800000"/>
        </a:ln>
      </a:spPr>
      <a:bodyPr wrap="square" lIns="0" tIns="0" rIns="0" bIns="0" rtlCol="0">
        <a:spAutoFit/>
      </a:bodyPr>
      <a:lstStyle>
        <a:defPPr marL="1588" algn="l" defTabSz="857250" fontAlgn="base">
          <a:spcBef>
            <a:spcPct val="40000"/>
          </a:spcBef>
          <a:spcAft>
            <a:spcPct val="0"/>
          </a:spcAft>
          <a:buClr>
            <a:schemeClr val="accent1"/>
          </a:buClr>
          <a:buSzPct val="70000"/>
          <a:defRPr sz="1200" dirty="0" err="1"/>
        </a:defPPr>
      </a:lstStyle>
    </a:txDef>
  </a:objectDefaults>
  <a:extraClrSchemeLst/>
  <a:custClrLst>
    <a:custClr name="Sky Blue 15%">
      <a:srgbClr val="DCEBFA"/>
    </a:custClr>
    <a:custClr name="Sky Blue 35%">
      <a:srgbClr val="AFD7EB"/>
    </a:custClr>
    <a:custClr name="Sky Blue 55%">
      <a:srgbClr val="73BEE1"/>
    </a:custClr>
    <a:custClr name="Sky Blue 75%">
      <a:srgbClr val="00A5D7"/>
    </a:custClr>
    <a:custClr name="Mid-Light Grey">
      <a:srgbClr val="D2D2D2"/>
    </a:custClr>
    <a:custClr name="Anthracite">
      <a:srgbClr val="5A5A5A"/>
    </a:custClr>
    <a:custClr name="Darkest Grey">
      <a:srgbClr val="464646"/>
    </a:custClr>
    <a:custClr name="Red">
      <a:srgbClr val="C30C3E"/>
    </a:custClr>
    <a:custClr name="Yellow">
      <a:srgbClr val="FFCC66"/>
    </a:custClr>
    <a:custClr name="Green">
      <a:srgbClr val="007770"/>
    </a:custClr>
  </a:custClrLst>
  <a:extLst>
    <a:ext uri="{05A4C25C-085E-4340-85A3-A5531E510DB2}">
      <thm15:themeFamily xmlns:thm15="http://schemas.microsoft.com/office/thememl/2012/main" name="Default Theme" id="{5FCEBDF1-9A5D-4489-9869-17E72FA2C762}" vid="{4053DED3-2636-404C-890A-BB40956300A3}"/>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1856</Words>
  <Application>Microsoft Office PowerPoint</Application>
  <PresentationFormat>Breitbild</PresentationFormat>
  <Paragraphs>299</Paragraphs>
  <Slides>14</Slides>
  <Notes>11</Notes>
  <HiddenSlides>0</HiddenSlides>
  <MMClips>0</MMClips>
  <ScaleCrop>false</ScaleCrop>
  <HeadingPairs>
    <vt:vector size="8" baseType="variant">
      <vt:variant>
        <vt:lpstr>Verwendete Schriftarten</vt:lpstr>
      </vt:variant>
      <vt:variant>
        <vt:i4>4</vt:i4>
      </vt:variant>
      <vt:variant>
        <vt:lpstr>Design</vt:lpstr>
      </vt:variant>
      <vt:variant>
        <vt:i4>1</vt:i4>
      </vt:variant>
      <vt:variant>
        <vt:lpstr>Eingebettete OLE-Server</vt:lpstr>
      </vt:variant>
      <vt:variant>
        <vt:i4>1</vt:i4>
      </vt:variant>
      <vt:variant>
        <vt:lpstr>Folientitel</vt:lpstr>
      </vt:variant>
      <vt:variant>
        <vt:i4>14</vt:i4>
      </vt:variant>
    </vt:vector>
  </HeadingPairs>
  <TitlesOfParts>
    <vt:vector size="20" baseType="lpstr">
      <vt:lpstr>Aptos</vt:lpstr>
      <vt:lpstr>Arial</vt:lpstr>
      <vt:lpstr>Calibri</vt:lpstr>
      <vt:lpstr>Wingdings</vt:lpstr>
      <vt:lpstr>Design HOR Group 16-9 </vt:lpstr>
      <vt:lpstr>think-cell Slide</vt:lpstr>
      <vt:lpstr>NEURA Robotics x Svenja</vt:lpstr>
      <vt:lpstr>Mein Weg zu NEURA Robotics – vielfältig und herausfordernd</vt:lpstr>
      <vt:lpstr>Jakob-Friedrich-Schöllkopf Schule</vt:lpstr>
      <vt:lpstr>GAP Year: Selbstständigkeit und Reisen</vt:lpstr>
      <vt:lpstr>Werkstudentin und Praktikantin</vt:lpstr>
      <vt:lpstr>NEURA Robotics und Svenja: Gemeinsam Innovation gestalten</vt:lpstr>
      <vt:lpstr>NEURA Robotics und Svenja: Gemeinsam Innovation gestalten</vt:lpstr>
      <vt:lpstr>Vielen Dank!  Gibt es Fragen?</vt:lpstr>
      <vt:lpstr>Mein Weg zu NEURA Robotics – vielfältig und herausfordernd</vt:lpstr>
      <vt:lpstr>Mein</vt:lpstr>
      <vt:lpstr>NEURA Robotics und Svenja: Gemeinsam Innovation gestalten</vt:lpstr>
      <vt:lpstr>Jakob-Friedrich-Schöllkopf Schule</vt:lpstr>
      <vt:lpstr>GAP Year: Selbstständigkeit und Reisen</vt:lpstr>
      <vt:lpstr>Studium und Praxiserfahrung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Pirsch, Svenja</dc:creator>
  <cp:lastModifiedBy>Pirsch, Svenja</cp:lastModifiedBy>
  <cp:revision>3</cp:revision>
  <dcterms:created xsi:type="dcterms:W3CDTF">2025-11-21T13:00:24Z</dcterms:created>
  <dcterms:modified xsi:type="dcterms:W3CDTF">2025-11-26T07:02:36Z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8f71722-66ba-4e11-a629-8ab19b9c644e_Enabled">
    <vt:lpwstr>true</vt:lpwstr>
  </property>
  <property fmtid="{D5CDD505-2E9C-101B-9397-08002B2CF9AE}" pid="3" name="MSIP_Label_c8f71722-66ba-4e11-a629-8ab19b9c644e_SetDate">
    <vt:lpwstr>2025-11-21T14:24:04Z</vt:lpwstr>
  </property>
  <property fmtid="{D5CDD505-2E9C-101B-9397-08002B2CF9AE}" pid="4" name="MSIP_Label_c8f71722-66ba-4e11-a629-8ab19b9c644e_Method">
    <vt:lpwstr>Standard</vt:lpwstr>
  </property>
  <property fmtid="{D5CDD505-2E9C-101B-9397-08002B2CF9AE}" pid="5" name="MSIP_Label_c8f71722-66ba-4e11-a629-8ab19b9c644e_Name">
    <vt:lpwstr>Confidential</vt:lpwstr>
  </property>
  <property fmtid="{D5CDD505-2E9C-101B-9397-08002B2CF9AE}" pid="6" name="MSIP_Label_c8f71722-66ba-4e11-a629-8ab19b9c644e_SiteId">
    <vt:lpwstr>b8fc25f6-8687-4690-aeb4-96fa17863136</vt:lpwstr>
  </property>
  <property fmtid="{D5CDD505-2E9C-101B-9397-08002B2CF9AE}" pid="7" name="MSIP_Label_c8f71722-66ba-4e11-a629-8ab19b9c644e_ActionId">
    <vt:lpwstr>299ce74a-d51f-4ce2-b796-b8eead561098</vt:lpwstr>
  </property>
  <property fmtid="{D5CDD505-2E9C-101B-9397-08002B2CF9AE}" pid="8" name="MSIP_Label_c8f71722-66ba-4e11-a629-8ab19b9c644e_ContentBits">
    <vt:lpwstr>2</vt:lpwstr>
  </property>
  <property fmtid="{D5CDD505-2E9C-101B-9397-08002B2CF9AE}" pid="9" name="MSIP_Label_c8f71722-66ba-4e11-a629-8ab19b9c644e_Tag">
    <vt:lpwstr>10, 3, 0, 1</vt:lpwstr>
  </property>
  <property fmtid="{D5CDD505-2E9C-101B-9397-08002B2CF9AE}" pid="10" name="ClassificationContentMarkingFooterLocations">
    <vt:lpwstr>Office:8</vt:lpwstr>
  </property>
  <property fmtid="{D5CDD505-2E9C-101B-9397-08002B2CF9AE}" pid="11" name="ClassificationContentMarkingFooterText">
    <vt:lpwstr>- Confidential -</vt:lpwstr>
  </property>
</Properties>
</file>
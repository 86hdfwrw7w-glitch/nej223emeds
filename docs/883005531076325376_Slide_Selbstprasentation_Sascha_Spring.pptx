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3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45" y="5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5E3490-2E6A-4E34-8357-AB9D49B75D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381DA7C-3568-465B-8D9A-74E9AA9B9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CDDD4D-38D7-4265-A721-D8889BA20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AF94A-C2E4-4EA7-842E-5C3A65DEFB5A}" type="datetimeFigureOut">
              <a:rPr lang="de-DE" smtClean="0"/>
              <a:t>02.09.2021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B8D855-20A6-4241-9293-8EF3CD8C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3D8564-377F-487E-94FB-F48C317FB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29BBE-ABC2-408D-8F98-8B1C0DAE0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3776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F20F6A-5B7A-4170-8AA9-4FC838065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EC3AC9-F598-4482-8E40-487BE48BE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BF4DBE-28C8-4720-ACB9-5FB091DF6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AF94A-C2E4-4EA7-842E-5C3A65DEFB5A}" type="datetimeFigureOut">
              <a:rPr lang="de-DE" smtClean="0"/>
              <a:t>02.09.2021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D8AA53-740A-429F-BA08-678871402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E34EB2-445B-405A-89E6-8348FE130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29BBE-ABC2-408D-8F98-8B1C0DAE0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7822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284387-B756-4C7F-AB68-E31CD3489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1294A7-003D-4143-9CCC-DFBDBB0A5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F1A5C2-C0C3-485B-BA38-2993F4BA2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AF94A-C2E4-4EA7-842E-5C3A65DEFB5A}" type="datetimeFigureOut">
              <a:rPr lang="de-DE" smtClean="0"/>
              <a:t>02.09.2021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C4BA34-86B0-4C51-A36B-BFDE4ECFF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A26B95-9423-41DA-95B3-28905E3CB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29BBE-ABC2-408D-8F98-8B1C0DAE0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6115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2D65B6-4670-4123-9E45-67635158C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25763A-5488-43ED-86A2-B97948AD04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3EE5DA9-6C76-47AD-93C5-31F111980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533258A-6130-4AD9-945A-FC1E71A55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AF94A-C2E4-4EA7-842E-5C3A65DEFB5A}" type="datetimeFigureOut">
              <a:rPr lang="de-DE" smtClean="0"/>
              <a:t>02.09.2021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B1E2347-A162-491E-B2E4-DD1F4FFD6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443C905-CD8D-453A-9D87-E4876F61A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29BBE-ABC2-408D-8F98-8B1C0DAE0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3642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24DC01-34F1-408D-9EA9-FA0BF4DAC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0F47C18-3930-4816-890A-85DBEEC2F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2B0460E-0D07-4AFE-8FEC-6EC373F50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15259F9-4B74-4C66-AD63-99BB015C99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E45FCC1-5690-4E80-B02F-3A26AC9D82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6458F65-BAED-4191-99E3-CE2C32916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AF94A-C2E4-4EA7-842E-5C3A65DEFB5A}" type="datetimeFigureOut">
              <a:rPr lang="de-DE" smtClean="0"/>
              <a:t>02.09.2021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C8C271A-0EA9-4E3C-9546-76A0B3977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25CC312-23AD-4B20-B484-CEA38E217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29BBE-ABC2-408D-8F98-8B1C0DAE0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2006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4041C8-3F58-42C5-98DC-57EBE3948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933C6EC-9FBE-4807-9338-076D9866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AF94A-C2E4-4EA7-842E-5C3A65DEFB5A}" type="datetimeFigureOut">
              <a:rPr lang="de-DE" smtClean="0"/>
              <a:t>02.09.2021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768150A-7DDF-4A85-904D-2797D6F31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94B04B-EA69-4031-9CAF-F3AF53E53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29BBE-ABC2-408D-8F98-8B1C0DAE0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823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8C17DC7-D57A-4F92-AE63-572CAF4E9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AF94A-C2E4-4EA7-842E-5C3A65DEFB5A}" type="datetimeFigureOut">
              <a:rPr lang="de-DE" smtClean="0"/>
              <a:t>02.09.2021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FAB8035-6E50-40D1-A9FC-083C1893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511705B-736D-4D32-9775-C2E7EE621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29BBE-ABC2-408D-8F98-8B1C0DAE0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0903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AAEF4E-2BA8-44ED-838C-C9BF106C9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2BC969-E39B-4900-B67C-18D4CA729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1E19549-90E1-4776-962B-FB9DA3707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96855AE-9EEF-4799-8CD9-91765E924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AF94A-C2E4-4EA7-842E-5C3A65DEFB5A}" type="datetimeFigureOut">
              <a:rPr lang="de-DE" smtClean="0"/>
              <a:t>02.09.2021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76A480-D113-4A77-84F2-627C5F66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C6F747-CEF3-46C8-A686-DD8C50FC5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29BBE-ABC2-408D-8F98-8B1C0DAE0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2459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0D18C6-0413-494D-B5EF-D62251FC5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90A9D6F-395C-4E3F-9E60-C5A385EDB5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7ABAAD7-AB88-48EC-87FC-889D527B7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49B93C0-9787-44FC-90B2-45A21248E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AF94A-C2E4-4EA7-842E-5C3A65DEFB5A}" type="datetimeFigureOut">
              <a:rPr lang="de-DE" smtClean="0"/>
              <a:t>02.09.2021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1364D26-6DAE-4135-95F0-8C0E31DD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FFEB35-8452-4154-BF00-2F44CFBD1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29BBE-ABC2-408D-8F98-8B1C0DAE0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9024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38453C-1F78-4A48-B492-CF31B5ABF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F268651-67D1-4A93-AB41-B1E98FB73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68595B-5590-4E61-9826-70819ACEB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AF94A-C2E4-4EA7-842E-5C3A65DEFB5A}" type="datetimeFigureOut">
              <a:rPr lang="de-DE" smtClean="0"/>
              <a:t>02.09.2021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F646A6-8567-4257-A8B4-D4C5F68AB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9607F5-3630-4B33-8A00-DB232890B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29BBE-ABC2-408D-8F98-8B1C0DAE0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1301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42C686C-95C8-4042-87E6-9780D62AF1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E250770-040C-4E83-B210-6F56BFE3A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E5E585-2431-4781-9AAE-8BEBDD2FD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AF94A-C2E4-4EA7-842E-5C3A65DEFB5A}" type="datetimeFigureOut">
              <a:rPr lang="de-DE" smtClean="0"/>
              <a:t>02.09.2021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D9ACAC-2FD5-48A4-8D59-04C95344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800008-83A1-44B6-AB1F-97455FB7A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29BBE-ABC2-408D-8F98-8B1C0DAE0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6121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7311E28-7388-43F4-BA27-4935DB8CE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30BEF8-3EFF-429A-A530-E2F8BCCB2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EBDF0F-38F4-4DFA-A7D1-FCB051A249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AF94A-C2E4-4EA7-842E-5C3A65DEFB5A}" type="datetimeFigureOut">
              <a:rPr lang="de-DE" smtClean="0"/>
              <a:t>02.09.2021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79401B-E2B9-4253-8C67-D57786F7D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C80544-E1A7-4467-BD93-E8268FAA3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29BBE-ABC2-408D-8F98-8B1C0DAE0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9265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E20A7293-6284-4CF8-9604-2203E0672900}"/>
              </a:ext>
            </a:extLst>
          </p:cNvPr>
          <p:cNvCxnSpPr>
            <a:cxnSpLocks/>
          </p:cNvCxnSpPr>
          <p:nvPr/>
        </p:nvCxnSpPr>
        <p:spPr>
          <a:xfrm>
            <a:off x="438932" y="6402487"/>
            <a:ext cx="11230271" cy="30017"/>
          </a:xfrm>
          <a:prstGeom prst="line">
            <a:avLst/>
          </a:prstGeom>
          <a:ln w="28575">
            <a:solidFill>
              <a:srgbClr val="C7A10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Fußzeilenplatzhalter 2">
            <a:extLst>
              <a:ext uri="{FF2B5EF4-FFF2-40B4-BE49-F238E27FC236}">
                <a16:creationId xmlns:a16="http://schemas.microsoft.com/office/drawing/2014/main" id="{E0B636AA-2664-43C5-8EB1-120E83ADA34F}"/>
              </a:ext>
            </a:extLst>
          </p:cNvPr>
          <p:cNvSpPr txBox="1">
            <a:spLocks/>
          </p:cNvSpPr>
          <p:nvPr/>
        </p:nvSpPr>
        <p:spPr>
          <a:xfrm>
            <a:off x="408632" y="6477941"/>
            <a:ext cx="4761513" cy="185602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802">
              <a:spcAft>
                <a:spcPts val="611"/>
              </a:spcAft>
            </a:pPr>
            <a:r>
              <a:rPr lang="de-DE" sz="900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Commerz Business Consulting</a:t>
            </a:r>
            <a:endParaRPr lang="de-DE" sz="9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489CCAF1-5747-4D36-A81C-08B1DFA38001}"/>
              </a:ext>
            </a:extLst>
          </p:cNvPr>
          <p:cNvSpPr txBox="1">
            <a:spLocks/>
          </p:cNvSpPr>
          <p:nvPr/>
        </p:nvSpPr>
        <p:spPr>
          <a:xfrm>
            <a:off x="6511870" y="6477941"/>
            <a:ext cx="5232610" cy="231809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554802">
              <a:spcAft>
                <a:spcPts val="611"/>
              </a:spcAft>
            </a:pPr>
            <a:r>
              <a:rPr lang="de-DE" sz="900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Selbstpräsentation|Sascha Spring|08.09.2021 </a:t>
            </a:r>
            <a:endParaRPr lang="de-DE" sz="9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7F90AA87-6C5E-41D2-8EBC-03195623F61C}"/>
              </a:ext>
            </a:extLst>
          </p:cNvPr>
          <p:cNvSpPr/>
          <p:nvPr/>
        </p:nvSpPr>
        <p:spPr>
          <a:xfrm>
            <a:off x="2992149" y="376777"/>
            <a:ext cx="6251331" cy="510778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D1A901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de-DE" sz="2400" b="1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Sascha Spring</a:t>
            </a:r>
            <a:endParaRPr lang="de-DE" sz="2400" b="1" dirty="0">
              <a:ln w="0"/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Oval 65">
            <a:extLst>
              <a:ext uri="{FF2B5EF4-FFF2-40B4-BE49-F238E27FC236}">
                <a16:creationId xmlns:a16="http://schemas.microsoft.com/office/drawing/2014/main" id="{2005429F-2AD6-4C48-8573-D39B90E0E809}"/>
              </a:ext>
            </a:extLst>
          </p:cNvPr>
          <p:cNvSpPr/>
          <p:nvPr/>
        </p:nvSpPr>
        <p:spPr>
          <a:xfrm>
            <a:off x="10666664" y="79742"/>
            <a:ext cx="1077816" cy="986941"/>
          </a:xfrm>
          <a:prstGeom prst="ellipse">
            <a:avLst/>
          </a:prstGeom>
          <a:noFill/>
          <a:ln w="38100">
            <a:solidFill>
              <a:srgbClr val="D1A901"/>
            </a:solidFill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606" tIns="410774" rIns="14605" bIns="410772" numCol="1" spcCol="1270" rtlCol="0" anchor="ctr" anchorCtr="0">
            <a:noAutofit/>
          </a:bodyPr>
          <a:lstStyle/>
          <a:p>
            <a:pPr marL="0" indent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16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025AA4BF-DF8E-4DE8-8E40-64A60835B5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762" r="28262" b="7698"/>
          <a:stretch/>
        </p:blipFill>
        <p:spPr>
          <a:xfrm>
            <a:off x="10851366" y="257555"/>
            <a:ext cx="708411" cy="630000"/>
          </a:xfrm>
          <a:prstGeom prst="rect">
            <a:avLst/>
          </a:prstGeom>
        </p:spPr>
      </p:pic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B35133A3-DAB5-42BF-8300-F2092BC3EBD9}"/>
              </a:ext>
            </a:extLst>
          </p:cNvPr>
          <p:cNvGrpSpPr/>
          <p:nvPr/>
        </p:nvGrpSpPr>
        <p:grpSpPr>
          <a:xfrm>
            <a:off x="1041040" y="1770054"/>
            <a:ext cx="10592378" cy="1309687"/>
            <a:chOff x="795338" y="3095320"/>
            <a:chExt cx="9288462" cy="1309687"/>
          </a:xfrm>
        </p:grpSpPr>
        <p:sp>
          <p:nvSpPr>
            <p:cNvPr id="45" name="Google Shape;1211;p42">
              <a:extLst>
                <a:ext uri="{FF2B5EF4-FFF2-40B4-BE49-F238E27FC236}">
                  <a16:creationId xmlns:a16="http://schemas.microsoft.com/office/drawing/2014/main" id="{BEB3A6BA-3A14-4DFE-A94F-1BCAAA00C0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338" y="3095320"/>
              <a:ext cx="1471612" cy="1309687"/>
            </a:xfrm>
            <a:custGeom>
              <a:avLst/>
              <a:gdLst>
                <a:gd name="T0" fmla="*/ 2147483646 w 927"/>
                <a:gd name="T1" fmla="*/ 0 h 825"/>
                <a:gd name="T2" fmla="*/ 0 w 927"/>
                <a:gd name="T3" fmla="*/ 0 h 825"/>
                <a:gd name="T4" fmla="*/ 2147483646 w 927"/>
                <a:gd name="T5" fmla="*/ 2147483646 h 825"/>
                <a:gd name="T6" fmla="*/ 0 w 927"/>
                <a:gd name="T7" fmla="*/ 2147483646 h 825"/>
                <a:gd name="T8" fmla="*/ 2147483646 w 927"/>
                <a:gd name="T9" fmla="*/ 2147483646 h 825"/>
                <a:gd name="T10" fmla="*/ 2147483646 w 927"/>
                <a:gd name="T11" fmla="*/ 2147483646 h 825"/>
                <a:gd name="T12" fmla="*/ 2147483646 w 927"/>
                <a:gd name="T13" fmla="*/ 0 h 8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27" h="825" extrusionOk="0">
                  <a:moveTo>
                    <a:pt x="769" y="0"/>
                  </a:moveTo>
                  <a:lnTo>
                    <a:pt x="0" y="0"/>
                  </a:lnTo>
                  <a:lnTo>
                    <a:pt x="160" y="413"/>
                  </a:lnTo>
                  <a:lnTo>
                    <a:pt x="0" y="825"/>
                  </a:lnTo>
                  <a:lnTo>
                    <a:pt x="769" y="825"/>
                  </a:lnTo>
                  <a:lnTo>
                    <a:pt x="927" y="413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C7A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45700" rIns="91425" bIns="45700"/>
            <a:lstStyle/>
            <a:p>
              <a:endParaRPr lang="en-US"/>
            </a:p>
          </p:txBody>
        </p:sp>
        <p:sp>
          <p:nvSpPr>
            <p:cNvPr id="46" name="Google Shape;1212;p42">
              <a:extLst>
                <a:ext uri="{FF2B5EF4-FFF2-40B4-BE49-F238E27FC236}">
                  <a16:creationId xmlns:a16="http://schemas.microsoft.com/office/drawing/2014/main" id="{BE93AF3A-3FB1-4C1C-B44A-7FA34CA9F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1850" y="3095320"/>
              <a:ext cx="1470025" cy="1309687"/>
            </a:xfrm>
            <a:custGeom>
              <a:avLst/>
              <a:gdLst>
                <a:gd name="T0" fmla="*/ 2147483646 w 926"/>
                <a:gd name="T1" fmla="*/ 0 h 825"/>
                <a:gd name="T2" fmla="*/ 0 w 926"/>
                <a:gd name="T3" fmla="*/ 0 h 825"/>
                <a:gd name="T4" fmla="*/ 2147483646 w 926"/>
                <a:gd name="T5" fmla="*/ 2147483646 h 825"/>
                <a:gd name="T6" fmla="*/ 0 w 926"/>
                <a:gd name="T7" fmla="*/ 2147483646 h 825"/>
                <a:gd name="T8" fmla="*/ 2147483646 w 926"/>
                <a:gd name="T9" fmla="*/ 2147483646 h 825"/>
                <a:gd name="T10" fmla="*/ 2147483646 w 926"/>
                <a:gd name="T11" fmla="*/ 2147483646 h 825"/>
                <a:gd name="T12" fmla="*/ 2147483646 w 926"/>
                <a:gd name="T13" fmla="*/ 0 h 8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26" h="825" extrusionOk="0">
                  <a:moveTo>
                    <a:pt x="766" y="0"/>
                  </a:moveTo>
                  <a:lnTo>
                    <a:pt x="0" y="0"/>
                  </a:lnTo>
                  <a:lnTo>
                    <a:pt x="160" y="413"/>
                  </a:lnTo>
                  <a:lnTo>
                    <a:pt x="0" y="825"/>
                  </a:lnTo>
                  <a:lnTo>
                    <a:pt x="766" y="825"/>
                  </a:lnTo>
                  <a:lnTo>
                    <a:pt x="926" y="413"/>
                  </a:lnTo>
                  <a:lnTo>
                    <a:pt x="766" y="0"/>
                  </a:lnTo>
                  <a:close/>
                </a:path>
              </a:pathLst>
            </a:custGeom>
            <a:solidFill>
              <a:srgbClr val="C7A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45700" rIns="91425" bIns="45700"/>
            <a:lstStyle/>
            <a:p>
              <a:endParaRPr lang="en-US"/>
            </a:p>
          </p:txBody>
        </p:sp>
        <p:sp>
          <p:nvSpPr>
            <p:cNvPr id="47" name="Google Shape;1213;p42">
              <a:extLst>
                <a:ext uri="{FF2B5EF4-FFF2-40B4-BE49-F238E27FC236}">
                  <a16:creationId xmlns:a16="http://schemas.microsoft.com/office/drawing/2014/main" id="{D5FAF761-2965-4237-BF32-23C2741C1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600" y="3095320"/>
              <a:ext cx="1470025" cy="1309687"/>
            </a:xfrm>
            <a:custGeom>
              <a:avLst/>
              <a:gdLst>
                <a:gd name="T0" fmla="*/ 2147483646 w 926"/>
                <a:gd name="T1" fmla="*/ 0 h 825"/>
                <a:gd name="T2" fmla="*/ 0 w 926"/>
                <a:gd name="T3" fmla="*/ 0 h 825"/>
                <a:gd name="T4" fmla="*/ 2147483646 w 926"/>
                <a:gd name="T5" fmla="*/ 2147483646 h 825"/>
                <a:gd name="T6" fmla="*/ 0 w 926"/>
                <a:gd name="T7" fmla="*/ 2147483646 h 825"/>
                <a:gd name="T8" fmla="*/ 2147483646 w 926"/>
                <a:gd name="T9" fmla="*/ 2147483646 h 825"/>
                <a:gd name="T10" fmla="*/ 2147483646 w 926"/>
                <a:gd name="T11" fmla="*/ 2147483646 h 825"/>
                <a:gd name="T12" fmla="*/ 2147483646 w 926"/>
                <a:gd name="T13" fmla="*/ 0 h 8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26" h="825" extrusionOk="0">
                  <a:moveTo>
                    <a:pt x="766" y="0"/>
                  </a:moveTo>
                  <a:lnTo>
                    <a:pt x="0" y="0"/>
                  </a:lnTo>
                  <a:lnTo>
                    <a:pt x="160" y="413"/>
                  </a:lnTo>
                  <a:lnTo>
                    <a:pt x="0" y="825"/>
                  </a:lnTo>
                  <a:lnTo>
                    <a:pt x="766" y="825"/>
                  </a:lnTo>
                  <a:lnTo>
                    <a:pt x="926" y="413"/>
                  </a:lnTo>
                  <a:lnTo>
                    <a:pt x="766" y="0"/>
                  </a:lnTo>
                  <a:close/>
                </a:path>
              </a:pathLst>
            </a:custGeom>
            <a:solidFill>
              <a:srgbClr val="D9B0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45700" rIns="91425" bIns="45700"/>
            <a:lstStyle/>
            <a:p>
              <a:endParaRPr lang="en-US"/>
            </a:p>
          </p:txBody>
        </p:sp>
        <p:sp>
          <p:nvSpPr>
            <p:cNvPr id="48" name="Google Shape;1214;p42">
              <a:extLst>
                <a:ext uri="{FF2B5EF4-FFF2-40B4-BE49-F238E27FC236}">
                  <a16:creationId xmlns:a16="http://schemas.microsoft.com/office/drawing/2014/main" id="{B915774A-71D1-4A5B-B8F0-FF734DE36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3762" y="3095320"/>
              <a:ext cx="1471612" cy="1309687"/>
            </a:xfrm>
            <a:custGeom>
              <a:avLst/>
              <a:gdLst>
                <a:gd name="T0" fmla="*/ 2147483646 w 927"/>
                <a:gd name="T1" fmla="*/ 0 h 825"/>
                <a:gd name="T2" fmla="*/ 0 w 927"/>
                <a:gd name="T3" fmla="*/ 0 h 825"/>
                <a:gd name="T4" fmla="*/ 2147483646 w 927"/>
                <a:gd name="T5" fmla="*/ 2147483646 h 825"/>
                <a:gd name="T6" fmla="*/ 0 w 927"/>
                <a:gd name="T7" fmla="*/ 2147483646 h 825"/>
                <a:gd name="T8" fmla="*/ 2147483646 w 927"/>
                <a:gd name="T9" fmla="*/ 2147483646 h 825"/>
                <a:gd name="T10" fmla="*/ 2147483646 w 927"/>
                <a:gd name="T11" fmla="*/ 2147483646 h 825"/>
                <a:gd name="T12" fmla="*/ 2147483646 w 927"/>
                <a:gd name="T13" fmla="*/ 0 h 8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27" h="825" extrusionOk="0">
                  <a:moveTo>
                    <a:pt x="769" y="0"/>
                  </a:moveTo>
                  <a:lnTo>
                    <a:pt x="0" y="0"/>
                  </a:lnTo>
                  <a:lnTo>
                    <a:pt x="160" y="413"/>
                  </a:lnTo>
                  <a:lnTo>
                    <a:pt x="0" y="825"/>
                  </a:lnTo>
                  <a:lnTo>
                    <a:pt x="769" y="825"/>
                  </a:lnTo>
                  <a:lnTo>
                    <a:pt x="927" y="413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D9B0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45700" rIns="91425" bIns="45700"/>
            <a:lstStyle/>
            <a:p>
              <a:endParaRPr lang="en-US"/>
            </a:p>
          </p:txBody>
        </p:sp>
        <p:sp>
          <p:nvSpPr>
            <p:cNvPr id="49" name="Google Shape;1215;p42">
              <a:extLst>
                <a:ext uri="{FF2B5EF4-FFF2-40B4-BE49-F238E27FC236}">
                  <a16:creationId xmlns:a16="http://schemas.microsoft.com/office/drawing/2014/main" id="{8B0B49A4-FDD5-456F-AEFC-62BB0DB74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0275" y="3095320"/>
              <a:ext cx="1470025" cy="1309687"/>
            </a:xfrm>
            <a:custGeom>
              <a:avLst/>
              <a:gdLst>
                <a:gd name="T0" fmla="*/ 2147483646 w 926"/>
                <a:gd name="T1" fmla="*/ 0 h 825"/>
                <a:gd name="T2" fmla="*/ 0 w 926"/>
                <a:gd name="T3" fmla="*/ 0 h 825"/>
                <a:gd name="T4" fmla="*/ 2147483646 w 926"/>
                <a:gd name="T5" fmla="*/ 2147483646 h 825"/>
                <a:gd name="T6" fmla="*/ 0 w 926"/>
                <a:gd name="T7" fmla="*/ 2147483646 h 825"/>
                <a:gd name="T8" fmla="*/ 2147483646 w 926"/>
                <a:gd name="T9" fmla="*/ 2147483646 h 825"/>
                <a:gd name="T10" fmla="*/ 2147483646 w 926"/>
                <a:gd name="T11" fmla="*/ 2147483646 h 825"/>
                <a:gd name="T12" fmla="*/ 2147483646 w 926"/>
                <a:gd name="T13" fmla="*/ 0 h 8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26" h="825" extrusionOk="0">
                  <a:moveTo>
                    <a:pt x="766" y="0"/>
                  </a:moveTo>
                  <a:lnTo>
                    <a:pt x="0" y="0"/>
                  </a:lnTo>
                  <a:lnTo>
                    <a:pt x="160" y="413"/>
                  </a:lnTo>
                  <a:lnTo>
                    <a:pt x="0" y="825"/>
                  </a:lnTo>
                  <a:lnTo>
                    <a:pt x="766" y="825"/>
                  </a:lnTo>
                  <a:lnTo>
                    <a:pt x="926" y="413"/>
                  </a:lnTo>
                  <a:lnTo>
                    <a:pt x="766" y="0"/>
                  </a:lnTo>
                  <a:close/>
                </a:path>
              </a:pathLst>
            </a:custGeom>
            <a:solidFill>
              <a:srgbClr val="D9B0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45700" rIns="91425" bIns="45700"/>
            <a:lstStyle/>
            <a:p>
              <a:endParaRPr lang="en-US"/>
            </a:p>
          </p:txBody>
        </p:sp>
        <p:sp>
          <p:nvSpPr>
            <p:cNvPr id="50" name="Google Shape;1216;p42">
              <a:extLst>
                <a:ext uri="{FF2B5EF4-FFF2-40B4-BE49-F238E27FC236}">
                  <a16:creationId xmlns:a16="http://schemas.microsoft.com/office/drawing/2014/main" id="{42D74638-072A-45DF-A2AA-0C80B8555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2026" y="3095320"/>
              <a:ext cx="1470025" cy="1309687"/>
            </a:xfrm>
            <a:custGeom>
              <a:avLst/>
              <a:gdLst>
                <a:gd name="T0" fmla="*/ 2147483646 w 926"/>
                <a:gd name="T1" fmla="*/ 0 h 825"/>
                <a:gd name="T2" fmla="*/ 0 w 926"/>
                <a:gd name="T3" fmla="*/ 0 h 825"/>
                <a:gd name="T4" fmla="*/ 2147483646 w 926"/>
                <a:gd name="T5" fmla="*/ 2147483646 h 825"/>
                <a:gd name="T6" fmla="*/ 0 w 926"/>
                <a:gd name="T7" fmla="*/ 2147483646 h 825"/>
                <a:gd name="T8" fmla="*/ 2147483646 w 926"/>
                <a:gd name="T9" fmla="*/ 2147483646 h 825"/>
                <a:gd name="T10" fmla="*/ 2147483646 w 926"/>
                <a:gd name="T11" fmla="*/ 2147483646 h 825"/>
                <a:gd name="T12" fmla="*/ 2147483646 w 926"/>
                <a:gd name="T13" fmla="*/ 0 h 8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26" h="825" extrusionOk="0">
                  <a:moveTo>
                    <a:pt x="766" y="0"/>
                  </a:moveTo>
                  <a:lnTo>
                    <a:pt x="0" y="0"/>
                  </a:lnTo>
                  <a:lnTo>
                    <a:pt x="160" y="413"/>
                  </a:lnTo>
                  <a:lnTo>
                    <a:pt x="0" y="825"/>
                  </a:lnTo>
                  <a:lnTo>
                    <a:pt x="766" y="825"/>
                  </a:lnTo>
                  <a:lnTo>
                    <a:pt x="926" y="413"/>
                  </a:lnTo>
                  <a:lnTo>
                    <a:pt x="766" y="0"/>
                  </a:lnTo>
                  <a:close/>
                </a:path>
              </a:pathLst>
            </a:custGeom>
            <a:solidFill>
              <a:srgbClr val="FACB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45700" rIns="91425" bIns="45700"/>
            <a:lstStyle/>
            <a:p>
              <a:endParaRPr lang="en-US"/>
            </a:p>
          </p:txBody>
        </p:sp>
        <p:sp>
          <p:nvSpPr>
            <p:cNvPr id="51" name="Google Shape;1217;p42">
              <a:extLst>
                <a:ext uri="{FF2B5EF4-FFF2-40B4-BE49-F238E27FC236}">
                  <a16:creationId xmlns:a16="http://schemas.microsoft.com/office/drawing/2014/main" id="{CA9095F6-4F8B-440F-902F-9AF2198F4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2188" y="3095320"/>
              <a:ext cx="1471612" cy="1309687"/>
            </a:xfrm>
            <a:custGeom>
              <a:avLst/>
              <a:gdLst>
                <a:gd name="T0" fmla="*/ 2147483646 w 927"/>
                <a:gd name="T1" fmla="*/ 0 h 825"/>
                <a:gd name="T2" fmla="*/ 0 w 927"/>
                <a:gd name="T3" fmla="*/ 0 h 825"/>
                <a:gd name="T4" fmla="*/ 2147483646 w 927"/>
                <a:gd name="T5" fmla="*/ 2147483646 h 825"/>
                <a:gd name="T6" fmla="*/ 0 w 927"/>
                <a:gd name="T7" fmla="*/ 2147483646 h 825"/>
                <a:gd name="T8" fmla="*/ 2147483646 w 927"/>
                <a:gd name="T9" fmla="*/ 2147483646 h 825"/>
                <a:gd name="T10" fmla="*/ 2147483646 w 927"/>
                <a:gd name="T11" fmla="*/ 2147483646 h 825"/>
                <a:gd name="T12" fmla="*/ 2147483646 w 927"/>
                <a:gd name="T13" fmla="*/ 0 h 8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27" h="825" extrusionOk="0">
                  <a:moveTo>
                    <a:pt x="767" y="0"/>
                  </a:moveTo>
                  <a:lnTo>
                    <a:pt x="0" y="0"/>
                  </a:lnTo>
                  <a:lnTo>
                    <a:pt x="160" y="413"/>
                  </a:lnTo>
                  <a:lnTo>
                    <a:pt x="0" y="825"/>
                  </a:lnTo>
                  <a:lnTo>
                    <a:pt x="767" y="825"/>
                  </a:lnTo>
                  <a:lnTo>
                    <a:pt x="927" y="413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rgbClr val="FACB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45700" rIns="91425" bIns="45700"/>
            <a:lstStyle/>
            <a:p>
              <a:endParaRPr lang="en-US"/>
            </a:p>
          </p:txBody>
        </p:sp>
      </p:grpSp>
      <p:pic>
        <p:nvPicPr>
          <p:cNvPr id="36" name="Grafik 35">
            <a:extLst>
              <a:ext uri="{FF2B5EF4-FFF2-40B4-BE49-F238E27FC236}">
                <a16:creationId xmlns:a16="http://schemas.microsoft.com/office/drawing/2014/main" id="{CE334241-DA74-4B98-8678-7BDE7E29C60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7920" y="2099906"/>
            <a:ext cx="760413" cy="658313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3E5A9DC1-BE3A-4ECB-BE02-CB3F8B74B56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12410" y="2094399"/>
            <a:ext cx="760413" cy="658314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429254AA-2E3B-4BF4-80B3-44EC6A0F8068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7102" y="2049668"/>
            <a:ext cx="759600" cy="659655"/>
          </a:xfrm>
          <a:prstGeom prst="rect">
            <a:avLst/>
          </a:prstGeom>
        </p:spPr>
      </p:pic>
      <p:pic>
        <p:nvPicPr>
          <p:cNvPr id="40" name="Grafik 39" descr="Händedruck">
            <a:extLst>
              <a:ext uri="{FF2B5EF4-FFF2-40B4-BE49-F238E27FC236}">
                <a16:creationId xmlns:a16="http://schemas.microsoft.com/office/drawing/2014/main" id="{25D3B645-14E1-446F-AF11-8629E892D0E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25077" y="2107453"/>
            <a:ext cx="792000" cy="659266"/>
          </a:xfrm>
          <a:prstGeom prst="rect">
            <a:avLst/>
          </a:prstGeom>
        </p:spPr>
      </p:pic>
      <p:pic>
        <p:nvPicPr>
          <p:cNvPr id="41" name="Grafik 40" descr="Büroarbeiter">
            <a:extLst>
              <a:ext uri="{FF2B5EF4-FFF2-40B4-BE49-F238E27FC236}">
                <a16:creationId xmlns:a16="http://schemas.microsoft.com/office/drawing/2014/main" id="{394304B8-1BBC-4371-9B51-A1C4FCA989B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57675" y="2061079"/>
            <a:ext cx="813525" cy="658800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D139FF69-5FCD-43B2-8E90-DAADA9C891CF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811849" y="2107064"/>
            <a:ext cx="1048544" cy="659655"/>
          </a:xfrm>
          <a:prstGeom prst="rect">
            <a:avLst/>
          </a:prstGeom>
        </p:spPr>
      </p:pic>
      <p:pic>
        <p:nvPicPr>
          <p:cNvPr id="67" name="Grafik 66">
            <a:extLst>
              <a:ext uri="{FF2B5EF4-FFF2-40B4-BE49-F238E27FC236}">
                <a16:creationId xmlns:a16="http://schemas.microsoft.com/office/drawing/2014/main" id="{CD10B07D-67F6-4CF0-8866-70451B9BD5B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13318" y="2124452"/>
            <a:ext cx="704272" cy="629602"/>
          </a:xfrm>
          <a:prstGeom prst="rect">
            <a:avLst/>
          </a:prstGeom>
        </p:spPr>
      </p:pic>
      <p:sp>
        <p:nvSpPr>
          <p:cNvPr id="68" name="Rechteck: abgerundete Ecken 67">
            <a:extLst>
              <a:ext uri="{FF2B5EF4-FFF2-40B4-BE49-F238E27FC236}">
                <a16:creationId xmlns:a16="http://schemas.microsoft.com/office/drawing/2014/main" id="{D7137738-3B28-4B37-9557-69214A1DE02D}"/>
              </a:ext>
            </a:extLst>
          </p:cNvPr>
          <p:cNvSpPr/>
          <p:nvPr/>
        </p:nvSpPr>
        <p:spPr>
          <a:xfrm>
            <a:off x="1041040" y="3267086"/>
            <a:ext cx="1353848" cy="4176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7A1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Weidigschule</a:t>
            </a:r>
            <a:endParaRPr lang="de-DE" sz="1200"/>
          </a:p>
        </p:txBody>
      </p:sp>
      <p:sp>
        <p:nvSpPr>
          <p:cNvPr id="77" name="Rechteck: abgerundete Ecken 76">
            <a:extLst>
              <a:ext uri="{FF2B5EF4-FFF2-40B4-BE49-F238E27FC236}">
                <a16:creationId xmlns:a16="http://schemas.microsoft.com/office/drawing/2014/main" id="{AAF3F0AD-0AE9-4D4E-A807-8AC7C80E7A00}"/>
              </a:ext>
            </a:extLst>
          </p:cNvPr>
          <p:cNvSpPr/>
          <p:nvPr/>
        </p:nvSpPr>
        <p:spPr>
          <a:xfrm>
            <a:off x="2530960" y="3267086"/>
            <a:ext cx="1353848" cy="416976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7A1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Engagement</a:t>
            </a:r>
            <a:endParaRPr lang="de-DE" sz="1200"/>
          </a:p>
        </p:txBody>
      </p:sp>
      <p:sp>
        <p:nvSpPr>
          <p:cNvPr id="78" name="Rechteck: abgerundete Ecken 77">
            <a:extLst>
              <a:ext uri="{FF2B5EF4-FFF2-40B4-BE49-F238E27FC236}">
                <a16:creationId xmlns:a16="http://schemas.microsoft.com/office/drawing/2014/main" id="{73ECA4D6-5F73-4331-8DB4-AE9C661E51F3}"/>
              </a:ext>
            </a:extLst>
          </p:cNvPr>
          <p:cNvSpPr/>
          <p:nvPr/>
        </p:nvSpPr>
        <p:spPr>
          <a:xfrm>
            <a:off x="4011942" y="3290300"/>
            <a:ext cx="1353848" cy="39898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7A101"/>
            </a:solidFill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Career Talk</a:t>
            </a:r>
            <a:endParaRPr lang="de-DE" sz="1200"/>
          </a:p>
        </p:txBody>
      </p:sp>
      <p:sp>
        <p:nvSpPr>
          <p:cNvPr id="79" name="Rechteck: abgerundete Ecken 78">
            <a:extLst>
              <a:ext uri="{FF2B5EF4-FFF2-40B4-BE49-F238E27FC236}">
                <a16:creationId xmlns:a16="http://schemas.microsoft.com/office/drawing/2014/main" id="{27944FF2-1300-4410-B357-477288FAF721}"/>
              </a:ext>
            </a:extLst>
          </p:cNvPr>
          <p:cNvSpPr/>
          <p:nvPr/>
        </p:nvSpPr>
        <p:spPr>
          <a:xfrm>
            <a:off x="5498130" y="3285074"/>
            <a:ext cx="1353848" cy="39898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7A1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Praktikum PwC</a:t>
            </a:r>
            <a:endParaRPr lang="de-DE" sz="1200"/>
          </a:p>
        </p:txBody>
      </p:sp>
      <p:sp>
        <p:nvSpPr>
          <p:cNvPr id="80" name="Rechteck: abgerundete Ecken 79">
            <a:extLst>
              <a:ext uri="{FF2B5EF4-FFF2-40B4-BE49-F238E27FC236}">
                <a16:creationId xmlns:a16="http://schemas.microsoft.com/office/drawing/2014/main" id="{D17A5A68-BEDB-4334-B59D-8282615EC754}"/>
              </a:ext>
            </a:extLst>
          </p:cNvPr>
          <p:cNvSpPr/>
          <p:nvPr/>
        </p:nvSpPr>
        <p:spPr>
          <a:xfrm>
            <a:off x="6988050" y="3278725"/>
            <a:ext cx="1438399" cy="39898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7A1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Praktikum DCPC</a:t>
            </a:r>
            <a:endParaRPr lang="de-DE" sz="1200"/>
          </a:p>
        </p:txBody>
      </p:sp>
      <p:sp>
        <p:nvSpPr>
          <p:cNvPr id="82" name="Rechteck: abgerundete Ecken 81">
            <a:extLst>
              <a:ext uri="{FF2B5EF4-FFF2-40B4-BE49-F238E27FC236}">
                <a16:creationId xmlns:a16="http://schemas.microsoft.com/office/drawing/2014/main" id="{AD783D9D-B7AB-4072-93B4-66DF79F008FF}"/>
              </a:ext>
            </a:extLst>
          </p:cNvPr>
          <p:cNvSpPr/>
          <p:nvPr/>
        </p:nvSpPr>
        <p:spPr>
          <a:xfrm>
            <a:off x="8566556" y="3267086"/>
            <a:ext cx="1353848" cy="39898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7A1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Dublin</a:t>
            </a:r>
            <a:endParaRPr lang="de-DE" sz="1200"/>
          </a:p>
        </p:txBody>
      </p:sp>
      <p:sp>
        <p:nvSpPr>
          <p:cNvPr id="83" name="Rechteck: abgerundete Ecken 82">
            <a:extLst>
              <a:ext uri="{FF2B5EF4-FFF2-40B4-BE49-F238E27FC236}">
                <a16:creationId xmlns:a16="http://schemas.microsoft.com/office/drawing/2014/main" id="{E0B8144E-081B-443C-AC94-3831F16ECFE4}"/>
              </a:ext>
            </a:extLst>
          </p:cNvPr>
          <p:cNvSpPr/>
          <p:nvPr/>
        </p:nvSpPr>
        <p:spPr>
          <a:xfrm>
            <a:off x="10052744" y="3267084"/>
            <a:ext cx="1353848" cy="39898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7A1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CBC</a:t>
            </a:r>
            <a:endParaRPr lang="de-DE" sz="1200"/>
          </a:p>
        </p:txBody>
      </p:sp>
      <p:cxnSp>
        <p:nvCxnSpPr>
          <p:cNvPr id="84" name="Straight Connector 13">
            <a:extLst>
              <a:ext uri="{FF2B5EF4-FFF2-40B4-BE49-F238E27FC236}">
                <a16:creationId xmlns:a16="http://schemas.microsoft.com/office/drawing/2014/main" id="{16F1D07D-DDB5-4E6E-AC04-344266F46B4B}"/>
              </a:ext>
            </a:extLst>
          </p:cNvPr>
          <p:cNvCxnSpPr/>
          <p:nvPr/>
        </p:nvCxnSpPr>
        <p:spPr>
          <a:xfrm flipV="1">
            <a:off x="692150" y="4336609"/>
            <a:ext cx="0" cy="736554"/>
          </a:xfrm>
          <a:prstGeom prst="line">
            <a:avLst/>
          </a:prstGeom>
          <a:ln w="57150">
            <a:solidFill>
              <a:srgbClr val="FACB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feld 84">
            <a:extLst>
              <a:ext uri="{FF2B5EF4-FFF2-40B4-BE49-F238E27FC236}">
                <a16:creationId xmlns:a16="http://schemas.microsoft.com/office/drawing/2014/main" id="{F5A9FF9B-7426-4C24-9BEF-F4EF6BFC0823}"/>
              </a:ext>
            </a:extLst>
          </p:cNvPr>
          <p:cNvSpPr txBox="1"/>
          <p:nvPr/>
        </p:nvSpPr>
        <p:spPr>
          <a:xfrm>
            <a:off x="838201" y="4426832"/>
            <a:ext cx="1556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Betriebssimulation</a:t>
            </a:r>
            <a:endParaRPr lang="de-DE" sz="1200" b="1" dirty="0">
              <a:ln w="0"/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sz="1200" b="1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Begeisterung für BWL</a:t>
            </a:r>
            <a:endParaRPr lang="de-DE" sz="1200" b="1" dirty="0">
              <a:ln w="0"/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EFF3B14F-F330-4504-9B5F-9A081234AA6B}"/>
              </a:ext>
            </a:extLst>
          </p:cNvPr>
          <p:cNvSpPr txBox="1"/>
          <p:nvPr/>
        </p:nvSpPr>
        <p:spPr>
          <a:xfrm>
            <a:off x="2394888" y="4427799"/>
            <a:ext cx="1676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Grüne Jugend</a:t>
            </a:r>
            <a:endParaRPr lang="de-DE" sz="1200" b="1" dirty="0">
              <a:ln w="0"/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sz="1200" b="1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Nachbarschaftshilfe</a:t>
            </a:r>
            <a:endParaRPr lang="de-DE" sz="1200" b="1" dirty="0">
              <a:ln w="0"/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7DDFC209-0F81-4D0E-BF84-AE6EF14B71E6}"/>
              </a:ext>
            </a:extLst>
          </p:cNvPr>
          <p:cNvSpPr txBox="1"/>
          <p:nvPr/>
        </p:nvSpPr>
        <p:spPr>
          <a:xfrm>
            <a:off x="3915728" y="4427799"/>
            <a:ext cx="1556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Faszination am Consulting</a:t>
            </a:r>
            <a:endParaRPr lang="de-DE" sz="1200" b="1" dirty="0">
              <a:ln w="0"/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9E06518F-E158-46E5-9536-661BFF8BAA77}"/>
              </a:ext>
            </a:extLst>
          </p:cNvPr>
          <p:cNvSpPr txBox="1"/>
          <p:nvPr/>
        </p:nvSpPr>
        <p:spPr>
          <a:xfrm>
            <a:off x="5396710" y="4427798"/>
            <a:ext cx="1556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Einblick in Industriekonzerne</a:t>
            </a:r>
            <a:endParaRPr lang="de-DE" sz="1200" b="1" dirty="0">
              <a:ln w="0"/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84638AD3-0656-4EF6-9C1A-A309F7EE257C}"/>
              </a:ext>
            </a:extLst>
          </p:cNvPr>
          <p:cNvSpPr txBox="1"/>
          <p:nvPr/>
        </p:nvSpPr>
        <p:spPr>
          <a:xfrm>
            <a:off x="6851978" y="4427799"/>
            <a:ext cx="1556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Praktikum im Consulting</a:t>
            </a:r>
            <a:endParaRPr lang="de-DE" sz="1200" b="1" dirty="0">
              <a:ln w="0"/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483FBDE0-8C53-4D39-BD46-800223A46A94}"/>
              </a:ext>
            </a:extLst>
          </p:cNvPr>
          <p:cNvSpPr txBox="1"/>
          <p:nvPr/>
        </p:nvSpPr>
        <p:spPr>
          <a:xfrm>
            <a:off x="8363717" y="4432741"/>
            <a:ext cx="1556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Auslandssemester UCD</a:t>
            </a:r>
            <a:endParaRPr lang="de-DE" sz="1200" b="1" dirty="0">
              <a:ln w="0"/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71A917C4-21DD-466D-A766-1E9E05302912}"/>
              </a:ext>
            </a:extLst>
          </p:cNvPr>
          <p:cNvSpPr txBox="1"/>
          <p:nvPr/>
        </p:nvSpPr>
        <p:spPr>
          <a:xfrm>
            <a:off x="9951324" y="4427797"/>
            <a:ext cx="1556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Ziel</a:t>
            </a:r>
          </a:p>
          <a:p>
            <a:pPr algn="ctr"/>
            <a:r>
              <a:rPr lang="de-DE" sz="1200" b="1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Praktikum 2022</a:t>
            </a:r>
            <a:endParaRPr lang="de-DE" sz="1200" b="1" dirty="0">
              <a:ln w="0"/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Rechteck: abgerundete Ecken 94">
            <a:extLst>
              <a:ext uri="{FF2B5EF4-FFF2-40B4-BE49-F238E27FC236}">
                <a16:creationId xmlns:a16="http://schemas.microsoft.com/office/drawing/2014/main" id="{6CFF9FEF-5FF4-48E3-9D8D-61B60E045578}"/>
              </a:ext>
            </a:extLst>
          </p:cNvPr>
          <p:cNvSpPr/>
          <p:nvPr/>
        </p:nvSpPr>
        <p:spPr>
          <a:xfrm>
            <a:off x="1041040" y="3809931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7A1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2010-2018</a:t>
            </a:r>
            <a:endParaRPr lang="de-DE" sz="1200"/>
          </a:p>
        </p:txBody>
      </p:sp>
      <p:sp>
        <p:nvSpPr>
          <p:cNvPr id="96" name="Rechteck: abgerundete Ecken 95">
            <a:extLst>
              <a:ext uri="{FF2B5EF4-FFF2-40B4-BE49-F238E27FC236}">
                <a16:creationId xmlns:a16="http://schemas.microsoft.com/office/drawing/2014/main" id="{926DB74B-F516-4234-BFBD-09CF9A49D4BF}"/>
              </a:ext>
            </a:extLst>
          </p:cNvPr>
          <p:cNvSpPr/>
          <p:nvPr/>
        </p:nvSpPr>
        <p:spPr>
          <a:xfrm>
            <a:off x="2530960" y="3816281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7A1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2018-heute</a:t>
            </a:r>
            <a:endParaRPr lang="de-DE" sz="1200"/>
          </a:p>
        </p:txBody>
      </p:sp>
      <p:sp>
        <p:nvSpPr>
          <p:cNvPr id="97" name="Rechteck: abgerundete Ecken 96">
            <a:extLst>
              <a:ext uri="{FF2B5EF4-FFF2-40B4-BE49-F238E27FC236}">
                <a16:creationId xmlns:a16="http://schemas.microsoft.com/office/drawing/2014/main" id="{7F5E1382-61F2-4CD6-B0DF-6C61174A90CE}"/>
              </a:ext>
            </a:extLst>
          </p:cNvPr>
          <p:cNvSpPr/>
          <p:nvPr/>
        </p:nvSpPr>
        <p:spPr>
          <a:xfrm>
            <a:off x="4015450" y="3823478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7A1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  <a:endParaRPr lang="de-DE" sz="1200"/>
          </a:p>
        </p:txBody>
      </p:sp>
      <p:sp>
        <p:nvSpPr>
          <p:cNvPr id="98" name="Rechteck: abgerundete Ecken 97">
            <a:extLst>
              <a:ext uri="{FF2B5EF4-FFF2-40B4-BE49-F238E27FC236}">
                <a16:creationId xmlns:a16="http://schemas.microsoft.com/office/drawing/2014/main" id="{E91BE5BD-E879-4D9E-856B-BE4A16332292}"/>
              </a:ext>
            </a:extLst>
          </p:cNvPr>
          <p:cNvSpPr/>
          <p:nvPr/>
        </p:nvSpPr>
        <p:spPr>
          <a:xfrm>
            <a:off x="5503510" y="3816280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7A1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2020-2021</a:t>
            </a:r>
            <a:endParaRPr lang="de-DE" sz="1200"/>
          </a:p>
        </p:txBody>
      </p:sp>
      <p:sp>
        <p:nvSpPr>
          <p:cNvPr id="99" name="Rechteck: abgerundete Ecken 98">
            <a:extLst>
              <a:ext uri="{FF2B5EF4-FFF2-40B4-BE49-F238E27FC236}">
                <a16:creationId xmlns:a16="http://schemas.microsoft.com/office/drawing/2014/main" id="{EB8142FE-45E3-4291-BE1E-FEC421A5BECF}"/>
              </a:ext>
            </a:extLst>
          </p:cNvPr>
          <p:cNvSpPr/>
          <p:nvPr/>
        </p:nvSpPr>
        <p:spPr>
          <a:xfrm>
            <a:off x="7000270" y="3803593"/>
            <a:ext cx="1438398" cy="29301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7A1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2020</a:t>
            </a:r>
            <a:endParaRPr lang="de-DE" sz="1200"/>
          </a:p>
        </p:txBody>
      </p:sp>
      <p:sp>
        <p:nvSpPr>
          <p:cNvPr id="100" name="Rechteck: abgerundete Ecken 99">
            <a:extLst>
              <a:ext uri="{FF2B5EF4-FFF2-40B4-BE49-F238E27FC236}">
                <a16:creationId xmlns:a16="http://schemas.microsoft.com/office/drawing/2014/main" id="{2CAD5045-86CD-4729-9DAE-129094A88EF4}"/>
              </a:ext>
            </a:extLst>
          </p:cNvPr>
          <p:cNvSpPr/>
          <p:nvPr/>
        </p:nvSpPr>
        <p:spPr>
          <a:xfrm>
            <a:off x="8566556" y="3798090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7A1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</a:t>
            </a:r>
            <a:endParaRPr lang="de-DE" sz="1200"/>
          </a:p>
        </p:txBody>
      </p:sp>
      <p:sp>
        <p:nvSpPr>
          <p:cNvPr id="101" name="Rechteck: abgerundete Ecken 100">
            <a:extLst>
              <a:ext uri="{FF2B5EF4-FFF2-40B4-BE49-F238E27FC236}">
                <a16:creationId xmlns:a16="http://schemas.microsoft.com/office/drawing/2014/main" id="{7440B4ED-8B4B-4119-920F-5A1935BBA85A}"/>
              </a:ext>
            </a:extLst>
          </p:cNvPr>
          <p:cNvSpPr/>
          <p:nvPr/>
        </p:nvSpPr>
        <p:spPr>
          <a:xfrm>
            <a:off x="10072804" y="3798089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7A1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2022</a:t>
            </a:r>
            <a:endParaRPr lang="de-DE" sz="1200"/>
          </a:p>
        </p:txBody>
      </p:sp>
    </p:spTree>
    <p:extLst>
      <p:ext uri="{BB962C8B-B14F-4D97-AF65-F5344CB8AC3E}">
        <p14:creationId xmlns:p14="http://schemas.microsoft.com/office/powerpoint/2010/main" val="3773276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Breitbild</PresentationFormat>
  <Paragraphs>27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Sascha Spring</dc:creator>
  <cp:lastModifiedBy>Sascha Spring</cp:lastModifiedBy>
  <cp:revision>1</cp:revision>
  <dcterms:created xsi:type="dcterms:W3CDTF">2021-09-02T15:06:49Z</dcterms:created>
  <dcterms:modified xsi:type="dcterms:W3CDTF">2021-09-02T15:07:51Z</dcterms:modified>
</cp:coreProperties>
</file>
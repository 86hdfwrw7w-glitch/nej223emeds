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0"/>
  </p:notesMasterIdLst>
  <p:sldIdLst>
    <p:sldId id="256" r:id="rId2"/>
    <p:sldId id="262" r:id="rId3"/>
    <p:sldId id="264" r:id="rId4"/>
    <p:sldId id="266" r:id="rId5"/>
    <p:sldId id="259" r:id="rId6"/>
    <p:sldId id="267" r:id="rId7"/>
    <p:sldId id="263" r:id="rId8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9" autoAdjust="0"/>
    <p:restoredTop sz="94660"/>
  </p:normalViewPr>
  <p:slideViewPr>
    <p:cSldViewPr snapToGrid="0">
      <p:cViewPr>
        <p:scale>
          <a:sx n="69" d="100"/>
          <a:sy n="69" d="100"/>
        </p:scale>
        <p:origin x="80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4F6A0E-5719-4EF5-A147-B33926411528}" type="datetimeFigureOut">
              <a:rPr lang="de-DE" smtClean="0"/>
              <a:t>13.02.2022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CB53C-7817-4937-87BE-484870AB3F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0170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9268-E3E1-4954-9771-4604924E14D1}" type="datetime1">
              <a:rPr lang="de-DE" smtClean="0"/>
              <a:t>13.02.2022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AE8E-1182-4F92-927C-3F55B58B4906}" type="slidenum">
              <a:rPr lang="de-DE" smtClean="0"/>
              <a:t>‹Nr.›</a:t>
            </a:fld>
            <a:endParaRPr lang="de-D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591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3B03C-FA96-42BF-AD3A-6DDBE530F2F3}" type="datetime1">
              <a:rPr lang="de-DE" smtClean="0"/>
              <a:t>13.02.2022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AE8E-1182-4F92-927C-3F55B58B49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988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9E47-FDDF-42AE-ACE2-0A1A10DB77D3}" type="datetime1">
              <a:rPr lang="de-DE" smtClean="0"/>
              <a:t>13.02.2022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AE8E-1182-4F92-927C-3F55B58B4906}" type="slidenum">
              <a:rPr lang="de-DE" smtClean="0"/>
              <a:t>‹Nr.›</a:t>
            </a:fld>
            <a:endParaRPr lang="de-D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119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FE376-6DB5-408D-94A8-B1B5A692EE88}" type="datetime1">
              <a:rPr lang="de-DE" smtClean="0"/>
              <a:t>13.02.2022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AE8E-1182-4F92-927C-3F55B58B49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2261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C4796-ECE7-4FD5-A179-61844CCCE1EA}" type="datetime1">
              <a:rPr lang="de-DE" smtClean="0"/>
              <a:t>13.02.2022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AE8E-1182-4F92-927C-3F55B58B49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0879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EA78-722B-4564-9CC1-3324F0A5114A}" type="datetime1">
              <a:rPr lang="de-DE" smtClean="0"/>
              <a:t>13.02.2022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AE8E-1182-4F92-927C-3F55B58B49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5017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80242-507D-4B65-A1BD-AFD5ABF99DDC}" type="datetime1">
              <a:rPr lang="de-DE" smtClean="0"/>
              <a:t>13.02.2022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AE8E-1182-4F92-927C-3F55B58B49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1292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53D164B-01E3-4613-9DFA-65AA8A3B4897}" type="datetime1">
              <a:rPr lang="de-DE" smtClean="0"/>
              <a:t>13.02.2022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2F9AE8E-1182-4F92-927C-3F55B58B49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99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75CF1-2376-4086-AFCE-F386380F1D00}" type="datetime1">
              <a:rPr lang="de-DE" smtClean="0"/>
              <a:t>13.02.2022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AE8E-1182-4F92-927C-3F55B58B49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848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02D0-7E90-4CAE-98E2-5C36342750BA}" type="datetime1">
              <a:rPr lang="de-DE" smtClean="0"/>
              <a:t>13.02.2022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AE8E-1182-4F92-927C-3F55B58B49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5996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88DE3-4609-48A1-8B71-86FEEBEFD2EE}" type="datetime1">
              <a:rPr lang="de-DE" smtClean="0"/>
              <a:t>13.02.2022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AE8E-1182-4F92-927C-3F55B58B49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5344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17D6A59-C3BE-4813-A4CC-A04130EE0F31}" type="datetime1">
              <a:rPr lang="de-DE" smtClean="0"/>
              <a:t>13.02.2022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2F9AE8E-1182-4F92-927C-3F55B58B4906}" type="slidenum">
              <a:rPr lang="de-DE" smtClean="0"/>
              <a:t>‹Nr.›</a:t>
            </a:fld>
            <a:endParaRPr lang="de-D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353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.tm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1.tmp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tmp"/><Relationship Id="rId3" Type="http://schemas.openxmlformats.org/officeDocument/2006/relationships/image" Target="../media/image21.tmp"/><Relationship Id="rId7" Type="http://schemas.openxmlformats.org/officeDocument/2006/relationships/image" Target="../media/image25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11" Type="http://schemas.openxmlformats.org/officeDocument/2006/relationships/image" Target="../media/image1.tmp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tmp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tm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tmp"/><Relationship Id="rId3" Type="http://schemas.openxmlformats.org/officeDocument/2006/relationships/image" Target="../media/image32.tmp"/><Relationship Id="rId7" Type="http://schemas.openxmlformats.org/officeDocument/2006/relationships/image" Target="../media/image36.tmp"/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tmp"/><Relationship Id="rId5" Type="http://schemas.openxmlformats.org/officeDocument/2006/relationships/image" Target="../media/image34.tmp"/><Relationship Id="rId4" Type="http://schemas.openxmlformats.org/officeDocument/2006/relationships/image" Target="../media/image33.tmp"/><Relationship Id="rId9" Type="http://schemas.openxmlformats.org/officeDocument/2006/relationships/image" Target="../media/image1.tm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C4F34E7-90E7-48F9-AD1A-6709EC7C4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1" y="643467"/>
            <a:ext cx="6255026" cy="5054008"/>
          </a:xfrm>
        </p:spPr>
        <p:txBody>
          <a:bodyPr anchor="ctr">
            <a:normAutofit/>
          </a:bodyPr>
          <a:lstStyle/>
          <a:p>
            <a:pPr algn="r"/>
            <a:r>
              <a:rPr lang="de-DE" sz="5000" dirty="0">
                <a:latin typeface="Verdana" panose="020B0604030504040204" pitchFamily="34" charset="0"/>
                <a:ea typeface="Verdana" panose="020B0604030504040204" pitchFamily="34" charset="0"/>
              </a:rPr>
              <a:t>Selbstpräsentation </a:t>
            </a:r>
            <a:br>
              <a:rPr lang="de-DE" sz="5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DE" sz="5000" dirty="0">
                <a:latin typeface="Verdana" panose="020B0604030504040204" pitchFamily="34" charset="0"/>
                <a:ea typeface="Verdana" panose="020B0604030504040204" pitchFamily="34" charset="0"/>
              </a:rPr>
              <a:t>Samer Mohammed</a:t>
            </a:r>
            <a:r>
              <a:rPr lang="de-DE" sz="5000" dirty="0"/>
              <a:t>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57F953-DE94-4C60-81A5-B7DEBC8766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0995" y="643467"/>
            <a:ext cx="3341488" cy="5054008"/>
          </a:xfrm>
        </p:spPr>
        <p:txBody>
          <a:bodyPr anchor="ctr">
            <a:normAutofit/>
          </a:bodyPr>
          <a:lstStyle/>
          <a:p>
            <a:r>
              <a:rPr lang="de-DE" dirty="0">
                <a:latin typeface="Verdana" panose="020B0604030504040204" pitchFamily="34" charset="0"/>
                <a:ea typeface="Verdana" panose="020B0604030504040204" pitchFamily="34" charset="0"/>
              </a:rPr>
              <a:t>Struktur Management </a:t>
            </a:r>
            <a:r>
              <a:rPr lang="de-DE" dirty="0" err="1">
                <a:latin typeface="Verdana" panose="020B0604030504040204" pitchFamily="34" charset="0"/>
                <a:ea typeface="Verdana" panose="020B0604030504040204" pitchFamily="34" charset="0"/>
              </a:rPr>
              <a:t>partner</a:t>
            </a:r>
            <a:r>
              <a:rPr lang="de-DE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cxnSp>
        <p:nvCxnSpPr>
          <p:cNvPr id="6" name="Straight Connector 9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1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5EB78CBE-5984-4D2F-A75D-2EDF08BC0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4721" y="18614"/>
            <a:ext cx="1022403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4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7548DE-EE97-4321-BB61-D503D8660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>
                <a:latin typeface="Verdana" panose="020B0604030504040204" pitchFamily="34" charset="0"/>
                <a:ea typeface="Verdana" panose="020B0604030504040204" pitchFamily="34" charset="0"/>
              </a:rPr>
              <a:t>Fahrplan dieses Vortrags</a:t>
            </a: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5FB534DD-728D-48C4-840F-05356993D608}"/>
              </a:ext>
            </a:extLst>
          </p:cNvPr>
          <p:cNvGrpSpPr/>
          <p:nvPr/>
        </p:nvGrpSpPr>
        <p:grpSpPr>
          <a:xfrm>
            <a:off x="1097280" y="3631476"/>
            <a:ext cx="10058400" cy="612000"/>
            <a:chOff x="1097280" y="3392966"/>
            <a:chExt cx="10058400" cy="612000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9ADD128A-59A5-43EC-A919-0C6399C3578A}"/>
                </a:ext>
              </a:extLst>
            </p:cNvPr>
            <p:cNvSpPr/>
            <p:nvPr/>
          </p:nvSpPr>
          <p:spPr>
            <a:xfrm>
              <a:off x="1097280" y="3429000"/>
              <a:ext cx="10058400" cy="5399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Was ist meine Motivation für ein Praktikum bei SMP?</a:t>
              </a:r>
            </a:p>
          </p:txBody>
        </p:sp>
        <p:pic>
          <p:nvPicPr>
            <p:cNvPr id="16" name="Grafik 15" descr="Künstliche Intelligenz mit einfarbiger Füllung">
              <a:extLst>
                <a:ext uri="{FF2B5EF4-FFF2-40B4-BE49-F238E27FC236}">
                  <a16:creationId xmlns:a16="http://schemas.microsoft.com/office/drawing/2014/main" id="{FDAD8BDC-7EE8-4591-949E-364A3FBD65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350137" y="3392966"/>
              <a:ext cx="612000" cy="612000"/>
            </a:xfrm>
            <a:prstGeom prst="rect">
              <a:avLst/>
            </a:prstGeom>
          </p:spPr>
        </p:pic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9CE6AB2C-0055-468F-BDA7-1DE0F0981ED5}"/>
              </a:ext>
            </a:extLst>
          </p:cNvPr>
          <p:cNvGrpSpPr/>
          <p:nvPr/>
        </p:nvGrpSpPr>
        <p:grpSpPr>
          <a:xfrm>
            <a:off x="1097280" y="2034976"/>
            <a:ext cx="10058400" cy="612000"/>
            <a:chOff x="1097280" y="1791129"/>
            <a:chExt cx="10058400" cy="612000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78031E17-08D0-4499-878B-181883B2FDBF}"/>
                </a:ext>
              </a:extLst>
            </p:cNvPr>
            <p:cNvSpPr/>
            <p:nvPr/>
          </p:nvSpPr>
          <p:spPr>
            <a:xfrm>
              <a:off x="1097280" y="1827163"/>
              <a:ext cx="10058400" cy="5399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Wer bin ich und was ist mein bisheriger Werdegang</a:t>
              </a:r>
            </a:p>
          </p:txBody>
        </p:sp>
        <p:pic>
          <p:nvPicPr>
            <p:cNvPr id="21" name="Grafik 20" descr="Männliches Profil mit einfarbiger Füllung">
              <a:extLst>
                <a:ext uri="{FF2B5EF4-FFF2-40B4-BE49-F238E27FC236}">
                  <a16:creationId xmlns:a16="http://schemas.microsoft.com/office/drawing/2014/main" id="{ED060482-76BA-494A-AE10-18CC69FEB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350137" y="1791129"/>
              <a:ext cx="612000" cy="612000"/>
            </a:xfrm>
            <a:prstGeom prst="rect">
              <a:avLst/>
            </a:prstGeom>
          </p:spPr>
        </p:pic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1C7D91D8-57A9-4D02-A84E-B515AFB01F23}"/>
              </a:ext>
            </a:extLst>
          </p:cNvPr>
          <p:cNvGrpSpPr/>
          <p:nvPr/>
        </p:nvGrpSpPr>
        <p:grpSpPr>
          <a:xfrm>
            <a:off x="1097280" y="2833226"/>
            <a:ext cx="10058400" cy="612000"/>
            <a:chOff x="1097280" y="2606684"/>
            <a:chExt cx="10058400" cy="612000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5E05B2C8-1D29-4A84-8085-90B05888485E}"/>
                </a:ext>
              </a:extLst>
            </p:cNvPr>
            <p:cNvSpPr/>
            <p:nvPr/>
          </p:nvSpPr>
          <p:spPr>
            <a:xfrm>
              <a:off x="1097280" y="2642718"/>
              <a:ext cx="10058400" cy="5399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Was sind meine Stärken und Schwächen?</a:t>
              </a:r>
            </a:p>
          </p:txBody>
        </p:sp>
        <p:pic>
          <p:nvPicPr>
            <p:cNvPr id="22" name="Grafik 21" descr="Bodybuilder mit einfarbiger Füllung">
              <a:extLst>
                <a:ext uri="{FF2B5EF4-FFF2-40B4-BE49-F238E27FC236}">
                  <a16:creationId xmlns:a16="http://schemas.microsoft.com/office/drawing/2014/main" id="{7DBDA171-48DF-4679-80D7-7FE317736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350137" y="2606684"/>
              <a:ext cx="612000" cy="612000"/>
            </a:xfrm>
            <a:prstGeom prst="rect">
              <a:avLst/>
            </a:prstGeom>
          </p:spPr>
        </p:pic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388539A4-B920-4915-8FA7-4ED39D8E2E6B}"/>
              </a:ext>
            </a:extLst>
          </p:cNvPr>
          <p:cNvGrpSpPr/>
          <p:nvPr/>
        </p:nvGrpSpPr>
        <p:grpSpPr>
          <a:xfrm>
            <a:off x="1097280" y="4429726"/>
            <a:ext cx="10058400" cy="612000"/>
            <a:chOff x="1097280" y="4365650"/>
            <a:chExt cx="10058400" cy="6120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93ECBDAB-EE1F-48EE-8DF4-1AACE04B20D9}"/>
                </a:ext>
              </a:extLst>
            </p:cNvPr>
            <p:cNvSpPr/>
            <p:nvPr/>
          </p:nvSpPr>
          <p:spPr>
            <a:xfrm>
              <a:off x="1097280" y="4401684"/>
              <a:ext cx="10058400" cy="5399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Wieso möchte ich in die Restrukturierung?</a:t>
              </a:r>
            </a:p>
          </p:txBody>
        </p:sp>
        <p:pic>
          <p:nvPicPr>
            <p:cNvPr id="23" name="Grafik 22" descr="Glühlampe mit einfarbiger Füllung">
              <a:extLst>
                <a:ext uri="{FF2B5EF4-FFF2-40B4-BE49-F238E27FC236}">
                  <a16:creationId xmlns:a16="http://schemas.microsoft.com/office/drawing/2014/main" id="{60F11994-3DF9-407F-B368-252E71F43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350137" y="4365650"/>
              <a:ext cx="612000" cy="612000"/>
            </a:xfrm>
            <a:prstGeom prst="rect">
              <a:avLst/>
            </a:prstGeom>
          </p:spPr>
        </p:pic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0A48EA02-A27D-459C-8990-F38967543FB9}"/>
              </a:ext>
            </a:extLst>
          </p:cNvPr>
          <p:cNvGrpSpPr/>
          <p:nvPr/>
        </p:nvGrpSpPr>
        <p:grpSpPr>
          <a:xfrm>
            <a:off x="1097280" y="5227978"/>
            <a:ext cx="10058400" cy="612000"/>
            <a:chOff x="1097280" y="4984131"/>
            <a:chExt cx="10058400" cy="612000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D1FFEAE0-284D-41FA-91FC-B80A06C596B1}"/>
                </a:ext>
              </a:extLst>
            </p:cNvPr>
            <p:cNvSpPr/>
            <p:nvPr/>
          </p:nvSpPr>
          <p:spPr>
            <a:xfrm>
              <a:off x="1097280" y="5020165"/>
              <a:ext cx="10058400" cy="5399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Warum bin ich geeignet für die Praktikantenstelle?</a:t>
              </a:r>
            </a:p>
          </p:txBody>
        </p:sp>
        <p:pic>
          <p:nvPicPr>
            <p:cNvPr id="24" name="Grafik 23" descr="Daumen hoch-Zeichen mit einfarbiger Füllung">
              <a:extLst>
                <a:ext uri="{FF2B5EF4-FFF2-40B4-BE49-F238E27FC236}">
                  <a16:creationId xmlns:a16="http://schemas.microsoft.com/office/drawing/2014/main" id="{AC8B0369-36C4-453A-BC16-F89087505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50137" y="4984131"/>
              <a:ext cx="612000" cy="612000"/>
            </a:xfrm>
            <a:prstGeom prst="rect">
              <a:avLst/>
            </a:prstGeom>
          </p:spPr>
        </p:pic>
      </p:grp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CCBF1A8-F44B-4C46-B289-96EB8815A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AE8E-1182-4F92-927C-3F55B58B4906}" type="slidenum">
              <a:rPr lang="de-DE" sz="1800" smtClean="0">
                <a:latin typeface="Verdana" panose="020B0604030504040204" pitchFamily="34" charset="0"/>
                <a:ea typeface="Verdana" panose="020B0604030504040204" pitchFamily="34" charset="0"/>
              </a:rPr>
              <a:t>2</a:t>
            </a:fld>
            <a:endParaRPr lang="de-DE" sz="18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0" name="Grafik 29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7EAA3B0D-E0EE-48E3-921D-9D19EFA54C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4721" y="18614"/>
            <a:ext cx="1022403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5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6FD149-55EC-49AF-BA07-76F788D75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>
                <a:latin typeface="Verdana" panose="020B0604030504040204" pitchFamily="34" charset="0"/>
                <a:ea typeface="Verdana" panose="020B0604030504040204" pitchFamily="34" charset="0"/>
              </a:rPr>
              <a:t>Wer bin ich?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4E53CC7-3889-4878-A584-CC5CBD71B922}"/>
              </a:ext>
            </a:extLst>
          </p:cNvPr>
          <p:cNvGrpSpPr/>
          <p:nvPr/>
        </p:nvGrpSpPr>
        <p:grpSpPr>
          <a:xfrm>
            <a:off x="4090614" y="3570694"/>
            <a:ext cx="2736000" cy="2736000"/>
            <a:chOff x="4101710" y="4063081"/>
            <a:chExt cx="2736000" cy="273600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4A020029-CC04-48D4-AC42-C1B5158A76BD}"/>
                </a:ext>
              </a:extLst>
            </p:cNvPr>
            <p:cNvSpPr/>
            <p:nvPr/>
          </p:nvSpPr>
          <p:spPr>
            <a:xfrm>
              <a:off x="4101710" y="4063081"/>
              <a:ext cx="2736000" cy="2736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55" name="Grafik 54" descr="Fußball mit einfarbiger Füllung">
              <a:extLst>
                <a:ext uri="{FF2B5EF4-FFF2-40B4-BE49-F238E27FC236}">
                  <a16:creationId xmlns:a16="http://schemas.microsoft.com/office/drawing/2014/main" id="{299545B2-C5EC-4007-9F7F-0FA0DA10A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57710" y="4819081"/>
              <a:ext cx="1224000" cy="1224000"/>
            </a:xfrm>
            <a:prstGeom prst="rect">
              <a:avLst/>
            </a:prstGeom>
          </p:spPr>
        </p:pic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AFA3B333-15A2-4C62-B8CF-7EBF78116A22}"/>
              </a:ext>
            </a:extLst>
          </p:cNvPr>
          <p:cNvGrpSpPr/>
          <p:nvPr/>
        </p:nvGrpSpPr>
        <p:grpSpPr>
          <a:xfrm>
            <a:off x="1367104" y="1950694"/>
            <a:ext cx="3240000" cy="3240000"/>
            <a:chOff x="1367103" y="1950694"/>
            <a:chExt cx="3240000" cy="3240000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BD629B99-D332-46A5-AE13-C95BBAA208E9}"/>
                </a:ext>
              </a:extLst>
            </p:cNvPr>
            <p:cNvSpPr/>
            <p:nvPr/>
          </p:nvSpPr>
          <p:spPr>
            <a:xfrm>
              <a:off x="1367103" y="1950694"/>
              <a:ext cx="3240000" cy="32400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12" name="Grafik 11" descr="Skizze mit einfarbiger Füllung">
              <a:extLst>
                <a:ext uri="{FF2B5EF4-FFF2-40B4-BE49-F238E27FC236}">
                  <a16:creationId xmlns:a16="http://schemas.microsoft.com/office/drawing/2014/main" id="{EF61E586-83B3-41CF-9EEB-A414894F0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31103" y="2673000"/>
              <a:ext cx="1512000" cy="1512000"/>
            </a:xfrm>
            <a:prstGeom prst="rect">
              <a:avLst/>
            </a:prstGeom>
          </p:spPr>
        </p:pic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6509CD9E-2EF6-4444-8C67-E10FC8133A5F}"/>
              </a:ext>
            </a:extLst>
          </p:cNvPr>
          <p:cNvGrpSpPr/>
          <p:nvPr/>
        </p:nvGrpSpPr>
        <p:grpSpPr>
          <a:xfrm>
            <a:off x="6310124" y="1851729"/>
            <a:ext cx="2955600" cy="2956842"/>
            <a:chOff x="6216776" y="1939008"/>
            <a:chExt cx="2955600" cy="2956842"/>
          </a:xfrm>
        </p:grpSpPr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30F249F7-E88D-4A38-A165-6460560E401C}"/>
                </a:ext>
              </a:extLst>
            </p:cNvPr>
            <p:cNvSpPr/>
            <p:nvPr/>
          </p:nvSpPr>
          <p:spPr>
            <a:xfrm>
              <a:off x="6216776" y="1939008"/>
              <a:ext cx="2955600" cy="29568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59" name="Grafik 58" descr="Gruppe mit einfarbiger Füllung">
              <a:extLst>
                <a:ext uri="{FF2B5EF4-FFF2-40B4-BE49-F238E27FC236}">
                  <a16:creationId xmlns:a16="http://schemas.microsoft.com/office/drawing/2014/main" id="{9BE0B24F-1067-4203-B173-4B1B524F7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082576" y="2805429"/>
              <a:ext cx="1224000" cy="1224000"/>
            </a:xfrm>
            <a:prstGeom prst="rect">
              <a:avLst/>
            </a:prstGeom>
          </p:spPr>
        </p:pic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D73AF7A0-C334-4937-9A9A-6CBE7913EBF5}"/>
              </a:ext>
            </a:extLst>
          </p:cNvPr>
          <p:cNvGrpSpPr/>
          <p:nvPr/>
        </p:nvGrpSpPr>
        <p:grpSpPr>
          <a:xfrm>
            <a:off x="8205978" y="3570694"/>
            <a:ext cx="2520000" cy="2520000"/>
            <a:chOff x="8205978" y="3570694"/>
            <a:chExt cx="2520000" cy="2520000"/>
          </a:xfrm>
        </p:grpSpPr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4F182C05-65C0-4092-A7A9-4A62A35A9560}"/>
                </a:ext>
              </a:extLst>
            </p:cNvPr>
            <p:cNvSpPr/>
            <p:nvPr/>
          </p:nvSpPr>
          <p:spPr>
            <a:xfrm>
              <a:off x="8205978" y="3570694"/>
              <a:ext cx="2520000" cy="2520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7</a:t>
              </a:r>
            </a:p>
            <a:p>
              <a:pPr algn="ctr"/>
              <a:endParaRPr lang="de-DE" dirty="0"/>
            </a:p>
          </p:txBody>
        </p:sp>
        <p:pic>
          <p:nvPicPr>
            <p:cNvPr id="20" name="Grafik 19" descr="Theater mit einfarbiger Füllung">
              <a:extLst>
                <a:ext uri="{FF2B5EF4-FFF2-40B4-BE49-F238E27FC236}">
                  <a16:creationId xmlns:a16="http://schemas.microsoft.com/office/drawing/2014/main" id="{A4526D6C-B4DD-4C0C-B900-B8932F0B8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874887" y="4218694"/>
              <a:ext cx="1182182" cy="1224000"/>
            </a:xfrm>
            <a:prstGeom prst="rect">
              <a:avLst/>
            </a:prstGeom>
          </p:spPr>
        </p:pic>
      </p:grpSp>
      <p:sp>
        <p:nvSpPr>
          <p:cNvPr id="27" name="Foliennummernplatzhalter 26">
            <a:extLst>
              <a:ext uri="{FF2B5EF4-FFF2-40B4-BE49-F238E27FC236}">
                <a16:creationId xmlns:a16="http://schemas.microsoft.com/office/drawing/2014/main" id="{0327AF87-DCE3-466C-836E-53E6D1877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AE8E-1182-4F92-927C-3F55B58B4906}" type="slidenum">
              <a:rPr lang="de-DE" sz="1800" smtClean="0">
                <a:latin typeface="Verdana" panose="020B0604030504040204" pitchFamily="34" charset="0"/>
                <a:ea typeface="Verdana" panose="020B0604030504040204" pitchFamily="34" charset="0"/>
              </a:rPr>
              <a:t>3</a:t>
            </a:fld>
            <a:endParaRPr lang="de-DE" sz="18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9" name="Grafik 1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BF2F81C2-8F71-4402-9A90-C690A0BD2C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4721" y="18614"/>
            <a:ext cx="1022403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851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hteck 65">
            <a:extLst>
              <a:ext uri="{FF2B5EF4-FFF2-40B4-BE49-F238E27FC236}">
                <a16:creationId xmlns:a16="http://schemas.microsoft.com/office/drawing/2014/main" id="{EB43AE04-5ECF-4C97-A842-A1AD7907F997}"/>
              </a:ext>
            </a:extLst>
          </p:cNvPr>
          <p:cNvSpPr/>
          <p:nvPr/>
        </p:nvSpPr>
        <p:spPr>
          <a:xfrm>
            <a:off x="922564" y="2195349"/>
            <a:ext cx="10597243" cy="39745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74626D-D7F2-4CC2-B5E7-DC40F3C3C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1599"/>
            <a:ext cx="10058400" cy="1450757"/>
          </a:xfrm>
        </p:spPr>
        <p:txBody>
          <a:bodyPr>
            <a:normAutofit/>
          </a:bodyPr>
          <a:lstStyle/>
          <a:p>
            <a:r>
              <a:rPr lang="de-DE" sz="4000" dirty="0">
                <a:latin typeface="Verdana" panose="020B0604030504040204" pitchFamily="34" charset="0"/>
                <a:ea typeface="Verdana" panose="020B0604030504040204" pitchFamily="34" charset="0"/>
              </a:rPr>
              <a:t>Mein Werdegang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046ACA04-E796-4EBC-B9AD-A887FC578973}"/>
              </a:ext>
            </a:extLst>
          </p:cNvPr>
          <p:cNvSpPr/>
          <p:nvPr/>
        </p:nvSpPr>
        <p:spPr>
          <a:xfrm>
            <a:off x="1132748" y="2438646"/>
            <a:ext cx="2277202" cy="2136206"/>
          </a:xfrm>
          <a:custGeom>
            <a:avLst/>
            <a:gdLst>
              <a:gd name="connsiteX0" fmla="*/ 0 w 2277202"/>
              <a:gd name="connsiteY0" fmla="*/ 0 h 2136206"/>
              <a:gd name="connsiteX1" fmla="*/ 500984 w 2277202"/>
              <a:gd name="connsiteY1" fmla="*/ 0 h 2136206"/>
              <a:gd name="connsiteX2" fmla="*/ 1001969 w 2277202"/>
              <a:gd name="connsiteY2" fmla="*/ 0 h 2136206"/>
              <a:gd name="connsiteX3" fmla="*/ 1616813 w 2277202"/>
              <a:gd name="connsiteY3" fmla="*/ 0 h 2136206"/>
              <a:gd name="connsiteX4" fmla="*/ 2277202 w 2277202"/>
              <a:gd name="connsiteY4" fmla="*/ 0 h 2136206"/>
              <a:gd name="connsiteX5" fmla="*/ 2277202 w 2277202"/>
              <a:gd name="connsiteY5" fmla="*/ 555414 h 2136206"/>
              <a:gd name="connsiteX6" fmla="*/ 2277202 w 2277202"/>
              <a:gd name="connsiteY6" fmla="*/ 1089465 h 2136206"/>
              <a:gd name="connsiteX7" fmla="*/ 2277202 w 2277202"/>
              <a:gd name="connsiteY7" fmla="*/ 1580792 h 2136206"/>
              <a:gd name="connsiteX8" fmla="*/ 2277202 w 2277202"/>
              <a:gd name="connsiteY8" fmla="*/ 2136206 h 2136206"/>
              <a:gd name="connsiteX9" fmla="*/ 1730674 w 2277202"/>
              <a:gd name="connsiteY9" fmla="*/ 2136206 h 2136206"/>
              <a:gd name="connsiteX10" fmla="*/ 1161373 w 2277202"/>
              <a:gd name="connsiteY10" fmla="*/ 2136206 h 2136206"/>
              <a:gd name="connsiteX11" fmla="*/ 592073 w 2277202"/>
              <a:gd name="connsiteY11" fmla="*/ 2136206 h 2136206"/>
              <a:gd name="connsiteX12" fmla="*/ 0 w 2277202"/>
              <a:gd name="connsiteY12" fmla="*/ 2136206 h 2136206"/>
              <a:gd name="connsiteX13" fmla="*/ 0 w 2277202"/>
              <a:gd name="connsiteY13" fmla="*/ 1559430 h 2136206"/>
              <a:gd name="connsiteX14" fmla="*/ 0 w 2277202"/>
              <a:gd name="connsiteY14" fmla="*/ 982655 h 2136206"/>
              <a:gd name="connsiteX15" fmla="*/ 0 w 2277202"/>
              <a:gd name="connsiteY15" fmla="*/ 0 h 2136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277202" h="2136206" fill="none" extrusionOk="0">
                <a:moveTo>
                  <a:pt x="0" y="0"/>
                </a:moveTo>
                <a:cubicBezTo>
                  <a:pt x="206627" y="-14097"/>
                  <a:pt x="322417" y="1016"/>
                  <a:pt x="500984" y="0"/>
                </a:cubicBezTo>
                <a:cubicBezTo>
                  <a:pt x="679551" y="-1016"/>
                  <a:pt x="818840" y="9146"/>
                  <a:pt x="1001969" y="0"/>
                </a:cubicBezTo>
                <a:cubicBezTo>
                  <a:pt x="1185099" y="-9146"/>
                  <a:pt x="1394949" y="218"/>
                  <a:pt x="1616813" y="0"/>
                </a:cubicBezTo>
                <a:cubicBezTo>
                  <a:pt x="1838677" y="-218"/>
                  <a:pt x="2105439" y="-30163"/>
                  <a:pt x="2277202" y="0"/>
                </a:cubicBezTo>
                <a:cubicBezTo>
                  <a:pt x="2293024" y="271887"/>
                  <a:pt x="2282751" y="312393"/>
                  <a:pt x="2277202" y="555414"/>
                </a:cubicBezTo>
                <a:cubicBezTo>
                  <a:pt x="2271653" y="798435"/>
                  <a:pt x="2271862" y="866416"/>
                  <a:pt x="2277202" y="1089465"/>
                </a:cubicBezTo>
                <a:cubicBezTo>
                  <a:pt x="2282542" y="1312514"/>
                  <a:pt x="2257872" y="1406489"/>
                  <a:pt x="2277202" y="1580792"/>
                </a:cubicBezTo>
                <a:cubicBezTo>
                  <a:pt x="2296532" y="1755095"/>
                  <a:pt x="2279325" y="1955458"/>
                  <a:pt x="2277202" y="2136206"/>
                </a:cubicBezTo>
                <a:cubicBezTo>
                  <a:pt x="2098294" y="2137900"/>
                  <a:pt x="1928317" y="2112511"/>
                  <a:pt x="1730674" y="2136206"/>
                </a:cubicBezTo>
                <a:cubicBezTo>
                  <a:pt x="1533031" y="2159901"/>
                  <a:pt x="1407383" y="2123982"/>
                  <a:pt x="1161373" y="2136206"/>
                </a:cubicBezTo>
                <a:cubicBezTo>
                  <a:pt x="915363" y="2148430"/>
                  <a:pt x="832349" y="2107758"/>
                  <a:pt x="592073" y="2136206"/>
                </a:cubicBezTo>
                <a:cubicBezTo>
                  <a:pt x="351797" y="2164654"/>
                  <a:pt x="260652" y="2136666"/>
                  <a:pt x="0" y="2136206"/>
                </a:cubicBezTo>
                <a:cubicBezTo>
                  <a:pt x="-28303" y="1923934"/>
                  <a:pt x="15828" y="1718551"/>
                  <a:pt x="0" y="1559430"/>
                </a:cubicBezTo>
                <a:cubicBezTo>
                  <a:pt x="-15828" y="1400309"/>
                  <a:pt x="-28053" y="1190075"/>
                  <a:pt x="0" y="982655"/>
                </a:cubicBezTo>
                <a:cubicBezTo>
                  <a:pt x="28053" y="775236"/>
                  <a:pt x="-2603" y="293627"/>
                  <a:pt x="0" y="0"/>
                </a:cubicBezTo>
                <a:close/>
              </a:path>
              <a:path w="2277202" h="2136206" stroke="0" extrusionOk="0">
                <a:moveTo>
                  <a:pt x="0" y="0"/>
                </a:moveTo>
                <a:cubicBezTo>
                  <a:pt x="235374" y="-11674"/>
                  <a:pt x="350556" y="1264"/>
                  <a:pt x="614845" y="0"/>
                </a:cubicBezTo>
                <a:cubicBezTo>
                  <a:pt x="879135" y="-1264"/>
                  <a:pt x="939976" y="-25129"/>
                  <a:pt x="1138601" y="0"/>
                </a:cubicBezTo>
                <a:cubicBezTo>
                  <a:pt x="1337226" y="25129"/>
                  <a:pt x="1480159" y="15047"/>
                  <a:pt x="1730674" y="0"/>
                </a:cubicBezTo>
                <a:cubicBezTo>
                  <a:pt x="1981189" y="-15047"/>
                  <a:pt x="2045931" y="8943"/>
                  <a:pt x="2277202" y="0"/>
                </a:cubicBezTo>
                <a:cubicBezTo>
                  <a:pt x="2271964" y="171814"/>
                  <a:pt x="2277311" y="372066"/>
                  <a:pt x="2277202" y="469965"/>
                </a:cubicBezTo>
                <a:cubicBezTo>
                  <a:pt x="2277093" y="567864"/>
                  <a:pt x="2261334" y="806029"/>
                  <a:pt x="2277202" y="1046741"/>
                </a:cubicBezTo>
                <a:cubicBezTo>
                  <a:pt x="2293070" y="1287453"/>
                  <a:pt x="2254423" y="1399882"/>
                  <a:pt x="2277202" y="1538068"/>
                </a:cubicBezTo>
                <a:cubicBezTo>
                  <a:pt x="2299981" y="1676254"/>
                  <a:pt x="2274386" y="1934714"/>
                  <a:pt x="2277202" y="2136206"/>
                </a:cubicBezTo>
                <a:cubicBezTo>
                  <a:pt x="2095372" y="2118465"/>
                  <a:pt x="1999477" y="2109624"/>
                  <a:pt x="1730674" y="2136206"/>
                </a:cubicBezTo>
                <a:cubicBezTo>
                  <a:pt x="1461871" y="2162788"/>
                  <a:pt x="1304465" y="2135044"/>
                  <a:pt x="1184145" y="2136206"/>
                </a:cubicBezTo>
                <a:cubicBezTo>
                  <a:pt x="1063825" y="2137368"/>
                  <a:pt x="822394" y="2152249"/>
                  <a:pt x="637617" y="2136206"/>
                </a:cubicBezTo>
                <a:cubicBezTo>
                  <a:pt x="452840" y="2120163"/>
                  <a:pt x="227135" y="2149178"/>
                  <a:pt x="0" y="2136206"/>
                </a:cubicBezTo>
                <a:cubicBezTo>
                  <a:pt x="12273" y="1951280"/>
                  <a:pt x="5168" y="1736282"/>
                  <a:pt x="0" y="1580792"/>
                </a:cubicBezTo>
                <a:cubicBezTo>
                  <a:pt x="-5168" y="1425302"/>
                  <a:pt x="-10232" y="1332561"/>
                  <a:pt x="0" y="1110827"/>
                </a:cubicBezTo>
                <a:cubicBezTo>
                  <a:pt x="10232" y="889093"/>
                  <a:pt x="-458" y="843887"/>
                  <a:pt x="0" y="640862"/>
                </a:cubicBezTo>
                <a:cubicBezTo>
                  <a:pt x="458" y="437837"/>
                  <a:pt x="22819" y="28604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9050">
            <a:extLst>
              <a:ext uri="{C807C97D-BFC1-408E-A445-0C87EB9F89A2}">
                <ask:lineSketchStyleProps xmlns:ask="http://schemas.microsoft.com/office/drawing/2018/sketchyshapes" sd="30592119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4A87C114-0A9C-4BC9-A319-8DC1CF9BDB29}"/>
              </a:ext>
            </a:extLst>
          </p:cNvPr>
          <p:cNvSpPr/>
          <p:nvPr/>
        </p:nvSpPr>
        <p:spPr>
          <a:xfrm rot="21194370">
            <a:off x="1022675" y="2246299"/>
            <a:ext cx="891380" cy="436362"/>
          </a:xfrm>
          <a:custGeom>
            <a:avLst/>
            <a:gdLst>
              <a:gd name="connsiteX0" fmla="*/ 0 w 891380"/>
              <a:gd name="connsiteY0" fmla="*/ 72728 h 436362"/>
              <a:gd name="connsiteX1" fmla="*/ 72728 w 891380"/>
              <a:gd name="connsiteY1" fmla="*/ 0 h 436362"/>
              <a:gd name="connsiteX2" fmla="*/ 445690 w 891380"/>
              <a:gd name="connsiteY2" fmla="*/ 0 h 436362"/>
              <a:gd name="connsiteX3" fmla="*/ 818652 w 891380"/>
              <a:gd name="connsiteY3" fmla="*/ 0 h 436362"/>
              <a:gd name="connsiteX4" fmla="*/ 891380 w 891380"/>
              <a:gd name="connsiteY4" fmla="*/ 72728 h 436362"/>
              <a:gd name="connsiteX5" fmla="*/ 891380 w 891380"/>
              <a:gd name="connsiteY5" fmla="*/ 363634 h 436362"/>
              <a:gd name="connsiteX6" fmla="*/ 818652 w 891380"/>
              <a:gd name="connsiteY6" fmla="*/ 436362 h 436362"/>
              <a:gd name="connsiteX7" fmla="*/ 460608 w 891380"/>
              <a:gd name="connsiteY7" fmla="*/ 436362 h 436362"/>
              <a:gd name="connsiteX8" fmla="*/ 72728 w 891380"/>
              <a:gd name="connsiteY8" fmla="*/ 436362 h 436362"/>
              <a:gd name="connsiteX9" fmla="*/ 0 w 891380"/>
              <a:gd name="connsiteY9" fmla="*/ 363634 h 436362"/>
              <a:gd name="connsiteX10" fmla="*/ 0 w 891380"/>
              <a:gd name="connsiteY10" fmla="*/ 72728 h 436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91380" h="436362" fill="none" extrusionOk="0">
                <a:moveTo>
                  <a:pt x="0" y="72728"/>
                </a:moveTo>
                <a:cubicBezTo>
                  <a:pt x="-6662" y="31837"/>
                  <a:pt x="30508" y="1402"/>
                  <a:pt x="72728" y="0"/>
                </a:cubicBezTo>
                <a:cubicBezTo>
                  <a:pt x="241961" y="-3086"/>
                  <a:pt x="314500" y="-91"/>
                  <a:pt x="445690" y="0"/>
                </a:cubicBezTo>
                <a:cubicBezTo>
                  <a:pt x="576880" y="91"/>
                  <a:pt x="698370" y="8548"/>
                  <a:pt x="818652" y="0"/>
                </a:cubicBezTo>
                <a:cubicBezTo>
                  <a:pt x="855485" y="4927"/>
                  <a:pt x="884533" y="31091"/>
                  <a:pt x="891380" y="72728"/>
                </a:cubicBezTo>
                <a:cubicBezTo>
                  <a:pt x="877801" y="194765"/>
                  <a:pt x="879650" y="244199"/>
                  <a:pt x="891380" y="363634"/>
                </a:cubicBezTo>
                <a:cubicBezTo>
                  <a:pt x="887932" y="407409"/>
                  <a:pt x="861852" y="430359"/>
                  <a:pt x="818652" y="436362"/>
                </a:cubicBezTo>
                <a:cubicBezTo>
                  <a:pt x="724700" y="435512"/>
                  <a:pt x="572713" y="425485"/>
                  <a:pt x="460608" y="436362"/>
                </a:cubicBezTo>
                <a:cubicBezTo>
                  <a:pt x="348503" y="447239"/>
                  <a:pt x="178570" y="453895"/>
                  <a:pt x="72728" y="436362"/>
                </a:cubicBezTo>
                <a:cubicBezTo>
                  <a:pt x="34978" y="433164"/>
                  <a:pt x="2210" y="410437"/>
                  <a:pt x="0" y="363634"/>
                </a:cubicBezTo>
                <a:cubicBezTo>
                  <a:pt x="11948" y="226004"/>
                  <a:pt x="13853" y="147869"/>
                  <a:pt x="0" y="72728"/>
                </a:cubicBezTo>
                <a:close/>
              </a:path>
              <a:path w="891380" h="436362" stroke="0" extrusionOk="0">
                <a:moveTo>
                  <a:pt x="0" y="72728"/>
                </a:moveTo>
                <a:cubicBezTo>
                  <a:pt x="7465" y="28508"/>
                  <a:pt x="36930" y="2430"/>
                  <a:pt x="72728" y="0"/>
                </a:cubicBezTo>
                <a:cubicBezTo>
                  <a:pt x="229692" y="-5353"/>
                  <a:pt x="335913" y="-7812"/>
                  <a:pt x="438231" y="0"/>
                </a:cubicBezTo>
                <a:cubicBezTo>
                  <a:pt x="540549" y="7812"/>
                  <a:pt x="725431" y="-8191"/>
                  <a:pt x="818652" y="0"/>
                </a:cubicBezTo>
                <a:cubicBezTo>
                  <a:pt x="864116" y="-6261"/>
                  <a:pt x="891197" y="35282"/>
                  <a:pt x="891380" y="72728"/>
                </a:cubicBezTo>
                <a:cubicBezTo>
                  <a:pt x="890527" y="171006"/>
                  <a:pt x="886522" y="238910"/>
                  <a:pt x="891380" y="363634"/>
                </a:cubicBezTo>
                <a:cubicBezTo>
                  <a:pt x="886002" y="406044"/>
                  <a:pt x="861752" y="437628"/>
                  <a:pt x="818652" y="436362"/>
                </a:cubicBezTo>
                <a:cubicBezTo>
                  <a:pt x="669899" y="436878"/>
                  <a:pt x="600895" y="448549"/>
                  <a:pt x="430772" y="436362"/>
                </a:cubicBezTo>
                <a:cubicBezTo>
                  <a:pt x="260649" y="424175"/>
                  <a:pt x="187425" y="439283"/>
                  <a:pt x="72728" y="436362"/>
                </a:cubicBezTo>
                <a:cubicBezTo>
                  <a:pt x="29032" y="439361"/>
                  <a:pt x="3556" y="400796"/>
                  <a:pt x="0" y="363634"/>
                </a:cubicBezTo>
                <a:cubicBezTo>
                  <a:pt x="3152" y="275839"/>
                  <a:pt x="-13858" y="157705"/>
                  <a:pt x="0" y="72728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756987753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2017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B0A92420-4B3B-4965-AB7B-B18EC750AED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432" y="3170770"/>
            <a:ext cx="689834" cy="631730"/>
          </a:xfrm>
          <a:custGeom>
            <a:avLst/>
            <a:gdLst>
              <a:gd name="connsiteX0" fmla="*/ 0 w 689834"/>
              <a:gd name="connsiteY0" fmla="*/ 0 h 631730"/>
              <a:gd name="connsiteX1" fmla="*/ 689834 w 689834"/>
              <a:gd name="connsiteY1" fmla="*/ 0 h 631730"/>
              <a:gd name="connsiteX2" fmla="*/ 689834 w 689834"/>
              <a:gd name="connsiteY2" fmla="*/ 631730 h 631730"/>
              <a:gd name="connsiteX3" fmla="*/ 0 w 689834"/>
              <a:gd name="connsiteY3" fmla="*/ 631730 h 631730"/>
              <a:gd name="connsiteX4" fmla="*/ 0 w 689834"/>
              <a:gd name="connsiteY4" fmla="*/ 0 h 631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9834" h="631730" fill="none" extrusionOk="0">
                <a:moveTo>
                  <a:pt x="0" y="0"/>
                </a:moveTo>
                <a:cubicBezTo>
                  <a:pt x="249240" y="-22124"/>
                  <a:pt x="406840" y="-33167"/>
                  <a:pt x="689834" y="0"/>
                </a:cubicBezTo>
                <a:cubicBezTo>
                  <a:pt x="683797" y="186745"/>
                  <a:pt x="709302" y="377953"/>
                  <a:pt x="689834" y="631730"/>
                </a:cubicBezTo>
                <a:cubicBezTo>
                  <a:pt x="470693" y="646528"/>
                  <a:pt x="332559" y="643432"/>
                  <a:pt x="0" y="631730"/>
                </a:cubicBezTo>
                <a:cubicBezTo>
                  <a:pt x="27658" y="465233"/>
                  <a:pt x="-20908" y="126814"/>
                  <a:pt x="0" y="0"/>
                </a:cubicBezTo>
                <a:close/>
              </a:path>
              <a:path w="689834" h="631730" stroke="0" extrusionOk="0">
                <a:moveTo>
                  <a:pt x="0" y="0"/>
                </a:moveTo>
                <a:cubicBezTo>
                  <a:pt x="224491" y="-30511"/>
                  <a:pt x="350249" y="506"/>
                  <a:pt x="689834" y="0"/>
                </a:cubicBezTo>
                <a:cubicBezTo>
                  <a:pt x="674117" y="150268"/>
                  <a:pt x="664398" y="321881"/>
                  <a:pt x="689834" y="631730"/>
                </a:cubicBezTo>
                <a:cubicBezTo>
                  <a:pt x="423733" y="624593"/>
                  <a:pt x="285076" y="666128"/>
                  <a:pt x="0" y="631730"/>
                </a:cubicBezTo>
                <a:cubicBezTo>
                  <a:pt x="-10507" y="426056"/>
                  <a:pt x="3209" y="256796"/>
                  <a:pt x="0" y="0"/>
                </a:cubicBezTo>
                <a:close/>
              </a:path>
            </a:pathLst>
          </a:custGeom>
          <a:ln>
            <a:noFill/>
            <a:extLst>
              <a:ext uri="{C807C97D-BFC1-408E-A445-0C87EB9F89A2}">
                <ask:lineSketchStyleProps xmlns:ask="http://schemas.microsoft.com/office/drawing/2018/sketchyshapes" sd="124029511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40" name="Rechteck 39">
            <a:extLst>
              <a:ext uri="{FF2B5EF4-FFF2-40B4-BE49-F238E27FC236}">
                <a16:creationId xmlns:a16="http://schemas.microsoft.com/office/drawing/2014/main" id="{BDB8D8C8-8CAF-4B68-AAC7-945C762741A0}"/>
              </a:ext>
            </a:extLst>
          </p:cNvPr>
          <p:cNvSpPr/>
          <p:nvPr/>
        </p:nvSpPr>
        <p:spPr>
          <a:xfrm>
            <a:off x="3775036" y="2438646"/>
            <a:ext cx="2277202" cy="2136206"/>
          </a:xfrm>
          <a:custGeom>
            <a:avLst/>
            <a:gdLst>
              <a:gd name="connsiteX0" fmla="*/ 0 w 2277202"/>
              <a:gd name="connsiteY0" fmla="*/ 0 h 2136206"/>
              <a:gd name="connsiteX1" fmla="*/ 500984 w 2277202"/>
              <a:gd name="connsiteY1" fmla="*/ 0 h 2136206"/>
              <a:gd name="connsiteX2" fmla="*/ 1001969 w 2277202"/>
              <a:gd name="connsiteY2" fmla="*/ 0 h 2136206"/>
              <a:gd name="connsiteX3" fmla="*/ 1616813 w 2277202"/>
              <a:gd name="connsiteY3" fmla="*/ 0 h 2136206"/>
              <a:gd name="connsiteX4" fmla="*/ 2277202 w 2277202"/>
              <a:gd name="connsiteY4" fmla="*/ 0 h 2136206"/>
              <a:gd name="connsiteX5" fmla="*/ 2277202 w 2277202"/>
              <a:gd name="connsiteY5" fmla="*/ 555414 h 2136206"/>
              <a:gd name="connsiteX6" fmla="*/ 2277202 w 2277202"/>
              <a:gd name="connsiteY6" fmla="*/ 1089465 h 2136206"/>
              <a:gd name="connsiteX7" fmla="*/ 2277202 w 2277202"/>
              <a:gd name="connsiteY7" fmla="*/ 1580792 h 2136206"/>
              <a:gd name="connsiteX8" fmla="*/ 2277202 w 2277202"/>
              <a:gd name="connsiteY8" fmla="*/ 2136206 h 2136206"/>
              <a:gd name="connsiteX9" fmla="*/ 1730674 w 2277202"/>
              <a:gd name="connsiteY9" fmla="*/ 2136206 h 2136206"/>
              <a:gd name="connsiteX10" fmla="*/ 1161373 w 2277202"/>
              <a:gd name="connsiteY10" fmla="*/ 2136206 h 2136206"/>
              <a:gd name="connsiteX11" fmla="*/ 592073 w 2277202"/>
              <a:gd name="connsiteY11" fmla="*/ 2136206 h 2136206"/>
              <a:gd name="connsiteX12" fmla="*/ 0 w 2277202"/>
              <a:gd name="connsiteY12" fmla="*/ 2136206 h 2136206"/>
              <a:gd name="connsiteX13" fmla="*/ 0 w 2277202"/>
              <a:gd name="connsiteY13" fmla="*/ 1559430 h 2136206"/>
              <a:gd name="connsiteX14" fmla="*/ 0 w 2277202"/>
              <a:gd name="connsiteY14" fmla="*/ 982655 h 2136206"/>
              <a:gd name="connsiteX15" fmla="*/ 0 w 2277202"/>
              <a:gd name="connsiteY15" fmla="*/ 0 h 2136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277202" h="2136206" fill="none" extrusionOk="0">
                <a:moveTo>
                  <a:pt x="0" y="0"/>
                </a:moveTo>
                <a:cubicBezTo>
                  <a:pt x="206627" y="-14097"/>
                  <a:pt x="322417" y="1016"/>
                  <a:pt x="500984" y="0"/>
                </a:cubicBezTo>
                <a:cubicBezTo>
                  <a:pt x="679551" y="-1016"/>
                  <a:pt x="818840" y="9146"/>
                  <a:pt x="1001969" y="0"/>
                </a:cubicBezTo>
                <a:cubicBezTo>
                  <a:pt x="1185099" y="-9146"/>
                  <a:pt x="1394949" y="218"/>
                  <a:pt x="1616813" y="0"/>
                </a:cubicBezTo>
                <a:cubicBezTo>
                  <a:pt x="1838677" y="-218"/>
                  <a:pt x="2105439" y="-30163"/>
                  <a:pt x="2277202" y="0"/>
                </a:cubicBezTo>
                <a:cubicBezTo>
                  <a:pt x="2293024" y="271887"/>
                  <a:pt x="2282751" y="312393"/>
                  <a:pt x="2277202" y="555414"/>
                </a:cubicBezTo>
                <a:cubicBezTo>
                  <a:pt x="2271653" y="798435"/>
                  <a:pt x="2271862" y="866416"/>
                  <a:pt x="2277202" y="1089465"/>
                </a:cubicBezTo>
                <a:cubicBezTo>
                  <a:pt x="2282542" y="1312514"/>
                  <a:pt x="2257872" y="1406489"/>
                  <a:pt x="2277202" y="1580792"/>
                </a:cubicBezTo>
                <a:cubicBezTo>
                  <a:pt x="2296532" y="1755095"/>
                  <a:pt x="2279325" y="1955458"/>
                  <a:pt x="2277202" y="2136206"/>
                </a:cubicBezTo>
                <a:cubicBezTo>
                  <a:pt x="2098294" y="2137900"/>
                  <a:pt x="1928317" y="2112511"/>
                  <a:pt x="1730674" y="2136206"/>
                </a:cubicBezTo>
                <a:cubicBezTo>
                  <a:pt x="1533031" y="2159901"/>
                  <a:pt x="1407383" y="2123982"/>
                  <a:pt x="1161373" y="2136206"/>
                </a:cubicBezTo>
                <a:cubicBezTo>
                  <a:pt x="915363" y="2148430"/>
                  <a:pt x="832349" y="2107758"/>
                  <a:pt x="592073" y="2136206"/>
                </a:cubicBezTo>
                <a:cubicBezTo>
                  <a:pt x="351797" y="2164654"/>
                  <a:pt x="260652" y="2136666"/>
                  <a:pt x="0" y="2136206"/>
                </a:cubicBezTo>
                <a:cubicBezTo>
                  <a:pt x="-28303" y="1923934"/>
                  <a:pt x="15828" y="1718551"/>
                  <a:pt x="0" y="1559430"/>
                </a:cubicBezTo>
                <a:cubicBezTo>
                  <a:pt x="-15828" y="1400309"/>
                  <a:pt x="-28053" y="1190075"/>
                  <a:pt x="0" y="982655"/>
                </a:cubicBezTo>
                <a:cubicBezTo>
                  <a:pt x="28053" y="775236"/>
                  <a:pt x="-2603" y="293627"/>
                  <a:pt x="0" y="0"/>
                </a:cubicBezTo>
                <a:close/>
              </a:path>
              <a:path w="2277202" h="2136206" stroke="0" extrusionOk="0">
                <a:moveTo>
                  <a:pt x="0" y="0"/>
                </a:moveTo>
                <a:cubicBezTo>
                  <a:pt x="235374" y="-11674"/>
                  <a:pt x="350556" y="1264"/>
                  <a:pt x="614845" y="0"/>
                </a:cubicBezTo>
                <a:cubicBezTo>
                  <a:pt x="879135" y="-1264"/>
                  <a:pt x="939976" y="-25129"/>
                  <a:pt x="1138601" y="0"/>
                </a:cubicBezTo>
                <a:cubicBezTo>
                  <a:pt x="1337226" y="25129"/>
                  <a:pt x="1480159" y="15047"/>
                  <a:pt x="1730674" y="0"/>
                </a:cubicBezTo>
                <a:cubicBezTo>
                  <a:pt x="1981189" y="-15047"/>
                  <a:pt x="2045931" y="8943"/>
                  <a:pt x="2277202" y="0"/>
                </a:cubicBezTo>
                <a:cubicBezTo>
                  <a:pt x="2271964" y="171814"/>
                  <a:pt x="2277311" y="372066"/>
                  <a:pt x="2277202" y="469965"/>
                </a:cubicBezTo>
                <a:cubicBezTo>
                  <a:pt x="2277093" y="567864"/>
                  <a:pt x="2261334" y="806029"/>
                  <a:pt x="2277202" y="1046741"/>
                </a:cubicBezTo>
                <a:cubicBezTo>
                  <a:pt x="2293070" y="1287453"/>
                  <a:pt x="2254423" y="1399882"/>
                  <a:pt x="2277202" y="1538068"/>
                </a:cubicBezTo>
                <a:cubicBezTo>
                  <a:pt x="2299981" y="1676254"/>
                  <a:pt x="2274386" y="1934714"/>
                  <a:pt x="2277202" y="2136206"/>
                </a:cubicBezTo>
                <a:cubicBezTo>
                  <a:pt x="2095372" y="2118465"/>
                  <a:pt x="1999477" y="2109624"/>
                  <a:pt x="1730674" y="2136206"/>
                </a:cubicBezTo>
                <a:cubicBezTo>
                  <a:pt x="1461871" y="2162788"/>
                  <a:pt x="1304465" y="2135044"/>
                  <a:pt x="1184145" y="2136206"/>
                </a:cubicBezTo>
                <a:cubicBezTo>
                  <a:pt x="1063825" y="2137368"/>
                  <a:pt x="822394" y="2152249"/>
                  <a:pt x="637617" y="2136206"/>
                </a:cubicBezTo>
                <a:cubicBezTo>
                  <a:pt x="452840" y="2120163"/>
                  <a:pt x="227135" y="2149178"/>
                  <a:pt x="0" y="2136206"/>
                </a:cubicBezTo>
                <a:cubicBezTo>
                  <a:pt x="12273" y="1951280"/>
                  <a:pt x="5168" y="1736282"/>
                  <a:pt x="0" y="1580792"/>
                </a:cubicBezTo>
                <a:cubicBezTo>
                  <a:pt x="-5168" y="1425302"/>
                  <a:pt x="-10232" y="1332561"/>
                  <a:pt x="0" y="1110827"/>
                </a:cubicBezTo>
                <a:cubicBezTo>
                  <a:pt x="10232" y="889093"/>
                  <a:pt x="-458" y="843887"/>
                  <a:pt x="0" y="640862"/>
                </a:cubicBezTo>
                <a:cubicBezTo>
                  <a:pt x="458" y="437837"/>
                  <a:pt x="22819" y="28604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9050">
            <a:extLst>
              <a:ext uri="{C807C97D-BFC1-408E-A445-0C87EB9F89A2}">
                <ask:lineSketchStyleProps xmlns:ask="http://schemas.microsoft.com/office/drawing/2018/sketchyshapes" sd="30592119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E1499045-1CC0-4C7B-BE2D-6F963AE2A186}"/>
              </a:ext>
            </a:extLst>
          </p:cNvPr>
          <p:cNvSpPr/>
          <p:nvPr/>
        </p:nvSpPr>
        <p:spPr>
          <a:xfrm rot="21194370">
            <a:off x="3668923" y="2246299"/>
            <a:ext cx="891380" cy="436362"/>
          </a:xfrm>
          <a:custGeom>
            <a:avLst/>
            <a:gdLst>
              <a:gd name="connsiteX0" fmla="*/ 0 w 891380"/>
              <a:gd name="connsiteY0" fmla="*/ 72728 h 436362"/>
              <a:gd name="connsiteX1" fmla="*/ 72728 w 891380"/>
              <a:gd name="connsiteY1" fmla="*/ 0 h 436362"/>
              <a:gd name="connsiteX2" fmla="*/ 445690 w 891380"/>
              <a:gd name="connsiteY2" fmla="*/ 0 h 436362"/>
              <a:gd name="connsiteX3" fmla="*/ 818652 w 891380"/>
              <a:gd name="connsiteY3" fmla="*/ 0 h 436362"/>
              <a:gd name="connsiteX4" fmla="*/ 891380 w 891380"/>
              <a:gd name="connsiteY4" fmla="*/ 72728 h 436362"/>
              <a:gd name="connsiteX5" fmla="*/ 891380 w 891380"/>
              <a:gd name="connsiteY5" fmla="*/ 363634 h 436362"/>
              <a:gd name="connsiteX6" fmla="*/ 818652 w 891380"/>
              <a:gd name="connsiteY6" fmla="*/ 436362 h 436362"/>
              <a:gd name="connsiteX7" fmla="*/ 460608 w 891380"/>
              <a:gd name="connsiteY7" fmla="*/ 436362 h 436362"/>
              <a:gd name="connsiteX8" fmla="*/ 72728 w 891380"/>
              <a:gd name="connsiteY8" fmla="*/ 436362 h 436362"/>
              <a:gd name="connsiteX9" fmla="*/ 0 w 891380"/>
              <a:gd name="connsiteY9" fmla="*/ 363634 h 436362"/>
              <a:gd name="connsiteX10" fmla="*/ 0 w 891380"/>
              <a:gd name="connsiteY10" fmla="*/ 72728 h 436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91380" h="436362" fill="none" extrusionOk="0">
                <a:moveTo>
                  <a:pt x="0" y="72728"/>
                </a:moveTo>
                <a:cubicBezTo>
                  <a:pt x="-6662" y="31837"/>
                  <a:pt x="30508" y="1402"/>
                  <a:pt x="72728" y="0"/>
                </a:cubicBezTo>
                <a:cubicBezTo>
                  <a:pt x="241961" y="-3086"/>
                  <a:pt x="314500" y="-91"/>
                  <a:pt x="445690" y="0"/>
                </a:cubicBezTo>
                <a:cubicBezTo>
                  <a:pt x="576880" y="91"/>
                  <a:pt x="698370" y="8548"/>
                  <a:pt x="818652" y="0"/>
                </a:cubicBezTo>
                <a:cubicBezTo>
                  <a:pt x="855485" y="4927"/>
                  <a:pt x="884533" y="31091"/>
                  <a:pt x="891380" y="72728"/>
                </a:cubicBezTo>
                <a:cubicBezTo>
                  <a:pt x="877801" y="194765"/>
                  <a:pt x="879650" y="244199"/>
                  <a:pt x="891380" y="363634"/>
                </a:cubicBezTo>
                <a:cubicBezTo>
                  <a:pt x="887932" y="407409"/>
                  <a:pt x="861852" y="430359"/>
                  <a:pt x="818652" y="436362"/>
                </a:cubicBezTo>
                <a:cubicBezTo>
                  <a:pt x="724700" y="435512"/>
                  <a:pt x="572713" y="425485"/>
                  <a:pt x="460608" y="436362"/>
                </a:cubicBezTo>
                <a:cubicBezTo>
                  <a:pt x="348503" y="447239"/>
                  <a:pt x="178570" y="453895"/>
                  <a:pt x="72728" y="436362"/>
                </a:cubicBezTo>
                <a:cubicBezTo>
                  <a:pt x="34978" y="433164"/>
                  <a:pt x="2210" y="410437"/>
                  <a:pt x="0" y="363634"/>
                </a:cubicBezTo>
                <a:cubicBezTo>
                  <a:pt x="11948" y="226004"/>
                  <a:pt x="13853" y="147869"/>
                  <a:pt x="0" y="72728"/>
                </a:cubicBezTo>
                <a:close/>
              </a:path>
              <a:path w="891380" h="436362" stroke="0" extrusionOk="0">
                <a:moveTo>
                  <a:pt x="0" y="72728"/>
                </a:moveTo>
                <a:cubicBezTo>
                  <a:pt x="7465" y="28508"/>
                  <a:pt x="36930" y="2430"/>
                  <a:pt x="72728" y="0"/>
                </a:cubicBezTo>
                <a:cubicBezTo>
                  <a:pt x="229692" y="-5353"/>
                  <a:pt x="335913" y="-7812"/>
                  <a:pt x="438231" y="0"/>
                </a:cubicBezTo>
                <a:cubicBezTo>
                  <a:pt x="540549" y="7812"/>
                  <a:pt x="725431" y="-8191"/>
                  <a:pt x="818652" y="0"/>
                </a:cubicBezTo>
                <a:cubicBezTo>
                  <a:pt x="864116" y="-6261"/>
                  <a:pt x="891197" y="35282"/>
                  <a:pt x="891380" y="72728"/>
                </a:cubicBezTo>
                <a:cubicBezTo>
                  <a:pt x="890527" y="171006"/>
                  <a:pt x="886522" y="238910"/>
                  <a:pt x="891380" y="363634"/>
                </a:cubicBezTo>
                <a:cubicBezTo>
                  <a:pt x="886002" y="406044"/>
                  <a:pt x="861752" y="437628"/>
                  <a:pt x="818652" y="436362"/>
                </a:cubicBezTo>
                <a:cubicBezTo>
                  <a:pt x="669899" y="436878"/>
                  <a:pt x="600895" y="448549"/>
                  <a:pt x="430772" y="436362"/>
                </a:cubicBezTo>
                <a:cubicBezTo>
                  <a:pt x="260649" y="424175"/>
                  <a:pt x="187425" y="439283"/>
                  <a:pt x="72728" y="436362"/>
                </a:cubicBezTo>
                <a:cubicBezTo>
                  <a:pt x="29032" y="439361"/>
                  <a:pt x="3556" y="400796"/>
                  <a:pt x="0" y="363634"/>
                </a:cubicBezTo>
                <a:cubicBezTo>
                  <a:pt x="3152" y="275839"/>
                  <a:pt x="-13858" y="157705"/>
                  <a:pt x="0" y="72728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756987753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2020</a:t>
            </a:r>
          </a:p>
        </p:txBody>
      </p:sp>
      <p:pic>
        <p:nvPicPr>
          <p:cNvPr id="42" name="Grafik 41">
            <a:extLst>
              <a:ext uri="{FF2B5EF4-FFF2-40B4-BE49-F238E27FC236}">
                <a16:creationId xmlns:a16="http://schemas.microsoft.com/office/drawing/2014/main" id="{CC82780B-6F39-4119-9CAC-A011140F5A8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720" y="2807280"/>
            <a:ext cx="689834" cy="631730"/>
          </a:xfrm>
          <a:custGeom>
            <a:avLst/>
            <a:gdLst>
              <a:gd name="connsiteX0" fmla="*/ 0 w 689834"/>
              <a:gd name="connsiteY0" fmla="*/ 0 h 631730"/>
              <a:gd name="connsiteX1" fmla="*/ 689834 w 689834"/>
              <a:gd name="connsiteY1" fmla="*/ 0 h 631730"/>
              <a:gd name="connsiteX2" fmla="*/ 689834 w 689834"/>
              <a:gd name="connsiteY2" fmla="*/ 631730 h 631730"/>
              <a:gd name="connsiteX3" fmla="*/ 0 w 689834"/>
              <a:gd name="connsiteY3" fmla="*/ 631730 h 631730"/>
              <a:gd name="connsiteX4" fmla="*/ 0 w 689834"/>
              <a:gd name="connsiteY4" fmla="*/ 0 h 631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9834" h="631730" fill="none" extrusionOk="0">
                <a:moveTo>
                  <a:pt x="0" y="0"/>
                </a:moveTo>
                <a:cubicBezTo>
                  <a:pt x="249240" y="-22124"/>
                  <a:pt x="406840" y="-33167"/>
                  <a:pt x="689834" y="0"/>
                </a:cubicBezTo>
                <a:cubicBezTo>
                  <a:pt x="683797" y="186745"/>
                  <a:pt x="709302" y="377953"/>
                  <a:pt x="689834" y="631730"/>
                </a:cubicBezTo>
                <a:cubicBezTo>
                  <a:pt x="470693" y="646528"/>
                  <a:pt x="332559" y="643432"/>
                  <a:pt x="0" y="631730"/>
                </a:cubicBezTo>
                <a:cubicBezTo>
                  <a:pt x="27658" y="465233"/>
                  <a:pt x="-20908" y="126814"/>
                  <a:pt x="0" y="0"/>
                </a:cubicBezTo>
                <a:close/>
              </a:path>
              <a:path w="689834" h="631730" stroke="0" extrusionOk="0">
                <a:moveTo>
                  <a:pt x="0" y="0"/>
                </a:moveTo>
                <a:cubicBezTo>
                  <a:pt x="224491" y="-30511"/>
                  <a:pt x="350249" y="506"/>
                  <a:pt x="689834" y="0"/>
                </a:cubicBezTo>
                <a:cubicBezTo>
                  <a:pt x="674117" y="150268"/>
                  <a:pt x="664398" y="321881"/>
                  <a:pt x="689834" y="631730"/>
                </a:cubicBezTo>
                <a:cubicBezTo>
                  <a:pt x="423733" y="624593"/>
                  <a:pt x="285076" y="666128"/>
                  <a:pt x="0" y="631730"/>
                </a:cubicBezTo>
                <a:cubicBezTo>
                  <a:pt x="-10507" y="426056"/>
                  <a:pt x="3209" y="256796"/>
                  <a:pt x="0" y="0"/>
                </a:cubicBezTo>
                <a:close/>
              </a:path>
            </a:pathLst>
          </a:custGeom>
          <a:ln>
            <a:noFill/>
            <a:extLst>
              <a:ext uri="{C807C97D-BFC1-408E-A445-0C87EB9F89A2}">
                <ask:lineSketchStyleProps xmlns:ask="http://schemas.microsoft.com/office/drawing/2018/sketchyshapes" sd="124029511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pic>
        <p:nvPicPr>
          <p:cNvPr id="52" name="Grafik 51" descr="Ein Bild, das Text enthält.&#10;&#10;Automatisch generierte Beschreibung">
            <a:extLst>
              <a:ext uri="{FF2B5EF4-FFF2-40B4-BE49-F238E27FC236}">
                <a16:creationId xmlns:a16="http://schemas.microsoft.com/office/drawing/2014/main" id="{D11D5FFD-2411-42D5-8D1C-6EFD187ED2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676" y="3732121"/>
            <a:ext cx="1172818" cy="378737"/>
          </a:xfrm>
          <a:custGeom>
            <a:avLst/>
            <a:gdLst>
              <a:gd name="connsiteX0" fmla="*/ 0 w 1172818"/>
              <a:gd name="connsiteY0" fmla="*/ 0 h 378737"/>
              <a:gd name="connsiteX1" fmla="*/ 551224 w 1172818"/>
              <a:gd name="connsiteY1" fmla="*/ 0 h 378737"/>
              <a:gd name="connsiteX2" fmla="*/ 1172818 w 1172818"/>
              <a:gd name="connsiteY2" fmla="*/ 0 h 378737"/>
              <a:gd name="connsiteX3" fmla="*/ 1172818 w 1172818"/>
              <a:gd name="connsiteY3" fmla="*/ 378737 h 378737"/>
              <a:gd name="connsiteX4" fmla="*/ 562953 w 1172818"/>
              <a:gd name="connsiteY4" fmla="*/ 378737 h 378737"/>
              <a:gd name="connsiteX5" fmla="*/ 0 w 1172818"/>
              <a:gd name="connsiteY5" fmla="*/ 378737 h 378737"/>
              <a:gd name="connsiteX6" fmla="*/ 0 w 1172818"/>
              <a:gd name="connsiteY6" fmla="*/ 0 h 378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2818" h="378737" fill="none" extrusionOk="0">
                <a:moveTo>
                  <a:pt x="0" y="0"/>
                </a:moveTo>
                <a:cubicBezTo>
                  <a:pt x="145351" y="20615"/>
                  <a:pt x="416964" y="-3611"/>
                  <a:pt x="551224" y="0"/>
                </a:cubicBezTo>
                <a:cubicBezTo>
                  <a:pt x="685484" y="3611"/>
                  <a:pt x="1020254" y="1960"/>
                  <a:pt x="1172818" y="0"/>
                </a:cubicBezTo>
                <a:cubicBezTo>
                  <a:pt x="1180422" y="159265"/>
                  <a:pt x="1168508" y="279546"/>
                  <a:pt x="1172818" y="378737"/>
                </a:cubicBezTo>
                <a:cubicBezTo>
                  <a:pt x="883940" y="406234"/>
                  <a:pt x="733800" y="399638"/>
                  <a:pt x="562953" y="378737"/>
                </a:cubicBezTo>
                <a:cubicBezTo>
                  <a:pt x="392107" y="357836"/>
                  <a:pt x="263714" y="390532"/>
                  <a:pt x="0" y="378737"/>
                </a:cubicBezTo>
                <a:cubicBezTo>
                  <a:pt x="-15344" y="299572"/>
                  <a:pt x="7568" y="119696"/>
                  <a:pt x="0" y="0"/>
                </a:cubicBezTo>
                <a:close/>
              </a:path>
              <a:path w="1172818" h="378737" stroke="0" extrusionOk="0">
                <a:moveTo>
                  <a:pt x="0" y="0"/>
                </a:moveTo>
                <a:cubicBezTo>
                  <a:pt x="258564" y="-16491"/>
                  <a:pt x="446638" y="3646"/>
                  <a:pt x="574681" y="0"/>
                </a:cubicBezTo>
                <a:cubicBezTo>
                  <a:pt x="702724" y="-3646"/>
                  <a:pt x="908086" y="17436"/>
                  <a:pt x="1172818" y="0"/>
                </a:cubicBezTo>
                <a:cubicBezTo>
                  <a:pt x="1165933" y="131074"/>
                  <a:pt x="1178408" y="226690"/>
                  <a:pt x="1172818" y="378737"/>
                </a:cubicBezTo>
                <a:cubicBezTo>
                  <a:pt x="956776" y="361518"/>
                  <a:pt x="763687" y="353260"/>
                  <a:pt x="609865" y="378737"/>
                </a:cubicBezTo>
                <a:cubicBezTo>
                  <a:pt x="456043" y="404214"/>
                  <a:pt x="182487" y="390061"/>
                  <a:pt x="0" y="378737"/>
                </a:cubicBezTo>
                <a:cubicBezTo>
                  <a:pt x="17201" y="223585"/>
                  <a:pt x="8124" y="79683"/>
                  <a:pt x="0" y="0"/>
                </a:cubicBezTo>
                <a:close/>
              </a:path>
            </a:pathLst>
          </a:custGeom>
          <a:ln>
            <a:noFill/>
            <a:extLst>
              <a:ext uri="{C807C97D-BFC1-408E-A445-0C87EB9F89A2}">
                <ask:lineSketchStyleProps xmlns:ask="http://schemas.microsoft.com/office/drawing/2018/sketchyshapes" sd="53409658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216959A4-D15E-48C5-BD97-344338A918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899" y="3605624"/>
            <a:ext cx="722944" cy="631731"/>
          </a:xfrm>
          <a:custGeom>
            <a:avLst/>
            <a:gdLst>
              <a:gd name="connsiteX0" fmla="*/ 0 w 722944"/>
              <a:gd name="connsiteY0" fmla="*/ 0 h 631731"/>
              <a:gd name="connsiteX1" fmla="*/ 354243 w 722944"/>
              <a:gd name="connsiteY1" fmla="*/ 0 h 631731"/>
              <a:gd name="connsiteX2" fmla="*/ 722944 w 722944"/>
              <a:gd name="connsiteY2" fmla="*/ 0 h 631731"/>
              <a:gd name="connsiteX3" fmla="*/ 722944 w 722944"/>
              <a:gd name="connsiteY3" fmla="*/ 631731 h 631731"/>
              <a:gd name="connsiteX4" fmla="*/ 368701 w 722944"/>
              <a:gd name="connsiteY4" fmla="*/ 631731 h 631731"/>
              <a:gd name="connsiteX5" fmla="*/ 0 w 722944"/>
              <a:gd name="connsiteY5" fmla="*/ 631731 h 631731"/>
              <a:gd name="connsiteX6" fmla="*/ 0 w 722944"/>
              <a:gd name="connsiteY6" fmla="*/ 0 h 631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2944" h="631731" fill="none" extrusionOk="0">
                <a:moveTo>
                  <a:pt x="0" y="0"/>
                </a:moveTo>
                <a:cubicBezTo>
                  <a:pt x="162211" y="-11644"/>
                  <a:pt x="194602" y="10661"/>
                  <a:pt x="354243" y="0"/>
                </a:cubicBezTo>
                <a:cubicBezTo>
                  <a:pt x="513884" y="-10661"/>
                  <a:pt x="562445" y="-7071"/>
                  <a:pt x="722944" y="0"/>
                </a:cubicBezTo>
                <a:cubicBezTo>
                  <a:pt x="736953" y="269633"/>
                  <a:pt x="692094" y="472219"/>
                  <a:pt x="722944" y="631731"/>
                </a:cubicBezTo>
                <a:cubicBezTo>
                  <a:pt x="581821" y="620652"/>
                  <a:pt x="455038" y="636641"/>
                  <a:pt x="368701" y="631731"/>
                </a:cubicBezTo>
                <a:cubicBezTo>
                  <a:pt x="282364" y="626821"/>
                  <a:pt x="79064" y="633662"/>
                  <a:pt x="0" y="631731"/>
                </a:cubicBezTo>
                <a:cubicBezTo>
                  <a:pt x="-21532" y="404694"/>
                  <a:pt x="26072" y="160526"/>
                  <a:pt x="0" y="0"/>
                </a:cubicBezTo>
                <a:close/>
              </a:path>
              <a:path w="722944" h="631731" stroke="0" extrusionOk="0">
                <a:moveTo>
                  <a:pt x="0" y="0"/>
                </a:moveTo>
                <a:cubicBezTo>
                  <a:pt x="106197" y="10018"/>
                  <a:pt x="239281" y="461"/>
                  <a:pt x="354243" y="0"/>
                </a:cubicBezTo>
                <a:cubicBezTo>
                  <a:pt x="469205" y="-461"/>
                  <a:pt x="605550" y="-3592"/>
                  <a:pt x="722944" y="0"/>
                </a:cubicBezTo>
                <a:cubicBezTo>
                  <a:pt x="696401" y="194451"/>
                  <a:pt x="725069" y="398095"/>
                  <a:pt x="722944" y="631731"/>
                </a:cubicBezTo>
                <a:cubicBezTo>
                  <a:pt x="610830" y="625572"/>
                  <a:pt x="517087" y="630080"/>
                  <a:pt x="383160" y="631731"/>
                </a:cubicBezTo>
                <a:cubicBezTo>
                  <a:pt x="249233" y="633382"/>
                  <a:pt x="124978" y="622646"/>
                  <a:pt x="0" y="631731"/>
                </a:cubicBezTo>
                <a:cubicBezTo>
                  <a:pt x="-9593" y="416428"/>
                  <a:pt x="1995" y="310163"/>
                  <a:pt x="0" y="0"/>
                </a:cubicBezTo>
                <a:close/>
              </a:path>
            </a:pathLst>
          </a:custGeom>
          <a:ln>
            <a:noFill/>
            <a:extLst>
              <a:ext uri="{C807C97D-BFC1-408E-A445-0C87EB9F89A2}">
                <ask:lineSketchStyleProps xmlns:ask="http://schemas.microsoft.com/office/drawing/2018/sketchyshapes" sd="417381509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43" name="Rechteck 42">
            <a:extLst>
              <a:ext uri="{FF2B5EF4-FFF2-40B4-BE49-F238E27FC236}">
                <a16:creationId xmlns:a16="http://schemas.microsoft.com/office/drawing/2014/main" id="{B9681E47-93FD-4EFC-B140-EC58E00FDE4D}"/>
              </a:ext>
            </a:extLst>
          </p:cNvPr>
          <p:cNvSpPr/>
          <p:nvPr/>
        </p:nvSpPr>
        <p:spPr>
          <a:xfrm>
            <a:off x="6417324" y="2438646"/>
            <a:ext cx="2277202" cy="2136206"/>
          </a:xfrm>
          <a:custGeom>
            <a:avLst/>
            <a:gdLst>
              <a:gd name="connsiteX0" fmla="*/ 0 w 2277202"/>
              <a:gd name="connsiteY0" fmla="*/ 0 h 2136206"/>
              <a:gd name="connsiteX1" fmla="*/ 500984 w 2277202"/>
              <a:gd name="connsiteY1" fmla="*/ 0 h 2136206"/>
              <a:gd name="connsiteX2" fmla="*/ 1001969 w 2277202"/>
              <a:gd name="connsiteY2" fmla="*/ 0 h 2136206"/>
              <a:gd name="connsiteX3" fmla="*/ 1616813 w 2277202"/>
              <a:gd name="connsiteY3" fmla="*/ 0 h 2136206"/>
              <a:gd name="connsiteX4" fmla="*/ 2277202 w 2277202"/>
              <a:gd name="connsiteY4" fmla="*/ 0 h 2136206"/>
              <a:gd name="connsiteX5" fmla="*/ 2277202 w 2277202"/>
              <a:gd name="connsiteY5" fmla="*/ 555414 h 2136206"/>
              <a:gd name="connsiteX6" fmla="*/ 2277202 w 2277202"/>
              <a:gd name="connsiteY6" fmla="*/ 1089465 h 2136206"/>
              <a:gd name="connsiteX7" fmla="*/ 2277202 w 2277202"/>
              <a:gd name="connsiteY7" fmla="*/ 1580792 h 2136206"/>
              <a:gd name="connsiteX8" fmla="*/ 2277202 w 2277202"/>
              <a:gd name="connsiteY8" fmla="*/ 2136206 h 2136206"/>
              <a:gd name="connsiteX9" fmla="*/ 1730674 w 2277202"/>
              <a:gd name="connsiteY9" fmla="*/ 2136206 h 2136206"/>
              <a:gd name="connsiteX10" fmla="*/ 1161373 w 2277202"/>
              <a:gd name="connsiteY10" fmla="*/ 2136206 h 2136206"/>
              <a:gd name="connsiteX11" fmla="*/ 592073 w 2277202"/>
              <a:gd name="connsiteY11" fmla="*/ 2136206 h 2136206"/>
              <a:gd name="connsiteX12" fmla="*/ 0 w 2277202"/>
              <a:gd name="connsiteY12" fmla="*/ 2136206 h 2136206"/>
              <a:gd name="connsiteX13" fmla="*/ 0 w 2277202"/>
              <a:gd name="connsiteY13" fmla="*/ 1559430 h 2136206"/>
              <a:gd name="connsiteX14" fmla="*/ 0 w 2277202"/>
              <a:gd name="connsiteY14" fmla="*/ 982655 h 2136206"/>
              <a:gd name="connsiteX15" fmla="*/ 0 w 2277202"/>
              <a:gd name="connsiteY15" fmla="*/ 0 h 2136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277202" h="2136206" fill="none" extrusionOk="0">
                <a:moveTo>
                  <a:pt x="0" y="0"/>
                </a:moveTo>
                <a:cubicBezTo>
                  <a:pt x="206627" y="-14097"/>
                  <a:pt x="322417" y="1016"/>
                  <a:pt x="500984" y="0"/>
                </a:cubicBezTo>
                <a:cubicBezTo>
                  <a:pt x="679551" y="-1016"/>
                  <a:pt x="818840" y="9146"/>
                  <a:pt x="1001969" y="0"/>
                </a:cubicBezTo>
                <a:cubicBezTo>
                  <a:pt x="1185099" y="-9146"/>
                  <a:pt x="1394949" y="218"/>
                  <a:pt x="1616813" y="0"/>
                </a:cubicBezTo>
                <a:cubicBezTo>
                  <a:pt x="1838677" y="-218"/>
                  <a:pt x="2105439" y="-30163"/>
                  <a:pt x="2277202" y="0"/>
                </a:cubicBezTo>
                <a:cubicBezTo>
                  <a:pt x="2293024" y="271887"/>
                  <a:pt x="2282751" y="312393"/>
                  <a:pt x="2277202" y="555414"/>
                </a:cubicBezTo>
                <a:cubicBezTo>
                  <a:pt x="2271653" y="798435"/>
                  <a:pt x="2271862" y="866416"/>
                  <a:pt x="2277202" y="1089465"/>
                </a:cubicBezTo>
                <a:cubicBezTo>
                  <a:pt x="2282542" y="1312514"/>
                  <a:pt x="2257872" y="1406489"/>
                  <a:pt x="2277202" y="1580792"/>
                </a:cubicBezTo>
                <a:cubicBezTo>
                  <a:pt x="2296532" y="1755095"/>
                  <a:pt x="2279325" y="1955458"/>
                  <a:pt x="2277202" y="2136206"/>
                </a:cubicBezTo>
                <a:cubicBezTo>
                  <a:pt x="2098294" y="2137900"/>
                  <a:pt x="1928317" y="2112511"/>
                  <a:pt x="1730674" y="2136206"/>
                </a:cubicBezTo>
                <a:cubicBezTo>
                  <a:pt x="1533031" y="2159901"/>
                  <a:pt x="1407383" y="2123982"/>
                  <a:pt x="1161373" y="2136206"/>
                </a:cubicBezTo>
                <a:cubicBezTo>
                  <a:pt x="915363" y="2148430"/>
                  <a:pt x="832349" y="2107758"/>
                  <a:pt x="592073" y="2136206"/>
                </a:cubicBezTo>
                <a:cubicBezTo>
                  <a:pt x="351797" y="2164654"/>
                  <a:pt x="260652" y="2136666"/>
                  <a:pt x="0" y="2136206"/>
                </a:cubicBezTo>
                <a:cubicBezTo>
                  <a:pt x="-28303" y="1923934"/>
                  <a:pt x="15828" y="1718551"/>
                  <a:pt x="0" y="1559430"/>
                </a:cubicBezTo>
                <a:cubicBezTo>
                  <a:pt x="-15828" y="1400309"/>
                  <a:pt x="-28053" y="1190075"/>
                  <a:pt x="0" y="982655"/>
                </a:cubicBezTo>
                <a:cubicBezTo>
                  <a:pt x="28053" y="775236"/>
                  <a:pt x="-2603" y="293627"/>
                  <a:pt x="0" y="0"/>
                </a:cubicBezTo>
                <a:close/>
              </a:path>
              <a:path w="2277202" h="2136206" stroke="0" extrusionOk="0">
                <a:moveTo>
                  <a:pt x="0" y="0"/>
                </a:moveTo>
                <a:cubicBezTo>
                  <a:pt x="235374" y="-11674"/>
                  <a:pt x="350556" y="1264"/>
                  <a:pt x="614845" y="0"/>
                </a:cubicBezTo>
                <a:cubicBezTo>
                  <a:pt x="879135" y="-1264"/>
                  <a:pt x="939976" y="-25129"/>
                  <a:pt x="1138601" y="0"/>
                </a:cubicBezTo>
                <a:cubicBezTo>
                  <a:pt x="1337226" y="25129"/>
                  <a:pt x="1480159" y="15047"/>
                  <a:pt x="1730674" y="0"/>
                </a:cubicBezTo>
                <a:cubicBezTo>
                  <a:pt x="1981189" y="-15047"/>
                  <a:pt x="2045931" y="8943"/>
                  <a:pt x="2277202" y="0"/>
                </a:cubicBezTo>
                <a:cubicBezTo>
                  <a:pt x="2271964" y="171814"/>
                  <a:pt x="2277311" y="372066"/>
                  <a:pt x="2277202" y="469965"/>
                </a:cubicBezTo>
                <a:cubicBezTo>
                  <a:pt x="2277093" y="567864"/>
                  <a:pt x="2261334" y="806029"/>
                  <a:pt x="2277202" y="1046741"/>
                </a:cubicBezTo>
                <a:cubicBezTo>
                  <a:pt x="2293070" y="1287453"/>
                  <a:pt x="2254423" y="1399882"/>
                  <a:pt x="2277202" y="1538068"/>
                </a:cubicBezTo>
                <a:cubicBezTo>
                  <a:pt x="2299981" y="1676254"/>
                  <a:pt x="2274386" y="1934714"/>
                  <a:pt x="2277202" y="2136206"/>
                </a:cubicBezTo>
                <a:cubicBezTo>
                  <a:pt x="2095372" y="2118465"/>
                  <a:pt x="1999477" y="2109624"/>
                  <a:pt x="1730674" y="2136206"/>
                </a:cubicBezTo>
                <a:cubicBezTo>
                  <a:pt x="1461871" y="2162788"/>
                  <a:pt x="1304465" y="2135044"/>
                  <a:pt x="1184145" y="2136206"/>
                </a:cubicBezTo>
                <a:cubicBezTo>
                  <a:pt x="1063825" y="2137368"/>
                  <a:pt x="822394" y="2152249"/>
                  <a:pt x="637617" y="2136206"/>
                </a:cubicBezTo>
                <a:cubicBezTo>
                  <a:pt x="452840" y="2120163"/>
                  <a:pt x="227135" y="2149178"/>
                  <a:pt x="0" y="2136206"/>
                </a:cubicBezTo>
                <a:cubicBezTo>
                  <a:pt x="12273" y="1951280"/>
                  <a:pt x="5168" y="1736282"/>
                  <a:pt x="0" y="1580792"/>
                </a:cubicBezTo>
                <a:cubicBezTo>
                  <a:pt x="-5168" y="1425302"/>
                  <a:pt x="-10232" y="1332561"/>
                  <a:pt x="0" y="1110827"/>
                </a:cubicBezTo>
                <a:cubicBezTo>
                  <a:pt x="10232" y="889093"/>
                  <a:pt x="-458" y="843887"/>
                  <a:pt x="0" y="640862"/>
                </a:cubicBezTo>
                <a:cubicBezTo>
                  <a:pt x="458" y="437837"/>
                  <a:pt x="22819" y="28604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9050">
            <a:extLst>
              <a:ext uri="{C807C97D-BFC1-408E-A445-0C87EB9F89A2}">
                <ask:lineSketchStyleProps xmlns:ask="http://schemas.microsoft.com/office/drawing/2018/sketchyshapes" sd="30592119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832F9037-38BE-4776-A8BC-7DB37E1845CE}"/>
              </a:ext>
            </a:extLst>
          </p:cNvPr>
          <p:cNvSpPr/>
          <p:nvPr/>
        </p:nvSpPr>
        <p:spPr>
          <a:xfrm rot="21194370">
            <a:off x="6311211" y="2246299"/>
            <a:ext cx="891380" cy="436362"/>
          </a:xfrm>
          <a:custGeom>
            <a:avLst/>
            <a:gdLst>
              <a:gd name="connsiteX0" fmla="*/ 0 w 891380"/>
              <a:gd name="connsiteY0" fmla="*/ 72728 h 436362"/>
              <a:gd name="connsiteX1" fmla="*/ 72728 w 891380"/>
              <a:gd name="connsiteY1" fmla="*/ 0 h 436362"/>
              <a:gd name="connsiteX2" fmla="*/ 445690 w 891380"/>
              <a:gd name="connsiteY2" fmla="*/ 0 h 436362"/>
              <a:gd name="connsiteX3" fmla="*/ 818652 w 891380"/>
              <a:gd name="connsiteY3" fmla="*/ 0 h 436362"/>
              <a:gd name="connsiteX4" fmla="*/ 891380 w 891380"/>
              <a:gd name="connsiteY4" fmla="*/ 72728 h 436362"/>
              <a:gd name="connsiteX5" fmla="*/ 891380 w 891380"/>
              <a:gd name="connsiteY5" fmla="*/ 363634 h 436362"/>
              <a:gd name="connsiteX6" fmla="*/ 818652 w 891380"/>
              <a:gd name="connsiteY6" fmla="*/ 436362 h 436362"/>
              <a:gd name="connsiteX7" fmla="*/ 460608 w 891380"/>
              <a:gd name="connsiteY7" fmla="*/ 436362 h 436362"/>
              <a:gd name="connsiteX8" fmla="*/ 72728 w 891380"/>
              <a:gd name="connsiteY8" fmla="*/ 436362 h 436362"/>
              <a:gd name="connsiteX9" fmla="*/ 0 w 891380"/>
              <a:gd name="connsiteY9" fmla="*/ 363634 h 436362"/>
              <a:gd name="connsiteX10" fmla="*/ 0 w 891380"/>
              <a:gd name="connsiteY10" fmla="*/ 72728 h 436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91380" h="436362" fill="none" extrusionOk="0">
                <a:moveTo>
                  <a:pt x="0" y="72728"/>
                </a:moveTo>
                <a:cubicBezTo>
                  <a:pt x="-6662" y="31837"/>
                  <a:pt x="30508" y="1402"/>
                  <a:pt x="72728" y="0"/>
                </a:cubicBezTo>
                <a:cubicBezTo>
                  <a:pt x="241961" y="-3086"/>
                  <a:pt x="314500" y="-91"/>
                  <a:pt x="445690" y="0"/>
                </a:cubicBezTo>
                <a:cubicBezTo>
                  <a:pt x="576880" y="91"/>
                  <a:pt x="698370" y="8548"/>
                  <a:pt x="818652" y="0"/>
                </a:cubicBezTo>
                <a:cubicBezTo>
                  <a:pt x="855485" y="4927"/>
                  <a:pt x="884533" y="31091"/>
                  <a:pt x="891380" y="72728"/>
                </a:cubicBezTo>
                <a:cubicBezTo>
                  <a:pt x="877801" y="194765"/>
                  <a:pt x="879650" y="244199"/>
                  <a:pt x="891380" y="363634"/>
                </a:cubicBezTo>
                <a:cubicBezTo>
                  <a:pt x="887932" y="407409"/>
                  <a:pt x="861852" y="430359"/>
                  <a:pt x="818652" y="436362"/>
                </a:cubicBezTo>
                <a:cubicBezTo>
                  <a:pt x="724700" y="435512"/>
                  <a:pt x="572713" y="425485"/>
                  <a:pt x="460608" y="436362"/>
                </a:cubicBezTo>
                <a:cubicBezTo>
                  <a:pt x="348503" y="447239"/>
                  <a:pt x="178570" y="453895"/>
                  <a:pt x="72728" y="436362"/>
                </a:cubicBezTo>
                <a:cubicBezTo>
                  <a:pt x="34978" y="433164"/>
                  <a:pt x="2210" y="410437"/>
                  <a:pt x="0" y="363634"/>
                </a:cubicBezTo>
                <a:cubicBezTo>
                  <a:pt x="11948" y="226004"/>
                  <a:pt x="13853" y="147869"/>
                  <a:pt x="0" y="72728"/>
                </a:cubicBezTo>
                <a:close/>
              </a:path>
              <a:path w="891380" h="436362" stroke="0" extrusionOk="0">
                <a:moveTo>
                  <a:pt x="0" y="72728"/>
                </a:moveTo>
                <a:cubicBezTo>
                  <a:pt x="7465" y="28508"/>
                  <a:pt x="36930" y="2430"/>
                  <a:pt x="72728" y="0"/>
                </a:cubicBezTo>
                <a:cubicBezTo>
                  <a:pt x="229692" y="-5353"/>
                  <a:pt x="335913" y="-7812"/>
                  <a:pt x="438231" y="0"/>
                </a:cubicBezTo>
                <a:cubicBezTo>
                  <a:pt x="540549" y="7812"/>
                  <a:pt x="725431" y="-8191"/>
                  <a:pt x="818652" y="0"/>
                </a:cubicBezTo>
                <a:cubicBezTo>
                  <a:pt x="864116" y="-6261"/>
                  <a:pt x="891197" y="35282"/>
                  <a:pt x="891380" y="72728"/>
                </a:cubicBezTo>
                <a:cubicBezTo>
                  <a:pt x="890527" y="171006"/>
                  <a:pt x="886522" y="238910"/>
                  <a:pt x="891380" y="363634"/>
                </a:cubicBezTo>
                <a:cubicBezTo>
                  <a:pt x="886002" y="406044"/>
                  <a:pt x="861752" y="437628"/>
                  <a:pt x="818652" y="436362"/>
                </a:cubicBezTo>
                <a:cubicBezTo>
                  <a:pt x="669899" y="436878"/>
                  <a:pt x="600895" y="448549"/>
                  <a:pt x="430772" y="436362"/>
                </a:cubicBezTo>
                <a:cubicBezTo>
                  <a:pt x="260649" y="424175"/>
                  <a:pt x="187425" y="439283"/>
                  <a:pt x="72728" y="436362"/>
                </a:cubicBezTo>
                <a:cubicBezTo>
                  <a:pt x="29032" y="439361"/>
                  <a:pt x="3556" y="400796"/>
                  <a:pt x="0" y="363634"/>
                </a:cubicBezTo>
                <a:cubicBezTo>
                  <a:pt x="3152" y="275839"/>
                  <a:pt x="-13858" y="157705"/>
                  <a:pt x="0" y="72728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756987753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2021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CC2D990-AE65-451D-B134-B955C49DFF44}"/>
              </a:ext>
            </a:extLst>
          </p:cNvPr>
          <p:cNvGrpSpPr/>
          <p:nvPr/>
        </p:nvGrpSpPr>
        <p:grpSpPr>
          <a:xfrm>
            <a:off x="7211008" y="2261606"/>
            <a:ext cx="921233" cy="1167394"/>
            <a:chOff x="7183323" y="2261606"/>
            <a:chExt cx="921233" cy="1167394"/>
          </a:xfrm>
        </p:grpSpPr>
        <p:pic>
          <p:nvPicPr>
            <p:cNvPr id="45" name="Grafik 44">
              <a:extLst>
                <a:ext uri="{FF2B5EF4-FFF2-40B4-BE49-F238E27FC236}">
                  <a16:creationId xmlns:a16="http://schemas.microsoft.com/office/drawing/2014/main" id="{2EF1D4EC-00EE-41F6-B238-BF1AA5F1B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3323" y="2797270"/>
              <a:ext cx="689834" cy="631730"/>
            </a:xfrm>
            <a:custGeom>
              <a:avLst/>
              <a:gdLst>
                <a:gd name="connsiteX0" fmla="*/ 0 w 689834"/>
                <a:gd name="connsiteY0" fmla="*/ 0 h 631730"/>
                <a:gd name="connsiteX1" fmla="*/ 689834 w 689834"/>
                <a:gd name="connsiteY1" fmla="*/ 0 h 631730"/>
                <a:gd name="connsiteX2" fmla="*/ 689834 w 689834"/>
                <a:gd name="connsiteY2" fmla="*/ 631730 h 631730"/>
                <a:gd name="connsiteX3" fmla="*/ 0 w 689834"/>
                <a:gd name="connsiteY3" fmla="*/ 631730 h 631730"/>
                <a:gd name="connsiteX4" fmla="*/ 0 w 689834"/>
                <a:gd name="connsiteY4" fmla="*/ 0 h 631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834" h="631730" fill="none" extrusionOk="0">
                  <a:moveTo>
                    <a:pt x="0" y="0"/>
                  </a:moveTo>
                  <a:cubicBezTo>
                    <a:pt x="249240" y="-22124"/>
                    <a:pt x="406840" y="-33167"/>
                    <a:pt x="689834" y="0"/>
                  </a:cubicBezTo>
                  <a:cubicBezTo>
                    <a:pt x="683797" y="186745"/>
                    <a:pt x="709302" y="377953"/>
                    <a:pt x="689834" y="631730"/>
                  </a:cubicBezTo>
                  <a:cubicBezTo>
                    <a:pt x="470693" y="646528"/>
                    <a:pt x="332559" y="643432"/>
                    <a:pt x="0" y="631730"/>
                  </a:cubicBezTo>
                  <a:cubicBezTo>
                    <a:pt x="27658" y="465233"/>
                    <a:pt x="-20908" y="126814"/>
                    <a:pt x="0" y="0"/>
                  </a:cubicBezTo>
                  <a:close/>
                </a:path>
                <a:path w="689834" h="631730" stroke="0" extrusionOk="0">
                  <a:moveTo>
                    <a:pt x="0" y="0"/>
                  </a:moveTo>
                  <a:cubicBezTo>
                    <a:pt x="224491" y="-30511"/>
                    <a:pt x="350249" y="506"/>
                    <a:pt x="689834" y="0"/>
                  </a:cubicBezTo>
                  <a:cubicBezTo>
                    <a:pt x="674117" y="150268"/>
                    <a:pt x="664398" y="321881"/>
                    <a:pt x="689834" y="631730"/>
                  </a:cubicBezTo>
                  <a:cubicBezTo>
                    <a:pt x="423733" y="624593"/>
                    <a:pt x="285076" y="666128"/>
                    <a:pt x="0" y="631730"/>
                  </a:cubicBezTo>
                  <a:cubicBezTo>
                    <a:pt x="-10507" y="426056"/>
                    <a:pt x="3209" y="256796"/>
                    <a:pt x="0" y="0"/>
                  </a:cubicBezTo>
                  <a:close/>
                </a:path>
              </a:pathLst>
            </a:custGeom>
            <a:ln>
              <a:noFill/>
              <a:extLst>
                <a:ext uri="{C807C97D-BFC1-408E-A445-0C87EB9F89A2}">
                  <ask:lineSketchStyleProps xmlns:ask="http://schemas.microsoft.com/office/drawing/2018/sketchyshapes" sd="1240295115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  <p:pic>
          <p:nvPicPr>
            <p:cNvPr id="4" name="Grafik 3" descr="Abschlusshut mit einfarbiger Füllung">
              <a:extLst>
                <a:ext uri="{FF2B5EF4-FFF2-40B4-BE49-F238E27FC236}">
                  <a16:creationId xmlns:a16="http://schemas.microsoft.com/office/drawing/2014/main" id="{23784BE9-813E-4AF1-A4C7-C72D12BD3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743093">
              <a:off x="7190156" y="2261606"/>
              <a:ext cx="914400" cy="914400"/>
            </a:xfrm>
            <a:prstGeom prst="rect">
              <a:avLst/>
            </a:prstGeom>
          </p:spPr>
        </p:pic>
      </p:grpSp>
      <p:pic>
        <p:nvPicPr>
          <p:cNvPr id="54" name="Grafik 53">
            <a:extLst>
              <a:ext uri="{FF2B5EF4-FFF2-40B4-BE49-F238E27FC236}">
                <a16:creationId xmlns:a16="http://schemas.microsoft.com/office/drawing/2014/main" id="{14021FC6-DBA0-44E8-BED9-F49973B80A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53" y="3605624"/>
            <a:ext cx="722944" cy="631731"/>
          </a:xfrm>
          <a:custGeom>
            <a:avLst/>
            <a:gdLst>
              <a:gd name="connsiteX0" fmla="*/ 0 w 722944"/>
              <a:gd name="connsiteY0" fmla="*/ 0 h 631731"/>
              <a:gd name="connsiteX1" fmla="*/ 354243 w 722944"/>
              <a:gd name="connsiteY1" fmla="*/ 0 h 631731"/>
              <a:gd name="connsiteX2" fmla="*/ 722944 w 722944"/>
              <a:gd name="connsiteY2" fmla="*/ 0 h 631731"/>
              <a:gd name="connsiteX3" fmla="*/ 722944 w 722944"/>
              <a:gd name="connsiteY3" fmla="*/ 631731 h 631731"/>
              <a:gd name="connsiteX4" fmla="*/ 375931 w 722944"/>
              <a:gd name="connsiteY4" fmla="*/ 631731 h 631731"/>
              <a:gd name="connsiteX5" fmla="*/ 0 w 722944"/>
              <a:gd name="connsiteY5" fmla="*/ 631731 h 631731"/>
              <a:gd name="connsiteX6" fmla="*/ 0 w 722944"/>
              <a:gd name="connsiteY6" fmla="*/ 0 h 631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2944" h="631731" fill="none" extrusionOk="0">
                <a:moveTo>
                  <a:pt x="0" y="0"/>
                </a:moveTo>
                <a:cubicBezTo>
                  <a:pt x="111987" y="-11659"/>
                  <a:pt x="202212" y="11701"/>
                  <a:pt x="354243" y="0"/>
                </a:cubicBezTo>
                <a:cubicBezTo>
                  <a:pt x="506274" y="-11701"/>
                  <a:pt x="600152" y="10678"/>
                  <a:pt x="722944" y="0"/>
                </a:cubicBezTo>
                <a:cubicBezTo>
                  <a:pt x="696593" y="157326"/>
                  <a:pt x="707871" y="336064"/>
                  <a:pt x="722944" y="631731"/>
                </a:cubicBezTo>
                <a:cubicBezTo>
                  <a:pt x="618990" y="620471"/>
                  <a:pt x="448897" y="627521"/>
                  <a:pt x="375931" y="631731"/>
                </a:cubicBezTo>
                <a:cubicBezTo>
                  <a:pt x="302965" y="635941"/>
                  <a:pt x="182046" y="616442"/>
                  <a:pt x="0" y="631731"/>
                </a:cubicBezTo>
                <a:cubicBezTo>
                  <a:pt x="10212" y="461816"/>
                  <a:pt x="30138" y="222928"/>
                  <a:pt x="0" y="0"/>
                </a:cubicBezTo>
                <a:close/>
              </a:path>
              <a:path w="722944" h="631731" stroke="0" extrusionOk="0">
                <a:moveTo>
                  <a:pt x="0" y="0"/>
                </a:moveTo>
                <a:cubicBezTo>
                  <a:pt x="135596" y="-1865"/>
                  <a:pt x="270006" y="13067"/>
                  <a:pt x="368701" y="0"/>
                </a:cubicBezTo>
                <a:cubicBezTo>
                  <a:pt x="467396" y="-13067"/>
                  <a:pt x="574557" y="6838"/>
                  <a:pt x="722944" y="0"/>
                </a:cubicBezTo>
                <a:cubicBezTo>
                  <a:pt x="726572" y="233048"/>
                  <a:pt x="742383" y="361562"/>
                  <a:pt x="722944" y="631731"/>
                </a:cubicBezTo>
                <a:cubicBezTo>
                  <a:pt x="573586" y="614132"/>
                  <a:pt x="532454" y="623430"/>
                  <a:pt x="347013" y="631731"/>
                </a:cubicBezTo>
                <a:cubicBezTo>
                  <a:pt x="161572" y="640032"/>
                  <a:pt x="134221" y="626531"/>
                  <a:pt x="0" y="631731"/>
                </a:cubicBezTo>
                <a:cubicBezTo>
                  <a:pt x="3639" y="408348"/>
                  <a:pt x="7145" y="290776"/>
                  <a:pt x="0" y="0"/>
                </a:cubicBezTo>
                <a:close/>
              </a:path>
            </a:pathLst>
          </a:custGeom>
          <a:ln>
            <a:noFill/>
            <a:extLst>
              <a:ext uri="{C807C97D-BFC1-408E-A445-0C87EB9F89A2}">
                <ask:lineSketchStyleProps xmlns:ask="http://schemas.microsoft.com/office/drawing/2018/sketchyshapes" sd="351840921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49" name="Rechteck 48">
            <a:extLst>
              <a:ext uri="{FF2B5EF4-FFF2-40B4-BE49-F238E27FC236}">
                <a16:creationId xmlns:a16="http://schemas.microsoft.com/office/drawing/2014/main" id="{1497E1DC-0B75-400E-8CA7-C9F0E6581C54}"/>
              </a:ext>
            </a:extLst>
          </p:cNvPr>
          <p:cNvSpPr/>
          <p:nvPr/>
        </p:nvSpPr>
        <p:spPr>
          <a:xfrm>
            <a:off x="9059613" y="2438646"/>
            <a:ext cx="2277202" cy="2136206"/>
          </a:xfrm>
          <a:custGeom>
            <a:avLst/>
            <a:gdLst>
              <a:gd name="connsiteX0" fmla="*/ 0 w 2277202"/>
              <a:gd name="connsiteY0" fmla="*/ 0 h 2136206"/>
              <a:gd name="connsiteX1" fmla="*/ 500984 w 2277202"/>
              <a:gd name="connsiteY1" fmla="*/ 0 h 2136206"/>
              <a:gd name="connsiteX2" fmla="*/ 1001969 w 2277202"/>
              <a:gd name="connsiteY2" fmla="*/ 0 h 2136206"/>
              <a:gd name="connsiteX3" fmla="*/ 1616813 w 2277202"/>
              <a:gd name="connsiteY3" fmla="*/ 0 h 2136206"/>
              <a:gd name="connsiteX4" fmla="*/ 2277202 w 2277202"/>
              <a:gd name="connsiteY4" fmla="*/ 0 h 2136206"/>
              <a:gd name="connsiteX5" fmla="*/ 2277202 w 2277202"/>
              <a:gd name="connsiteY5" fmla="*/ 555414 h 2136206"/>
              <a:gd name="connsiteX6" fmla="*/ 2277202 w 2277202"/>
              <a:gd name="connsiteY6" fmla="*/ 1089465 h 2136206"/>
              <a:gd name="connsiteX7" fmla="*/ 2277202 w 2277202"/>
              <a:gd name="connsiteY7" fmla="*/ 1580792 h 2136206"/>
              <a:gd name="connsiteX8" fmla="*/ 2277202 w 2277202"/>
              <a:gd name="connsiteY8" fmla="*/ 2136206 h 2136206"/>
              <a:gd name="connsiteX9" fmla="*/ 1730674 w 2277202"/>
              <a:gd name="connsiteY9" fmla="*/ 2136206 h 2136206"/>
              <a:gd name="connsiteX10" fmla="*/ 1161373 w 2277202"/>
              <a:gd name="connsiteY10" fmla="*/ 2136206 h 2136206"/>
              <a:gd name="connsiteX11" fmla="*/ 592073 w 2277202"/>
              <a:gd name="connsiteY11" fmla="*/ 2136206 h 2136206"/>
              <a:gd name="connsiteX12" fmla="*/ 0 w 2277202"/>
              <a:gd name="connsiteY12" fmla="*/ 2136206 h 2136206"/>
              <a:gd name="connsiteX13" fmla="*/ 0 w 2277202"/>
              <a:gd name="connsiteY13" fmla="*/ 1559430 h 2136206"/>
              <a:gd name="connsiteX14" fmla="*/ 0 w 2277202"/>
              <a:gd name="connsiteY14" fmla="*/ 982655 h 2136206"/>
              <a:gd name="connsiteX15" fmla="*/ 0 w 2277202"/>
              <a:gd name="connsiteY15" fmla="*/ 0 h 2136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277202" h="2136206" fill="none" extrusionOk="0">
                <a:moveTo>
                  <a:pt x="0" y="0"/>
                </a:moveTo>
                <a:cubicBezTo>
                  <a:pt x="206627" y="-14097"/>
                  <a:pt x="322417" y="1016"/>
                  <a:pt x="500984" y="0"/>
                </a:cubicBezTo>
                <a:cubicBezTo>
                  <a:pt x="679551" y="-1016"/>
                  <a:pt x="818840" y="9146"/>
                  <a:pt x="1001969" y="0"/>
                </a:cubicBezTo>
                <a:cubicBezTo>
                  <a:pt x="1185099" y="-9146"/>
                  <a:pt x="1394949" y="218"/>
                  <a:pt x="1616813" y="0"/>
                </a:cubicBezTo>
                <a:cubicBezTo>
                  <a:pt x="1838677" y="-218"/>
                  <a:pt x="2105439" y="-30163"/>
                  <a:pt x="2277202" y="0"/>
                </a:cubicBezTo>
                <a:cubicBezTo>
                  <a:pt x="2293024" y="271887"/>
                  <a:pt x="2282751" y="312393"/>
                  <a:pt x="2277202" y="555414"/>
                </a:cubicBezTo>
                <a:cubicBezTo>
                  <a:pt x="2271653" y="798435"/>
                  <a:pt x="2271862" y="866416"/>
                  <a:pt x="2277202" y="1089465"/>
                </a:cubicBezTo>
                <a:cubicBezTo>
                  <a:pt x="2282542" y="1312514"/>
                  <a:pt x="2257872" y="1406489"/>
                  <a:pt x="2277202" y="1580792"/>
                </a:cubicBezTo>
                <a:cubicBezTo>
                  <a:pt x="2296532" y="1755095"/>
                  <a:pt x="2279325" y="1955458"/>
                  <a:pt x="2277202" y="2136206"/>
                </a:cubicBezTo>
                <a:cubicBezTo>
                  <a:pt x="2098294" y="2137900"/>
                  <a:pt x="1928317" y="2112511"/>
                  <a:pt x="1730674" y="2136206"/>
                </a:cubicBezTo>
                <a:cubicBezTo>
                  <a:pt x="1533031" y="2159901"/>
                  <a:pt x="1407383" y="2123982"/>
                  <a:pt x="1161373" y="2136206"/>
                </a:cubicBezTo>
                <a:cubicBezTo>
                  <a:pt x="915363" y="2148430"/>
                  <a:pt x="832349" y="2107758"/>
                  <a:pt x="592073" y="2136206"/>
                </a:cubicBezTo>
                <a:cubicBezTo>
                  <a:pt x="351797" y="2164654"/>
                  <a:pt x="260652" y="2136666"/>
                  <a:pt x="0" y="2136206"/>
                </a:cubicBezTo>
                <a:cubicBezTo>
                  <a:pt x="-28303" y="1923934"/>
                  <a:pt x="15828" y="1718551"/>
                  <a:pt x="0" y="1559430"/>
                </a:cubicBezTo>
                <a:cubicBezTo>
                  <a:pt x="-15828" y="1400309"/>
                  <a:pt x="-28053" y="1190075"/>
                  <a:pt x="0" y="982655"/>
                </a:cubicBezTo>
                <a:cubicBezTo>
                  <a:pt x="28053" y="775236"/>
                  <a:pt x="-2603" y="293627"/>
                  <a:pt x="0" y="0"/>
                </a:cubicBezTo>
                <a:close/>
              </a:path>
              <a:path w="2277202" h="2136206" stroke="0" extrusionOk="0">
                <a:moveTo>
                  <a:pt x="0" y="0"/>
                </a:moveTo>
                <a:cubicBezTo>
                  <a:pt x="235374" y="-11674"/>
                  <a:pt x="350556" y="1264"/>
                  <a:pt x="614845" y="0"/>
                </a:cubicBezTo>
                <a:cubicBezTo>
                  <a:pt x="879135" y="-1264"/>
                  <a:pt x="939976" y="-25129"/>
                  <a:pt x="1138601" y="0"/>
                </a:cubicBezTo>
                <a:cubicBezTo>
                  <a:pt x="1337226" y="25129"/>
                  <a:pt x="1480159" y="15047"/>
                  <a:pt x="1730674" y="0"/>
                </a:cubicBezTo>
                <a:cubicBezTo>
                  <a:pt x="1981189" y="-15047"/>
                  <a:pt x="2045931" y="8943"/>
                  <a:pt x="2277202" y="0"/>
                </a:cubicBezTo>
                <a:cubicBezTo>
                  <a:pt x="2271964" y="171814"/>
                  <a:pt x="2277311" y="372066"/>
                  <a:pt x="2277202" y="469965"/>
                </a:cubicBezTo>
                <a:cubicBezTo>
                  <a:pt x="2277093" y="567864"/>
                  <a:pt x="2261334" y="806029"/>
                  <a:pt x="2277202" y="1046741"/>
                </a:cubicBezTo>
                <a:cubicBezTo>
                  <a:pt x="2293070" y="1287453"/>
                  <a:pt x="2254423" y="1399882"/>
                  <a:pt x="2277202" y="1538068"/>
                </a:cubicBezTo>
                <a:cubicBezTo>
                  <a:pt x="2299981" y="1676254"/>
                  <a:pt x="2274386" y="1934714"/>
                  <a:pt x="2277202" y="2136206"/>
                </a:cubicBezTo>
                <a:cubicBezTo>
                  <a:pt x="2095372" y="2118465"/>
                  <a:pt x="1999477" y="2109624"/>
                  <a:pt x="1730674" y="2136206"/>
                </a:cubicBezTo>
                <a:cubicBezTo>
                  <a:pt x="1461871" y="2162788"/>
                  <a:pt x="1304465" y="2135044"/>
                  <a:pt x="1184145" y="2136206"/>
                </a:cubicBezTo>
                <a:cubicBezTo>
                  <a:pt x="1063825" y="2137368"/>
                  <a:pt x="822394" y="2152249"/>
                  <a:pt x="637617" y="2136206"/>
                </a:cubicBezTo>
                <a:cubicBezTo>
                  <a:pt x="452840" y="2120163"/>
                  <a:pt x="227135" y="2149178"/>
                  <a:pt x="0" y="2136206"/>
                </a:cubicBezTo>
                <a:cubicBezTo>
                  <a:pt x="12273" y="1951280"/>
                  <a:pt x="5168" y="1736282"/>
                  <a:pt x="0" y="1580792"/>
                </a:cubicBezTo>
                <a:cubicBezTo>
                  <a:pt x="-5168" y="1425302"/>
                  <a:pt x="-10232" y="1332561"/>
                  <a:pt x="0" y="1110827"/>
                </a:cubicBezTo>
                <a:cubicBezTo>
                  <a:pt x="10232" y="889093"/>
                  <a:pt x="-458" y="843887"/>
                  <a:pt x="0" y="640862"/>
                </a:cubicBezTo>
                <a:cubicBezTo>
                  <a:pt x="458" y="437837"/>
                  <a:pt x="22819" y="28604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9050">
            <a:extLst>
              <a:ext uri="{C807C97D-BFC1-408E-A445-0C87EB9F89A2}">
                <ask:lineSketchStyleProps xmlns:ask="http://schemas.microsoft.com/office/drawing/2018/sketchyshapes" sd="30592119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77487D37-371E-4A25-B180-9DC6E19377AC}"/>
              </a:ext>
            </a:extLst>
          </p:cNvPr>
          <p:cNvSpPr/>
          <p:nvPr/>
        </p:nvSpPr>
        <p:spPr>
          <a:xfrm rot="21194370">
            <a:off x="8953500" y="2246299"/>
            <a:ext cx="891380" cy="436362"/>
          </a:xfrm>
          <a:custGeom>
            <a:avLst/>
            <a:gdLst>
              <a:gd name="connsiteX0" fmla="*/ 0 w 891380"/>
              <a:gd name="connsiteY0" fmla="*/ 72728 h 436362"/>
              <a:gd name="connsiteX1" fmla="*/ 72728 w 891380"/>
              <a:gd name="connsiteY1" fmla="*/ 0 h 436362"/>
              <a:gd name="connsiteX2" fmla="*/ 445690 w 891380"/>
              <a:gd name="connsiteY2" fmla="*/ 0 h 436362"/>
              <a:gd name="connsiteX3" fmla="*/ 818652 w 891380"/>
              <a:gd name="connsiteY3" fmla="*/ 0 h 436362"/>
              <a:gd name="connsiteX4" fmla="*/ 891380 w 891380"/>
              <a:gd name="connsiteY4" fmla="*/ 72728 h 436362"/>
              <a:gd name="connsiteX5" fmla="*/ 891380 w 891380"/>
              <a:gd name="connsiteY5" fmla="*/ 363634 h 436362"/>
              <a:gd name="connsiteX6" fmla="*/ 818652 w 891380"/>
              <a:gd name="connsiteY6" fmla="*/ 436362 h 436362"/>
              <a:gd name="connsiteX7" fmla="*/ 460608 w 891380"/>
              <a:gd name="connsiteY7" fmla="*/ 436362 h 436362"/>
              <a:gd name="connsiteX8" fmla="*/ 72728 w 891380"/>
              <a:gd name="connsiteY8" fmla="*/ 436362 h 436362"/>
              <a:gd name="connsiteX9" fmla="*/ 0 w 891380"/>
              <a:gd name="connsiteY9" fmla="*/ 363634 h 436362"/>
              <a:gd name="connsiteX10" fmla="*/ 0 w 891380"/>
              <a:gd name="connsiteY10" fmla="*/ 72728 h 436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91380" h="436362" fill="none" extrusionOk="0">
                <a:moveTo>
                  <a:pt x="0" y="72728"/>
                </a:moveTo>
                <a:cubicBezTo>
                  <a:pt x="-6662" y="31837"/>
                  <a:pt x="30508" y="1402"/>
                  <a:pt x="72728" y="0"/>
                </a:cubicBezTo>
                <a:cubicBezTo>
                  <a:pt x="241961" y="-3086"/>
                  <a:pt x="314500" y="-91"/>
                  <a:pt x="445690" y="0"/>
                </a:cubicBezTo>
                <a:cubicBezTo>
                  <a:pt x="576880" y="91"/>
                  <a:pt x="698370" y="8548"/>
                  <a:pt x="818652" y="0"/>
                </a:cubicBezTo>
                <a:cubicBezTo>
                  <a:pt x="855485" y="4927"/>
                  <a:pt x="884533" y="31091"/>
                  <a:pt x="891380" y="72728"/>
                </a:cubicBezTo>
                <a:cubicBezTo>
                  <a:pt x="877801" y="194765"/>
                  <a:pt x="879650" y="244199"/>
                  <a:pt x="891380" y="363634"/>
                </a:cubicBezTo>
                <a:cubicBezTo>
                  <a:pt x="887932" y="407409"/>
                  <a:pt x="861852" y="430359"/>
                  <a:pt x="818652" y="436362"/>
                </a:cubicBezTo>
                <a:cubicBezTo>
                  <a:pt x="724700" y="435512"/>
                  <a:pt x="572713" y="425485"/>
                  <a:pt x="460608" y="436362"/>
                </a:cubicBezTo>
                <a:cubicBezTo>
                  <a:pt x="348503" y="447239"/>
                  <a:pt x="178570" y="453895"/>
                  <a:pt x="72728" y="436362"/>
                </a:cubicBezTo>
                <a:cubicBezTo>
                  <a:pt x="34978" y="433164"/>
                  <a:pt x="2210" y="410437"/>
                  <a:pt x="0" y="363634"/>
                </a:cubicBezTo>
                <a:cubicBezTo>
                  <a:pt x="11948" y="226004"/>
                  <a:pt x="13853" y="147869"/>
                  <a:pt x="0" y="72728"/>
                </a:cubicBezTo>
                <a:close/>
              </a:path>
              <a:path w="891380" h="436362" stroke="0" extrusionOk="0">
                <a:moveTo>
                  <a:pt x="0" y="72728"/>
                </a:moveTo>
                <a:cubicBezTo>
                  <a:pt x="7465" y="28508"/>
                  <a:pt x="36930" y="2430"/>
                  <a:pt x="72728" y="0"/>
                </a:cubicBezTo>
                <a:cubicBezTo>
                  <a:pt x="229692" y="-5353"/>
                  <a:pt x="335913" y="-7812"/>
                  <a:pt x="438231" y="0"/>
                </a:cubicBezTo>
                <a:cubicBezTo>
                  <a:pt x="540549" y="7812"/>
                  <a:pt x="725431" y="-8191"/>
                  <a:pt x="818652" y="0"/>
                </a:cubicBezTo>
                <a:cubicBezTo>
                  <a:pt x="864116" y="-6261"/>
                  <a:pt x="891197" y="35282"/>
                  <a:pt x="891380" y="72728"/>
                </a:cubicBezTo>
                <a:cubicBezTo>
                  <a:pt x="890527" y="171006"/>
                  <a:pt x="886522" y="238910"/>
                  <a:pt x="891380" y="363634"/>
                </a:cubicBezTo>
                <a:cubicBezTo>
                  <a:pt x="886002" y="406044"/>
                  <a:pt x="861752" y="437628"/>
                  <a:pt x="818652" y="436362"/>
                </a:cubicBezTo>
                <a:cubicBezTo>
                  <a:pt x="669899" y="436878"/>
                  <a:pt x="600895" y="448549"/>
                  <a:pt x="430772" y="436362"/>
                </a:cubicBezTo>
                <a:cubicBezTo>
                  <a:pt x="260649" y="424175"/>
                  <a:pt x="187425" y="439283"/>
                  <a:pt x="72728" y="436362"/>
                </a:cubicBezTo>
                <a:cubicBezTo>
                  <a:pt x="29032" y="439361"/>
                  <a:pt x="3556" y="400796"/>
                  <a:pt x="0" y="363634"/>
                </a:cubicBezTo>
                <a:cubicBezTo>
                  <a:pt x="3152" y="275839"/>
                  <a:pt x="-13858" y="157705"/>
                  <a:pt x="0" y="72728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756987753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2022</a:t>
            </a:r>
          </a:p>
        </p:txBody>
      </p:sp>
      <p:pic>
        <p:nvPicPr>
          <p:cNvPr id="51" name="Grafik 50">
            <a:extLst>
              <a:ext uri="{FF2B5EF4-FFF2-40B4-BE49-F238E27FC236}">
                <a16:creationId xmlns:a16="http://schemas.microsoft.com/office/drawing/2014/main" id="{EE4D8447-D6E6-483C-971D-FB5C398D583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3297" y="2807280"/>
            <a:ext cx="689834" cy="631730"/>
          </a:xfrm>
          <a:custGeom>
            <a:avLst/>
            <a:gdLst>
              <a:gd name="connsiteX0" fmla="*/ 0 w 689834"/>
              <a:gd name="connsiteY0" fmla="*/ 0 h 631730"/>
              <a:gd name="connsiteX1" fmla="*/ 689834 w 689834"/>
              <a:gd name="connsiteY1" fmla="*/ 0 h 631730"/>
              <a:gd name="connsiteX2" fmla="*/ 689834 w 689834"/>
              <a:gd name="connsiteY2" fmla="*/ 631730 h 631730"/>
              <a:gd name="connsiteX3" fmla="*/ 0 w 689834"/>
              <a:gd name="connsiteY3" fmla="*/ 631730 h 631730"/>
              <a:gd name="connsiteX4" fmla="*/ 0 w 689834"/>
              <a:gd name="connsiteY4" fmla="*/ 0 h 631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9834" h="631730" fill="none" extrusionOk="0">
                <a:moveTo>
                  <a:pt x="0" y="0"/>
                </a:moveTo>
                <a:cubicBezTo>
                  <a:pt x="249240" y="-22124"/>
                  <a:pt x="406840" y="-33167"/>
                  <a:pt x="689834" y="0"/>
                </a:cubicBezTo>
                <a:cubicBezTo>
                  <a:pt x="683797" y="186745"/>
                  <a:pt x="709302" y="377953"/>
                  <a:pt x="689834" y="631730"/>
                </a:cubicBezTo>
                <a:cubicBezTo>
                  <a:pt x="470693" y="646528"/>
                  <a:pt x="332559" y="643432"/>
                  <a:pt x="0" y="631730"/>
                </a:cubicBezTo>
                <a:cubicBezTo>
                  <a:pt x="27658" y="465233"/>
                  <a:pt x="-20908" y="126814"/>
                  <a:pt x="0" y="0"/>
                </a:cubicBezTo>
                <a:close/>
              </a:path>
              <a:path w="689834" h="631730" stroke="0" extrusionOk="0">
                <a:moveTo>
                  <a:pt x="0" y="0"/>
                </a:moveTo>
                <a:cubicBezTo>
                  <a:pt x="224491" y="-30511"/>
                  <a:pt x="350249" y="506"/>
                  <a:pt x="689834" y="0"/>
                </a:cubicBezTo>
                <a:cubicBezTo>
                  <a:pt x="674117" y="150268"/>
                  <a:pt x="664398" y="321881"/>
                  <a:pt x="689834" y="631730"/>
                </a:cubicBezTo>
                <a:cubicBezTo>
                  <a:pt x="423733" y="624593"/>
                  <a:pt x="285076" y="666128"/>
                  <a:pt x="0" y="631730"/>
                </a:cubicBezTo>
                <a:cubicBezTo>
                  <a:pt x="-10507" y="426056"/>
                  <a:pt x="3209" y="256796"/>
                  <a:pt x="0" y="0"/>
                </a:cubicBezTo>
                <a:close/>
              </a:path>
            </a:pathLst>
          </a:custGeom>
          <a:ln>
            <a:noFill/>
            <a:extLst>
              <a:ext uri="{C807C97D-BFC1-408E-A445-0C87EB9F89A2}">
                <ask:lineSketchStyleProps xmlns:ask="http://schemas.microsoft.com/office/drawing/2018/sketchyshapes" sd="124029511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72A23DA9-0E79-43FC-9A37-C5CC02BE42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131" y="3597731"/>
            <a:ext cx="871596" cy="647516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0BFF135C-7B43-4F7C-BC78-791E3D0435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214" y="3704000"/>
            <a:ext cx="1046107" cy="434979"/>
          </a:xfrm>
          <a:prstGeom prst="rect">
            <a:avLst/>
          </a:prstGeom>
        </p:spPr>
      </p:pic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AF1D1912-842B-4803-ABFF-B62539CD86DE}"/>
              </a:ext>
            </a:extLst>
          </p:cNvPr>
          <p:cNvGrpSpPr/>
          <p:nvPr/>
        </p:nvGrpSpPr>
        <p:grpSpPr>
          <a:xfrm>
            <a:off x="2001349" y="5174439"/>
            <a:ext cx="8466865" cy="693888"/>
            <a:chOff x="2001349" y="5174439"/>
            <a:chExt cx="8466865" cy="693888"/>
          </a:xfrm>
        </p:grpSpPr>
        <p:pic>
          <p:nvPicPr>
            <p:cNvPr id="58" name="Grafik 57" descr="Schuhabdrücke mit einfarbiger Füllung">
              <a:extLst>
                <a:ext uri="{FF2B5EF4-FFF2-40B4-BE49-F238E27FC236}">
                  <a16:creationId xmlns:a16="http://schemas.microsoft.com/office/drawing/2014/main" id="{F5887690-3D66-4B84-9A76-C0E3F12BE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6125620">
              <a:off x="4643637" y="5328327"/>
              <a:ext cx="540000" cy="540000"/>
            </a:xfrm>
            <a:prstGeom prst="rect">
              <a:avLst/>
            </a:prstGeom>
          </p:spPr>
        </p:pic>
        <p:pic>
          <p:nvPicPr>
            <p:cNvPr id="59" name="Grafik 58" descr="Schuhabdrücke mit einfarbiger Füllung">
              <a:extLst>
                <a:ext uri="{FF2B5EF4-FFF2-40B4-BE49-F238E27FC236}">
                  <a16:creationId xmlns:a16="http://schemas.microsoft.com/office/drawing/2014/main" id="{C7485100-EFC9-4A73-A137-C00212FA6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3939293">
              <a:off x="2001349" y="5268185"/>
              <a:ext cx="540000" cy="540000"/>
            </a:xfrm>
            <a:prstGeom prst="rect">
              <a:avLst/>
            </a:prstGeom>
          </p:spPr>
        </p:pic>
        <p:pic>
          <p:nvPicPr>
            <p:cNvPr id="60" name="Grafik 59" descr="Schuhabdrücke mit einfarbiger Füllung">
              <a:extLst>
                <a:ext uri="{FF2B5EF4-FFF2-40B4-BE49-F238E27FC236}">
                  <a16:creationId xmlns:a16="http://schemas.microsoft.com/office/drawing/2014/main" id="{5678DE72-D6CB-4FC7-8655-80C7C4313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3939293">
              <a:off x="7285925" y="5307830"/>
              <a:ext cx="540000" cy="540000"/>
            </a:xfrm>
            <a:prstGeom prst="rect">
              <a:avLst/>
            </a:prstGeom>
          </p:spPr>
        </p:pic>
        <p:pic>
          <p:nvPicPr>
            <p:cNvPr id="61" name="Grafik 60" descr="Schuhabdrücke mit einfarbiger Füllung">
              <a:extLst>
                <a:ext uri="{FF2B5EF4-FFF2-40B4-BE49-F238E27FC236}">
                  <a16:creationId xmlns:a16="http://schemas.microsoft.com/office/drawing/2014/main" id="{465A542C-7F84-4A2B-BEC5-18D198E9D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6125620">
              <a:off x="9928213" y="5179946"/>
              <a:ext cx="540000" cy="540000"/>
            </a:xfrm>
            <a:prstGeom prst="rect">
              <a:avLst/>
            </a:prstGeom>
          </p:spPr>
        </p:pic>
        <p:pic>
          <p:nvPicPr>
            <p:cNvPr id="62" name="Grafik 61" descr="Schuhabdrücke mit einfarbiger Füllung">
              <a:extLst>
                <a:ext uri="{FF2B5EF4-FFF2-40B4-BE49-F238E27FC236}">
                  <a16:creationId xmlns:a16="http://schemas.microsoft.com/office/drawing/2014/main" id="{444A1B2F-D776-4D69-A694-434AF7320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6125620">
              <a:off x="9928214" y="5174439"/>
              <a:ext cx="540000" cy="540000"/>
            </a:xfrm>
            <a:prstGeom prst="rect">
              <a:avLst/>
            </a:prstGeom>
          </p:spPr>
        </p:pic>
      </p:grpSp>
      <p:sp>
        <p:nvSpPr>
          <p:cNvPr id="65" name="Foliennummernplatzhalter 64">
            <a:extLst>
              <a:ext uri="{FF2B5EF4-FFF2-40B4-BE49-F238E27FC236}">
                <a16:creationId xmlns:a16="http://schemas.microsoft.com/office/drawing/2014/main" id="{F59F9A9A-DE32-4E53-BEC1-7A087F0EC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AE8E-1182-4F92-927C-3F55B58B4906}" type="slidenum">
              <a:rPr lang="de-DE" sz="1800" smtClean="0">
                <a:latin typeface="Verdana" panose="020B0604030504040204" pitchFamily="34" charset="0"/>
                <a:ea typeface="Verdana" panose="020B0604030504040204" pitchFamily="34" charset="0"/>
              </a:rPr>
              <a:t>4</a:t>
            </a:fld>
            <a:endParaRPr lang="de-DE" sz="18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1" name="Grafik 30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53188B68-9326-4231-B626-620C4AFD58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4721" y="18614"/>
            <a:ext cx="1022403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776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ABF091-BD1D-4BBC-A93F-6FC0B66AE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>
                <a:latin typeface="Verdana" panose="020B0604030504040204" pitchFamily="34" charset="0"/>
                <a:ea typeface="Verdana" panose="020B0604030504040204" pitchFamily="34" charset="0"/>
              </a:rPr>
              <a:t>Meine Stärken und Schwächen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5F544B3-62F4-4EA8-9164-CF869FA02AA3}"/>
              </a:ext>
            </a:extLst>
          </p:cNvPr>
          <p:cNvSpPr/>
          <p:nvPr/>
        </p:nvSpPr>
        <p:spPr>
          <a:xfrm>
            <a:off x="1249447" y="1870681"/>
            <a:ext cx="4316400" cy="4313733"/>
          </a:xfrm>
          <a:custGeom>
            <a:avLst/>
            <a:gdLst>
              <a:gd name="connsiteX0" fmla="*/ 0 w 4316400"/>
              <a:gd name="connsiteY0" fmla="*/ 0 h 4313733"/>
              <a:gd name="connsiteX1" fmla="*/ 702957 w 4316400"/>
              <a:gd name="connsiteY1" fmla="*/ 0 h 4313733"/>
              <a:gd name="connsiteX2" fmla="*/ 1276421 w 4316400"/>
              <a:gd name="connsiteY2" fmla="*/ 0 h 4313733"/>
              <a:gd name="connsiteX3" fmla="*/ 1893050 w 4316400"/>
              <a:gd name="connsiteY3" fmla="*/ 0 h 4313733"/>
              <a:gd name="connsiteX4" fmla="*/ 2509678 w 4316400"/>
              <a:gd name="connsiteY4" fmla="*/ 0 h 4313733"/>
              <a:gd name="connsiteX5" fmla="*/ 3212635 w 4316400"/>
              <a:gd name="connsiteY5" fmla="*/ 0 h 4313733"/>
              <a:gd name="connsiteX6" fmla="*/ 4316400 w 4316400"/>
              <a:gd name="connsiteY6" fmla="*/ 0 h 4313733"/>
              <a:gd name="connsiteX7" fmla="*/ 4316400 w 4316400"/>
              <a:gd name="connsiteY7" fmla="*/ 529973 h 4313733"/>
              <a:gd name="connsiteX8" fmla="*/ 4316400 w 4316400"/>
              <a:gd name="connsiteY8" fmla="*/ 1189358 h 4313733"/>
              <a:gd name="connsiteX9" fmla="*/ 4316400 w 4316400"/>
              <a:gd name="connsiteY9" fmla="*/ 1719331 h 4313733"/>
              <a:gd name="connsiteX10" fmla="*/ 4316400 w 4316400"/>
              <a:gd name="connsiteY10" fmla="*/ 2292441 h 4313733"/>
              <a:gd name="connsiteX11" fmla="*/ 4316400 w 4316400"/>
              <a:gd name="connsiteY11" fmla="*/ 2779277 h 4313733"/>
              <a:gd name="connsiteX12" fmla="*/ 4316400 w 4316400"/>
              <a:gd name="connsiteY12" fmla="*/ 3309249 h 4313733"/>
              <a:gd name="connsiteX13" fmla="*/ 4316400 w 4316400"/>
              <a:gd name="connsiteY13" fmla="*/ 4313733 h 4313733"/>
              <a:gd name="connsiteX14" fmla="*/ 3829263 w 4316400"/>
              <a:gd name="connsiteY14" fmla="*/ 4313733 h 4313733"/>
              <a:gd name="connsiteX15" fmla="*/ 3126307 w 4316400"/>
              <a:gd name="connsiteY15" fmla="*/ 4313733 h 4313733"/>
              <a:gd name="connsiteX16" fmla="*/ 2596006 w 4316400"/>
              <a:gd name="connsiteY16" fmla="*/ 4313733 h 4313733"/>
              <a:gd name="connsiteX17" fmla="*/ 1936214 w 4316400"/>
              <a:gd name="connsiteY17" fmla="*/ 4313733 h 4313733"/>
              <a:gd name="connsiteX18" fmla="*/ 1233257 w 4316400"/>
              <a:gd name="connsiteY18" fmla="*/ 4313733 h 4313733"/>
              <a:gd name="connsiteX19" fmla="*/ 702957 w 4316400"/>
              <a:gd name="connsiteY19" fmla="*/ 4313733 h 4313733"/>
              <a:gd name="connsiteX20" fmla="*/ 0 w 4316400"/>
              <a:gd name="connsiteY20" fmla="*/ 4313733 h 4313733"/>
              <a:gd name="connsiteX21" fmla="*/ 0 w 4316400"/>
              <a:gd name="connsiteY21" fmla="*/ 3654348 h 4313733"/>
              <a:gd name="connsiteX22" fmla="*/ 0 w 4316400"/>
              <a:gd name="connsiteY22" fmla="*/ 3038101 h 4313733"/>
              <a:gd name="connsiteX23" fmla="*/ 0 w 4316400"/>
              <a:gd name="connsiteY23" fmla="*/ 2335578 h 4313733"/>
              <a:gd name="connsiteX24" fmla="*/ 0 w 4316400"/>
              <a:gd name="connsiteY24" fmla="*/ 1805605 h 4313733"/>
              <a:gd name="connsiteX25" fmla="*/ 0 w 4316400"/>
              <a:gd name="connsiteY25" fmla="*/ 1275632 h 4313733"/>
              <a:gd name="connsiteX26" fmla="*/ 0 w 4316400"/>
              <a:gd name="connsiteY26" fmla="*/ 702522 h 4313733"/>
              <a:gd name="connsiteX27" fmla="*/ 0 w 4316400"/>
              <a:gd name="connsiteY27" fmla="*/ 0 h 4313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316400" h="4313733" fill="none" extrusionOk="0">
                <a:moveTo>
                  <a:pt x="0" y="0"/>
                </a:moveTo>
                <a:cubicBezTo>
                  <a:pt x="327368" y="-28832"/>
                  <a:pt x="447074" y="-29721"/>
                  <a:pt x="702957" y="0"/>
                </a:cubicBezTo>
                <a:cubicBezTo>
                  <a:pt x="958840" y="29721"/>
                  <a:pt x="1096596" y="-28277"/>
                  <a:pt x="1276421" y="0"/>
                </a:cubicBezTo>
                <a:cubicBezTo>
                  <a:pt x="1456246" y="28277"/>
                  <a:pt x="1626146" y="13967"/>
                  <a:pt x="1893050" y="0"/>
                </a:cubicBezTo>
                <a:cubicBezTo>
                  <a:pt x="2159954" y="-13967"/>
                  <a:pt x="2237959" y="2281"/>
                  <a:pt x="2509678" y="0"/>
                </a:cubicBezTo>
                <a:cubicBezTo>
                  <a:pt x="2781397" y="-2281"/>
                  <a:pt x="2944055" y="9920"/>
                  <a:pt x="3212635" y="0"/>
                </a:cubicBezTo>
                <a:cubicBezTo>
                  <a:pt x="3481215" y="-9920"/>
                  <a:pt x="3944133" y="39393"/>
                  <a:pt x="4316400" y="0"/>
                </a:cubicBezTo>
                <a:cubicBezTo>
                  <a:pt x="4311384" y="239575"/>
                  <a:pt x="4340783" y="402149"/>
                  <a:pt x="4316400" y="529973"/>
                </a:cubicBezTo>
                <a:cubicBezTo>
                  <a:pt x="4292017" y="657797"/>
                  <a:pt x="4323409" y="865096"/>
                  <a:pt x="4316400" y="1189358"/>
                </a:cubicBezTo>
                <a:cubicBezTo>
                  <a:pt x="4309391" y="1513620"/>
                  <a:pt x="4336876" y="1504797"/>
                  <a:pt x="4316400" y="1719331"/>
                </a:cubicBezTo>
                <a:cubicBezTo>
                  <a:pt x="4295924" y="1933865"/>
                  <a:pt x="4344792" y="2091218"/>
                  <a:pt x="4316400" y="2292441"/>
                </a:cubicBezTo>
                <a:cubicBezTo>
                  <a:pt x="4288009" y="2493664"/>
                  <a:pt x="4294975" y="2587432"/>
                  <a:pt x="4316400" y="2779277"/>
                </a:cubicBezTo>
                <a:cubicBezTo>
                  <a:pt x="4337825" y="2971122"/>
                  <a:pt x="4329667" y="3136736"/>
                  <a:pt x="4316400" y="3309249"/>
                </a:cubicBezTo>
                <a:cubicBezTo>
                  <a:pt x="4303133" y="3481762"/>
                  <a:pt x="4365135" y="3925969"/>
                  <a:pt x="4316400" y="4313733"/>
                </a:cubicBezTo>
                <a:cubicBezTo>
                  <a:pt x="4099614" y="4313512"/>
                  <a:pt x="4023800" y="4294268"/>
                  <a:pt x="3829263" y="4313733"/>
                </a:cubicBezTo>
                <a:cubicBezTo>
                  <a:pt x="3634726" y="4333198"/>
                  <a:pt x="3370472" y="4344992"/>
                  <a:pt x="3126307" y="4313733"/>
                </a:cubicBezTo>
                <a:cubicBezTo>
                  <a:pt x="2882142" y="4282474"/>
                  <a:pt x="2759935" y="4304638"/>
                  <a:pt x="2596006" y="4313733"/>
                </a:cubicBezTo>
                <a:cubicBezTo>
                  <a:pt x="2432077" y="4322828"/>
                  <a:pt x="2150385" y="4290046"/>
                  <a:pt x="1936214" y="4313733"/>
                </a:cubicBezTo>
                <a:cubicBezTo>
                  <a:pt x="1722043" y="4337420"/>
                  <a:pt x="1504469" y="4325229"/>
                  <a:pt x="1233257" y="4313733"/>
                </a:cubicBezTo>
                <a:cubicBezTo>
                  <a:pt x="962045" y="4302237"/>
                  <a:pt x="895525" y="4322053"/>
                  <a:pt x="702957" y="4313733"/>
                </a:cubicBezTo>
                <a:cubicBezTo>
                  <a:pt x="510389" y="4305413"/>
                  <a:pt x="221994" y="4291846"/>
                  <a:pt x="0" y="4313733"/>
                </a:cubicBezTo>
                <a:cubicBezTo>
                  <a:pt x="-366" y="4062735"/>
                  <a:pt x="26670" y="3831330"/>
                  <a:pt x="0" y="3654348"/>
                </a:cubicBezTo>
                <a:cubicBezTo>
                  <a:pt x="-26670" y="3477367"/>
                  <a:pt x="-28984" y="3251158"/>
                  <a:pt x="0" y="3038101"/>
                </a:cubicBezTo>
                <a:cubicBezTo>
                  <a:pt x="28984" y="2825044"/>
                  <a:pt x="2385" y="2484715"/>
                  <a:pt x="0" y="2335578"/>
                </a:cubicBezTo>
                <a:cubicBezTo>
                  <a:pt x="-2385" y="2186441"/>
                  <a:pt x="16157" y="2058660"/>
                  <a:pt x="0" y="1805605"/>
                </a:cubicBezTo>
                <a:cubicBezTo>
                  <a:pt x="-16157" y="1552550"/>
                  <a:pt x="-17241" y="1406628"/>
                  <a:pt x="0" y="1275632"/>
                </a:cubicBezTo>
                <a:cubicBezTo>
                  <a:pt x="17241" y="1144636"/>
                  <a:pt x="23422" y="905706"/>
                  <a:pt x="0" y="702522"/>
                </a:cubicBezTo>
                <a:cubicBezTo>
                  <a:pt x="-23422" y="499338"/>
                  <a:pt x="-13056" y="261437"/>
                  <a:pt x="0" y="0"/>
                </a:cubicBezTo>
                <a:close/>
              </a:path>
              <a:path w="4316400" h="4313733" stroke="0" extrusionOk="0">
                <a:moveTo>
                  <a:pt x="0" y="0"/>
                </a:moveTo>
                <a:cubicBezTo>
                  <a:pt x="212973" y="19497"/>
                  <a:pt x="340363" y="-7644"/>
                  <a:pt x="659793" y="0"/>
                </a:cubicBezTo>
                <a:cubicBezTo>
                  <a:pt x="979223" y="7644"/>
                  <a:pt x="1041721" y="19578"/>
                  <a:pt x="1146929" y="0"/>
                </a:cubicBezTo>
                <a:cubicBezTo>
                  <a:pt x="1252137" y="-19578"/>
                  <a:pt x="1561251" y="4073"/>
                  <a:pt x="1806722" y="0"/>
                </a:cubicBezTo>
                <a:cubicBezTo>
                  <a:pt x="2052193" y="-4073"/>
                  <a:pt x="2175081" y="16356"/>
                  <a:pt x="2380186" y="0"/>
                </a:cubicBezTo>
                <a:cubicBezTo>
                  <a:pt x="2585291" y="-16356"/>
                  <a:pt x="2710595" y="-29680"/>
                  <a:pt x="2996815" y="0"/>
                </a:cubicBezTo>
                <a:cubicBezTo>
                  <a:pt x="3283035" y="29680"/>
                  <a:pt x="3384904" y="22639"/>
                  <a:pt x="3570279" y="0"/>
                </a:cubicBezTo>
                <a:cubicBezTo>
                  <a:pt x="3755654" y="-22639"/>
                  <a:pt x="4111408" y="-2438"/>
                  <a:pt x="4316400" y="0"/>
                </a:cubicBezTo>
                <a:cubicBezTo>
                  <a:pt x="4338046" y="245514"/>
                  <a:pt x="4281745" y="446466"/>
                  <a:pt x="4316400" y="702522"/>
                </a:cubicBezTo>
                <a:cubicBezTo>
                  <a:pt x="4351055" y="958578"/>
                  <a:pt x="4316119" y="1034558"/>
                  <a:pt x="4316400" y="1275632"/>
                </a:cubicBezTo>
                <a:cubicBezTo>
                  <a:pt x="4316682" y="1516706"/>
                  <a:pt x="4299493" y="1606502"/>
                  <a:pt x="4316400" y="1805605"/>
                </a:cubicBezTo>
                <a:cubicBezTo>
                  <a:pt x="4333307" y="2004708"/>
                  <a:pt x="4338349" y="2129598"/>
                  <a:pt x="4316400" y="2421853"/>
                </a:cubicBezTo>
                <a:cubicBezTo>
                  <a:pt x="4294451" y="2714108"/>
                  <a:pt x="4295796" y="2876126"/>
                  <a:pt x="4316400" y="3124375"/>
                </a:cubicBezTo>
                <a:cubicBezTo>
                  <a:pt x="4337004" y="3372624"/>
                  <a:pt x="4317897" y="3997961"/>
                  <a:pt x="4316400" y="4313733"/>
                </a:cubicBezTo>
                <a:cubicBezTo>
                  <a:pt x="4099138" y="4279300"/>
                  <a:pt x="3951709" y="4340941"/>
                  <a:pt x="3613443" y="4313733"/>
                </a:cubicBezTo>
                <a:cubicBezTo>
                  <a:pt x="3275177" y="4286525"/>
                  <a:pt x="3265045" y="4291145"/>
                  <a:pt x="2953651" y="4313733"/>
                </a:cubicBezTo>
                <a:cubicBezTo>
                  <a:pt x="2642257" y="4336321"/>
                  <a:pt x="2444089" y="4294111"/>
                  <a:pt x="2293858" y="4313733"/>
                </a:cubicBezTo>
                <a:cubicBezTo>
                  <a:pt x="2143627" y="4333355"/>
                  <a:pt x="1810430" y="4285787"/>
                  <a:pt x="1634066" y="4313733"/>
                </a:cubicBezTo>
                <a:cubicBezTo>
                  <a:pt x="1457702" y="4341679"/>
                  <a:pt x="1239012" y="4323547"/>
                  <a:pt x="931109" y="4313733"/>
                </a:cubicBezTo>
                <a:cubicBezTo>
                  <a:pt x="623206" y="4303919"/>
                  <a:pt x="435442" y="4276237"/>
                  <a:pt x="0" y="4313733"/>
                </a:cubicBezTo>
                <a:cubicBezTo>
                  <a:pt x="-17724" y="4086667"/>
                  <a:pt x="14272" y="3913293"/>
                  <a:pt x="0" y="3783760"/>
                </a:cubicBezTo>
                <a:cubicBezTo>
                  <a:pt x="-14272" y="3654227"/>
                  <a:pt x="22172" y="3369046"/>
                  <a:pt x="0" y="3167513"/>
                </a:cubicBezTo>
                <a:cubicBezTo>
                  <a:pt x="-22172" y="2965980"/>
                  <a:pt x="-20182" y="2822387"/>
                  <a:pt x="0" y="2508128"/>
                </a:cubicBezTo>
                <a:cubicBezTo>
                  <a:pt x="20182" y="2193869"/>
                  <a:pt x="-2136" y="2085790"/>
                  <a:pt x="0" y="1978155"/>
                </a:cubicBezTo>
                <a:cubicBezTo>
                  <a:pt x="2136" y="1870520"/>
                  <a:pt x="16865" y="1563671"/>
                  <a:pt x="0" y="1275632"/>
                </a:cubicBezTo>
                <a:cubicBezTo>
                  <a:pt x="-16865" y="987593"/>
                  <a:pt x="-9978" y="760046"/>
                  <a:pt x="0" y="573110"/>
                </a:cubicBezTo>
                <a:cubicBezTo>
                  <a:pt x="9978" y="386174"/>
                  <a:pt x="-24278" y="143428"/>
                  <a:pt x="0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28572682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de-DE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Kommunikativ</a:t>
            </a:r>
          </a:p>
          <a:p>
            <a:pPr algn="ctr">
              <a:spcAft>
                <a:spcPts val="600"/>
              </a:spcAft>
            </a:pPr>
            <a:r>
              <a:rPr lang="de-DE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Analytisch </a:t>
            </a:r>
          </a:p>
          <a:p>
            <a:pPr algn="ctr">
              <a:spcAft>
                <a:spcPts val="600"/>
              </a:spcAft>
            </a:pPr>
            <a:r>
              <a:rPr lang="de-DE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Disziplin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5A13FC8-C06B-4A2D-827C-80E8BD691976}"/>
              </a:ext>
            </a:extLst>
          </p:cNvPr>
          <p:cNvSpPr/>
          <p:nvPr/>
        </p:nvSpPr>
        <p:spPr>
          <a:xfrm>
            <a:off x="6847530" y="1870681"/>
            <a:ext cx="4315130" cy="4313733"/>
          </a:xfrm>
          <a:custGeom>
            <a:avLst/>
            <a:gdLst>
              <a:gd name="connsiteX0" fmla="*/ 0 w 4315130"/>
              <a:gd name="connsiteY0" fmla="*/ 0 h 4313733"/>
              <a:gd name="connsiteX1" fmla="*/ 702750 w 4315130"/>
              <a:gd name="connsiteY1" fmla="*/ 0 h 4313733"/>
              <a:gd name="connsiteX2" fmla="*/ 1189743 w 4315130"/>
              <a:gd name="connsiteY2" fmla="*/ 0 h 4313733"/>
              <a:gd name="connsiteX3" fmla="*/ 1676736 w 4315130"/>
              <a:gd name="connsiteY3" fmla="*/ 0 h 4313733"/>
              <a:gd name="connsiteX4" fmla="*/ 2250032 w 4315130"/>
              <a:gd name="connsiteY4" fmla="*/ 0 h 4313733"/>
              <a:gd name="connsiteX5" fmla="*/ 2866479 w 4315130"/>
              <a:gd name="connsiteY5" fmla="*/ 0 h 4313733"/>
              <a:gd name="connsiteX6" fmla="*/ 3526078 w 4315130"/>
              <a:gd name="connsiteY6" fmla="*/ 0 h 4313733"/>
              <a:gd name="connsiteX7" fmla="*/ 4315130 w 4315130"/>
              <a:gd name="connsiteY7" fmla="*/ 0 h 4313733"/>
              <a:gd name="connsiteX8" fmla="*/ 4315130 w 4315130"/>
              <a:gd name="connsiteY8" fmla="*/ 529973 h 4313733"/>
              <a:gd name="connsiteX9" fmla="*/ 4315130 w 4315130"/>
              <a:gd name="connsiteY9" fmla="*/ 1103083 h 4313733"/>
              <a:gd name="connsiteX10" fmla="*/ 4315130 w 4315130"/>
              <a:gd name="connsiteY10" fmla="*/ 1676193 h 4313733"/>
              <a:gd name="connsiteX11" fmla="*/ 4315130 w 4315130"/>
              <a:gd name="connsiteY11" fmla="*/ 2206166 h 4313733"/>
              <a:gd name="connsiteX12" fmla="*/ 4315130 w 4315130"/>
              <a:gd name="connsiteY12" fmla="*/ 2779277 h 4313733"/>
              <a:gd name="connsiteX13" fmla="*/ 4315130 w 4315130"/>
              <a:gd name="connsiteY13" fmla="*/ 3438661 h 4313733"/>
              <a:gd name="connsiteX14" fmla="*/ 4315130 w 4315130"/>
              <a:gd name="connsiteY14" fmla="*/ 4313733 h 4313733"/>
              <a:gd name="connsiteX15" fmla="*/ 3784985 w 4315130"/>
              <a:gd name="connsiteY15" fmla="*/ 4313733 h 4313733"/>
              <a:gd name="connsiteX16" fmla="*/ 3168538 w 4315130"/>
              <a:gd name="connsiteY16" fmla="*/ 4313733 h 4313733"/>
              <a:gd name="connsiteX17" fmla="*/ 2465789 w 4315130"/>
              <a:gd name="connsiteY17" fmla="*/ 4313733 h 4313733"/>
              <a:gd name="connsiteX18" fmla="*/ 1935644 w 4315130"/>
              <a:gd name="connsiteY18" fmla="*/ 4313733 h 4313733"/>
              <a:gd name="connsiteX19" fmla="*/ 1276046 w 4315130"/>
              <a:gd name="connsiteY19" fmla="*/ 4313733 h 4313733"/>
              <a:gd name="connsiteX20" fmla="*/ 745901 w 4315130"/>
              <a:gd name="connsiteY20" fmla="*/ 4313733 h 4313733"/>
              <a:gd name="connsiteX21" fmla="*/ 0 w 4315130"/>
              <a:gd name="connsiteY21" fmla="*/ 4313733 h 4313733"/>
              <a:gd name="connsiteX22" fmla="*/ 0 w 4315130"/>
              <a:gd name="connsiteY22" fmla="*/ 3783760 h 4313733"/>
              <a:gd name="connsiteX23" fmla="*/ 0 w 4315130"/>
              <a:gd name="connsiteY23" fmla="*/ 3081238 h 4313733"/>
              <a:gd name="connsiteX24" fmla="*/ 0 w 4315130"/>
              <a:gd name="connsiteY24" fmla="*/ 2508128 h 4313733"/>
              <a:gd name="connsiteX25" fmla="*/ 0 w 4315130"/>
              <a:gd name="connsiteY25" fmla="*/ 1978155 h 4313733"/>
              <a:gd name="connsiteX26" fmla="*/ 0 w 4315130"/>
              <a:gd name="connsiteY26" fmla="*/ 1361907 h 4313733"/>
              <a:gd name="connsiteX27" fmla="*/ 0 w 4315130"/>
              <a:gd name="connsiteY27" fmla="*/ 875072 h 4313733"/>
              <a:gd name="connsiteX28" fmla="*/ 0 w 4315130"/>
              <a:gd name="connsiteY28" fmla="*/ 0 h 4313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315130" h="4313733" fill="none" extrusionOk="0">
                <a:moveTo>
                  <a:pt x="0" y="0"/>
                </a:moveTo>
                <a:cubicBezTo>
                  <a:pt x="155863" y="-14747"/>
                  <a:pt x="391723" y="-21665"/>
                  <a:pt x="702750" y="0"/>
                </a:cubicBezTo>
                <a:cubicBezTo>
                  <a:pt x="1013777" y="21665"/>
                  <a:pt x="961430" y="-2316"/>
                  <a:pt x="1189743" y="0"/>
                </a:cubicBezTo>
                <a:cubicBezTo>
                  <a:pt x="1418056" y="2316"/>
                  <a:pt x="1500206" y="11601"/>
                  <a:pt x="1676736" y="0"/>
                </a:cubicBezTo>
                <a:cubicBezTo>
                  <a:pt x="1853266" y="-11601"/>
                  <a:pt x="2079733" y="24033"/>
                  <a:pt x="2250032" y="0"/>
                </a:cubicBezTo>
                <a:cubicBezTo>
                  <a:pt x="2420331" y="-24033"/>
                  <a:pt x="2664922" y="-10106"/>
                  <a:pt x="2866479" y="0"/>
                </a:cubicBezTo>
                <a:cubicBezTo>
                  <a:pt x="3068036" y="10106"/>
                  <a:pt x="3309043" y="10519"/>
                  <a:pt x="3526078" y="0"/>
                </a:cubicBezTo>
                <a:cubicBezTo>
                  <a:pt x="3743113" y="-10519"/>
                  <a:pt x="4064079" y="-22336"/>
                  <a:pt x="4315130" y="0"/>
                </a:cubicBezTo>
                <a:cubicBezTo>
                  <a:pt x="4294831" y="122122"/>
                  <a:pt x="4338470" y="362043"/>
                  <a:pt x="4315130" y="529973"/>
                </a:cubicBezTo>
                <a:cubicBezTo>
                  <a:pt x="4291790" y="697903"/>
                  <a:pt x="4333385" y="895887"/>
                  <a:pt x="4315130" y="1103083"/>
                </a:cubicBezTo>
                <a:cubicBezTo>
                  <a:pt x="4296876" y="1310279"/>
                  <a:pt x="4324240" y="1481710"/>
                  <a:pt x="4315130" y="1676193"/>
                </a:cubicBezTo>
                <a:cubicBezTo>
                  <a:pt x="4306021" y="1870676"/>
                  <a:pt x="4333817" y="2079554"/>
                  <a:pt x="4315130" y="2206166"/>
                </a:cubicBezTo>
                <a:cubicBezTo>
                  <a:pt x="4296443" y="2332778"/>
                  <a:pt x="4300654" y="2513845"/>
                  <a:pt x="4315130" y="2779277"/>
                </a:cubicBezTo>
                <a:cubicBezTo>
                  <a:pt x="4329606" y="3044709"/>
                  <a:pt x="4300672" y="3256802"/>
                  <a:pt x="4315130" y="3438661"/>
                </a:cubicBezTo>
                <a:cubicBezTo>
                  <a:pt x="4329588" y="3620520"/>
                  <a:pt x="4300953" y="3878468"/>
                  <a:pt x="4315130" y="4313733"/>
                </a:cubicBezTo>
                <a:cubicBezTo>
                  <a:pt x="4088912" y="4304065"/>
                  <a:pt x="4010137" y="4301776"/>
                  <a:pt x="3784985" y="4313733"/>
                </a:cubicBezTo>
                <a:cubicBezTo>
                  <a:pt x="3559833" y="4325690"/>
                  <a:pt x="3472523" y="4311031"/>
                  <a:pt x="3168538" y="4313733"/>
                </a:cubicBezTo>
                <a:cubicBezTo>
                  <a:pt x="2864553" y="4316435"/>
                  <a:pt x="2688149" y="4308284"/>
                  <a:pt x="2465789" y="4313733"/>
                </a:cubicBezTo>
                <a:cubicBezTo>
                  <a:pt x="2243429" y="4319182"/>
                  <a:pt x="2060346" y="4295660"/>
                  <a:pt x="1935644" y="4313733"/>
                </a:cubicBezTo>
                <a:cubicBezTo>
                  <a:pt x="1810943" y="4331806"/>
                  <a:pt x="1594119" y="4303610"/>
                  <a:pt x="1276046" y="4313733"/>
                </a:cubicBezTo>
                <a:cubicBezTo>
                  <a:pt x="957973" y="4323856"/>
                  <a:pt x="867936" y="4329911"/>
                  <a:pt x="745901" y="4313733"/>
                </a:cubicBezTo>
                <a:cubicBezTo>
                  <a:pt x="623866" y="4297555"/>
                  <a:pt x="207941" y="4277410"/>
                  <a:pt x="0" y="4313733"/>
                </a:cubicBezTo>
                <a:cubicBezTo>
                  <a:pt x="-15677" y="4135106"/>
                  <a:pt x="-15841" y="3976392"/>
                  <a:pt x="0" y="3783760"/>
                </a:cubicBezTo>
                <a:cubicBezTo>
                  <a:pt x="15841" y="3591128"/>
                  <a:pt x="-24512" y="3358777"/>
                  <a:pt x="0" y="3081238"/>
                </a:cubicBezTo>
                <a:cubicBezTo>
                  <a:pt x="24512" y="2803699"/>
                  <a:pt x="13333" y="2632309"/>
                  <a:pt x="0" y="2508128"/>
                </a:cubicBezTo>
                <a:cubicBezTo>
                  <a:pt x="-13333" y="2383947"/>
                  <a:pt x="8759" y="2180828"/>
                  <a:pt x="0" y="1978155"/>
                </a:cubicBezTo>
                <a:cubicBezTo>
                  <a:pt x="-8759" y="1775482"/>
                  <a:pt x="20545" y="1563423"/>
                  <a:pt x="0" y="1361907"/>
                </a:cubicBezTo>
                <a:cubicBezTo>
                  <a:pt x="-20545" y="1160391"/>
                  <a:pt x="-4145" y="1001829"/>
                  <a:pt x="0" y="875072"/>
                </a:cubicBezTo>
                <a:cubicBezTo>
                  <a:pt x="4145" y="748315"/>
                  <a:pt x="40654" y="222875"/>
                  <a:pt x="0" y="0"/>
                </a:cubicBezTo>
                <a:close/>
              </a:path>
              <a:path w="4315130" h="4313733" stroke="0" extrusionOk="0">
                <a:moveTo>
                  <a:pt x="0" y="0"/>
                </a:moveTo>
                <a:cubicBezTo>
                  <a:pt x="195189" y="187"/>
                  <a:pt x="257247" y="12887"/>
                  <a:pt x="486993" y="0"/>
                </a:cubicBezTo>
                <a:cubicBezTo>
                  <a:pt x="716739" y="-12887"/>
                  <a:pt x="748315" y="23476"/>
                  <a:pt x="973986" y="0"/>
                </a:cubicBezTo>
                <a:cubicBezTo>
                  <a:pt x="1199657" y="-23476"/>
                  <a:pt x="1276448" y="7850"/>
                  <a:pt x="1504131" y="0"/>
                </a:cubicBezTo>
                <a:cubicBezTo>
                  <a:pt x="1731814" y="-7850"/>
                  <a:pt x="1961611" y="14602"/>
                  <a:pt x="2206881" y="0"/>
                </a:cubicBezTo>
                <a:cubicBezTo>
                  <a:pt x="2452151" y="-14602"/>
                  <a:pt x="2539613" y="1787"/>
                  <a:pt x="2737025" y="0"/>
                </a:cubicBezTo>
                <a:cubicBezTo>
                  <a:pt x="2934437" y="-1787"/>
                  <a:pt x="3061198" y="-26917"/>
                  <a:pt x="3310321" y="0"/>
                </a:cubicBezTo>
                <a:cubicBezTo>
                  <a:pt x="3559444" y="26917"/>
                  <a:pt x="3890113" y="41092"/>
                  <a:pt x="4315130" y="0"/>
                </a:cubicBezTo>
                <a:cubicBezTo>
                  <a:pt x="4334742" y="161781"/>
                  <a:pt x="4289834" y="370584"/>
                  <a:pt x="4315130" y="529973"/>
                </a:cubicBezTo>
                <a:cubicBezTo>
                  <a:pt x="4340426" y="689362"/>
                  <a:pt x="4307218" y="966723"/>
                  <a:pt x="4315130" y="1146220"/>
                </a:cubicBezTo>
                <a:cubicBezTo>
                  <a:pt x="4323042" y="1325717"/>
                  <a:pt x="4332158" y="1465011"/>
                  <a:pt x="4315130" y="1719331"/>
                </a:cubicBezTo>
                <a:cubicBezTo>
                  <a:pt x="4298102" y="1973651"/>
                  <a:pt x="4331161" y="2049694"/>
                  <a:pt x="4315130" y="2206166"/>
                </a:cubicBezTo>
                <a:cubicBezTo>
                  <a:pt x="4299099" y="2362638"/>
                  <a:pt x="4324669" y="2551313"/>
                  <a:pt x="4315130" y="2865551"/>
                </a:cubicBezTo>
                <a:cubicBezTo>
                  <a:pt x="4305591" y="3179790"/>
                  <a:pt x="4329578" y="3329010"/>
                  <a:pt x="4315130" y="3568073"/>
                </a:cubicBezTo>
                <a:cubicBezTo>
                  <a:pt x="4300682" y="3807136"/>
                  <a:pt x="4296703" y="4038708"/>
                  <a:pt x="4315130" y="4313733"/>
                </a:cubicBezTo>
                <a:cubicBezTo>
                  <a:pt x="4039681" y="4284420"/>
                  <a:pt x="3860792" y="4289703"/>
                  <a:pt x="3612380" y="4313733"/>
                </a:cubicBezTo>
                <a:cubicBezTo>
                  <a:pt x="3363968" y="4337764"/>
                  <a:pt x="3317043" y="4315977"/>
                  <a:pt x="3125387" y="4313733"/>
                </a:cubicBezTo>
                <a:cubicBezTo>
                  <a:pt x="2933731" y="4311489"/>
                  <a:pt x="2813269" y="4323323"/>
                  <a:pt x="2595242" y="4313733"/>
                </a:cubicBezTo>
                <a:cubicBezTo>
                  <a:pt x="2377216" y="4304143"/>
                  <a:pt x="2196621" y="4321673"/>
                  <a:pt x="1978795" y="4313733"/>
                </a:cubicBezTo>
                <a:cubicBezTo>
                  <a:pt x="1760969" y="4305793"/>
                  <a:pt x="1543527" y="4306595"/>
                  <a:pt x="1319197" y="4313733"/>
                </a:cubicBezTo>
                <a:cubicBezTo>
                  <a:pt x="1094867" y="4320871"/>
                  <a:pt x="877296" y="4310168"/>
                  <a:pt x="702750" y="4313733"/>
                </a:cubicBezTo>
                <a:cubicBezTo>
                  <a:pt x="528204" y="4317298"/>
                  <a:pt x="258740" y="4283429"/>
                  <a:pt x="0" y="4313733"/>
                </a:cubicBezTo>
                <a:cubicBezTo>
                  <a:pt x="20521" y="4048835"/>
                  <a:pt x="22075" y="3953349"/>
                  <a:pt x="0" y="3783760"/>
                </a:cubicBezTo>
                <a:cubicBezTo>
                  <a:pt x="-22075" y="3614171"/>
                  <a:pt x="6364" y="3404604"/>
                  <a:pt x="0" y="3253787"/>
                </a:cubicBezTo>
                <a:cubicBezTo>
                  <a:pt x="-6364" y="3102970"/>
                  <a:pt x="20381" y="2850232"/>
                  <a:pt x="0" y="2594402"/>
                </a:cubicBezTo>
                <a:cubicBezTo>
                  <a:pt x="-20381" y="2338572"/>
                  <a:pt x="27154" y="2195546"/>
                  <a:pt x="0" y="1935017"/>
                </a:cubicBezTo>
                <a:cubicBezTo>
                  <a:pt x="-27154" y="1674489"/>
                  <a:pt x="-4666" y="1598220"/>
                  <a:pt x="0" y="1448182"/>
                </a:cubicBezTo>
                <a:cubicBezTo>
                  <a:pt x="4666" y="1298145"/>
                  <a:pt x="-8908" y="1157098"/>
                  <a:pt x="0" y="918209"/>
                </a:cubicBezTo>
                <a:cubicBezTo>
                  <a:pt x="8908" y="679320"/>
                  <a:pt x="13406" y="252936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417203334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de-DE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Leicht besorgt</a:t>
            </a:r>
          </a:p>
          <a:p>
            <a:pPr algn="ctr">
              <a:spcAft>
                <a:spcPts val="600"/>
              </a:spcAft>
            </a:pPr>
            <a:r>
              <a:rPr lang="de-DE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Emotional distanziert</a:t>
            </a:r>
          </a:p>
          <a:p>
            <a:pPr algn="ctr">
              <a:spcAft>
                <a:spcPts val="600"/>
              </a:spcAft>
            </a:pPr>
            <a:r>
              <a:rPr lang="de-DE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Zu selbstlos</a:t>
            </a:r>
            <a:r>
              <a:rPr lang="de-DE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algn="ctr"/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F20FAAD-D04C-4547-A563-7030B9E55886}"/>
              </a:ext>
            </a:extLst>
          </p:cNvPr>
          <p:cNvSpPr txBox="1"/>
          <p:nvPr/>
        </p:nvSpPr>
        <p:spPr>
          <a:xfrm>
            <a:off x="1235489" y="2101026"/>
            <a:ext cx="28758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b="1" dirty="0">
                <a:latin typeface="Verdana" panose="020B0604030504040204" pitchFamily="34" charset="0"/>
                <a:ea typeface="Verdana" panose="020B0604030504040204" pitchFamily="34" charset="0"/>
              </a:rPr>
              <a:t>Stärken</a:t>
            </a:r>
            <a:r>
              <a:rPr lang="de-DE" sz="2800" dirty="0"/>
              <a:t>  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C09A4CF-5BF2-4C32-B569-DB95B73BD06F}"/>
              </a:ext>
            </a:extLst>
          </p:cNvPr>
          <p:cNvSpPr txBox="1"/>
          <p:nvPr/>
        </p:nvSpPr>
        <p:spPr>
          <a:xfrm>
            <a:off x="6924370" y="2101026"/>
            <a:ext cx="4018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b="1" dirty="0">
                <a:latin typeface="Verdana" panose="020B0604030504040204" pitchFamily="34" charset="0"/>
                <a:ea typeface="Verdana" panose="020B0604030504040204" pitchFamily="34" charset="0"/>
              </a:rPr>
              <a:t>Schwächen</a:t>
            </a:r>
            <a:r>
              <a:rPr lang="de-DE" sz="2800" dirty="0"/>
              <a:t> </a:t>
            </a:r>
          </a:p>
        </p:txBody>
      </p:sp>
      <p:sp>
        <p:nvSpPr>
          <p:cNvPr id="15" name="Pfeil: nach links und rechts 14">
            <a:extLst>
              <a:ext uri="{FF2B5EF4-FFF2-40B4-BE49-F238E27FC236}">
                <a16:creationId xmlns:a16="http://schemas.microsoft.com/office/drawing/2014/main" id="{0F8B7D58-8DE6-4C54-B953-E30059E35857}"/>
              </a:ext>
            </a:extLst>
          </p:cNvPr>
          <p:cNvSpPr/>
          <p:nvPr/>
        </p:nvSpPr>
        <p:spPr>
          <a:xfrm>
            <a:off x="5694505" y="3695683"/>
            <a:ext cx="1072055" cy="663728"/>
          </a:xfrm>
          <a:custGeom>
            <a:avLst/>
            <a:gdLst>
              <a:gd name="connsiteX0" fmla="*/ 0 w 1072055"/>
              <a:gd name="connsiteY0" fmla="*/ 331864 h 663728"/>
              <a:gd name="connsiteX1" fmla="*/ 331864 w 1072055"/>
              <a:gd name="connsiteY1" fmla="*/ 0 h 663728"/>
              <a:gd name="connsiteX2" fmla="*/ 331864 w 1072055"/>
              <a:gd name="connsiteY2" fmla="*/ 165932 h 663728"/>
              <a:gd name="connsiteX3" fmla="*/ 740191 w 1072055"/>
              <a:gd name="connsiteY3" fmla="*/ 165932 h 663728"/>
              <a:gd name="connsiteX4" fmla="*/ 740191 w 1072055"/>
              <a:gd name="connsiteY4" fmla="*/ 0 h 663728"/>
              <a:gd name="connsiteX5" fmla="*/ 1072055 w 1072055"/>
              <a:gd name="connsiteY5" fmla="*/ 331864 h 663728"/>
              <a:gd name="connsiteX6" fmla="*/ 740191 w 1072055"/>
              <a:gd name="connsiteY6" fmla="*/ 663728 h 663728"/>
              <a:gd name="connsiteX7" fmla="*/ 740191 w 1072055"/>
              <a:gd name="connsiteY7" fmla="*/ 497796 h 663728"/>
              <a:gd name="connsiteX8" fmla="*/ 331864 w 1072055"/>
              <a:gd name="connsiteY8" fmla="*/ 497796 h 663728"/>
              <a:gd name="connsiteX9" fmla="*/ 331864 w 1072055"/>
              <a:gd name="connsiteY9" fmla="*/ 663728 h 663728"/>
              <a:gd name="connsiteX10" fmla="*/ 0 w 1072055"/>
              <a:gd name="connsiteY10" fmla="*/ 331864 h 663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72055" h="663728" fill="none" extrusionOk="0">
                <a:moveTo>
                  <a:pt x="0" y="331864"/>
                </a:moveTo>
                <a:cubicBezTo>
                  <a:pt x="189893" y="190201"/>
                  <a:pt x="304454" y="74660"/>
                  <a:pt x="331864" y="0"/>
                </a:cubicBezTo>
                <a:cubicBezTo>
                  <a:pt x="337314" y="68005"/>
                  <a:pt x="330045" y="98980"/>
                  <a:pt x="331864" y="165932"/>
                </a:cubicBezTo>
                <a:cubicBezTo>
                  <a:pt x="402449" y="179375"/>
                  <a:pt x="616859" y="146811"/>
                  <a:pt x="740191" y="165932"/>
                </a:cubicBezTo>
                <a:cubicBezTo>
                  <a:pt x="735792" y="135661"/>
                  <a:pt x="753222" y="59358"/>
                  <a:pt x="740191" y="0"/>
                </a:cubicBezTo>
                <a:cubicBezTo>
                  <a:pt x="864500" y="115292"/>
                  <a:pt x="919879" y="183145"/>
                  <a:pt x="1072055" y="331864"/>
                </a:cubicBezTo>
                <a:cubicBezTo>
                  <a:pt x="994331" y="464644"/>
                  <a:pt x="861071" y="505557"/>
                  <a:pt x="740191" y="663728"/>
                </a:cubicBezTo>
                <a:cubicBezTo>
                  <a:pt x="752642" y="593403"/>
                  <a:pt x="727707" y="543814"/>
                  <a:pt x="740191" y="497796"/>
                </a:cubicBezTo>
                <a:cubicBezTo>
                  <a:pt x="683362" y="503277"/>
                  <a:pt x="447112" y="508842"/>
                  <a:pt x="331864" y="497796"/>
                </a:cubicBezTo>
                <a:cubicBezTo>
                  <a:pt x="326698" y="520602"/>
                  <a:pt x="321092" y="597827"/>
                  <a:pt x="331864" y="663728"/>
                </a:cubicBezTo>
                <a:cubicBezTo>
                  <a:pt x="211842" y="580425"/>
                  <a:pt x="37393" y="395060"/>
                  <a:pt x="0" y="331864"/>
                </a:cubicBezTo>
                <a:close/>
              </a:path>
              <a:path w="1072055" h="663728" stroke="0" extrusionOk="0">
                <a:moveTo>
                  <a:pt x="0" y="331864"/>
                </a:moveTo>
                <a:cubicBezTo>
                  <a:pt x="121492" y="242919"/>
                  <a:pt x="273820" y="41697"/>
                  <a:pt x="331864" y="0"/>
                </a:cubicBezTo>
                <a:cubicBezTo>
                  <a:pt x="320228" y="24949"/>
                  <a:pt x="332840" y="111868"/>
                  <a:pt x="331864" y="165932"/>
                </a:cubicBezTo>
                <a:cubicBezTo>
                  <a:pt x="435428" y="143946"/>
                  <a:pt x="602622" y="185421"/>
                  <a:pt x="740191" y="165932"/>
                </a:cubicBezTo>
                <a:cubicBezTo>
                  <a:pt x="728258" y="111416"/>
                  <a:pt x="727555" y="16971"/>
                  <a:pt x="740191" y="0"/>
                </a:cubicBezTo>
                <a:cubicBezTo>
                  <a:pt x="848595" y="60838"/>
                  <a:pt x="926658" y="177365"/>
                  <a:pt x="1072055" y="331864"/>
                </a:cubicBezTo>
                <a:cubicBezTo>
                  <a:pt x="943802" y="418673"/>
                  <a:pt x="891181" y="552532"/>
                  <a:pt x="740191" y="663728"/>
                </a:cubicBezTo>
                <a:cubicBezTo>
                  <a:pt x="744150" y="589026"/>
                  <a:pt x="729074" y="514971"/>
                  <a:pt x="740191" y="497796"/>
                </a:cubicBezTo>
                <a:cubicBezTo>
                  <a:pt x="646372" y="482125"/>
                  <a:pt x="439248" y="529299"/>
                  <a:pt x="331864" y="497796"/>
                </a:cubicBezTo>
                <a:cubicBezTo>
                  <a:pt x="319050" y="521147"/>
                  <a:pt x="320297" y="589798"/>
                  <a:pt x="331864" y="663728"/>
                </a:cubicBezTo>
                <a:cubicBezTo>
                  <a:pt x="245927" y="557971"/>
                  <a:pt x="178128" y="468919"/>
                  <a:pt x="0" y="331864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30578279">
                  <a:prstGeom prst="left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CCE0EAF-A697-424F-9455-6F2B5502D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AE8E-1182-4F92-927C-3F55B58B4906}" type="slidenum">
              <a:rPr lang="de-DE" sz="1800" smtClean="0">
                <a:latin typeface="Verdana" panose="020B0604030504040204" pitchFamily="34" charset="0"/>
                <a:ea typeface="Verdana" panose="020B0604030504040204" pitchFamily="34" charset="0"/>
              </a:rPr>
              <a:t>5</a:t>
            </a:fld>
            <a:endParaRPr lang="de-DE" sz="18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1" name="Grafik 10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67EC1ACF-FC04-47E7-9977-329BF08D5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4721" y="18614"/>
            <a:ext cx="1022403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476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140A3F-6344-4209-98F8-73179A79A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>
                <a:latin typeface="Verdana" panose="020B0604030504040204" pitchFamily="34" charset="0"/>
                <a:ea typeface="Verdana" panose="020B0604030504040204" pitchFamily="34" charset="0"/>
              </a:rPr>
              <a:t>Was ist meine Motivation für SMP?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85224F0-956E-4EB3-AF16-C214DA68EE26}"/>
              </a:ext>
            </a:extLst>
          </p:cNvPr>
          <p:cNvSpPr/>
          <p:nvPr/>
        </p:nvSpPr>
        <p:spPr>
          <a:xfrm>
            <a:off x="1175657" y="1853875"/>
            <a:ext cx="9980021" cy="4320501"/>
          </a:xfrm>
          <a:custGeom>
            <a:avLst/>
            <a:gdLst>
              <a:gd name="connsiteX0" fmla="*/ 0 w 9980021"/>
              <a:gd name="connsiteY0" fmla="*/ 0 h 4320501"/>
              <a:gd name="connsiteX1" fmla="*/ 786660 w 9980021"/>
              <a:gd name="connsiteY1" fmla="*/ 0 h 4320501"/>
              <a:gd name="connsiteX2" fmla="*/ 1373721 w 9980021"/>
              <a:gd name="connsiteY2" fmla="*/ 0 h 4320501"/>
              <a:gd name="connsiteX3" fmla="*/ 1860980 w 9980021"/>
              <a:gd name="connsiteY3" fmla="*/ 0 h 4320501"/>
              <a:gd name="connsiteX4" fmla="*/ 2547841 w 9980021"/>
              <a:gd name="connsiteY4" fmla="*/ 0 h 4320501"/>
              <a:gd name="connsiteX5" fmla="*/ 3134901 w 9980021"/>
              <a:gd name="connsiteY5" fmla="*/ 0 h 4320501"/>
              <a:gd name="connsiteX6" fmla="*/ 3422560 w 9980021"/>
              <a:gd name="connsiteY6" fmla="*/ 0 h 4320501"/>
              <a:gd name="connsiteX7" fmla="*/ 4209221 w 9980021"/>
              <a:gd name="connsiteY7" fmla="*/ 0 h 4320501"/>
              <a:gd name="connsiteX8" fmla="*/ 4696480 w 9980021"/>
              <a:gd name="connsiteY8" fmla="*/ 0 h 4320501"/>
              <a:gd name="connsiteX9" fmla="*/ 4984140 w 9980021"/>
              <a:gd name="connsiteY9" fmla="*/ 0 h 4320501"/>
              <a:gd name="connsiteX10" fmla="*/ 5571200 w 9980021"/>
              <a:gd name="connsiteY10" fmla="*/ 0 h 4320501"/>
              <a:gd name="connsiteX11" fmla="*/ 5958660 w 9980021"/>
              <a:gd name="connsiteY11" fmla="*/ 0 h 4320501"/>
              <a:gd name="connsiteX12" fmla="*/ 6745320 w 9980021"/>
              <a:gd name="connsiteY12" fmla="*/ 0 h 4320501"/>
              <a:gd name="connsiteX13" fmla="*/ 7132780 w 9980021"/>
              <a:gd name="connsiteY13" fmla="*/ 0 h 4320501"/>
              <a:gd name="connsiteX14" fmla="*/ 7420439 w 9980021"/>
              <a:gd name="connsiteY14" fmla="*/ 0 h 4320501"/>
              <a:gd name="connsiteX15" fmla="*/ 7708099 w 9980021"/>
              <a:gd name="connsiteY15" fmla="*/ 0 h 4320501"/>
              <a:gd name="connsiteX16" fmla="*/ 7995758 w 9980021"/>
              <a:gd name="connsiteY16" fmla="*/ 0 h 4320501"/>
              <a:gd name="connsiteX17" fmla="*/ 8383218 w 9980021"/>
              <a:gd name="connsiteY17" fmla="*/ 0 h 4320501"/>
              <a:gd name="connsiteX18" fmla="*/ 9169878 w 9980021"/>
              <a:gd name="connsiteY18" fmla="*/ 0 h 4320501"/>
              <a:gd name="connsiteX19" fmla="*/ 9980021 w 9980021"/>
              <a:gd name="connsiteY19" fmla="*/ 0 h 4320501"/>
              <a:gd name="connsiteX20" fmla="*/ 9980021 w 9980021"/>
              <a:gd name="connsiteY20" fmla="*/ 540063 h 4320501"/>
              <a:gd name="connsiteX21" fmla="*/ 9980021 w 9980021"/>
              <a:gd name="connsiteY21" fmla="*/ 950510 h 4320501"/>
              <a:gd name="connsiteX22" fmla="*/ 9980021 w 9980021"/>
              <a:gd name="connsiteY22" fmla="*/ 1576983 h 4320501"/>
              <a:gd name="connsiteX23" fmla="*/ 9980021 w 9980021"/>
              <a:gd name="connsiteY23" fmla="*/ 2203456 h 4320501"/>
              <a:gd name="connsiteX24" fmla="*/ 9980021 w 9980021"/>
              <a:gd name="connsiteY24" fmla="*/ 2700313 h 4320501"/>
              <a:gd name="connsiteX25" fmla="*/ 9980021 w 9980021"/>
              <a:gd name="connsiteY25" fmla="*/ 3240376 h 4320501"/>
              <a:gd name="connsiteX26" fmla="*/ 9980021 w 9980021"/>
              <a:gd name="connsiteY26" fmla="*/ 3694028 h 4320501"/>
              <a:gd name="connsiteX27" fmla="*/ 9980021 w 9980021"/>
              <a:gd name="connsiteY27" fmla="*/ 4320501 h 4320501"/>
              <a:gd name="connsiteX28" fmla="*/ 9592561 w 9980021"/>
              <a:gd name="connsiteY28" fmla="*/ 4320501 h 4320501"/>
              <a:gd name="connsiteX29" fmla="*/ 8805901 w 9980021"/>
              <a:gd name="connsiteY29" fmla="*/ 4320501 h 4320501"/>
              <a:gd name="connsiteX30" fmla="*/ 8318641 w 9980021"/>
              <a:gd name="connsiteY30" fmla="*/ 4320501 h 4320501"/>
              <a:gd name="connsiteX31" fmla="*/ 7831381 w 9980021"/>
              <a:gd name="connsiteY31" fmla="*/ 4320501 h 4320501"/>
              <a:gd name="connsiteX32" fmla="*/ 7144521 w 9980021"/>
              <a:gd name="connsiteY32" fmla="*/ 4320501 h 4320501"/>
              <a:gd name="connsiteX33" fmla="*/ 6856861 w 9980021"/>
              <a:gd name="connsiteY33" fmla="*/ 4320501 h 4320501"/>
              <a:gd name="connsiteX34" fmla="*/ 6170001 w 9980021"/>
              <a:gd name="connsiteY34" fmla="*/ 4320501 h 4320501"/>
              <a:gd name="connsiteX35" fmla="*/ 5782542 w 9980021"/>
              <a:gd name="connsiteY35" fmla="*/ 4320501 h 4320501"/>
              <a:gd name="connsiteX36" fmla="*/ 5494882 w 9980021"/>
              <a:gd name="connsiteY36" fmla="*/ 4320501 h 4320501"/>
              <a:gd name="connsiteX37" fmla="*/ 5007622 w 9980021"/>
              <a:gd name="connsiteY37" fmla="*/ 4320501 h 4320501"/>
              <a:gd name="connsiteX38" fmla="*/ 4420562 w 9980021"/>
              <a:gd name="connsiteY38" fmla="*/ 4320501 h 4320501"/>
              <a:gd name="connsiteX39" fmla="*/ 3833502 w 9980021"/>
              <a:gd name="connsiteY39" fmla="*/ 4320501 h 4320501"/>
              <a:gd name="connsiteX40" fmla="*/ 3446043 w 9980021"/>
              <a:gd name="connsiteY40" fmla="*/ 4320501 h 4320501"/>
              <a:gd name="connsiteX41" fmla="*/ 2659382 w 9980021"/>
              <a:gd name="connsiteY41" fmla="*/ 4320501 h 4320501"/>
              <a:gd name="connsiteX42" fmla="*/ 2271922 w 9980021"/>
              <a:gd name="connsiteY42" fmla="*/ 4320501 h 4320501"/>
              <a:gd name="connsiteX43" fmla="*/ 1585062 w 9980021"/>
              <a:gd name="connsiteY43" fmla="*/ 4320501 h 4320501"/>
              <a:gd name="connsiteX44" fmla="*/ 798402 w 9980021"/>
              <a:gd name="connsiteY44" fmla="*/ 4320501 h 4320501"/>
              <a:gd name="connsiteX45" fmla="*/ 0 w 9980021"/>
              <a:gd name="connsiteY45" fmla="*/ 4320501 h 4320501"/>
              <a:gd name="connsiteX46" fmla="*/ 0 w 9980021"/>
              <a:gd name="connsiteY46" fmla="*/ 3866848 h 4320501"/>
              <a:gd name="connsiteX47" fmla="*/ 0 w 9980021"/>
              <a:gd name="connsiteY47" fmla="*/ 3369991 h 4320501"/>
              <a:gd name="connsiteX48" fmla="*/ 0 w 9980021"/>
              <a:gd name="connsiteY48" fmla="*/ 2829928 h 4320501"/>
              <a:gd name="connsiteX49" fmla="*/ 0 w 9980021"/>
              <a:gd name="connsiteY49" fmla="*/ 2376276 h 4320501"/>
              <a:gd name="connsiteX50" fmla="*/ 0 w 9980021"/>
              <a:gd name="connsiteY50" fmla="*/ 1879418 h 4320501"/>
              <a:gd name="connsiteX51" fmla="*/ 0 w 9980021"/>
              <a:gd name="connsiteY51" fmla="*/ 1339355 h 4320501"/>
              <a:gd name="connsiteX52" fmla="*/ 0 w 9980021"/>
              <a:gd name="connsiteY52" fmla="*/ 842498 h 4320501"/>
              <a:gd name="connsiteX53" fmla="*/ 0 w 9980021"/>
              <a:gd name="connsiteY53" fmla="*/ 0 h 4320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9980021" h="4320501" fill="none" extrusionOk="0">
                <a:moveTo>
                  <a:pt x="0" y="0"/>
                </a:moveTo>
                <a:cubicBezTo>
                  <a:pt x="248364" y="-56558"/>
                  <a:pt x="475820" y="47292"/>
                  <a:pt x="786660" y="0"/>
                </a:cubicBezTo>
                <a:cubicBezTo>
                  <a:pt x="1097500" y="-47292"/>
                  <a:pt x="1195412" y="36871"/>
                  <a:pt x="1373721" y="0"/>
                </a:cubicBezTo>
                <a:cubicBezTo>
                  <a:pt x="1552030" y="-36871"/>
                  <a:pt x="1646573" y="40239"/>
                  <a:pt x="1860980" y="0"/>
                </a:cubicBezTo>
                <a:cubicBezTo>
                  <a:pt x="2075387" y="-40239"/>
                  <a:pt x="2253212" y="66957"/>
                  <a:pt x="2547841" y="0"/>
                </a:cubicBezTo>
                <a:cubicBezTo>
                  <a:pt x="2842470" y="-66957"/>
                  <a:pt x="2879634" y="26783"/>
                  <a:pt x="3134901" y="0"/>
                </a:cubicBezTo>
                <a:cubicBezTo>
                  <a:pt x="3390168" y="-26783"/>
                  <a:pt x="3347139" y="10557"/>
                  <a:pt x="3422560" y="0"/>
                </a:cubicBezTo>
                <a:cubicBezTo>
                  <a:pt x="3497981" y="-10557"/>
                  <a:pt x="3969889" y="24573"/>
                  <a:pt x="4209221" y="0"/>
                </a:cubicBezTo>
                <a:cubicBezTo>
                  <a:pt x="4448553" y="-24573"/>
                  <a:pt x="4549113" y="21435"/>
                  <a:pt x="4696480" y="0"/>
                </a:cubicBezTo>
                <a:cubicBezTo>
                  <a:pt x="4843847" y="-21435"/>
                  <a:pt x="4885487" y="6857"/>
                  <a:pt x="4984140" y="0"/>
                </a:cubicBezTo>
                <a:cubicBezTo>
                  <a:pt x="5082793" y="-6857"/>
                  <a:pt x="5354631" y="66886"/>
                  <a:pt x="5571200" y="0"/>
                </a:cubicBezTo>
                <a:cubicBezTo>
                  <a:pt x="5787769" y="-66886"/>
                  <a:pt x="5816446" y="39269"/>
                  <a:pt x="5958660" y="0"/>
                </a:cubicBezTo>
                <a:cubicBezTo>
                  <a:pt x="6100874" y="-39269"/>
                  <a:pt x="6560018" y="64419"/>
                  <a:pt x="6745320" y="0"/>
                </a:cubicBezTo>
                <a:cubicBezTo>
                  <a:pt x="6930622" y="-64419"/>
                  <a:pt x="6988080" y="24118"/>
                  <a:pt x="7132780" y="0"/>
                </a:cubicBezTo>
                <a:cubicBezTo>
                  <a:pt x="7277480" y="-24118"/>
                  <a:pt x="7292398" y="21538"/>
                  <a:pt x="7420439" y="0"/>
                </a:cubicBezTo>
                <a:cubicBezTo>
                  <a:pt x="7548480" y="-21538"/>
                  <a:pt x="7585728" y="27721"/>
                  <a:pt x="7708099" y="0"/>
                </a:cubicBezTo>
                <a:cubicBezTo>
                  <a:pt x="7830470" y="-27721"/>
                  <a:pt x="7891515" y="33908"/>
                  <a:pt x="7995758" y="0"/>
                </a:cubicBezTo>
                <a:cubicBezTo>
                  <a:pt x="8100001" y="-33908"/>
                  <a:pt x="8228927" y="25460"/>
                  <a:pt x="8383218" y="0"/>
                </a:cubicBezTo>
                <a:cubicBezTo>
                  <a:pt x="8537509" y="-25460"/>
                  <a:pt x="8889864" y="20050"/>
                  <a:pt x="9169878" y="0"/>
                </a:cubicBezTo>
                <a:cubicBezTo>
                  <a:pt x="9449892" y="-20050"/>
                  <a:pt x="9653991" y="42341"/>
                  <a:pt x="9980021" y="0"/>
                </a:cubicBezTo>
                <a:cubicBezTo>
                  <a:pt x="10035975" y="153544"/>
                  <a:pt x="9924639" y="374469"/>
                  <a:pt x="9980021" y="540063"/>
                </a:cubicBezTo>
                <a:cubicBezTo>
                  <a:pt x="10035403" y="705657"/>
                  <a:pt x="9940353" y="817872"/>
                  <a:pt x="9980021" y="950510"/>
                </a:cubicBezTo>
                <a:cubicBezTo>
                  <a:pt x="10019689" y="1083148"/>
                  <a:pt x="9909249" y="1435551"/>
                  <a:pt x="9980021" y="1576983"/>
                </a:cubicBezTo>
                <a:cubicBezTo>
                  <a:pt x="10050793" y="1718415"/>
                  <a:pt x="9964136" y="2045157"/>
                  <a:pt x="9980021" y="2203456"/>
                </a:cubicBezTo>
                <a:cubicBezTo>
                  <a:pt x="9995906" y="2361755"/>
                  <a:pt x="9922636" y="2587190"/>
                  <a:pt x="9980021" y="2700313"/>
                </a:cubicBezTo>
                <a:cubicBezTo>
                  <a:pt x="10037406" y="2813436"/>
                  <a:pt x="9942243" y="3021952"/>
                  <a:pt x="9980021" y="3240376"/>
                </a:cubicBezTo>
                <a:cubicBezTo>
                  <a:pt x="10017799" y="3458800"/>
                  <a:pt x="9941083" y="3473809"/>
                  <a:pt x="9980021" y="3694028"/>
                </a:cubicBezTo>
                <a:cubicBezTo>
                  <a:pt x="10018959" y="3914247"/>
                  <a:pt x="9928448" y="4110103"/>
                  <a:pt x="9980021" y="4320501"/>
                </a:cubicBezTo>
                <a:cubicBezTo>
                  <a:pt x="9801549" y="4343959"/>
                  <a:pt x="9724334" y="4296251"/>
                  <a:pt x="9592561" y="4320501"/>
                </a:cubicBezTo>
                <a:cubicBezTo>
                  <a:pt x="9460788" y="4344751"/>
                  <a:pt x="8989349" y="4272504"/>
                  <a:pt x="8805901" y="4320501"/>
                </a:cubicBezTo>
                <a:cubicBezTo>
                  <a:pt x="8622453" y="4368498"/>
                  <a:pt x="8542054" y="4315086"/>
                  <a:pt x="8318641" y="4320501"/>
                </a:cubicBezTo>
                <a:cubicBezTo>
                  <a:pt x="8095228" y="4325916"/>
                  <a:pt x="7936203" y="4269201"/>
                  <a:pt x="7831381" y="4320501"/>
                </a:cubicBezTo>
                <a:cubicBezTo>
                  <a:pt x="7726559" y="4371801"/>
                  <a:pt x="7478136" y="4283583"/>
                  <a:pt x="7144521" y="4320501"/>
                </a:cubicBezTo>
                <a:cubicBezTo>
                  <a:pt x="6810906" y="4357419"/>
                  <a:pt x="6922395" y="4288298"/>
                  <a:pt x="6856861" y="4320501"/>
                </a:cubicBezTo>
                <a:cubicBezTo>
                  <a:pt x="6791327" y="4352704"/>
                  <a:pt x="6345111" y="4270139"/>
                  <a:pt x="6170001" y="4320501"/>
                </a:cubicBezTo>
                <a:cubicBezTo>
                  <a:pt x="5994891" y="4370863"/>
                  <a:pt x="5933539" y="4304710"/>
                  <a:pt x="5782542" y="4320501"/>
                </a:cubicBezTo>
                <a:cubicBezTo>
                  <a:pt x="5631545" y="4336292"/>
                  <a:pt x="5585961" y="4306136"/>
                  <a:pt x="5494882" y="4320501"/>
                </a:cubicBezTo>
                <a:cubicBezTo>
                  <a:pt x="5403803" y="4334866"/>
                  <a:pt x="5134839" y="4310436"/>
                  <a:pt x="5007622" y="4320501"/>
                </a:cubicBezTo>
                <a:cubicBezTo>
                  <a:pt x="4880405" y="4330566"/>
                  <a:pt x="4599334" y="4313774"/>
                  <a:pt x="4420562" y="4320501"/>
                </a:cubicBezTo>
                <a:cubicBezTo>
                  <a:pt x="4241790" y="4327228"/>
                  <a:pt x="4053550" y="4295825"/>
                  <a:pt x="3833502" y="4320501"/>
                </a:cubicBezTo>
                <a:cubicBezTo>
                  <a:pt x="3613454" y="4345177"/>
                  <a:pt x="3636765" y="4317665"/>
                  <a:pt x="3446043" y="4320501"/>
                </a:cubicBezTo>
                <a:cubicBezTo>
                  <a:pt x="3255321" y="4323337"/>
                  <a:pt x="2928826" y="4319496"/>
                  <a:pt x="2659382" y="4320501"/>
                </a:cubicBezTo>
                <a:cubicBezTo>
                  <a:pt x="2389938" y="4321506"/>
                  <a:pt x="2386118" y="4292456"/>
                  <a:pt x="2271922" y="4320501"/>
                </a:cubicBezTo>
                <a:cubicBezTo>
                  <a:pt x="2157726" y="4348546"/>
                  <a:pt x="1858471" y="4267308"/>
                  <a:pt x="1585062" y="4320501"/>
                </a:cubicBezTo>
                <a:cubicBezTo>
                  <a:pt x="1311653" y="4373694"/>
                  <a:pt x="1034798" y="4233778"/>
                  <a:pt x="798402" y="4320501"/>
                </a:cubicBezTo>
                <a:cubicBezTo>
                  <a:pt x="562006" y="4407224"/>
                  <a:pt x="228217" y="4265165"/>
                  <a:pt x="0" y="4320501"/>
                </a:cubicBezTo>
                <a:cubicBezTo>
                  <a:pt x="-18291" y="4128566"/>
                  <a:pt x="17174" y="4035978"/>
                  <a:pt x="0" y="3866848"/>
                </a:cubicBezTo>
                <a:cubicBezTo>
                  <a:pt x="-17174" y="3697718"/>
                  <a:pt x="3280" y="3514340"/>
                  <a:pt x="0" y="3369991"/>
                </a:cubicBezTo>
                <a:cubicBezTo>
                  <a:pt x="-3280" y="3225642"/>
                  <a:pt x="5501" y="2959754"/>
                  <a:pt x="0" y="2829928"/>
                </a:cubicBezTo>
                <a:cubicBezTo>
                  <a:pt x="-5501" y="2700102"/>
                  <a:pt x="8063" y="2551405"/>
                  <a:pt x="0" y="2376276"/>
                </a:cubicBezTo>
                <a:cubicBezTo>
                  <a:pt x="-8063" y="2201147"/>
                  <a:pt x="38442" y="2036329"/>
                  <a:pt x="0" y="1879418"/>
                </a:cubicBezTo>
                <a:cubicBezTo>
                  <a:pt x="-38442" y="1722507"/>
                  <a:pt x="25424" y="1518366"/>
                  <a:pt x="0" y="1339355"/>
                </a:cubicBezTo>
                <a:cubicBezTo>
                  <a:pt x="-25424" y="1160344"/>
                  <a:pt x="4750" y="1022914"/>
                  <a:pt x="0" y="842498"/>
                </a:cubicBezTo>
                <a:cubicBezTo>
                  <a:pt x="-4750" y="662082"/>
                  <a:pt x="65855" y="409690"/>
                  <a:pt x="0" y="0"/>
                </a:cubicBezTo>
                <a:close/>
              </a:path>
              <a:path w="9980021" h="4320501" stroke="0" extrusionOk="0">
                <a:moveTo>
                  <a:pt x="0" y="0"/>
                </a:moveTo>
                <a:cubicBezTo>
                  <a:pt x="136254" y="-50631"/>
                  <a:pt x="408801" y="17177"/>
                  <a:pt x="587060" y="0"/>
                </a:cubicBezTo>
                <a:cubicBezTo>
                  <a:pt x="765319" y="-17177"/>
                  <a:pt x="753655" y="1958"/>
                  <a:pt x="874719" y="0"/>
                </a:cubicBezTo>
                <a:cubicBezTo>
                  <a:pt x="995783" y="-1958"/>
                  <a:pt x="1267328" y="13452"/>
                  <a:pt x="1461780" y="0"/>
                </a:cubicBezTo>
                <a:cubicBezTo>
                  <a:pt x="1656232" y="-13452"/>
                  <a:pt x="1873366" y="24445"/>
                  <a:pt x="2148640" y="0"/>
                </a:cubicBezTo>
                <a:cubicBezTo>
                  <a:pt x="2423914" y="-24445"/>
                  <a:pt x="2710665" y="18510"/>
                  <a:pt x="2935300" y="0"/>
                </a:cubicBezTo>
                <a:cubicBezTo>
                  <a:pt x="3159935" y="-18510"/>
                  <a:pt x="3366846" y="4264"/>
                  <a:pt x="3721961" y="0"/>
                </a:cubicBezTo>
                <a:cubicBezTo>
                  <a:pt x="4077076" y="-4264"/>
                  <a:pt x="3932205" y="33657"/>
                  <a:pt x="4109420" y="0"/>
                </a:cubicBezTo>
                <a:cubicBezTo>
                  <a:pt x="4286635" y="-33657"/>
                  <a:pt x="4383483" y="27145"/>
                  <a:pt x="4496880" y="0"/>
                </a:cubicBezTo>
                <a:cubicBezTo>
                  <a:pt x="4610277" y="-27145"/>
                  <a:pt x="4993847" y="66689"/>
                  <a:pt x="5183740" y="0"/>
                </a:cubicBezTo>
                <a:cubicBezTo>
                  <a:pt x="5373633" y="-66689"/>
                  <a:pt x="5533838" y="31915"/>
                  <a:pt x="5671000" y="0"/>
                </a:cubicBezTo>
                <a:cubicBezTo>
                  <a:pt x="5808162" y="-31915"/>
                  <a:pt x="5983017" y="11061"/>
                  <a:pt x="6158260" y="0"/>
                </a:cubicBezTo>
                <a:cubicBezTo>
                  <a:pt x="6333503" y="-11061"/>
                  <a:pt x="6426032" y="17538"/>
                  <a:pt x="6645520" y="0"/>
                </a:cubicBezTo>
                <a:cubicBezTo>
                  <a:pt x="6865008" y="-17538"/>
                  <a:pt x="7193917" y="18267"/>
                  <a:pt x="7432180" y="0"/>
                </a:cubicBezTo>
                <a:cubicBezTo>
                  <a:pt x="7670443" y="-18267"/>
                  <a:pt x="7884751" y="47985"/>
                  <a:pt x="8218841" y="0"/>
                </a:cubicBezTo>
                <a:cubicBezTo>
                  <a:pt x="8552931" y="-47985"/>
                  <a:pt x="8616476" y="2337"/>
                  <a:pt x="8905701" y="0"/>
                </a:cubicBezTo>
                <a:cubicBezTo>
                  <a:pt x="9194926" y="-2337"/>
                  <a:pt x="9666704" y="28011"/>
                  <a:pt x="9980021" y="0"/>
                </a:cubicBezTo>
                <a:cubicBezTo>
                  <a:pt x="10019987" y="136603"/>
                  <a:pt x="9950568" y="298820"/>
                  <a:pt x="9980021" y="410448"/>
                </a:cubicBezTo>
                <a:cubicBezTo>
                  <a:pt x="10009474" y="522076"/>
                  <a:pt x="9944833" y="676011"/>
                  <a:pt x="9980021" y="820895"/>
                </a:cubicBezTo>
                <a:cubicBezTo>
                  <a:pt x="10015209" y="965779"/>
                  <a:pt x="9941289" y="1231268"/>
                  <a:pt x="9980021" y="1404163"/>
                </a:cubicBezTo>
                <a:cubicBezTo>
                  <a:pt x="10018753" y="1577058"/>
                  <a:pt x="9961531" y="1658610"/>
                  <a:pt x="9980021" y="1901020"/>
                </a:cubicBezTo>
                <a:cubicBezTo>
                  <a:pt x="9998511" y="2143430"/>
                  <a:pt x="9910859" y="2218357"/>
                  <a:pt x="9980021" y="2527493"/>
                </a:cubicBezTo>
                <a:cubicBezTo>
                  <a:pt x="10049183" y="2836629"/>
                  <a:pt x="9957612" y="2856518"/>
                  <a:pt x="9980021" y="3024351"/>
                </a:cubicBezTo>
                <a:cubicBezTo>
                  <a:pt x="10002430" y="3192184"/>
                  <a:pt x="9929247" y="3336062"/>
                  <a:pt x="9980021" y="3564413"/>
                </a:cubicBezTo>
                <a:cubicBezTo>
                  <a:pt x="10030795" y="3792764"/>
                  <a:pt x="9894312" y="3971459"/>
                  <a:pt x="9980021" y="4320501"/>
                </a:cubicBezTo>
                <a:cubicBezTo>
                  <a:pt x="9647724" y="4325777"/>
                  <a:pt x="9585627" y="4271871"/>
                  <a:pt x="9293161" y="4320501"/>
                </a:cubicBezTo>
                <a:cubicBezTo>
                  <a:pt x="9000695" y="4369131"/>
                  <a:pt x="8976437" y="4263747"/>
                  <a:pt x="8805901" y="4320501"/>
                </a:cubicBezTo>
                <a:cubicBezTo>
                  <a:pt x="8635365" y="4377255"/>
                  <a:pt x="8527706" y="4297876"/>
                  <a:pt x="8318641" y="4320501"/>
                </a:cubicBezTo>
                <a:cubicBezTo>
                  <a:pt x="8109576" y="4343126"/>
                  <a:pt x="7730159" y="4241312"/>
                  <a:pt x="7531981" y="4320501"/>
                </a:cubicBezTo>
                <a:cubicBezTo>
                  <a:pt x="7333803" y="4399690"/>
                  <a:pt x="7056647" y="4301444"/>
                  <a:pt x="6745320" y="4320501"/>
                </a:cubicBezTo>
                <a:cubicBezTo>
                  <a:pt x="6433993" y="4339558"/>
                  <a:pt x="6548338" y="4305242"/>
                  <a:pt x="6357860" y="4320501"/>
                </a:cubicBezTo>
                <a:cubicBezTo>
                  <a:pt x="6167382" y="4335760"/>
                  <a:pt x="6061533" y="4277741"/>
                  <a:pt x="5970401" y="4320501"/>
                </a:cubicBezTo>
                <a:cubicBezTo>
                  <a:pt x="5879269" y="4363261"/>
                  <a:pt x="5736438" y="4307838"/>
                  <a:pt x="5582941" y="4320501"/>
                </a:cubicBezTo>
                <a:cubicBezTo>
                  <a:pt x="5429444" y="4333164"/>
                  <a:pt x="5436619" y="4308520"/>
                  <a:pt x="5295282" y="4320501"/>
                </a:cubicBezTo>
                <a:cubicBezTo>
                  <a:pt x="5153945" y="4332482"/>
                  <a:pt x="5051154" y="4278917"/>
                  <a:pt x="4808022" y="4320501"/>
                </a:cubicBezTo>
                <a:cubicBezTo>
                  <a:pt x="4564890" y="4362085"/>
                  <a:pt x="4271288" y="4282259"/>
                  <a:pt x="4021361" y="4320501"/>
                </a:cubicBezTo>
                <a:cubicBezTo>
                  <a:pt x="3771434" y="4358743"/>
                  <a:pt x="3621259" y="4310857"/>
                  <a:pt x="3434301" y="4320501"/>
                </a:cubicBezTo>
                <a:cubicBezTo>
                  <a:pt x="3247343" y="4330145"/>
                  <a:pt x="3288350" y="4295487"/>
                  <a:pt x="3146642" y="4320501"/>
                </a:cubicBezTo>
                <a:cubicBezTo>
                  <a:pt x="3004934" y="4345515"/>
                  <a:pt x="2904899" y="4285641"/>
                  <a:pt x="2759182" y="4320501"/>
                </a:cubicBezTo>
                <a:cubicBezTo>
                  <a:pt x="2613465" y="4355361"/>
                  <a:pt x="2231892" y="4287913"/>
                  <a:pt x="2072322" y="4320501"/>
                </a:cubicBezTo>
                <a:cubicBezTo>
                  <a:pt x="1912752" y="4353089"/>
                  <a:pt x="1728431" y="4297280"/>
                  <a:pt x="1585062" y="4320501"/>
                </a:cubicBezTo>
                <a:cubicBezTo>
                  <a:pt x="1441693" y="4343722"/>
                  <a:pt x="1115817" y="4318044"/>
                  <a:pt x="798402" y="4320501"/>
                </a:cubicBezTo>
                <a:cubicBezTo>
                  <a:pt x="480987" y="4322958"/>
                  <a:pt x="349939" y="4314175"/>
                  <a:pt x="0" y="4320501"/>
                </a:cubicBezTo>
                <a:cubicBezTo>
                  <a:pt x="-1920" y="4089918"/>
                  <a:pt x="37818" y="3983313"/>
                  <a:pt x="0" y="3823643"/>
                </a:cubicBezTo>
                <a:cubicBezTo>
                  <a:pt x="-37818" y="3663973"/>
                  <a:pt x="42803" y="3420983"/>
                  <a:pt x="0" y="3283581"/>
                </a:cubicBezTo>
                <a:cubicBezTo>
                  <a:pt x="-42803" y="3146179"/>
                  <a:pt x="57801" y="2854257"/>
                  <a:pt x="0" y="2700313"/>
                </a:cubicBezTo>
                <a:cubicBezTo>
                  <a:pt x="-57801" y="2546369"/>
                  <a:pt x="28976" y="2370543"/>
                  <a:pt x="0" y="2246661"/>
                </a:cubicBezTo>
                <a:cubicBezTo>
                  <a:pt x="-28976" y="2122779"/>
                  <a:pt x="28881" y="1905063"/>
                  <a:pt x="0" y="1793008"/>
                </a:cubicBezTo>
                <a:cubicBezTo>
                  <a:pt x="-28881" y="1680953"/>
                  <a:pt x="44761" y="1536065"/>
                  <a:pt x="0" y="1382560"/>
                </a:cubicBezTo>
                <a:cubicBezTo>
                  <a:pt x="-44761" y="1229055"/>
                  <a:pt x="32456" y="1146241"/>
                  <a:pt x="0" y="972113"/>
                </a:cubicBezTo>
                <a:cubicBezTo>
                  <a:pt x="-32456" y="797985"/>
                  <a:pt x="51175" y="254599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784325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r>
              <a:rPr lang="de-DE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Interessante </a:t>
            </a:r>
            <a:r>
              <a:rPr lang="de-DE" sz="2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Unternehmenskultur</a:t>
            </a:r>
          </a:p>
          <a:p>
            <a:pPr>
              <a:spcAft>
                <a:spcPts val="1800"/>
              </a:spcAft>
            </a:pPr>
            <a:r>
              <a:rPr lang="de-DE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Große </a:t>
            </a:r>
            <a:r>
              <a:rPr lang="de-DE" sz="2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Verantwortung </a:t>
            </a:r>
          </a:p>
          <a:p>
            <a:pPr>
              <a:spcAft>
                <a:spcPts val="1800"/>
              </a:spcAft>
            </a:pPr>
            <a:r>
              <a:rPr lang="de-DE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Steile </a:t>
            </a:r>
            <a:r>
              <a:rPr lang="de-DE" sz="2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Lernkurve </a:t>
            </a:r>
            <a:r>
              <a:rPr lang="de-DE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durch eine </a:t>
            </a:r>
            <a:r>
              <a:rPr lang="de-DE" sz="2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breite Sicht </a:t>
            </a:r>
            <a:r>
              <a:rPr lang="de-DE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 </a:t>
            </a:r>
            <a:r>
              <a:rPr lang="de-DE" sz="2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Mittelstand</a:t>
            </a:r>
          </a:p>
          <a:p>
            <a:pPr>
              <a:spcAft>
                <a:spcPts val="1800"/>
              </a:spcAft>
            </a:pPr>
            <a:r>
              <a:rPr lang="de-DE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Sehr viel </a:t>
            </a:r>
            <a:r>
              <a:rPr lang="de-DE" sz="2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Erfahrung im Turnaround </a:t>
            </a:r>
            <a:r>
              <a:rPr lang="de-DE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(&gt;800 Projekte) </a:t>
            </a:r>
          </a:p>
          <a:p>
            <a:pPr>
              <a:spcAft>
                <a:spcPts val="1800"/>
              </a:spcAft>
            </a:pPr>
            <a:r>
              <a:rPr lang="de-DE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Sehr gute </a:t>
            </a:r>
            <a:r>
              <a:rPr lang="de-DE" sz="2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Weiterempfehlungsquote</a:t>
            </a:r>
            <a:r>
              <a:rPr lang="de-DE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(98 %)</a:t>
            </a:r>
          </a:p>
          <a:p>
            <a:endParaRPr lang="de-DE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de-DE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65DAE2F-B27E-49BC-A20E-364001583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AE8E-1182-4F92-927C-3F55B58B4906}" type="slidenum">
              <a:rPr lang="de-DE" sz="1800" smtClean="0">
                <a:latin typeface="Verdana" panose="020B0604030504040204" pitchFamily="34" charset="0"/>
                <a:ea typeface="Verdana" panose="020B0604030504040204" pitchFamily="34" charset="0"/>
              </a:rPr>
              <a:t>6</a:t>
            </a:fld>
            <a:endParaRPr lang="de-DE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1" name="Grafik 10" descr="Rakete Silhouette">
            <a:extLst>
              <a:ext uri="{FF2B5EF4-FFF2-40B4-BE49-F238E27FC236}">
                <a16:creationId xmlns:a16="http://schemas.microsoft.com/office/drawing/2014/main" id="{F1F7BFE2-CE86-4D25-9683-083B56A50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0458" y="4815587"/>
            <a:ext cx="1255220" cy="1255220"/>
          </a:xfrm>
          <a:prstGeom prst="rect">
            <a:avLst/>
          </a:prstGeom>
        </p:spPr>
      </p:pic>
      <p:pic>
        <p:nvPicPr>
          <p:cNvPr id="7" name="Grafik 6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9FFB928B-4790-4EA2-AD67-C709BEE5AE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4721" y="18614"/>
            <a:ext cx="1022403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367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CD6629-2235-49AC-BDE1-F9386CEE2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>
                <a:latin typeface="Verdana" panose="020B0604030504040204" pitchFamily="34" charset="0"/>
                <a:ea typeface="Verdana" panose="020B0604030504040204" pitchFamily="34" charset="0"/>
              </a:rPr>
              <a:t>Warum will ich in die Restrukturierung?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C3E55A9E-07AC-4FEC-8FE8-101980E17B14}"/>
              </a:ext>
            </a:extLst>
          </p:cNvPr>
          <p:cNvGrpSpPr/>
          <p:nvPr/>
        </p:nvGrpSpPr>
        <p:grpSpPr>
          <a:xfrm rot="20621638">
            <a:off x="6047773" y="2227112"/>
            <a:ext cx="3228778" cy="857644"/>
            <a:chOff x="7535917" y="2503565"/>
            <a:chExt cx="3228778" cy="857644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26F28822-940D-4F5B-8497-46D3BCAEC725}"/>
                </a:ext>
              </a:extLst>
            </p:cNvPr>
            <p:cNvSpPr/>
            <p:nvPr/>
          </p:nvSpPr>
          <p:spPr>
            <a:xfrm>
              <a:off x="7535917" y="2503565"/>
              <a:ext cx="3228778" cy="85764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" name="Grafik 5" descr="Ein Bild, das Text, ClipArt enthält.&#10;&#10;Automatisch generierte Beschreibung">
              <a:extLst>
                <a:ext uri="{FF2B5EF4-FFF2-40B4-BE49-F238E27FC236}">
                  <a16:creationId xmlns:a16="http://schemas.microsoft.com/office/drawing/2014/main" id="{59AA9217-EC1F-409B-9819-801B10705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3183" y="2595036"/>
              <a:ext cx="787440" cy="222261"/>
            </a:xfrm>
            <a:prstGeom prst="rect">
              <a:avLst/>
            </a:prstGeom>
          </p:spPr>
        </p:pic>
        <p:pic>
          <p:nvPicPr>
            <p:cNvPr id="8" name="Grafik 7" descr="Ein Bild, das Text enthält.&#10;&#10;Automatisch generierte Beschreibung">
              <a:extLst>
                <a:ext uri="{FF2B5EF4-FFF2-40B4-BE49-F238E27FC236}">
                  <a16:creationId xmlns:a16="http://schemas.microsoft.com/office/drawing/2014/main" id="{90CE164A-2DCA-49B6-9865-5C02CA770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3183" y="2908769"/>
              <a:ext cx="3089319" cy="404737"/>
            </a:xfrm>
            <a:prstGeom prst="rect">
              <a:avLst/>
            </a:prstGeom>
          </p:spPr>
        </p:pic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628775FC-FDBD-4287-B364-7E784069D25A}"/>
              </a:ext>
            </a:extLst>
          </p:cNvPr>
          <p:cNvGrpSpPr/>
          <p:nvPr/>
        </p:nvGrpSpPr>
        <p:grpSpPr>
          <a:xfrm rot="548753">
            <a:off x="8513308" y="3231010"/>
            <a:ext cx="3228778" cy="857644"/>
            <a:chOff x="7535916" y="3973962"/>
            <a:chExt cx="3228778" cy="857644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892CC31-F87A-47AC-A895-2DF5660B3288}"/>
                </a:ext>
              </a:extLst>
            </p:cNvPr>
            <p:cNvSpPr/>
            <p:nvPr/>
          </p:nvSpPr>
          <p:spPr>
            <a:xfrm>
              <a:off x="7535916" y="3973962"/>
              <a:ext cx="3228778" cy="85764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" name="Grafik 10" descr="Ein Bild, das Text, ClipArt enthält.&#10;&#10;Automatisch generierte Beschreibung">
              <a:extLst>
                <a:ext uri="{FF2B5EF4-FFF2-40B4-BE49-F238E27FC236}">
                  <a16:creationId xmlns:a16="http://schemas.microsoft.com/office/drawing/2014/main" id="{1BB932BB-7851-492C-B002-DEDA43597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3183" y="4060426"/>
              <a:ext cx="787440" cy="222261"/>
            </a:xfrm>
            <a:prstGeom prst="rect">
              <a:avLst/>
            </a:prstGeom>
          </p:spPr>
        </p:pic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AD12C30B-369F-4BA7-8D7E-C989B276E9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0" r="30469"/>
            <a:stretch/>
          </p:blipFill>
          <p:spPr>
            <a:xfrm>
              <a:off x="7603183" y="4363613"/>
              <a:ext cx="2249213" cy="387066"/>
            </a:xfrm>
            <a:prstGeom prst="rect">
              <a:avLst/>
            </a:prstGeom>
          </p:spPr>
        </p:pic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CABC5A12-3D05-47A8-A7D5-B945A81D92CA}"/>
              </a:ext>
            </a:extLst>
          </p:cNvPr>
          <p:cNvGrpSpPr/>
          <p:nvPr/>
        </p:nvGrpSpPr>
        <p:grpSpPr>
          <a:xfrm rot="21207624">
            <a:off x="5478110" y="4089678"/>
            <a:ext cx="3228778" cy="857644"/>
            <a:chOff x="7535916" y="4912532"/>
            <a:chExt cx="3228778" cy="857644"/>
          </a:xfrm>
        </p:grpSpPr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B294EF39-67C5-4E56-983C-7898B39E5CEB}"/>
                </a:ext>
              </a:extLst>
            </p:cNvPr>
            <p:cNvSpPr/>
            <p:nvPr/>
          </p:nvSpPr>
          <p:spPr>
            <a:xfrm>
              <a:off x="7535916" y="4912532"/>
              <a:ext cx="3228778" cy="85764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6" name="Grafik 15" descr="Ein Bild, das Text, ClipArt enthält.&#10;&#10;Automatisch generierte Beschreibung">
              <a:extLst>
                <a:ext uri="{FF2B5EF4-FFF2-40B4-BE49-F238E27FC236}">
                  <a16:creationId xmlns:a16="http://schemas.microsoft.com/office/drawing/2014/main" id="{3441696F-BD7A-4BBE-8C8F-47E4645CD9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5469" y="4972514"/>
              <a:ext cx="1009672" cy="200955"/>
            </a:xfrm>
            <a:prstGeom prst="rect">
              <a:avLst/>
            </a:prstGeom>
          </p:spPr>
        </p:pic>
        <p:pic>
          <p:nvPicPr>
            <p:cNvPr id="18" name="Grafik 17" descr="Ein Bild, das Text enthält.&#10;&#10;Automatisch generierte Beschreibung">
              <a:extLst>
                <a:ext uri="{FF2B5EF4-FFF2-40B4-BE49-F238E27FC236}">
                  <a16:creationId xmlns:a16="http://schemas.microsoft.com/office/drawing/2014/main" id="{18833E15-D018-4A2B-BB70-521C4791C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95731" y="5275271"/>
              <a:ext cx="2509148" cy="338972"/>
            </a:xfrm>
            <a:prstGeom prst="rect">
              <a:avLst/>
            </a:prstGeom>
          </p:spPr>
        </p:pic>
      </p:grp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5960A6E-6F39-4C4B-ADA7-EF26C6A06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AE8E-1182-4F92-927C-3F55B58B4906}" type="slidenum">
              <a:rPr lang="de-DE" sz="1800" smtClean="0">
                <a:latin typeface="Verdana" panose="020B0604030504040204" pitchFamily="34" charset="0"/>
                <a:ea typeface="Verdana" panose="020B0604030504040204" pitchFamily="34" charset="0"/>
              </a:rPr>
              <a:t>7</a:t>
            </a:fld>
            <a:endParaRPr lang="de-DE" sz="18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0F41560-9B1F-40FE-B5EC-36DE5AFD65F6}"/>
              </a:ext>
            </a:extLst>
          </p:cNvPr>
          <p:cNvSpPr/>
          <p:nvPr/>
        </p:nvSpPr>
        <p:spPr>
          <a:xfrm>
            <a:off x="1241556" y="1966358"/>
            <a:ext cx="3961226" cy="4256411"/>
          </a:xfrm>
          <a:custGeom>
            <a:avLst/>
            <a:gdLst>
              <a:gd name="connsiteX0" fmla="*/ 0 w 3961226"/>
              <a:gd name="connsiteY0" fmla="*/ 0 h 4256411"/>
              <a:gd name="connsiteX1" fmla="*/ 645114 w 3961226"/>
              <a:gd name="connsiteY1" fmla="*/ 0 h 4256411"/>
              <a:gd name="connsiteX2" fmla="*/ 1092167 w 3961226"/>
              <a:gd name="connsiteY2" fmla="*/ 0 h 4256411"/>
              <a:gd name="connsiteX3" fmla="*/ 1578832 w 3961226"/>
              <a:gd name="connsiteY3" fmla="*/ 0 h 4256411"/>
              <a:gd name="connsiteX4" fmla="*/ 2065496 w 3961226"/>
              <a:gd name="connsiteY4" fmla="*/ 0 h 4256411"/>
              <a:gd name="connsiteX5" fmla="*/ 2512549 w 3961226"/>
              <a:gd name="connsiteY5" fmla="*/ 0 h 4256411"/>
              <a:gd name="connsiteX6" fmla="*/ 3078438 w 3961226"/>
              <a:gd name="connsiteY6" fmla="*/ 0 h 4256411"/>
              <a:gd name="connsiteX7" fmla="*/ 3961226 w 3961226"/>
              <a:gd name="connsiteY7" fmla="*/ 0 h 4256411"/>
              <a:gd name="connsiteX8" fmla="*/ 3961226 w 3961226"/>
              <a:gd name="connsiteY8" fmla="*/ 532051 h 4256411"/>
              <a:gd name="connsiteX9" fmla="*/ 3961226 w 3961226"/>
              <a:gd name="connsiteY9" fmla="*/ 1149231 h 4256411"/>
              <a:gd name="connsiteX10" fmla="*/ 3961226 w 3961226"/>
              <a:gd name="connsiteY10" fmla="*/ 1723846 h 4256411"/>
              <a:gd name="connsiteX11" fmla="*/ 3961226 w 3961226"/>
              <a:gd name="connsiteY11" fmla="*/ 2298462 h 4256411"/>
              <a:gd name="connsiteX12" fmla="*/ 3961226 w 3961226"/>
              <a:gd name="connsiteY12" fmla="*/ 2830513 h 4256411"/>
              <a:gd name="connsiteX13" fmla="*/ 3961226 w 3961226"/>
              <a:gd name="connsiteY13" fmla="*/ 3234872 h 4256411"/>
              <a:gd name="connsiteX14" fmla="*/ 3961226 w 3961226"/>
              <a:gd name="connsiteY14" fmla="*/ 4256411 h 4256411"/>
              <a:gd name="connsiteX15" fmla="*/ 3395337 w 3961226"/>
              <a:gd name="connsiteY15" fmla="*/ 4256411 h 4256411"/>
              <a:gd name="connsiteX16" fmla="*/ 2750223 w 3961226"/>
              <a:gd name="connsiteY16" fmla="*/ 4256411 h 4256411"/>
              <a:gd name="connsiteX17" fmla="*/ 2105109 w 3961226"/>
              <a:gd name="connsiteY17" fmla="*/ 4256411 h 4256411"/>
              <a:gd name="connsiteX18" fmla="*/ 1459995 w 3961226"/>
              <a:gd name="connsiteY18" fmla="*/ 4256411 h 4256411"/>
              <a:gd name="connsiteX19" fmla="*/ 854493 w 3961226"/>
              <a:gd name="connsiteY19" fmla="*/ 4256411 h 4256411"/>
              <a:gd name="connsiteX20" fmla="*/ 0 w 3961226"/>
              <a:gd name="connsiteY20" fmla="*/ 4256411 h 4256411"/>
              <a:gd name="connsiteX21" fmla="*/ 0 w 3961226"/>
              <a:gd name="connsiteY21" fmla="*/ 3766924 h 4256411"/>
              <a:gd name="connsiteX22" fmla="*/ 0 w 3961226"/>
              <a:gd name="connsiteY22" fmla="*/ 3320001 h 4256411"/>
              <a:gd name="connsiteX23" fmla="*/ 0 w 3961226"/>
              <a:gd name="connsiteY23" fmla="*/ 2830513 h 4256411"/>
              <a:gd name="connsiteX24" fmla="*/ 0 w 3961226"/>
              <a:gd name="connsiteY24" fmla="*/ 2213334 h 4256411"/>
              <a:gd name="connsiteX25" fmla="*/ 0 w 3961226"/>
              <a:gd name="connsiteY25" fmla="*/ 1681282 h 4256411"/>
              <a:gd name="connsiteX26" fmla="*/ 0 w 3961226"/>
              <a:gd name="connsiteY26" fmla="*/ 1106667 h 4256411"/>
              <a:gd name="connsiteX27" fmla="*/ 0 w 3961226"/>
              <a:gd name="connsiteY27" fmla="*/ 659744 h 4256411"/>
              <a:gd name="connsiteX28" fmla="*/ 0 w 3961226"/>
              <a:gd name="connsiteY28" fmla="*/ 0 h 4256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961226" h="4256411" fill="none" extrusionOk="0">
                <a:moveTo>
                  <a:pt x="0" y="0"/>
                </a:moveTo>
                <a:cubicBezTo>
                  <a:pt x="184481" y="-48873"/>
                  <a:pt x="469197" y="21577"/>
                  <a:pt x="645114" y="0"/>
                </a:cubicBezTo>
                <a:cubicBezTo>
                  <a:pt x="821031" y="-21577"/>
                  <a:pt x="878079" y="44077"/>
                  <a:pt x="1092167" y="0"/>
                </a:cubicBezTo>
                <a:cubicBezTo>
                  <a:pt x="1306255" y="-44077"/>
                  <a:pt x="1467702" y="8155"/>
                  <a:pt x="1578832" y="0"/>
                </a:cubicBezTo>
                <a:cubicBezTo>
                  <a:pt x="1689963" y="-8155"/>
                  <a:pt x="1871037" y="51084"/>
                  <a:pt x="2065496" y="0"/>
                </a:cubicBezTo>
                <a:cubicBezTo>
                  <a:pt x="2259955" y="-51084"/>
                  <a:pt x="2291167" y="52042"/>
                  <a:pt x="2512549" y="0"/>
                </a:cubicBezTo>
                <a:cubicBezTo>
                  <a:pt x="2733931" y="-52042"/>
                  <a:pt x="2874101" y="38738"/>
                  <a:pt x="3078438" y="0"/>
                </a:cubicBezTo>
                <a:cubicBezTo>
                  <a:pt x="3282775" y="-38738"/>
                  <a:pt x="3673155" y="22091"/>
                  <a:pt x="3961226" y="0"/>
                </a:cubicBezTo>
                <a:cubicBezTo>
                  <a:pt x="4009150" y="203449"/>
                  <a:pt x="3913473" y="409102"/>
                  <a:pt x="3961226" y="532051"/>
                </a:cubicBezTo>
                <a:cubicBezTo>
                  <a:pt x="4008979" y="655000"/>
                  <a:pt x="3907418" y="944223"/>
                  <a:pt x="3961226" y="1149231"/>
                </a:cubicBezTo>
                <a:cubicBezTo>
                  <a:pt x="4015034" y="1354239"/>
                  <a:pt x="3892862" y="1448326"/>
                  <a:pt x="3961226" y="1723846"/>
                </a:cubicBezTo>
                <a:cubicBezTo>
                  <a:pt x="4029590" y="1999366"/>
                  <a:pt x="3949412" y="2150236"/>
                  <a:pt x="3961226" y="2298462"/>
                </a:cubicBezTo>
                <a:cubicBezTo>
                  <a:pt x="3973040" y="2446688"/>
                  <a:pt x="3913292" y="2665789"/>
                  <a:pt x="3961226" y="2830513"/>
                </a:cubicBezTo>
                <a:cubicBezTo>
                  <a:pt x="4009160" y="2995237"/>
                  <a:pt x="3940454" y="3119382"/>
                  <a:pt x="3961226" y="3234872"/>
                </a:cubicBezTo>
                <a:cubicBezTo>
                  <a:pt x="3981998" y="3350362"/>
                  <a:pt x="3867124" y="3902454"/>
                  <a:pt x="3961226" y="4256411"/>
                </a:cubicBezTo>
                <a:cubicBezTo>
                  <a:pt x="3694013" y="4310215"/>
                  <a:pt x="3513856" y="4195565"/>
                  <a:pt x="3395337" y="4256411"/>
                </a:cubicBezTo>
                <a:cubicBezTo>
                  <a:pt x="3276818" y="4317257"/>
                  <a:pt x="2894804" y="4205841"/>
                  <a:pt x="2750223" y="4256411"/>
                </a:cubicBezTo>
                <a:cubicBezTo>
                  <a:pt x="2605642" y="4306981"/>
                  <a:pt x="2415644" y="4182527"/>
                  <a:pt x="2105109" y="4256411"/>
                </a:cubicBezTo>
                <a:cubicBezTo>
                  <a:pt x="1794574" y="4330295"/>
                  <a:pt x="1710458" y="4212325"/>
                  <a:pt x="1459995" y="4256411"/>
                </a:cubicBezTo>
                <a:cubicBezTo>
                  <a:pt x="1209532" y="4300497"/>
                  <a:pt x="1036658" y="4232942"/>
                  <a:pt x="854493" y="4256411"/>
                </a:cubicBezTo>
                <a:cubicBezTo>
                  <a:pt x="672328" y="4279880"/>
                  <a:pt x="413958" y="4159939"/>
                  <a:pt x="0" y="4256411"/>
                </a:cubicBezTo>
                <a:cubicBezTo>
                  <a:pt x="-39365" y="4084209"/>
                  <a:pt x="33607" y="3968966"/>
                  <a:pt x="0" y="3766924"/>
                </a:cubicBezTo>
                <a:cubicBezTo>
                  <a:pt x="-33607" y="3564882"/>
                  <a:pt x="16907" y="3456617"/>
                  <a:pt x="0" y="3320001"/>
                </a:cubicBezTo>
                <a:cubicBezTo>
                  <a:pt x="-16907" y="3183385"/>
                  <a:pt x="10839" y="3009958"/>
                  <a:pt x="0" y="2830513"/>
                </a:cubicBezTo>
                <a:cubicBezTo>
                  <a:pt x="-10839" y="2651068"/>
                  <a:pt x="1186" y="2440916"/>
                  <a:pt x="0" y="2213334"/>
                </a:cubicBezTo>
                <a:cubicBezTo>
                  <a:pt x="-1186" y="1985752"/>
                  <a:pt x="50336" y="1797211"/>
                  <a:pt x="0" y="1681282"/>
                </a:cubicBezTo>
                <a:cubicBezTo>
                  <a:pt x="-50336" y="1565353"/>
                  <a:pt x="26329" y="1222764"/>
                  <a:pt x="0" y="1106667"/>
                </a:cubicBezTo>
                <a:cubicBezTo>
                  <a:pt x="-26329" y="990570"/>
                  <a:pt x="4814" y="811014"/>
                  <a:pt x="0" y="659744"/>
                </a:cubicBezTo>
                <a:cubicBezTo>
                  <a:pt x="-4814" y="508474"/>
                  <a:pt x="44922" y="216920"/>
                  <a:pt x="0" y="0"/>
                </a:cubicBezTo>
                <a:close/>
              </a:path>
              <a:path w="3961226" h="4256411" stroke="0" extrusionOk="0">
                <a:moveTo>
                  <a:pt x="0" y="0"/>
                </a:moveTo>
                <a:cubicBezTo>
                  <a:pt x="280897" y="-67843"/>
                  <a:pt x="378056" y="6002"/>
                  <a:pt x="565889" y="0"/>
                </a:cubicBezTo>
                <a:cubicBezTo>
                  <a:pt x="753722" y="-6002"/>
                  <a:pt x="877300" y="7217"/>
                  <a:pt x="1052554" y="0"/>
                </a:cubicBezTo>
                <a:cubicBezTo>
                  <a:pt x="1227808" y="-7217"/>
                  <a:pt x="1461691" y="18250"/>
                  <a:pt x="1697668" y="0"/>
                </a:cubicBezTo>
                <a:cubicBezTo>
                  <a:pt x="1933645" y="-18250"/>
                  <a:pt x="2081762" y="44945"/>
                  <a:pt x="2263558" y="0"/>
                </a:cubicBezTo>
                <a:cubicBezTo>
                  <a:pt x="2445354" y="-44945"/>
                  <a:pt x="2622162" y="43710"/>
                  <a:pt x="2789835" y="0"/>
                </a:cubicBezTo>
                <a:cubicBezTo>
                  <a:pt x="2957508" y="-43710"/>
                  <a:pt x="3288784" y="69248"/>
                  <a:pt x="3434949" y="0"/>
                </a:cubicBezTo>
                <a:cubicBezTo>
                  <a:pt x="3581114" y="-69248"/>
                  <a:pt x="3790942" y="53782"/>
                  <a:pt x="3961226" y="0"/>
                </a:cubicBezTo>
                <a:cubicBezTo>
                  <a:pt x="4000417" y="187769"/>
                  <a:pt x="3925459" y="269811"/>
                  <a:pt x="3961226" y="489487"/>
                </a:cubicBezTo>
                <a:cubicBezTo>
                  <a:pt x="3996993" y="709163"/>
                  <a:pt x="3947002" y="835307"/>
                  <a:pt x="3961226" y="936410"/>
                </a:cubicBezTo>
                <a:cubicBezTo>
                  <a:pt x="3975450" y="1037513"/>
                  <a:pt x="3949088" y="1315099"/>
                  <a:pt x="3961226" y="1553590"/>
                </a:cubicBezTo>
                <a:cubicBezTo>
                  <a:pt x="3973364" y="1792081"/>
                  <a:pt x="3929831" y="1816670"/>
                  <a:pt x="3961226" y="2000513"/>
                </a:cubicBezTo>
                <a:cubicBezTo>
                  <a:pt x="3992621" y="2184356"/>
                  <a:pt x="3925883" y="2296919"/>
                  <a:pt x="3961226" y="2532565"/>
                </a:cubicBezTo>
                <a:cubicBezTo>
                  <a:pt x="3996569" y="2768211"/>
                  <a:pt x="3911085" y="2851739"/>
                  <a:pt x="3961226" y="2979488"/>
                </a:cubicBezTo>
                <a:cubicBezTo>
                  <a:pt x="4011367" y="3107237"/>
                  <a:pt x="3924179" y="3415573"/>
                  <a:pt x="3961226" y="3596667"/>
                </a:cubicBezTo>
                <a:cubicBezTo>
                  <a:pt x="3998273" y="3777761"/>
                  <a:pt x="3906622" y="4079704"/>
                  <a:pt x="3961226" y="4256411"/>
                </a:cubicBezTo>
                <a:cubicBezTo>
                  <a:pt x="3773982" y="4324489"/>
                  <a:pt x="3589634" y="4200898"/>
                  <a:pt x="3355724" y="4256411"/>
                </a:cubicBezTo>
                <a:cubicBezTo>
                  <a:pt x="3121814" y="4311924"/>
                  <a:pt x="2940779" y="4197708"/>
                  <a:pt x="2829447" y="4256411"/>
                </a:cubicBezTo>
                <a:cubicBezTo>
                  <a:pt x="2718115" y="4315114"/>
                  <a:pt x="2328585" y="4210728"/>
                  <a:pt x="2184333" y="4256411"/>
                </a:cubicBezTo>
                <a:cubicBezTo>
                  <a:pt x="2040081" y="4302094"/>
                  <a:pt x="1841833" y="4228722"/>
                  <a:pt x="1697668" y="4256411"/>
                </a:cubicBezTo>
                <a:cubicBezTo>
                  <a:pt x="1553504" y="4284100"/>
                  <a:pt x="1214768" y="4197417"/>
                  <a:pt x="1092167" y="4256411"/>
                </a:cubicBezTo>
                <a:cubicBezTo>
                  <a:pt x="969566" y="4315405"/>
                  <a:pt x="850509" y="4248242"/>
                  <a:pt x="645114" y="4256411"/>
                </a:cubicBezTo>
                <a:cubicBezTo>
                  <a:pt x="439719" y="4264580"/>
                  <a:pt x="321265" y="4251704"/>
                  <a:pt x="0" y="4256411"/>
                </a:cubicBezTo>
                <a:cubicBezTo>
                  <a:pt x="-21289" y="3996530"/>
                  <a:pt x="37865" y="3872205"/>
                  <a:pt x="0" y="3639231"/>
                </a:cubicBezTo>
                <a:cubicBezTo>
                  <a:pt x="-37865" y="3406257"/>
                  <a:pt x="47769" y="3231319"/>
                  <a:pt x="0" y="3064616"/>
                </a:cubicBezTo>
                <a:cubicBezTo>
                  <a:pt x="-47769" y="2897913"/>
                  <a:pt x="9175" y="2674841"/>
                  <a:pt x="0" y="2490000"/>
                </a:cubicBezTo>
                <a:cubicBezTo>
                  <a:pt x="-9175" y="2305159"/>
                  <a:pt x="9561" y="2213095"/>
                  <a:pt x="0" y="1957949"/>
                </a:cubicBezTo>
                <a:cubicBezTo>
                  <a:pt x="-9561" y="1702803"/>
                  <a:pt x="9009" y="1478547"/>
                  <a:pt x="0" y="1340769"/>
                </a:cubicBezTo>
                <a:cubicBezTo>
                  <a:pt x="-9009" y="1202991"/>
                  <a:pt x="19840" y="974568"/>
                  <a:pt x="0" y="808718"/>
                </a:cubicBezTo>
                <a:cubicBezTo>
                  <a:pt x="-19840" y="642868"/>
                  <a:pt x="2140" y="162491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5283210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Sehr </a:t>
            </a:r>
            <a:r>
              <a:rPr lang="de-DE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weite </a:t>
            </a:r>
            <a:r>
              <a:rPr lang="de-DE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betriebswirtschaftliche </a:t>
            </a:r>
            <a:r>
              <a:rPr lang="de-DE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Sicht 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Direkt messbarer </a:t>
            </a:r>
            <a:r>
              <a:rPr lang="de-DE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Impact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Bedeutende </a:t>
            </a:r>
            <a:r>
              <a:rPr lang="de-DE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aktuelle  Entwicklung </a:t>
            </a:r>
            <a:r>
              <a:rPr lang="de-DE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insbesondere durch die Corona-Pandemie </a:t>
            </a:r>
            <a:endParaRPr lang="de-DE" dirty="0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 dirty="0"/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D2AA4D4D-3B3B-4244-B156-75A8FC7C6543}"/>
              </a:ext>
            </a:extLst>
          </p:cNvPr>
          <p:cNvGrpSpPr/>
          <p:nvPr/>
        </p:nvGrpSpPr>
        <p:grpSpPr>
          <a:xfrm rot="487923">
            <a:off x="8531856" y="5027695"/>
            <a:ext cx="3228778" cy="857644"/>
            <a:chOff x="5288931" y="3973494"/>
            <a:chExt cx="3228778" cy="857644"/>
          </a:xfrm>
        </p:grpSpPr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5E597CED-AC10-4157-BC72-E370EBF19E56}"/>
                </a:ext>
              </a:extLst>
            </p:cNvPr>
            <p:cNvSpPr/>
            <p:nvPr/>
          </p:nvSpPr>
          <p:spPr>
            <a:xfrm>
              <a:off x="5288931" y="3973494"/>
              <a:ext cx="3228778" cy="85764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3" name="Grafik 22" descr="Ein Bild, das Text, ClipArt, Geschirr enthält.&#10;&#10;Automatisch generierte Beschreibung">
              <a:extLst>
                <a:ext uri="{FF2B5EF4-FFF2-40B4-BE49-F238E27FC236}">
                  <a16:creationId xmlns:a16="http://schemas.microsoft.com/office/drawing/2014/main" id="{4E218934-095B-4B12-AA48-E82C38008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3639" y="4005441"/>
              <a:ext cx="1939363" cy="257510"/>
            </a:xfrm>
            <a:prstGeom prst="rect">
              <a:avLst/>
            </a:prstGeom>
          </p:spPr>
        </p:pic>
        <p:pic>
          <p:nvPicPr>
            <p:cNvPr id="25" name="Grafik 24" descr="Ein Bild, das Text enthält.&#10;&#10;Automatisch generierte Beschreibung">
              <a:extLst>
                <a:ext uri="{FF2B5EF4-FFF2-40B4-BE49-F238E27FC236}">
                  <a16:creationId xmlns:a16="http://schemas.microsoft.com/office/drawing/2014/main" id="{F6FB19F2-88F6-4278-8BF3-D84B89E03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049" y="4261682"/>
              <a:ext cx="1584543" cy="543525"/>
            </a:xfrm>
            <a:prstGeom prst="rect">
              <a:avLst/>
            </a:prstGeom>
          </p:spPr>
        </p:pic>
      </p:grpSp>
      <p:pic>
        <p:nvPicPr>
          <p:cNvPr id="22" name="Grafik 21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B3A8F524-63A1-457F-93D2-739936D22F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4721" y="18614"/>
            <a:ext cx="1022403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280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AE7D00-917B-4234-9A16-FAB4B72B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>
                <a:latin typeface="Verdana" panose="020B0604030504040204" pitchFamily="34" charset="0"/>
                <a:ea typeface="Verdana" panose="020B0604030504040204" pitchFamily="34" charset="0"/>
              </a:rPr>
              <a:t>Wieso bin ich der richtige Kandidat und was sind meine Erwartungen?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224C2D-0599-4837-9CAC-D339907FE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AE8E-1182-4F92-927C-3F55B58B4906}" type="slidenum">
              <a:rPr lang="de-DE" sz="1800" smtClean="0">
                <a:latin typeface="Verdana" panose="020B0604030504040204" pitchFamily="34" charset="0"/>
                <a:ea typeface="Verdana" panose="020B0604030504040204" pitchFamily="34" charset="0"/>
              </a:rPr>
              <a:t>8</a:t>
            </a:fld>
            <a:endParaRPr lang="de-DE" sz="18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785EF55-8634-47B9-80AD-26F14E6F213D}"/>
              </a:ext>
            </a:extLst>
          </p:cNvPr>
          <p:cNvSpPr/>
          <p:nvPr/>
        </p:nvSpPr>
        <p:spPr>
          <a:xfrm>
            <a:off x="1197622" y="1942087"/>
            <a:ext cx="4898378" cy="4256411"/>
          </a:xfrm>
          <a:custGeom>
            <a:avLst/>
            <a:gdLst>
              <a:gd name="connsiteX0" fmla="*/ 0 w 4898378"/>
              <a:gd name="connsiteY0" fmla="*/ 0 h 4256411"/>
              <a:gd name="connsiteX1" fmla="*/ 593248 w 4898378"/>
              <a:gd name="connsiteY1" fmla="*/ 0 h 4256411"/>
              <a:gd name="connsiteX2" fmla="*/ 1039545 w 4898378"/>
              <a:gd name="connsiteY2" fmla="*/ 0 h 4256411"/>
              <a:gd name="connsiteX3" fmla="*/ 1485841 w 4898378"/>
              <a:gd name="connsiteY3" fmla="*/ 0 h 4256411"/>
              <a:gd name="connsiteX4" fmla="*/ 1932138 w 4898378"/>
              <a:gd name="connsiteY4" fmla="*/ 0 h 4256411"/>
              <a:gd name="connsiteX5" fmla="*/ 2329451 w 4898378"/>
              <a:gd name="connsiteY5" fmla="*/ 0 h 4256411"/>
              <a:gd name="connsiteX6" fmla="*/ 2873715 w 4898378"/>
              <a:gd name="connsiteY6" fmla="*/ 0 h 4256411"/>
              <a:gd name="connsiteX7" fmla="*/ 3271028 w 4898378"/>
              <a:gd name="connsiteY7" fmla="*/ 0 h 4256411"/>
              <a:gd name="connsiteX8" fmla="*/ 3717325 w 4898378"/>
              <a:gd name="connsiteY8" fmla="*/ 0 h 4256411"/>
              <a:gd name="connsiteX9" fmla="*/ 4261589 w 4898378"/>
              <a:gd name="connsiteY9" fmla="*/ 0 h 4256411"/>
              <a:gd name="connsiteX10" fmla="*/ 4898378 w 4898378"/>
              <a:gd name="connsiteY10" fmla="*/ 0 h 4256411"/>
              <a:gd name="connsiteX11" fmla="*/ 4898378 w 4898378"/>
              <a:gd name="connsiteY11" fmla="*/ 574615 h 4256411"/>
              <a:gd name="connsiteX12" fmla="*/ 4898378 w 4898378"/>
              <a:gd name="connsiteY12" fmla="*/ 1191795 h 4256411"/>
              <a:gd name="connsiteX13" fmla="*/ 4898378 w 4898378"/>
              <a:gd name="connsiteY13" fmla="*/ 1596154 h 4256411"/>
              <a:gd name="connsiteX14" fmla="*/ 4898378 w 4898378"/>
              <a:gd name="connsiteY14" fmla="*/ 2043077 h 4256411"/>
              <a:gd name="connsiteX15" fmla="*/ 4898378 w 4898378"/>
              <a:gd name="connsiteY15" fmla="*/ 2532565 h 4256411"/>
              <a:gd name="connsiteX16" fmla="*/ 4898378 w 4898378"/>
              <a:gd name="connsiteY16" fmla="*/ 2936924 h 4256411"/>
              <a:gd name="connsiteX17" fmla="*/ 4898378 w 4898378"/>
              <a:gd name="connsiteY17" fmla="*/ 3341283 h 4256411"/>
              <a:gd name="connsiteX18" fmla="*/ 4898378 w 4898378"/>
              <a:gd name="connsiteY18" fmla="*/ 3745642 h 4256411"/>
              <a:gd name="connsiteX19" fmla="*/ 4898378 w 4898378"/>
              <a:gd name="connsiteY19" fmla="*/ 4256411 h 4256411"/>
              <a:gd name="connsiteX20" fmla="*/ 4256146 w 4898378"/>
              <a:gd name="connsiteY20" fmla="*/ 4256411 h 4256411"/>
              <a:gd name="connsiteX21" fmla="*/ 3711882 w 4898378"/>
              <a:gd name="connsiteY21" fmla="*/ 4256411 h 4256411"/>
              <a:gd name="connsiteX22" fmla="*/ 3167618 w 4898378"/>
              <a:gd name="connsiteY22" fmla="*/ 4256411 h 4256411"/>
              <a:gd name="connsiteX23" fmla="*/ 2770305 w 4898378"/>
              <a:gd name="connsiteY23" fmla="*/ 4256411 h 4256411"/>
              <a:gd name="connsiteX24" fmla="*/ 2275024 w 4898378"/>
              <a:gd name="connsiteY24" fmla="*/ 4256411 h 4256411"/>
              <a:gd name="connsiteX25" fmla="*/ 1877712 w 4898378"/>
              <a:gd name="connsiteY25" fmla="*/ 4256411 h 4256411"/>
              <a:gd name="connsiteX26" fmla="*/ 1480399 w 4898378"/>
              <a:gd name="connsiteY26" fmla="*/ 4256411 h 4256411"/>
              <a:gd name="connsiteX27" fmla="*/ 1034102 w 4898378"/>
              <a:gd name="connsiteY27" fmla="*/ 4256411 h 4256411"/>
              <a:gd name="connsiteX28" fmla="*/ 636789 w 4898378"/>
              <a:gd name="connsiteY28" fmla="*/ 4256411 h 4256411"/>
              <a:gd name="connsiteX29" fmla="*/ 0 w 4898378"/>
              <a:gd name="connsiteY29" fmla="*/ 4256411 h 4256411"/>
              <a:gd name="connsiteX30" fmla="*/ 0 w 4898378"/>
              <a:gd name="connsiteY30" fmla="*/ 3724360 h 4256411"/>
              <a:gd name="connsiteX31" fmla="*/ 0 w 4898378"/>
              <a:gd name="connsiteY31" fmla="*/ 3234872 h 4256411"/>
              <a:gd name="connsiteX32" fmla="*/ 0 w 4898378"/>
              <a:gd name="connsiteY32" fmla="*/ 2660257 h 4256411"/>
              <a:gd name="connsiteX33" fmla="*/ 0 w 4898378"/>
              <a:gd name="connsiteY33" fmla="*/ 2170770 h 4256411"/>
              <a:gd name="connsiteX34" fmla="*/ 0 w 4898378"/>
              <a:gd name="connsiteY34" fmla="*/ 1638718 h 4256411"/>
              <a:gd name="connsiteX35" fmla="*/ 0 w 4898378"/>
              <a:gd name="connsiteY35" fmla="*/ 1234359 h 4256411"/>
              <a:gd name="connsiteX36" fmla="*/ 0 w 4898378"/>
              <a:gd name="connsiteY36" fmla="*/ 659744 h 4256411"/>
              <a:gd name="connsiteX37" fmla="*/ 0 w 4898378"/>
              <a:gd name="connsiteY37" fmla="*/ 0 h 4256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898378" h="4256411" fill="none" extrusionOk="0">
                <a:moveTo>
                  <a:pt x="0" y="0"/>
                </a:moveTo>
                <a:cubicBezTo>
                  <a:pt x="153939" y="-12125"/>
                  <a:pt x="415900" y="60128"/>
                  <a:pt x="593248" y="0"/>
                </a:cubicBezTo>
                <a:cubicBezTo>
                  <a:pt x="770596" y="-60128"/>
                  <a:pt x="871482" y="16831"/>
                  <a:pt x="1039545" y="0"/>
                </a:cubicBezTo>
                <a:cubicBezTo>
                  <a:pt x="1207608" y="-16831"/>
                  <a:pt x="1320428" y="52125"/>
                  <a:pt x="1485841" y="0"/>
                </a:cubicBezTo>
                <a:cubicBezTo>
                  <a:pt x="1651254" y="-52125"/>
                  <a:pt x="1716594" y="13641"/>
                  <a:pt x="1932138" y="0"/>
                </a:cubicBezTo>
                <a:cubicBezTo>
                  <a:pt x="2147682" y="-13641"/>
                  <a:pt x="2159437" y="42840"/>
                  <a:pt x="2329451" y="0"/>
                </a:cubicBezTo>
                <a:cubicBezTo>
                  <a:pt x="2499465" y="-42840"/>
                  <a:pt x="2630651" y="18043"/>
                  <a:pt x="2873715" y="0"/>
                </a:cubicBezTo>
                <a:cubicBezTo>
                  <a:pt x="3116779" y="-18043"/>
                  <a:pt x="3105812" y="2886"/>
                  <a:pt x="3271028" y="0"/>
                </a:cubicBezTo>
                <a:cubicBezTo>
                  <a:pt x="3436244" y="-2886"/>
                  <a:pt x="3543536" y="4068"/>
                  <a:pt x="3717325" y="0"/>
                </a:cubicBezTo>
                <a:cubicBezTo>
                  <a:pt x="3891114" y="-4068"/>
                  <a:pt x="4096639" y="47018"/>
                  <a:pt x="4261589" y="0"/>
                </a:cubicBezTo>
                <a:cubicBezTo>
                  <a:pt x="4426539" y="-47018"/>
                  <a:pt x="4635852" y="55444"/>
                  <a:pt x="4898378" y="0"/>
                </a:cubicBezTo>
                <a:cubicBezTo>
                  <a:pt x="4957408" y="179667"/>
                  <a:pt x="4881018" y="350836"/>
                  <a:pt x="4898378" y="574615"/>
                </a:cubicBezTo>
                <a:cubicBezTo>
                  <a:pt x="4915738" y="798394"/>
                  <a:pt x="4872401" y="905280"/>
                  <a:pt x="4898378" y="1191795"/>
                </a:cubicBezTo>
                <a:cubicBezTo>
                  <a:pt x="4924355" y="1478310"/>
                  <a:pt x="4880062" y="1480783"/>
                  <a:pt x="4898378" y="1596154"/>
                </a:cubicBezTo>
                <a:cubicBezTo>
                  <a:pt x="4916694" y="1711525"/>
                  <a:pt x="4857614" y="1870339"/>
                  <a:pt x="4898378" y="2043077"/>
                </a:cubicBezTo>
                <a:cubicBezTo>
                  <a:pt x="4939142" y="2215815"/>
                  <a:pt x="4857125" y="2384947"/>
                  <a:pt x="4898378" y="2532565"/>
                </a:cubicBezTo>
                <a:cubicBezTo>
                  <a:pt x="4939631" y="2680183"/>
                  <a:pt x="4882768" y="2828299"/>
                  <a:pt x="4898378" y="2936924"/>
                </a:cubicBezTo>
                <a:cubicBezTo>
                  <a:pt x="4913988" y="3045549"/>
                  <a:pt x="4885875" y="3172025"/>
                  <a:pt x="4898378" y="3341283"/>
                </a:cubicBezTo>
                <a:cubicBezTo>
                  <a:pt x="4910881" y="3510541"/>
                  <a:pt x="4881627" y="3602246"/>
                  <a:pt x="4898378" y="3745642"/>
                </a:cubicBezTo>
                <a:cubicBezTo>
                  <a:pt x="4915129" y="3889038"/>
                  <a:pt x="4849659" y="4084610"/>
                  <a:pt x="4898378" y="4256411"/>
                </a:cubicBezTo>
                <a:cubicBezTo>
                  <a:pt x="4745052" y="4286766"/>
                  <a:pt x="4543606" y="4235886"/>
                  <a:pt x="4256146" y="4256411"/>
                </a:cubicBezTo>
                <a:cubicBezTo>
                  <a:pt x="3968686" y="4276936"/>
                  <a:pt x="3958693" y="4224127"/>
                  <a:pt x="3711882" y="4256411"/>
                </a:cubicBezTo>
                <a:cubicBezTo>
                  <a:pt x="3465071" y="4288695"/>
                  <a:pt x="3386403" y="4212394"/>
                  <a:pt x="3167618" y="4256411"/>
                </a:cubicBezTo>
                <a:cubicBezTo>
                  <a:pt x="2948833" y="4300428"/>
                  <a:pt x="2960700" y="4243623"/>
                  <a:pt x="2770305" y="4256411"/>
                </a:cubicBezTo>
                <a:cubicBezTo>
                  <a:pt x="2579910" y="4269199"/>
                  <a:pt x="2388346" y="4200075"/>
                  <a:pt x="2275024" y="4256411"/>
                </a:cubicBezTo>
                <a:cubicBezTo>
                  <a:pt x="2161702" y="4312747"/>
                  <a:pt x="1979655" y="4229948"/>
                  <a:pt x="1877712" y="4256411"/>
                </a:cubicBezTo>
                <a:cubicBezTo>
                  <a:pt x="1775769" y="4282874"/>
                  <a:pt x="1674553" y="4240342"/>
                  <a:pt x="1480399" y="4256411"/>
                </a:cubicBezTo>
                <a:cubicBezTo>
                  <a:pt x="1286245" y="4272480"/>
                  <a:pt x="1251286" y="4220400"/>
                  <a:pt x="1034102" y="4256411"/>
                </a:cubicBezTo>
                <a:cubicBezTo>
                  <a:pt x="816918" y="4292422"/>
                  <a:pt x="785848" y="4245521"/>
                  <a:pt x="636789" y="4256411"/>
                </a:cubicBezTo>
                <a:cubicBezTo>
                  <a:pt x="487730" y="4267301"/>
                  <a:pt x="242022" y="4230417"/>
                  <a:pt x="0" y="4256411"/>
                </a:cubicBezTo>
                <a:cubicBezTo>
                  <a:pt x="-14493" y="4013186"/>
                  <a:pt x="6839" y="3903328"/>
                  <a:pt x="0" y="3724360"/>
                </a:cubicBezTo>
                <a:cubicBezTo>
                  <a:pt x="-6839" y="3545392"/>
                  <a:pt x="33691" y="3382026"/>
                  <a:pt x="0" y="3234872"/>
                </a:cubicBezTo>
                <a:cubicBezTo>
                  <a:pt x="-33691" y="3087718"/>
                  <a:pt x="38227" y="2835827"/>
                  <a:pt x="0" y="2660257"/>
                </a:cubicBezTo>
                <a:cubicBezTo>
                  <a:pt x="-38227" y="2484687"/>
                  <a:pt x="50523" y="2309801"/>
                  <a:pt x="0" y="2170770"/>
                </a:cubicBezTo>
                <a:cubicBezTo>
                  <a:pt x="-50523" y="2031739"/>
                  <a:pt x="61839" y="1852801"/>
                  <a:pt x="0" y="1638718"/>
                </a:cubicBezTo>
                <a:cubicBezTo>
                  <a:pt x="-61839" y="1424635"/>
                  <a:pt x="28330" y="1431526"/>
                  <a:pt x="0" y="1234359"/>
                </a:cubicBezTo>
                <a:cubicBezTo>
                  <a:pt x="-28330" y="1037192"/>
                  <a:pt x="28734" y="797851"/>
                  <a:pt x="0" y="659744"/>
                </a:cubicBezTo>
                <a:cubicBezTo>
                  <a:pt x="-28734" y="521638"/>
                  <a:pt x="72176" y="194213"/>
                  <a:pt x="0" y="0"/>
                </a:cubicBezTo>
                <a:close/>
              </a:path>
              <a:path w="4898378" h="4256411" stroke="0" extrusionOk="0">
                <a:moveTo>
                  <a:pt x="0" y="0"/>
                </a:moveTo>
                <a:cubicBezTo>
                  <a:pt x="91821" y="-7099"/>
                  <a:pt x="285711" y="46091"/>
                  <a:pt x="446297" y="0"/>
                </a:cubicBezTo>
                <a:cubicBezTo>
                  <a:pt x="606883" y="-46091"/>
                  <a:pt x="707689" y="28756"/>
                  <a:pt x="843610" y="0"/>
                </a:cubicBezTo>
                <a:cubicBezTo>
                  <a:pt x="979531" y="-28756"/>
                  <a:pt x="1155026" y="5852"/>
                  <a:pt x="1240922" y="0"/>
                </a:cubicBezTo>
                <a:cubicBezTo>
                  <a:pt x="1326818" y="-5852"/>
                  <a:pt x="1615815" y="69328"/>
                  <a:pt x="1834170" y="0"/>
                </a:cubicBezTo>
                <a:cubicBezTo>
                  <a:pt x="2052525" y="-69328"/>
                  <a:pt x="2177686" y="31357"/>
                  <a:pt x="2427418" y="0"/>
                </a:cubicBezTo>
                <a:cubicBezTo>
                  <a:pt x="2677150" y="-31357"/>
                  <a:pt x="2698674" y="10497"/>
                  <a:pt x="2824731" y="0"/>
                </a:cubicBezTo>
                <a:cubicBezTo>
                  <a:pt x="2950788" y="-10497"/>
                  <a:pt x="3191506" y="6720"/>
                  <a:pt x="3466963" y="0"/>
                </a:cubicBezTo>
                <a:cubicBezTo>
                  <a:pt x="3742420" y="-6720"/>
                  <a:pt x="3850562" y="35049"/>
                  <a:pt x="3962244" y="0"/>
                </a:cubicBezTo>
                <a:cubicBezTo>
                  <a:pt x="4073926" y="-35049"/>
                  <a:pt x="4265817" y="3765"/>
                  <a:pt x="4408540" y="0"/>
                </a:cubicBezTo>
                <a:cubicBezTo>
                  <a:pt x="4551263" y="-3765"/>
                  <a:pt x="4776062" y="34796"/>
                  <a:pt x="4898378" y="0"/>
                </a:cubicBezTo>
                <a:cubicBezTo>
                  <a:pt x="4952590" y="218860"/>
                  <a:pt x="4841782" y="453105"/>
                  <a:pt x="4898378" y="574615"/>
                </a:cubicBezTo>
                <a:cubicBezTo>
                  <a:pt x="4954974" y="696126"/>
                  <a:pt x="4843445" y="886992"/>
                  <a:pt x="4898378" y="1064103"/>
                </a:cubicBezTo>
                <a:cubicBezTo>
                  <a:pt x="4953311" y="1241214"/>
                  <a:pt x="4882849" y="1339321"/>
                  <a:pt x="4898378" y="1511026"/>
                </a:cubicBezTo>
                <a:cubicBezTo>
                  <a:pt x="4913907" y="1682731"/>
                  <a:pt x="4895217" y="1727868"/>
                  <a:pt x="4898378" y="1915385"/>
                </a:cubicBezTo>
                <a:cubicBezTo>
                  <a:pt x="4901539" y="2102902"/>
                  <a:pt x="4868814" y="2292773"/>
                  <a:pt x="4898378" y="2532565"/>
                </a:cubicBezTo>
                <a:cubicBezTo>
                  <a:pt x="4927942" y="2772357"/>
                  <a:pt x="4862806" y="2974538"/>
                  <a:pt x="4898378" y="3107180"/>
                </a:cubicBezTo>
                <a:cubicBezTo>
                  <a:pt x="4933950" y="3239822"/>
                  <a:pt x="4866859" y="3408468"/>
                  <a:pt x="4898378" y="3511539"/>
                </a:cubicBezTo>
                <a:cubicBezTo>
                  <a:pt x="4929897" y="3614610"/>
                  <a:pt x="4842566" y="3901012"/>
                  <a:pt x="4898378" y="4256411"/>
                </a:cubicBezTo>
                <a:cubicBezTo>
                  <a:pt x="4671786" y="4317598"/>
                  <a:pt x="4494230" y="4222381"/>
                  <a:pt x="4354114" y="4256411"/>
                </a:cubicBezTo>
                <a:cubicBezTo>
                  <a:pt x="4213998" y="4290441"/>
                  <a:pt x="3961256" y="4254295"/>
                  <a:pt x="3760866" y="4256411"/>
                </a:cubicBezTo>
                <a:cubicBezTo>
                  <a:pt x="3560476" y="4258527"/>
                  <a:pt x="3407742" y="4235670"/>
                  <a:pt x="3167618" y="4256411"/>
                </a:cubicBezTo>
                <a:cubicBezTo>
                  <a:pt x="2927494" y="4277152"/>
                  <a:pt x="2808577" y="4254812"/>
                  <a:pt x="2672337" y="4256411"/>
                </a:cubicBezTo>
                <a:cubicBezTo>
                  <a:pt x="2536097" y="4258010"/>
                  <a:pt x="2307511" y="4244952"/>
                  <a:pt x="2128073" y="4256411"/>
                </a:cubicBezTo>
                <a:cubicBezTo>
                  <a:pt x="1948635" y="4267870"/>
                  <a:pt x="1691601" y="4256175"/>
                  <a:pt x="1485841" y="4256411"/>
                </a:cubicBezTo>
                <a:cubicBezTo>
                  <a:pt x="1280081" y="4256647"/>
                  <a:pt x="1149832" y="4254539"/>
                  <a:pt x="941577" y="4256411"/>
                </a:cubicBezTo>
                <a:cubicBezTo>
                  <a:pt x="733322" y="4258283"/>
                  <a:pt x="315512" y="4182691"/>
                  <a:pt x="0" y="4256411"/>
                </a:cubicBezTo>
                <a:cubicBezTo>
                  <a:pt x="-10051" y="4125039"/>
                  <a:pt x="29958" y="3975312"/>
                  <a:pt x="0" y="3724360"/>
                </a:cubicBezTo>
                <a:cubicBezTo>
                  <a:pt x="-29958" y="3473408"/>
                  <a:pt x="39466" y="3343456"/>
                  <a:pt x="0" y="3107180"/>
                </a:cubicBezTo>
                <a:cubicBezTo>
                  <a:pt x="-39466" y="2870904"/>
                  <a:pt x="16711" y="2813049"/>
                  <a:pt x="0" y="2532565"/>
                </a:cubicBezTo>
                <a:cubicBezTo>
                  <a:pt x="-16711" y="2252081"/>
                  <a:pt x="40291" y="2140025"/>
                  <a:pt x="0" y="1957949"/>
                </a:cubicBezTo>
                <a:cubicBezTo>
                  <a:pt x="-40291" y="1775873"/>
                  <a:pt x="44940" y="1714897"/>
                  <a:pt x="0" y="1511026"/>
                </a:cubicBezTo>
                <a:cubicBezTo>
                  <a:pt x="-44940" y="1307155"/>
                  <a:pt x="48183" y="1227038"/>
                  <a:pt x="0" y="978975"/>
                </a:cubicBezTo>
                <a:cubicBezTo>
                  <a:pt x="-48183" y="730912"/>
                  <a:pt x="36377" y="636603"/>
                  <a:pt x="0" y="489487"/>
                </a:cubicBezTo>
                <a:cubicBezTo>
                  <a:pt x="-36377" y="342371"/>
                  <a:pt x="37866" y="242486"/>
                  <a:pt x="0" y="0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46948928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Lernwillig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Ambitioniert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Analytisch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 Monate </a:t>
            </a:r>
            <a:r>
              <a:rPr lang="de-DE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Prüfungserfahrung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 Monate </a:t>
            </a:r>
            <a:r>
              <a:rPr lang="de-DE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Consultingerfahrung </a:t>
            </a:r>
            <a:r>
              <a:rPr lang="de-DE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(Strategie und Restrukturierung)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Abgeschlossenes Studium </a:t>
            </a:r>
            <a:r>
              <a:rPr lang="de-DE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der Betriebswirtschaftslehre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Sehr </a:t>
            </a:r>
            <a:r>
              <a:rPr lang="de-DE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breites Netzwerk </a:t>
            </a:r>
            <a:r>
              <a:rPr lang="de-DE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durch die Universität, meiner politischen Arbeit und dem Elite-Coaching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5BE3153-71C2-4D0B-9C80-5C4F0C2FE070}"/>
              </a:ext>
            </a:extLst>
          </p:cNvPr>
          <p:cNvSpPr/>
          <p:nvPr/>
        </p:nvSpPr>
        <p:spPr>
          <a:xfrm>
            <a:off x="6287238" y="1942087"/>
            <a:ext cx="4898378" cy="4256411"/>
          </a:xfrm>
          <a:custGeom>
            <a:avLst/>
            <a:gdLst>
              <a:gd name="connsiteX0" fmla="*/ 0 w 4898378"/>
              <a:gd name="connsiteY0" fmla="*/ 0 h 4256411"/>
              <a:gd name="connsiteX1" fmla="*/ 446297 w 4898378"/>
              <a:gd name="connsiteY1" fmla="*/ 0 h 4256411"/>
              <a:gd name="connsiteX2" fmla="*/ 1039545 w 4898378"/>
              <a:gd name="connsiteY2" fmla="*/ 0 h 4256411"/>
              <a:gd name="connsiteX3" fmla="*/ 1534825 w 4898378"/>
              <a:gd name="connsiteY3" fmla="*/ 0 h 4256411"/>
              <a:gd name="connsiteX4" fmla="*/ 1932138 w 4898378"/>
              <a:gd name="connsiteY4" fmla="*/ 0 h 4256411"/>
              <a:gd name="connsiteX5" fmla="*/ 2476402 w 4898378"/>
              <a:gd name="connsiteY5" fmla="*/ 0 h 4256411"/>
              <a:gd name="connsiteX6" fmla="*/ 3069650 w 4898378"/>
              <a:gd name="connsiteY6" fmla="*/ 0 h 4256411"/>
              <a:gd name="connsiteX7" fmla="*/ 3564931 w 4898378"/>
              <a:gd name="connsiteY7" fmla="*/ 0 h 4256411"/>
              <a:gd name="connsiteX8" fmla="*/ 4011227 w 4898378"/>
              <a:gd name="connsiteY8" fmla="*/ 0 h 4256411"/>
              <a:gd name="connsiteX9" fmla="*/ 4898378 w 4898378"/>
              <a:gd name="connsiteY9" fmla="*/ 0 h 4256411"/>
              <a:gd name="connsiteX10" fmla="*/ 4898378 w 4898378"/>
              <a:gd name="connsiteY10" fmla="*/ 574615 h 4256411"/>
              <a:gd name="connsiteX11" fmla="*/ 4898378 w 4898378"/>
              <a:gd name="connsiteY11" fmla="*/ 1191795 h 4256411"/>
              <a:gd name="connsiteX12" fmla="*/ 4898378 w 4898378"/>
              <a:gd name="connsiteY12" fmla="*/ 1723846 h 4256411"/>
              <a:gd name="connsiteX13" fmla="*/ 4898378 w 4898378"/>
              <a:gd name="connsiteY13" fmla="*/ 2128206 h 4256411"/>
              <a:gd name="connsiteX14" fmla="*/ 4898378 w 4898378"/>
              <a:gd name="connsiteY14" fmla="*/ 2532565 h 4256411"/>
              <a:gd name="connsiteX15" fmla="*/ 4898378 w 4898378"/>
              <a:gd name="connsiteY15" fmla="*/ 3022052 h 4256411"/>
              <a:gd name="connsiteX16" fmla="*/ 4898378 w 4898378"/>
              <a:gd name="connsiteY16" fmla="*/ 3639231 h 4256411"/>
              <a:gd name="connsiteX17" fmla="*/ 4898378 w 4898378"/>
              <a:gd name="connsiteY17" fmla="*/ 4256411 h 4256411"/>
              <a:gd name="connsiteX18" fmla="*/ 4501065 w 4898378"/>
              <a:gd name="connsiteY18" fmla="*/ 4256411 h 4256411"/>
              <a:gd name="connsiteX19" fmla="*/ 4103752 w 4898378"/>
              <a:gd name="connsiteY19" fmla="*/ 4256411 h 4256411"/>
              <a:gd name="connsiteX20" fmla="*/ 3706439 w 4898378"/>
              <a:gd name="connsiteY20" fmla="*/ 4256411 h 4256411"/>
              <a:gd name="connsiteX21" fmla="*/ 3064208 w 4898378"/>
              <a:gd name="connsiteY21" fmla="*/ 4256411 h 4256411"/>
              <a:gd name="connsiteX22" fmla="*/ 2470960 w 4898378"/>
              <a:gd name="connsiteY22" fmla="*/ 4256411 h 4256411"/>
              <a:gd name="connsiteX23" fmla="*/ 1926695 w 4898378"/>
              <a:gd name="connsiteY23" fmla="*/ 4256411 h 4256411"/>
              <a:gd name="connsiteX24" fmla="*/ 1529382 w 4898378"/>
              <a:gd name="connsiteY24" fmla="*/ 4256411 h 4256411"/>
              <a:gd name="connsiteX25" fmla="*/ 936134 w 4898378"/>
              <a:gd name="connsiteY25" fmla="*/ 4256411 h 4256411"/>
              <a:gd name="connsiteX26" fmla="*/ 538822 w 4898378"/>
              <a:gd name="connsiteY26" fmla="*/ 4256411 h 4256411"/>
              <a:gd name="connsiteX27" fmla="*/ 0 w 4898378"/>
              <a:gd name="connsiteY27" fmla="*/ 4256411 h 4256411"/>
              <a:gd name="connsiteX28" fmla="*/ 0 w 4898378"/>
              <a:gd name="connsiteY28" fmla="*/ 3809488 h 4256411"/>
              <a:gd name="connsiteX29" fmla="*/ 0 w 4898378"/>
              <a:gd name="connsiteY29" fmla="*/ 3405129 h 4256411"/>
              <a:gd name="connsiteX30" fmla="*/ 0 w 4898378"/>
              <a:gd name="connsiteY30" fmla="*/ 2873077 h 4256411"/>
              <a:gd name="connsiteX31" fmla="*/ 0 w 4898378"/>
              <a:gd name="connsiteY31" fmla="*/ 2426154 h 4256411"/>
              <a:gd name="connsiteX32" fmla="*/ 0 w 4898378"/>
              <a:gd name="connsiteY32" fmla="*/ 1979231 h 4256411"/>
              <a:gd name="connsiteX33" fmla="*/ 0 w 4898378"/>
              <a:gd name="connsiteY33" fmla="*/ 1532308 h 4256411"/>
              <a:gd name="connsiteX34" fmla="*/ 0 w 4898378"/>
              <a:gd name="connsiteY34" fmla="*/ 1042821 h 4256411"/>
              <a:gd name="connsiteX35" fmla="*/ 0 w 4898378"/>
              <a:gd name="connsiteY35" fmla="*/ 553333 h 4256411"/>
              <a:gd name="connsiteX36" fmla="*/ 0 w 4898378"/>
              <a:gd name="connsiteY36" fmla="*/ 0 h 4256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898378" h="4256411" fill="none" extrusionOk="0">
                <a:moveTo>
                  <a:pt x="0" y="0"/>
                </a:moveTo>
                <a:cubicBezTo>
                  <a:pt x="114102" y="-47028"/>
                  <a:pt x="345766" y="14149"/>
                  <a:pt x="446297" y="0"/>
                </a:cubicBezTo>
                <a:cubicBezTo>
                  <a:pt x="546828" y="-14149"/>
                  <a:pt x="885989" y="26977"/>
                  <a:pt x="1039545" y="0"/>
                </a:cubicBezTo>
                <a:cubicBezTo>
                  <a:pt x="1193101" y="-26977"/>
                  <a:pt x="1399511" y="13949"/>
                  <a:pt x="1534825" y="0"/>
                </a:cubicBezTo>
                <a:cubicBezTo>
                  <a:pt x="1670139" y="-13949"/>
                  <a:pt x="1776635" y="26100"/>
                  <a:pt x="1932138" y="0"/>
                </a:cubicBezTo>
                <a:cubicBezTo>
                  <a:pt x="2087641" y="-26100"/>
                  <a:pt x="2209855" y="20507"/>
                  <a:pt x="2476402" y="0"/>
                </a:cubicBezTo>
                <a:cubicBezTo>
                  <a:pt x="2742949" y="-20507"/>
                  <a:pt x="2839039" y="23142"/>
                  <a:pt x="3069650" y="0"/>
                </a:cubicBezTo>
                <a:cubicBezTo>
                  <a:pt x="3300261" y="-23142"/>
                  <a:pt x="3364074" y="13127"/>
                  <a:pt x="3564931" y="0"/>
                </a:cubicBezTo>
                <a:cubicBezTo>
                  <a:pt x="3765788" y="-13127"/>
                  <a:pt x="3832908" y="3303"/>
                  <a:pt x="4011227" y="0"/>
                </a:cubicBezTo>
                <a:cubicBezTo>
                  <a:pt x="4189546" y="-3303"/>
                  <a:pt x="4619851" y="43787"/>
                  <a:pt x="4898378" y="0"/>
                </a:cubicBezTo>
                <a:cubicBezTo>
                  <a:pt x="4944003" y="161759"/>
                  <a:pt x="4885881" y="449236"/>
                  <a:pt x="4898378" y="574615"/>
                </a:cubicBezTo>
                <a:cubicBezTo>
                  <a:pt x="4910875" y="699995"/>
                  <a:pt x="4853986" y="956422"/>
                  <a:pt x="4898378" y="1191795"/>
                </a:cubicBezTo>
                <a:cubicBezTo>
                  <a:pt x="4942770" y="1427168"/>
                  <a:pt x="4868624" y="1552908"/>
                  <a:pt x="4898378" y="1723846"/>
                </a:cubicBezTo>
                <a:cubicBezTo>
                  <a:pt x="4928132" y="1894784"/>
                  <a:pt x="4882178" y="1951544"/>
                  <a:pt x="4898378" y="2128206"/>
                </a:cubicBezTo>
                <a:cubicBezTo>
                  <a:pt x="4914578" y="2304868"/>
                  <a:pt x="4855848" y="2411162"/>
                  <a:pt x="4898378" y="2532565"/>
                </a:cubicBezTo>
                <a:cubicBezTo>
                  <a:pt x="4940908" y="2653968"/>
                  <a:pt x="4857965" y="2896599"/>
                  <a:pt x="4898378" y="3022052"/>
                </a:cubicBezTo>
                <a:cubicBezTo>
                  <a:pt x="4938791" y="3147505"/>
                  <a:pt x="4868904" y="3402712"/>
                  <a:pt x="4898378" y="3639231"/>
                </a:cubicBezTo>
                <a:cubicBezTo>
                  <a:pt x="4927852" y="3875750"/>
                  <a:pt x="4839485" y="4003638"/>
                  <a:pt x="4898378" y="4256411"/>
                </a:cubicBezTo>
                <a:cubicBezTo>
                  <a:pt x="4730173" y="4273228"/>
                  <a:pt x="4690479" y="4248961"/>
                  <a:pt x="4501065" y="4256411"/>
                </a:cubicBezTo>
                <a:cubicBezTo>
                  <a:pt x="4311651" y="4263861"/>
                  <a:pt x="4191472" y="4223605"/>
                  <a:pt x="4103752" y="4256411"/>
                </a:cubicBezTo>
                <a:cubicBezTo>
                  <a:pt x="4016032" y="4289217"/>
                  <a:pt x="3811617" y="4214582"/>
                  <a:pt x="3706439" y="4256411"/>
                </a:cubicBezTo>
                <a:cubicBezTo>
                  <a:pt x="3601261" y="4298240"/>
                  <a:pt x="3305775" y="4221872"/>
                  <a:pt x="3064208" y="4256411"/>
                </a:cubicBezTo>
                <a:cubicBezTo>
                  <a:pt x="2822641" y="4290950"/>
                  <a:pt x="2731379" y="4200619"/>
                  <a:pt x="2470960" y="4256411"/>
                </a:cubicBezTo>
                <a:cubicBezTo>
                  <a:pt x="2210541" y="4312203"/>
                  <a:pt x="2145748" y="4230587"/>
                  <a:pt x="1926695" y="4256411"/>
                </a:cubicBezTo>
                <a:cubicBezTo>
                  <a:pt x="1707642" y="4282235"/>
                  <a:pt x="1618070" y="4231096"/>
                  <a:pt x="1529382" y="4256411"/>
                </a:cubicBezTo>
                <a:cubicBezTo>
                  <a:pt x="1440694" y="4281726"/>
                  <a:pt x="1123613" y="4219652"/>
                  <a:pt x="936134" y="4256411"/>
                </a:cubicBezTo>
                <a:cubicBezTo>
                  <a:pt x="748655" y="4293170"/>
                  <a:pt x="695110" y="4250368"/>
                  <a:pt x="538822" y="4256411"/>
                </a:cubicBezTo>
                <a:cubicBezTo>
                  <a:pt x="382534" y="4262454"/>
                  <a:pt x="148037" y="4239509"/>
                  <a:pt x="0" y="4256411"/>
                </a:cubicBezTo>
                <a:cubicBezTo>
                  <a:pt x="-2660" y="4103854"/>
                  <a:pt x="17322" y="3919188"/>
                  <a:pt x="0" y="3809488"/>
                </a:cubicBezTo>
                <a:cubicBezTo>
                  <a:pt x="-17322" y="3699788"/>
                  <a:pt x="4505" y="3592501"/>
                  <a:pt x="0" y="3405129"/>
                </a:cubicBezTo>
                <a:cubicBezTo>
                  <a:pt x="-4505" y="3217757"/>
                  <a:pt x="46542" y="3112709"/>
                  <a:pt x="0" y="2873077"/>
                </a:cubicBezTo>
                <a:cubicBezTo>
                  <a:pt x="-46542" y="2633445"/>
                  <a:pt x="38793" y="2564639"/>
                  <a:pt x="0" y="2426154"/>
                </a:cubicBezTo>
                <a:cubicBezTo>
                  <a:pt x="-38793" y="2287669"/>
                  <a:pt x="17870" y="2106368"/>
                  <a:pt x="0" y="1979231"/>
                </a:cubicBezTo>
                <a:cubicBezTo>
                  <a:pt x="-17870" y="1852094"/>
                  <a:pt x="11417" y="1664566"/>
                  <a:pt x="0" y="1532308"/>
                </a:cubicBezTo>
                <a:cubicBezTo>
                  <a:pt x="-11417" y="1400050"/>
                  <a:pt x="17193" y="1168313"/>
                  <a:pt x="0" y="1042821"/>
                </a:cubicBezTo>
                <a:cubicBezTo>
                  <a:pt x="-17193" y="917329"/>
                  <a:pt x="22022" y="768076"/>
                  <a:pt x="0" y="553333"/>
                </a:cubicBezTo>
                <a:cubicBezTo>
                  <a:pt x="-22022" y="338590"/>
                  <a:pt x="36171" y="187337"/>
                  <a:pt x="0" y="0"/>
                </a:cubicBezTo>
                <a:close/>
              </a:path>
              <a:path w="4898378" h="4256411" stroke="0" extrusionOk="0">
                <a:moveTo>
                  <a:pt x="0" y="0"/>
                </a:moveTo>
                <a:cubicBezTo>
                  <a:pt x="204025" y="-18202"/>
                  <a:pt x="332529" y="3594"/>
                  <a:pt x="642232" y="0"/>
                </a:cubicBezTo>
                <a:cubicBezTo>
                  <a:pt x="951935" y="-3594"/>
                  <a:pt x="1034329" y="46092"/>
                  <a:pt x="1284464" y="0"/>
                </a:cubicBezTo>
                <a:cubicBezTo>
                  <a:pt x="1534599" y="-46092"/>
                  <a:pt x="1793008" y="38946"/>
                  <a:pt x="1926695" y="0"/>
                </a:cubicBezTo>
                <a:cubicBezTo>
                  <a:pt x="2060382" y="-38946"/>
                  <a:pt x="2255688" y="36127"/>
                  <a:pt x="2372992" y="0"/>
                </a:cubicBezTo>
                <a:cubicBezTo>
                  <a:pt x="2490296" y="-36127"/>
                  <a:pt x="2693072" y="24109"/>
                  <a:pt x="2917256" y="0"/>
                </a:cubicBezTo>
                <a:cubicBezTo>
                  <a:pt x="3141440" y="-24109"/>
                  <a:pt x="3306729" y="43641"/>
                  <a:pt x="3461520" y="0"/>
                </a:cubicBezTo>
                <a:cubicBezTo>
                  <a:pt x="3616311" y="-43641"/>
                  <a:pt x="3690370" y="38290"/>
                  <a:pt x="3858833" y="0"/>
                </a:cubicBezTo>
                <a:cubicBezTo>
                  <a:pt x="4027296" y="-38290"/>
                  <a:pt x="4208245" y="34714"/>
                  <a:pt x="4403098" y="0"/>
                </a:cubicBezTo>
                <a:cubicBezTo>
                  <a:pt x="4597952" y="-34714"/>
                  <a:pt x="4721880" y="32201"/>
                  <a:pt x="4898378" y="0"/>
                </a:cubicBezTo>
                <a:cubicBezTo>
                  <a:pt x="4933720" y="215928"/>
                  <a:pt x="4897970" y="388309"/>
                  <a:pt x="4898378" y="532051"/>
                </a:cubicBezTo>
                <a:cubicBezTo>
                  <a:pt x="4898786" y="675793"/>
                  <a:pt x="4846112" y="835275"/>
                  <a:pt x="4898378" y="1021539"/>
                </a:cubicBezTo>
                <a:cubicBezTo>
                  <a:pt x="4950644" y="1207803"/>
                  <a:pt x="4880328" y="1250532"/>
                  <a:pt x="4898378" y="1468462"/>
                </a:cubicBezTo>
                <a:cubicBezTo>
                  <a:pt x="4916428" y="1686392"/>
                  <a:pt x="4885326" y="1693890"/>
                  <a:pt x="4898378" y="1872821"/>
                </a:cubicBezTo>
                <a:cubicBezTo>
                  <a:pt x="4911430" y="2051752"/>
                  <a:pt x="4880433" y="2280794"/>
                  <a:pt x="4898378" y="2490000"/>
                </a:cubicBezTo>
                <a:cubicBezTo>
                  <a:pt x="4916323" y="2699206"/>
                  <a:pt x="4841925" y="2815578"/>
                  <a:pt x="4898378" y="3107180"/>
                </a:cubicBezTo>
                <a:cubicBezTo>
                  <a:pt x="4954831" y="3398782"/>
                  <a:pt x="4849598" y="3427991"/>
                  <a:pt x="4898378" y="3639231"/>
                </a:cubicBezTo>
                <a:cubicBezTo>
                  <a:pt x="4947158" y="3850471"/>
                  <a:pt x="4885669" y="4025785"/>
                  <a:pt x="4898378" y="4256411"/>
                </a:cubicBezTo>
                <a:cubicBezTo>
                  <a:pt x="4704716" y="4268806"/>
                  <a:pt x="4603455" y="4217386"/>
                  <a:pt x="4452081" y="4256411"/>
                </a:cubicBezTo>
                <a:cubicBezTo>
                  <a:pt x="4300707" y="4295436"/>
                  <a:pt x="4181031" y="4203097"/>
                  <a:pt x="3956801" y="4256411"/>
                </a:cubicBezTo>
                <a:cubicBezTo>
                  <a:pt x="3732571" y="4309725"/>
                  <a:pt x="3733235" y="4228119"/>
                  <a:pt x="3559488" y="4256411"/>
                </a:cubicBezTo>
                <a:cubicBezTo>
                  <a:pt x="3385741" y="4284703"/>
                  <a:pt x="3079294" y="4221752"/>
                  <a:pt x="2917256" y="4256411"/>
                </a:cubicBezTo>
                <a:cubicBezTo>
                  <a:pt x="2755218" y="4291070"/>
                  <a:pt x="2652386" y="4252680"/>
                  <a:pt x="2470960" y="4256411"/>
                </a:cubicBezTo>
                <a:cubicBezTo>
                  <a:pt x="2289534" y="4260142"/>
                  <a:pt x="2128317" y="4218791"/>
                  <a:pt x="1926695" y="4256411"/>
                </a:cubicBezTo>
                <a:cubicBezTo>
                  <a:pt x="1725074" y="4294031"/>
                  <a:pt x="1656249" y="4240360"/>
                  <a:pt x="1529382" y="4256411"/>
                </a:cubicBezTo>
                <a:cubicBezTo>
                  <a:pt x="1402515" y="4272462"/>
                  <a:pt x="1197697" y="4245039"/>
                  <a:pt x="887151" y="4256411"/>
                </a:cubicBezTo>
                <a:cubicBezTo>
                  <a:pt x="576605" y="4267783"/>
                  <a:pt x="216053" y="4162454"/>
                  <a:pt x="0" y="4256411"/>
                </a:cubicBezTo>
                <a:cubicBezTo>
                  <a:pt x="-22629" y="4096922"/>
                  <a:pt x="18181" y="3890183"/>
                  <a:pt x="0" y="3766924"/>
                </a:cubicBezTo>
                <a:cubicBezTo>
                  <a:pt x="-18181" y="3643665"/>
                  <a:pt x="25359" y="3523886"/>
                  <a:pt x="0" y="3362565"/>
                </a:cubicBezTo>
                <a:cubicBezTo>
                  <a:pt x="-25359" y="3201244"/>
                  <a:pt x="10587" y="2994156"/>
                  <a:pt x="0" y="2745385"/>
                </a:cubicBezTo>
                <a:cubicBezTo>
                  <a:pt x="-10587" y="2496614"/>
                  <a:pt x="70239" y="2313507"/>
                  <a:pt x="0" y="2128206"/>
                </a:cubicBezTo>
                <a:cubicBezTo>
                  <a:pt x="-70239" y="1942905"/>
                  <a:pt x="19484" y="1809540"/>
                  <a:pt x="0" y="1723846"/>
                </a:cubicBezTo>
                <a:cubicBezTo>
                  <a:pt x="-19484" y="1638152"/>
                  <a:pt x="7376" y="1403045"/>
                  <a:pt x="0" y="1191795"/>
                </a:cubicBezTo>
                <a:cubicBezTo>
                  <a:pt x="-7376" y="980545"/>
                  <a:pt x="49659" y="938271"/>
                  <a:pt x="0" y="744872"/>
                </a:cubicBezTo>
                <a:cubicBezTo>
                  <a:pt x="-49659" y="551473"/>
                  <a:pt x="936" y="342726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0610701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Verantwortung </a:t>
            </a:r>
            <a:r>
              <a:rPr lang="de-DE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für bestimmte </a:t>
            </a:r>
            <a:r>
              <a:rPr lang="de-DE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Projektbereiche </a:t>
            </a:r>
            <a:r>
              <a:rPr lang="de-DE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und </a:t>
            </a:r>
            <a:r>
              <a:rPr lang="de-DE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Aufgaben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Persönliche Weiterentwicklung </a:t>
            </a:r>
            <a:r>
              <a:rPr lang="de-DE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besonders zu meinen </a:t>
            </a:r>
            <a:r>
              <a:rPr lang="de-DE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Schwächen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Steile </a:t>
            </a:r>
            <a:r>
              <a:rPr lang="de-DE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Lernkurve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4541192-2081-4255-A918-AEE4428669EA}"/>
              </a:ext>
            </a:extLst>
          </p:cNvPr>
          <p:cNvSpPr txBox="1"/>
          <p:nvPr/>
        </p:nvSpPr>
        <p:spPr>
          <a:xfrm>
            <a:off x="1235489" y="1962238"/>
            <a:ext cx="2875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Verdana" panose="020B0604030504040204" pitchFamily="34" charset="0"/>
                <a:ea typeface="Verdana" panose="020B0604030504040204" pitchFamily="34" charset="0"/>
              </a:rPr>
              <a:t>Warum ich?</a:t>
            </a:r>
            <a:r>
              <a:rPr lang="de-DE" sz="2800" dirty="0"/>
              <a:t> 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D4DB1B1-25B5-4E5C-8903-88398D3DD18A}"/>
              </a:ext>
            </a:extLst>
          </p:cNvPr>
          <p:cNvSpPr txBox="1"/>
          <p:nvPr/>
        </p:nvSpPr>
        <p:spPr>
          <a:xfrm>
            <a:off x="6287238" y="1962238"/>
            <a:ext cx="4898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Verdana" panose="020B0604030504040204" pitchFamily="34" charset="0"/>
                <a:ea typeface="Verdana" panose="020B0604030504040204" pitchFamily="34" charset="0"/>
              </a:rPr>
              <a:t>Was sind meine Erwartungen?</a:t>
            </a:r>
            <a:endParaRPr lang="de-DE" sz="2800" dirty="0"/>
          </a:p>
        </p:txBody>
      </p:sp>
      <p:pic>
        <p:nvPicPr>
          <p:cNvPr id="8" name="Grafik 7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44BAAAAF-A7B5-4D76-ABCC-DCA5E97AD4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4721" y="18614"/>
            <a:ext cx="1022403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675335"/>
      </p:ext>
    </p:extLst>
  </p:cSld>
  <p:clrMapOvr>
    <a:masterClrMapping/>
  </p:clrMapOvr>
</p:sld>
</file>

<file path=ppt/theme/theme1.xml><?xml version="1.0" encoding="utf-8"?>
<a:theme xmlns:a="http://schemas.openxmlformats.org/drawingml/2006/main" name="Rückblick">
  <a:themeElements>
    <a:clrScheme name="Rückblick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ückblick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ückblick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205</Words>
  <Application>Microsoft Office PowerPoint</Application>
  <PresentationFormat>Breitbild</PresentationFormat>
  <Paragraphs>55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Verdana</vt:lpstr>
      <vt:lpstr>Rückblick</vt:lpstr>
      <vt:lpstr>Selbstpräsentation  Samer Mohammed </vt:lpstr>
      <vt:lpstr>Fahrplan dieses Vortrags</vt:lpstr>
      <vt:lpstr>Wer bin ich?</vt:lpstr>
      <vt:lpstr>Mein Werdegang</vt:lpstr>
      <vt:lpstr>Meine Stärken und Schwächen</vt:lpstr>
      <vt:lpstr>Was ist meine Motivation für SMP?</vt:lpstr>
      <vt:lpstr>Warum will ich in die Restrukturierung?</vt:lpstr>
      <vt:lpstr>Wieso bin ich der richtige Kandidat und was sind meine Erwartungen?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Selbstpräsentation Samer Mohammed</dc:title>
  <dc:creator>Samer Mohammed</dc:creator>
  <cp:lastModifiedBy>Samer Mohammed</cp:lastModifiedBy>
  <cp:revision>7</cp:revision>
  <dcterms:created xsi:type="dcterms:W3CDTF">2022-02-12T15:05:11Z</dcterms:created>
  <dcterms:modified xsi:type="dcterms:W3CDTF">2022-02-13T20:23:57Z</dcterms:modified>
</cp:coreProperties>
</file>
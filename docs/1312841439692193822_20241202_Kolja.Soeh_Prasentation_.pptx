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5382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62" r:id="rId7"/>
    <p:sldId id="263" r:id="rId8"/>
    <p:sldId id="265" r:id="rId9"/>
  </p:sldIdLst>
  <p:sldSz cx="9144000" cy="5143500" type="screen16x9"/>
  <p:notesSz cx="6794500" cy="9906000"/>
  <p:custDataLst>
    <p:tags r:id="rId12"/>
  </p:custData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121" userDrawn="1">
          <p15:clr>
            <a:srgbClr val="A4A3A4"/>
          </p15:clr>
        </p15:guide>
        <p15:guide id="3" pos="3061" userDrawn="1">
          <p15:clr>
            <a:srgbClr val="A4A3A4"/>
          </p15:clr>
        </p15:guide>
        <p15:guide id="4" pos="29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9"/>
    <a:srgbClr val="575756"/>
    <a:srgbClr val="00A0E3"/>
    <a:srgbClr val="009FE3"/>
    <a:srgbClr val="019CE2"/>
    <a:srgbClr val="E6E6E6"/>
    <a:srgbClr val="585857"/>
    <a:srgbClr val="0FA1E2"/>
    <a:srgbClr val="002060"/>
    <a:srgbClr val="19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82243" autoAdjust="0"/>
  </p:normalViewPr>
  <p:slideViewPr>
    <p:cSldViewPr snapToGrid="0">
      <p:cViewPr varScale="1">
        <p:scale>
          <a:sx n="142" d="100"/>
          <a:sy n="142" d="100"/>
        </p:scale>
        <p:origin x="864" y="168"/>
      </p:cViewPr>
      <p:guideLst>
        <p:guide pos="2880"/>
        <p:guide orient="horz" pos="1121"/>
        <p:guide pos="3061"/>
        <p:guide pos="29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12/1/24</a:t>
            </a:fld>
            <a:endParaRPr lang="en-GB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‹Nr.›</a:t>
            </a:fld>
            <a:endParaRPr lang="en-GB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12/1/24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Display" panose="020F04030202030303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Display" panose="020F0403020203030304" pitchFamily="34" charset="0"/>
        <a:ea typeface="ＭＳ Ｐゴシック" pitchFamily="-106" charset="-128"/>
        <a:cs typeface="Deutsche Bank Text" panose="020B0503020202030204" pitchFamily="34" charset="0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Display" panose="020F0403020203030304" pitchFamily="34" charset="0"/>
        <a:ea typeface="ＭＳ Ｐゴシック" pitchFamily="-106" charset="-128"/>
        <a:cs typeface="Deutsche Bank Text" panose="020B0503020202030204" pitchFamily="34" charset="0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Display" panose="020F0403020203030304" pitchFamily="34" charset="0"/>
        <a:ea typeface="ＭＳ Ｐゴシック" pitchFamily="-106" charset="-128"/>
        <a:cs typeface="Deutsche Bank Text" panose="020B0503020202030204" pitchFamily="34" charset="0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Display" panose="020F0403020203030304" pitchFamily="34" charset="0"/>
        <a:ea typeface="ＭＳ Ｐゴシック" pitchFamily="-106" charset="-128"/>
        <a:cs typeface="Deutsche Bank Text" panose="020B0503020202030204" pitchFamily="34" charset="0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5.jpe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5.jpe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6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7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5" Type="http://schemas.openxmlformats.org/officeDocument/2006/relationships/image" Target="../media/image9.jpeg"/><Relationship Id="rId4" Type="http://schemas.openxmlformats.org/officeDocument/2006/relationships/image" Target="../media/image8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8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.1 Title with longe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BF52758-2B61-0968-1E68-9FF6AD9B55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3431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F52758-2B61-0968-1E68-9FF6AD9B55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>
            <a:extLst>
              <a:ext uri="{FF2B5EF4-FFF2-40B4-BE49-F238E27FC236}">
                <a16:creationId xmlns:a16="http://schemas.microsoft.com/office/drawing/2014/main" id="{9B682694-CBA3-40C6-90F0-41B51B59B8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457"/>
            <a:ext cx="9143998" cy="5142584"/>
          </a:xfrm>
          <a:prstGeom prst="rect">
            <a:avLst/>
          </a:prstGeom>
        </p:spPr>
      </p:pic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478800" y="476622"/>
            <a:ext cx="4073944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rgbClr val="99DCF3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31" name="Textplatzhalter 28">
            <a:extLst>
              <a:ext uri="{FF2B5EF4-FFF2-40B4-BE49-F238E27FC236}">
                <a16:creationId xmlns:a16="http://schemas.microsoft.com/office/drawing/2014/main" id="{DEF35365-DC64-40F5-8DD2-C0940989F3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732" y="3219506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0C234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732" y="1892623"/>
            <a:ext cx="8166239" cy="4269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</a:t>
            </a:r>
            <a:r>
              <a:rPr lang="en-GB" noProof="0" err="1"/>
              <a:t>topline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363" y="3806874"/>
            <a:ext cx="8167609" cy="601614"/>
          </a:xfrm>
          <a:prstGeom prst="rect">
            <a:avLst/>
          </a:prstGeom>
        </p:spPr>
        <p:txBody>
          <a:bodyPr anchor="t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like speaker,</a:t>
            </a:r>
            <a:br>
              <a:rPr lang="en-GB"/>
            </a:br>
            <a:r>
              <a:rPr lang="en-GB"/>
              <a:t>date and location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999" y="2478951"/>
            <a:ext cx="8160981" cy="8073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longer headline</a:t>
            </a:r>
            <a:br>
              <a:rPr lang="en-GB" noProof="0"/>
            </a:br>
            <a:r>
              <a:rPr lang="en-GB" noProof="0"/>
              <a:t>over two lines</a:t>
            </a:r>
          </a:p>
        </p:txBody>
      </p:sp>
    </p:spTree>
    <p:extLst>
      <p:ext uri="{BB962C8B-B14F-4D97-AF65-F5344CB8AC3E}">
        <p14:creationId xmlns:p14="http://schemas.microsoft.com/office/powerpoint/2010/main" val="37232785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.2 Title with shorte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BF532D8-7805-2AC2-A267-795A650C5B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51585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F532D8-7805-2AC2-A267-795A650C5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>
            <a:extLst>
              <a:ext uri="{FF2B5EF4-FFF2-40B4-BE49-F238E27FC236}">
                <a16:creationId xmlns:a16="http://schemas.microsoft.com/office/drawing/2014/main" id="{366AC881-64C3-4CA6-8213-BCB7F7E8A5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16"/>
            <a:ext cx="9143998" cy="5142584"/>
          </a:xfrm>
          <a:prstGeom prst="rect">
            <a:avLst/>
          </a:prstGeom>
        </p:spPr>
      </p:pic>
      <p:sp>
        <p:nvSpPr>
          <p:cNvPr id="13" name="Freeform 4">
            <a:extLst>
              <a:ext uri="{FF2B5EF4-FFF2-40B4-BE49-F238E27FC236}">
                <a16:creationId xmlns:a16="http://schemas.microsoft.com/office/drawing/2014/main" id="{69FB53A4-05C0-4868-835F-011F928B43A1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76BCD8CA-806F-405B-8E48-E9A39E9E09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8" y="3216331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0C234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21" name="Textplatzhalter 28">
            <a:extLst>
              <a:ext uri="{FF2B5EF4-FFF2-40B4-BE49-F238E27FC236}">
                <a16:creationId xmlns:a16="http://schemas.microsoft.com/office/drawing/2014/main" id="{EACAB289-86DF-4456-B934-1D2C448DA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08" y="2269690"/>
            <a:ext cx="8166239" cy="4269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</a:t>
            </a:r>
            <a:r>
              <a:rPr lang="en-GB" noProof="0" err="1"/>
              <a:t>topline</a:t>
            </a:r>
            <a:endParaRPr lang="en-GB" noProof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E45D7AB-F5CC-4FF2-AF34-3047229D58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08" y="3803699"/>
            <a:ext cx="8166240" cy="604789"/>
          </a:xfrm>
          <a:prstGeom prst="rect">
            <a:avLst/>
          </a:prstGeom>
        </p:spPr>
        <p:txBody>
          <a:bodyPr anchor="t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like speaker,</a:t>
            </a:r>
            <a:br>
              <a:rPr lang="en-GB"/>
            </a:br>
            <a:r>
              <a:rPr lang="en-GB"/>
              <a:t>date and location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F76B6C1C-E0BA-4F6F-9128-5756C6F2DE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999" y="2881304"/>
            <a:ext cx="8160981" cy="40501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CB42662B-8882-5D99-E860-BC5912B4FFDD}"/>
              </a:ext>
            </a:extLst>
          </p:cNvPr>
          <p:cNvSpPr txBox="1"/>
          <p:nvPr userDrawn="1"/>
        </p:nvSpPr>
        <p:spPr bwMode="auto">
          <a:xfrm>
            <a:off x="478907" y="476145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rgbClr val="99DCF3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</p:spTree>
    <p:extLst>
      <p:ext uri="{BB962C8B-B14F-4D97-AF65-F5344CB8AC3E}">
        <p14:creationId xmlns:p14="http://schemas.microsoft.com/office/powerpoint/2010/main" val="2021954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31" hidden="1">
            <a:extLst>
              <a:ext uri="{FF2B5EF4-FFF2-40B4-BE49-F238E27FC236}">
                <a16:creationId xmlns:a16="http://schemas.microsoft.com/office/drawing/2014/main" id="{2C7E519C-52C4-4A01-8D84-6AB31E2ABB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89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2" name="Object 31" hidden="1">
                        <a:extLst>
                          <a:ext uri="{FF2B5EF4-FFF2-40B4-BE49-F238E27FC236}">
                            <a16:creationId xmlns:a16="http://schemas.microsoft.com/office/drawing/2014/main" id="{2C7E519C-52C4-4A01-8D84-6AB31E2ABB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4">
            <a:extLst>
              <a:ext uri="{FF2B5EF4-FFF2-40B4-BE49-F238E27FC236}">
                <a16:creationId xmlns:a16="http://schemas.microsoft.com/office/drawing/2014/main" id="{7FA07DDE-ACE3-4105-9C20-100C8DF836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3" y="458167"/>
            <a:ext cx="7705338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0" name="Fußzeilenplatzhalter 2">
            <a:extLst>
              <a:ext uri="{FF2B5EF4-FFF2-40B4-BE49-F238E27FC236}">
                <a16:creationId xmlns:a16="http://schemas.microsoft.com/office/drawing/2014/main" id="{E8935EF3-E6E2-4B2C-B49D-CE23CAF2C46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44AA9-4CFF-4DF0-B401-7484F452ED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143" y="134778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1</a:t>
            </a:r>
            <a:endParaRPr lang="de-DE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E468516-2554-402A-8680-FF3407873C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143" y="188072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2</a:t>
            </a:r>
            <a:endParaRPr lang="de-DE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837921B-C060-48F0-A081-B6BF29034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143" y="241366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3</a:t>
            </a:r>
            <a:endParaRPr lang="de-DE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F19B6BE-C3CE-413E-98F1-B08698A37D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143" y="294660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4</a:t>
            </a:r>
            <a:endParaRPr lang="de-DE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B2B3690-3BD1-47BC-97DB-F277DCC7AB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5143" y="347954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5</a:t>
            </a:r>
            <a:endParaRPr lang="de-DE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60F7D25-CCAC-44CC-BB7D-4D3EF502F2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143" y="4012488"/>
            <a:ext cx="7651496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180000" anchor="ctr"/>
          <a:lstStyle>
            <a:lvl1pPr>
              <a:defRPr sz="1400">
                <a:latin typeface="+mj-lt"/>
              </a:defRPr>
            </a:lvl1pPr>
          </a:lstStyle>
          <a:p>
            <a:pPr lvl="0"/>
            <a:r>
              <a:rPr lang="en-US"/>
              <a:t>Chapter 6</a:t>
            </a:r>
            <a:endParaRPr lang="de-DE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00A673D-3418-46A1-9657-426B265179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62" y="134778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I</a:t>
            </a:r>
            <a:endParaRPr lang="de-DE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7941A9B-27DD-4835-A194-5D5693981B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362" y="188072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II</a:t>
            </a:r>
            <a:endParaRPr lang="de-DE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62BA67F-75CD-4FF0-9398-F8826BABDB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362" y="241366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III</a:t>
            </a:r>
            <a:endParaRPr lang="de-DE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6DB6552C-8D04-405B-9A8F-9B56ABBD51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7362" y="294660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IV</a:t>
            </a:r>
            <a:endParaRPr lang="de-DE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DAA7738C-F8B6-4DF0-9711-623B0F3F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7362" y="347954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V</a:t>
            </a:r>
            <a:endParaRPr lang="de-DE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E7F81F3-011D-49BF-9869-2291F91B8E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7362" y="4012488"/>
            <a:ext cx="396000" cy="396000"/>
          </a:xfrm>
          <a:ln>
            <a:solidFill>
              <a:schemeClr val="bg1">
                <a:lumMod val="65000"/>
              </a:schemeClr>
            </a:solidFill>
          </a:ln>
        </p:spPr>
        <p:txBody>
          <a:bodyPr lIns="36000" tIns="36000" rIns="36000" bIns="36000" anchor="ctr"/>
          <a:lstStyle>
            <a:lvl1pPr algn="ctr">
              <a:defRPr sz="1400">
                <a:latin typeface="+mj-lt"/>
              </a:defRPr>
            </a:lvl1pPr>
          </a:lstStyle>
          <a:p>
            <a:pPr lvl="0"/>
            <a:r>
              <a:rPr lang="en-US"/>
              <a:t>VI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30125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Content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F8B0614-F010-4273-AF9B-E272A9E71A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163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F8B0614-F010-4273-AF9B-E272A9E71A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D4B8590-3492-4742-A6CE-4EA6AC8085C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2" y="1347788"/>
            <a:ext cx="8166240" cy="306069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Title Placeholder 4">
            <a:extLst>
              <a:ext uri="{FF2B5EF4-FFF2-40B4-BE49-F238E27FC236}">
                <a16:creationId xmlns:a16="http://schemas.microsoft.com/office/drawing/2014/main" id="{C41049A3-C2DE-4F56-99BB-86062A97C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9165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47B8DCD-3F96-4417-8C79-5786AA9EFAC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9165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70217C68-FEC6-4152-9A95-EB4A2C417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8A29894-44C0-4678-B2AC-F73D1FC66A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8550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8A29894-44C0-4678-B2AC-F73D1FC66A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D4B8590-3492-4742-A6CE-4EA6AC8085C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2" y="1347788"/>
            <a:ext cx="8166240" cy="306069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Title Placeholder 4">
            <a:extLst>
              <a:ext uri="{FF2B5EF4-FFF2-40B4-BE49-F238E27FC236}">
                <a16:creationId xmlns:a16="http://schemas.microsoft.com/office/drawing/2014/main" id="{C41049A3-C2DE-4F56-99BB-86062A97C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9165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3053CD6F-9DF1-4DB5-8770-5BF25F634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16217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Content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37C53F1-809C-4099-B100-CE134832C1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9158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37C53F1-809C-4099-B100-CE134832C1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1" y="1672475"/>
            <a:ext cx="3951360" cy="27353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703039" y="1672475"/>
            <a:ext cx="3951360" cy="27353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993E54FA-EBEC-4FF7-B10A-85EF6BC35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9166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8CF3039-EAD0-4060-AEE9-24523F0F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7DAA042-17FD-48A1-9A4A-4EECBD06E2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9165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54B497-FFCE-45D6-B4E2-7147832835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442" y="1347787"/>
            <a:ext cx="3951360" cy="324688"/>
          </a:xfrm>
          <a:noFill/>
        </p:spPr>
        <p:txBody>
          <a:bodyPr tIns="36000" bIns="36000" anchor="ctr"/>
          <a:lstStyle>
            <a:lvl1pPr algn="l">
              <a:defRPr>
                <a:solidFill>
                  <a:srgbClr val="0018A8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de-DE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C4AB897-90D5-4F36-B7BB-4FE2E966A4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08082" y="1347787"/>
            <a:ext cx="3951360" cy="324688"/>
          </a:xfrm>
          <a:noFill/>
        </p:spPr>
        <p:txBody>
          <a:bodyPr tIns="36000" bIns="36000" anchor="ctr"/>
          <a:lstStyle>
            <a:lvl1pPr algn="l">
              <a:defRPr>
                <a:solidFill>
                  <a:srgbClr val="0018A8"/>
                </a:solidFill>
              </a:defRPr>
            </a:lvl1pPr>
          </a:lstStyle>
          <a:p>
            <a:pPr lvl="0"/>
            <a:r>
              <a:rPr lang="en-US"/>
              <a:t>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96958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 Content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37C53F1-809C-4099-B100-CE134832C1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0370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37C53F1-809C-4099-B100-CE134832C1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1" y="1347787"/>
            <a:ext cx="3951360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703039" y="1347787"/>
            <a:ext cx="3951360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993E54FA-EBEC-4FF7-B10A-85EF6BC35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9165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8CF3039-EAD0-4060-AEE9-24523F0F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7DAA042-17FD-48A1-9A4A-4EECBD06E2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9165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</p:spTree>
    <p:extLst>
      <p:ext uri="{BB962C8B-B14F-4D97-AF65-F5344CB8AC3E}">
        <p14:creationId xmlns:p14="http://schemas.microsoft.com/office/powerpoint/2010/main" val="43673637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 userDrawn="1">
          <p15:clr>
            <a:srgbClr val="FBAE40"/>
          </p15:clr>
        </p15:guide>
        <p15:guide id="3" pos="29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 Content 2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06EBC40-7343-4517-8741-3C3A213809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29593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06EBC40-7343-4517-8741-3C3A21380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1" y="1347787"/>
            <a:ext cx="3951360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703039" y="1347787"/>
            <a:ext cx="3951360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993E54FA-EBEC-4FF7-B10A-85EF6BC35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3" y="458167"/>
            <a:ext cx="7705338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8CF3039-EAD0-4060-AEE9-24523F0F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2162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 Content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261A66B-50D9-4D3E-857E-3BDCB68695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52235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261A66B-50D9-4D3E-857E-3BDCB68695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90705" y="1732935"/>
            <a:ext cx="2592000" cy="26782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64767" y="1732934"/>
            <a:ext cx="2592000" cy="26782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CAD148-D31C-4B08-9E2C-FF1D7D77D2F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277736" y="1732935"/>
            <a:ext cx="2592000" cy="267821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93FDF8E2-AE40-4DB8-BAE0-111C88025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9165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BAC1AB9-9AFF-4824-B7E1-374BBDC945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67442" y="1347787"/>
            <a:ext cx="2592000" cy="324688"/>
          </a:xfrm>
          <a:noFill/>
        </p:spPr>
        <p:txBody>
          <a:bodyPr tIns="36000" bIns="36000" anchor="ctr"/>
          <a:lstStyle>
            <a:lvl1pPr algn="l">
              <a:defRPr>
                <a:solidFill>
                  <a:srgbClr val="0018A8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ADB2E0-707F-4EB3-B5F2-0C5047A773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77627" y="1347787"/>
            <a:ext cx="2592000" cy="324688"/>
          </a:xfrm>
          <a:noFill/>
        </p:spPr>
        <p:txBody>
          <a:bodyPr tIns="36000" bIns="36000" anchor="ctr"/>
          <a:lstStyle>
            <a:lvl1pPr algn="l">
              <a:defRPr>
                <a:solidFill>
                  <a:srgbClr val="0018A8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  <a:endParaRPr lang="de-DE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F2C0AEA-DA68-464C-AA5B-6DCFDFBBD10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442" y="1347787"/>
            <a:ext cx="2592000" cy="324688"/>
          </a:xfrm>
          <a:noFill/>
        </p:spPr>
        <p:txBody>
          <a:bodyPr tIns="36000" bIns="36000" anchor="ctr"/>
          <a:lstStyle>
            <a:lvl1pPr algn="l">
              <a:defRPr>
                <a:solidFill>
                  <a:srgbClr val="0018A8"/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  <a:endParaRPr lang="de-DE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D3E0F53-D718-41B1-93D0-FBBCE84596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9165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3431D58D-7065-4573-B06E-743CBA1F3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182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6 Content 2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5175BF-EC68-43E6-B160-616309B260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29174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5175BF-EC68-43E6-B160-616309B260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1" y="1347787"/>
            <a:ext cx="1877515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603090" y="1347787"/>
            <a:ext cx="6051309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993E54FA-EBEC-4FF7-B10A-85EF6BC35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5337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8CF3039-EAD0-4060-AEE9-24523F0F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DAC964B-2D5F-4EF6-AE74-1921FD8B41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5337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</p:spTree>
    <p:extLst>
      <p:ext uri="{BB962C8B-B14F-4D97-AF65-F5344CB8AC3E}">
        <p14:creationId xmlns:p14="http://schemas.microsoft.com/office/powerpoint/2010/main" val="11450808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.6 Content 2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5175BF-EC68-43E6-B160-616309B260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5752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5175BF-EC68-43E6-B160-616309B260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89601" y="1347787"/>
            <a:ext cx="6051309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993E54FA-EBEC-4FF7-B10A-85EF6BC35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2" y="458167"/>
            <a:ext cx="7705337" cy="380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28CF3039-EAD0-4060-AEE9-24523F0FF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DAC964B-2D5F-4EF6-AE74-1921FD8B41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1473" y="838705"/>
            <a:ext cx="7705337" cy="285176"/>
          </a:xfrm>
        </p:spPr>
        <p:txBody>
          <a:bodyPr/>
          <a:lstStyle>
            <a:lvl1pPr>
              <a:defRPr sz="1400">
                <a:solidFill>
                  <a:srgbClr val="0018A8"/>
                </a:solidFill>
                <a:latin typeface="+mj-lt"/>
              </a:defRPr>
            </a:lvl1pPr>
          </a:lstStyle>
          <a:p>
            <a:pPr lvl="0"/>
            <a:r>
              <a:rPr lang="de-DE"/>
              <a:t> Titelmasterformat</a:t>
            </a:r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07353233-327C-9147-20B1-C04450F7873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771503" y="1347787"/>
            <a:ext cx="1877515" cy="306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11762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7 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6607CE7-0D78-4307-B596-2C9EB385DD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9813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6607CE7-0D78-4307-B596-2C9EB385D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E7F0573E-C3B6-4EC3-9B9C-39F370BF180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89601" y="1347787"/>
            <a:ext cx="3951360" cy="14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C3741DB6-EB90-4151-A626-C9790A3A48F5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703039" y="1347787"/>
            <a:ext cx="3951360" cy="14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508396F6-644D-4CE3-945E-3A0C876D17F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91840" y="2972044"/>
            <a:ext cx="3951360" cy="14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E8DF6222-C010-4FE3-B7AF-BA773374DD8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705278" y="2972044"/>
            <a:ext cx="3951360" cy="14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2" name="Title Placeholder 4">
            <a:extLst>
              <a:ext uri="{FF2B5EF4-FFF2-40B4-BE49-F238E27FC236}">
                <a16:creationId xmlns:a16="http://schemas.microsoft.com/office/drawing/2014/main" id="{84AA3473-27F4-4BB6-B720-5B890144A2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3" y="458167"/>
            <a:ext cx="7705338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D83008AE-E76C-4C13-85F0-AB4025D5C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5847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798">
          <p15:clr>
            <a:srgbClr val="FBAE40"/>
          </p15:clr>
        </p15:guide>
        <p15:guide id="3" pos="29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ECD6478-F012-41DC-8A2C-92804B6980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7378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ECD6478-F012-41DC-8A2C-92804B698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D85C013-2536-4BDE-99A7-FEFF3D9D6461}"/>
              </a:ext>
            </a:extLst>
          </p:cNvPr>
          <p:cNvSpPr/>
          <p:nvPr userDrawn="1"/>
        </p:nvSpPr>
        <p:spPr bwMode="auto">
          <a:xfrm>
            <a:off x="0" y="0"/>
            <a:ext cx="2407024" cy="5143500"/>
          </a:xfrm>
          <a:prstGeom prst="rect">
            <a:avLst/>
          </a:prstGeom>
          <a:solidFill>
            <a:srgbClr val="0C234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err="1">
              <a:solidFill>
                <a:srgbClr val="FFFFFF"/>
              </a:solidFill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E0CBB-7567-4247-82AF-35C9FC3A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3" y="986988"/>
            <a:ext cx="1737121" cy="3416740"/>
          </a:xfrm>
        </p:spPr>
        <p:txBody>
          <a:bodyPr vert="horz"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26230-AF15-401C-9A44-7E237AC9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7876" y="4652965"/>
            <a:ext cx="5397258" cy="241298"/>
          </a:xfrm>
        </p:spPr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7B37EAD7-2D68-449C-9189-CE50B73C67A6}"/>
              </a:ext>
            </a:extLst>
          </p:cNvPr>
          <p:cNvSpPr/>
          <p:nvPr userDrawn="1"/>
        </p:nvSpPr>
        <p:spPr>
          <a:xfrm>
            <a:off x="490706" y="4652964"/>
            <a:ext cx="1324648" cy="241521"/>
          </a:xfrm>
          <a:prstGeom prst="rect">
            <a:avLst/>
          </a:prstGeom>
        </p:spPr>
        <p:txBody>
          <a:bodyPr wrap="square" lIns="0" tIns="61041" rIns="0" bIns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8FA9C8F8-8396-41C8-AC09-12F8E5CB2C8D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490706" y="494263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49261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ECD6478-F012-41DC-8A2C-92804B6980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16971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ECD6478-F012-41DC-8A2C-92804B698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5B55BAC-29D3-4BC7-B39B-4465C7286886}"/>
              </a:ext>
            </a:extLst>
          </p:cNvPr>
          <p:cNvSpPr/>
          <p:nvPr userDrawn="1"/>
        </p:nvSpPr>
        <p:spPr bwMode="auto">
          <a:xfrm>
            <a:off x="1" y="0"/>
            <a:ext cx="2830606" cy="5143500"/>
          </a:xfrm>
          <a:prstGeom prst="homePlate">
            <a:avLst>
              <a:gd name="adj" fmla="val 27822"/>
            </a:avLst>
          </a:prstGeom>
          <a:solidFill>
            <a:srgbClr val="0C2340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err="1">
              <a:solidFill>
                <a:srgbClr val="FFFFFF"/>
              </a:solidFill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E0CBB-7567-4247-82AF-35C9FC3A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3" y="980263"/>
            <a:ext cx="1663162" cy="3423464"/>
          </a:xfrm>
        </p:spPr>
        <p:txBody>
          <a:bodyPr vert="horz"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26230-AF15-401C-9A44-7E237AC9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2893" y="4652965"/>
            <a:ext cx="5592241" cy="241298"/>
          </a:xfrm>
        </p:spPr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0" name="Rechteck 5">
            <a:extLst>
              <a:ext uri="{FF2B5EF4-FFF2-40B4-BE49-F238E27FC236}">
                <a16:creationId xmlns:a16="http://schemas.microsoft.com/office/drawing/2014/main" id="{7B37EAD7-2D68-449C-9189-CE50B73C67A6}"/>
              </a:ext>
            </a:extLst>
          </p:cNvPr>
          <p:cNvSpPr/>
          <p:nvPr userDrawn="1"/>
        </p:nvSpPr>
        <p:spPr>
          <a:xfrm>
            <a:off x="490706" y="4652964"/>
            <a:ext cx="1324648" cy="241521"/>
          </a:xfrm>
          <a:prstGeom prst="rect">
            <a:avLst/>
          </a:prstGeom>
        </p:spPr>
        <p:txBody>
          <a:bodyPr wrap="square" lIns="0" tIns="61041" rIns="0" bIns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D6F59C7F-0403-40D7-A2AA-B20B81B8DD32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490706" y="494263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950751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704F55AD-2572-4AB3-996F-A9168674CE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9449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704F55AD-2572-4AB3-996F-A9168674CE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263E4B5B-0D06-4859-96F6-24DAACDC5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473" y="458167"/>
            <a:ext cx="7705338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2A23882D-6B9D-47EF-A9C5-E097F1409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72602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.1 Title with longe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1594B7B-CCDF-4994-890B-7C3D200172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003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1594B7B-CCDF-4994-890B-7C3D200172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ABFF5F6-E33A-4E41-BBEB-ABF82B3BA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79"/>
          <a:stretch/>
        </p:blipFill>
        <p:spPr>
          <a:xfrm>
            <a:off x="0" y="-7620"/>
            <a:ext cx="9144000" cy="5151120"/>
          </a:xfrm>
          <a:prstGeom prst="rect">
            <a:avLst/>
          </a:prstGeom>
        </p:spPr>
      </p:pic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accent5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31" name="Textplatzhalter 28">
            <a:extLst>
              <a:ext uri="{FF2B5EF4-FFF2-40B4-BE49-F238E27FC236}">
                <a16:creationId xmlns:a16="http://schemas.microsoft.com/office/drawing/2014/main" id="{DEF35365-DC64-40F5-8DD2-C0940989F3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732" y="2966944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chemeClr val="accent2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8732" y="1640061"/>
            <a:ext cx="8166239" cy="4269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</a:t>
            </a:r>
            <a:r>
              <a:rPr lang="en-GB" noProof="0" err="1"/>
              <a:t>topline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363" y="3554312"/>
            <a:ext cx="8167609" cy="601614"/>
          </a:xfrm>
          <a:prstGeom prst="rect">
            <a:avLst/>
          </a:prstGeom>
        </p:spPr>
        <p:txBody>
          <a:bodyPr anchor="t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like speaker,</a:t>
            </a:r>
            <a:br>
              <a:rPr lang="en-GB"/>
            </a:br>
            <a:r>
              <a:rPr lang="en-GB"/>
              <a:t>date and location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999" y="2226389"/>
            <a:ext cx="8160981" cy="8073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longer headline</a:t>
            </a:r>
            <a:br>
              <a:rPr lang="en-GB" noProof="0"/>
            </a:br>
            <a:r>
              <a:rPr lang="en-GB" noProof="0"/>
              <a:t>over two lines</a:t>
            </a:r>
          </a:p>
        </p:txBody>
      </p:sp>
    </p:spTree>
    <p:extLst>
      <p:ext uri="{BB962C8B-B14F-4D97-AF65-F5344CB8AC3E}">
        <p14:creationId xmlns:p14="http://schemas.microsoft.com/office/powerpoint/2010/main" val="93915240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0.1 Title with longe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F1594B7B-CCDF-4994-890B-7C3D200172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9628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F1594B7B-CCDF-4994-890B-7C3D200172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ABFF5F6-E33A-4E41-BBEB-ABF82B3BA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79"/>
          <a:stretch/>
        </p:blipFill>
        <p:spPr>
          <a:xfrm>
            <a:off x="0" y="-7620"/>
            <a:ext cx="9144000" cy="5151120"/>
          </a:xfrm>
          <a:prstGeom prst="rect">
            <a:avLst/>
          </a:prstGeom>
        </p:spPr>
      </p:pic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4824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>
                <a:solidFill>
                  <a:schemeClr val="accent5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AEBC0-0555-445F-B238-A1BD847E02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7664" y="1560314"/>
            <a:ext cx="1152525" cy="1587500"/>
          </a:xfrm>
        </p:spPr>
        <p:txBody>
          <a:bodyPr anchor="ctr"/>
          <a:lstStyle>
            <a:lvl1pPr algn="r" defTabSz="685785" rtl="0" eaLnBrk="0" fontAlgn="base" hangingPunct="0">
              <a:spcBef>
                <a:spcPct val="0"/>
              </a:spcBef>
              <a:spcAft>
                <a:spcPct val="0"/>
              </a:spcAft>
              <a:defRPr lang="de-DE" sz="13800" b="1" kern="1200" dirty="0">
                <a:ln w="1016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w Cen MT Condensed Extra Bold" panose="020B0803020202020204" pitchFamily="34" charset="0"/>
                <a:ea typeface="Adobe Kaiti Std R" panose="02020400000000000000" pitchFamily="18" charset="-128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A6E1B8-121F-4D72-9C64-6D78A64B2B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99792" y="2249333"/>
            <a:ext cx="6119812" cy="898481"/>
          </a:xfrm>
        </p:spPr>
        <p:txBody>
          <a:bodyPr/>
          <a:lstStyle>
            <a:lvl1pPr>
              <a:defRPr sz="2400" b="0" spc="100" baseline="0">
                <a:solidFill>
                  <a:schemeClr val="bg1"/>
                </a:solidFill>
                <a:latin typeface="+mj-lt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err="1"/>
              <a:t>Agendapoint</a:t>
            </a:r>
            <a:endParaRPr lang="en-US"/>
          </a:p>
          <a:p>
            <a:pPr lvl="0"/>
            <a:r>
              <a:rPr lang="en-US"/>
              <a:t>Name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6270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3 Sample title with longe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0949D75-395E-9F1F-E91F-8942F91FA5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3565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949D75-395E-9F1F-E91F-8942F91FA5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1214"/>
          </a:xfrm>
          <a:prstGeom prst="rect">
            <a:avLst/>
          </a:prstGeom>
        </p:spPr>
      </p:pic>
      <p:sp>
        <p:nvSpPr>
          <p:cNvPr id="31" name="Textplatzhalter 28">
            <a:extLst>
              <a:ext uri="{FF2B5EF4-FFF2-40B4-BE49-F238E27FC236}">
                <a16:creationId xmlns:a16="http://schemas.microsoft.com/office/drawing/2014/main" id="{DEF35365-DC64-40F5-8DD2-C0940989F3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360" y="3454561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A7D6CD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02" y="2121886"/>
            <a:ext cx="8166239" cy="4269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</a:t>
            </a:r>
            <a:r>
              <a:rPr lang="en-GB" noProof="0" err="1"/>
              <a:t>topline</a:t>
            </a:r>
            <a:endParaRPr lang="en-GB" noProof="0"/>
          </a:p>
        </p:txBody>
      </p:sp>
      <p:sp>
        <p:nvSpPr>
          <p:cNvPr id="17" name="Freeform 4"/>
          <p:cNvSpPr>
            <a:spLocks noEditPoints="1"/>
          </p:cNvSpPr>
          <p:nvPr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de-DE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3" name="TextBox 19"/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noProof="1">
                <a:solidFill>
                  <a:srgbClr val="A7D6CD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  <a:p>
            <a:pPr>
              <a:lnSpc>
                <a:spcPct val="90000"/>
              </a:lnSpc>
              <a:defRPr/>
            </a:pPr>
            <a:endParaRPr lang="en-GB" sz="1050" noProof="1">
              <a:solidFill>
                <a:srgbClr val="A7D6CD"/>
              </a:solidFill>
              <a:latin typeface="+mn-lt"/>
              <a:ea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602" y="3920389"/>
            <a:ext cx="8166240" cy="487131"/>
          </a:xfrm>
          <a:prstGeom prst="rect">
            <a:avLst/>
          </a:prstGeom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</a:t>
            </a:r>
            <a:br>
              <a:rPr lang="en-GB"/>
            </a:br>
            <a:r>
              <a:rPr lang="en-GB"/>
              <a:t>like speaker, date and location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861" y="2754510"/>
            <a:ext cx="8160981" cy="8073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longer headline</a:t>
            </a:r>
            <a:br>
              <a:rPr lang="en-GB" noProof="0"/>
            </a:br>
            <a:r>
              <a:rPr lang="en-GB" noProof="0"/>
              <a:t>over two lines</a:t>
            </a:r>
          </a:p>
        </p:txBody>
      </p:sp>
    </p:spTree>
    <p:extLst>
      <p:ext uri="{BB962C8B-B14F-4D97-AF65-F5344CB8AC3E}">
        <p14:creationId xmlns:p14="http://schemas.microsoft.com/office/powerpoint/2010/main" val="399017396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4 Sample title with shorte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97ADC30-DFAA-1594-21C8-27A2AAD6F8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176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7ADC30-DFAA-1594-21C8-27A2AAD6F8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28">
            <a:extLst>
              <a:ext uri="{FF2B5EF4-FFF2-40B4-BE49-F238E27FC236}">
                <a16:creationId xmlns:a16="http://schemas.microsoft.com/office/drawing/2014/main" id="{9237DCE4-8CD3-4A4A-888C-032A853DE6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0246" y="2571750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4AC9E3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C7A9D50-6D3F-4491-BCD1-F6EE5D6B09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24488" y="3037578"/>
            <a:ext cx="6632150" cy="487131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like speaker,</a:t>
            </a:r>
            <a:br>
              <a:rPr lang="en-GB"/>
            </a:br>
            <a:r>
              <a:rPr lang="en-GB"/>
              <a:t>date and location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BEE01C15-9746-401B-9706-77C91966B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29748" y="2275701"/>
            <a:ext cx="662609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  <p:sp>
        <p:nvSpPr>
          <p:cNvPr id="2" name="TextBox 19">
            <a:extLst>
              <a:ext uri="{FF2B5EF4-FFF2-40B4-BE49-F238E27FC236}">
                <a16:creationId xmlns:a16="http://schemas.microsoft.com/office/drawing/2014/main" id="{EFFA2AF7-9F5C-6BEE-3BC4-3936792AA110}"/>
              </a:ext>
            </a:extLst>
          </p:cNvPr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noProof="1">
                <a:solidFill>
                  <a:srgbClr val="A7D6CD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  <a:p>
            <a:pPr>
              <a:lnSpc>
                <a:spcPct val="90000"/>
              </a:lnSpc>
              <a:defRPr/>
            </a:pPr>
            <a:endParaRPr lang="en-GB" sz="1050" noProof="1">
              <a:solidFill>
                <a:srgbClr val="A7D6CD"/>
              </a:solidFill>
              <a:latin typeface="+mn-lt"/>
              <a:ea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99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42 Sample title wiht further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61AC9-174D-BFFF-FED7-C3C2236C3B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36118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61AC9-174D-BFFF-FED7-C3C2236C3B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08130-E34E-4BAF-A763-0359067A89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167" y="2647027"/>
            <a:ext cx="6970640" cy="97534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</a:t>
            </a:r>
            <a:br>
              <a:rPr lang="en-GB"/>
            </a:br>
            <a:r>
              <a:rPr lang="en-GB"/>
              <a:t>like speaker, date and location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4F9426ED-9BD9-4911-B34D-59F29BEF6BF6}"/>
              </a:ext>
            </a:extLst>
          </p:cNvPr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chemeClr val="bg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rgbClr val="CEDC00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8" name="Textplatzhalter 28">
            <a:extLst>
              <a:ext uri="{FF2B5EF4-FFF2-40B4-BE49-F238E27FC236}">
                <a16:creationId xmlns:a16="http://schemas.microsoft.com/office/drawing/2014/main" id="{1DA4D0A2-4EBA-44BB-8BA3-7CBCD88450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166" y="1705568"/>
            <a:ext cx="2387455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CEDC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24C83A50-AE6F-434C-B2E6-686F938A92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669" y="1072178"/>
            <a:ext cx="6970640" cy="74070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781469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41 Sample title with further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2266C36-8939-DE8C-1F71-A90567C793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1611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266C36-8939-DE8C-1F71-A90567C793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08130-E34E-4BAF-A763-0359067A89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167" y="2606715"/>
            <a:ext cx="6970640" cy="97534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</a:t>
            </a:r>
            <a:br>
              <a:rPr lang="en-GB"/>
            </a:br>
            <a:r>
              <a:rPr lang="en-GB"/>
              <a:t>like speaker, date and location</a:t>
            </a: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F9C9E48C-0A97-403A-B500-D7C305CD31F3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de-DE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4F9426ED-9BD9-4911-B34D-59F29BEF6BF6}"/>
              </a:ext>
            </a:extLst>
          </p:cNvPr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chemeClr val="bg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rgbClr val="CEDC00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8" name="Textplatzhalter 28">
            <a:extLst>
              <a:ext uri="{FF2B5EF4-FFF2-40B4-BE49-F238E27FC236}">
                <a16:creationId xmlns:a16="http://schemas.microsoft.com/office/drawing/2014/main" id="{1DA4D0A2-4EBA-44BB-8BA3-7CBCD88450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166" y="1665256"/>
            <a:ext cx="2387455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CEDC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24C83A50-AE6F-434C-B2E6-686F938A92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669" y="1031866"/>
            <a:ext cx="6970640" cy="74070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926747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31 Sample title with note 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74D78C-1D82-751C-ECB7-5F30794A58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51364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74D78C-1D82-751C-ECB7-5F30794A58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7092" y="2008915"/>
            <a:ext cx="2205579" cy="443252"/>
          </a:xfrm>
          <a:prstGeom prst="rect">
            <a:avLst/>
          </a:prstGeom>
          <a:solidFill>
            <a:schemeClr val="accent1"/>
          </a:solidFill>
        </p:spPr>
        <p:txBody>
          <a:bodyPr lIns="90000" tIns="90000" rIns="90000" bIns="9000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note box text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624C993-0482-426C-BD9E-D62AE706A1AF}"/>
              </a:ext>
            </a:extLst>
          </p:cNvPr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rgbClr val="0018A8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rgbClr val="00A3E0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  <a:p>
            <a:pPr>
              <a:lnSpc>
                <a:spcPct val="90000"/>
              </a:lnSpc>
              <a:defRPr/>
            </a:pPr>
            <a:endParaRPr lang="en-GB" sz="1050" kern="1200" noProof="1">
              <a:solidFill>
                <a:srgbClr val="00A3E0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2" name="Textplatzhalter 28">
            <a:extLst>
              <a:ext uri="{FF2B5EF4-FFF2-40B4-BE49-F238E27FC236}">
                <a16:creationId xmlns:a16="http://schemas.microsoft.com/office/drawing/2014/main" id="{DC4A4695-0050-42E3-8FA7-5A00C2B449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8905" y="3325315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99DCF3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3E2BE777-D85C-43A1-895D-E593B7233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8407" y="2517591"/>
            <a:ext cx="7528232" cy="91503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89893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.11 Sample title with longe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E2BEAD-910B-F513-FA47-8A588C7750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096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E2BEAD-910B-F513-FA47-8A588C7750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platzhalter 28">
            <a:extLst>
              <a:ext uri="{FF2B5EF4-FFF2-40B4-BE49-F238E27FC236}">
                <a16:creationId xmlns:a16="http://schemas.microsoft.com/office/drawing/2014/main" id="{DEF35365-DC64-40F5-8DD2-C0940989F3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360" y="3244235"/>
            <a:ext cx="2402404" cy="40336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FFC845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 lvl="0"/>
            <a:r>
              <a:rPr lang="en-GB" noProof="1"/>
              <a:t>#PositiveImpact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02" y="1911560"/>
            <a:ext cx="8166239" cy="4269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</a:t>
            </a:r>
            <a:r>
              <a:rPr lang="en-GB" noProof="0" err="1"/>
              <a:t>topline</a:t>
            </a:r>
            <a:endParaRPr lang="en-GB" noProof="0"/>
          </a:p>
        </p:txBody>
      </p:sp>
      <p:sp>
        <p:nvSpPr>
          <p:cNvPr id="17" name="Freeform 4"/>
          <p:cNvSpPr>
            <a:spLocks noEditPoints="1"/>
          </p:cNvSpPr>
          <p:nvPr/>
        </p:nvSpPr>
        <p:spPr bwMode="black">
          <a:xfrm>
            <a:off x="8169841" y="485775"/>
            <a:ext cx="486000" cy="486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de-DE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3" name="TextBox 19"/>
          <p:cNvSpPr txBox="1"/>
          <p:nvPr userDrawn="1"/>
        </p:nvSpPr>
        <p:spPr bwMode="auto">
          <a:xfrm>
            <a:off x="478800" y="471600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chemeClr val="bg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ct val="90000"/>
              </a:lnSpc>
              <a:defRPr/>
            </a:pPr>
            <a:r>
              <a:rPr lang="en-GB" sz="1050" kern="1200" noProof="1">
                <a:solidFill>
                  <a:srgbClr val="FFC845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602" y="3710063"/>
            <a:ext cx="8166240" cy="487131"/>
          </a:xfrm>
          <a:prstGeom prst="rect">
            <a:avLst/>
          </a:prstGeom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add further information like speaker,</a:t>
            </a:r>
            <a:br>
              <a:rPr lang="en-GB"/>
            </a:br>
            <a:r>
              <a:rPr lang="en-GB"/>
              <a:t>date and location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4861" y="2544184"/>
            <a:ext cx="8160981" cy="80736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longer headline</a:t>
            </a:r>
            <a:br>
              <a:rPr lang="en-GB" noProof="0"/>
            </a:br>
            <a:r>
              <a:rPr lang="en-GB" noProof="0"/>
              <a:t>over two lines</a:t>
            </a:r>
          </a:p>
        </p:txBody>
      </p:sp>
    </p:spTree>
    <p:extLst>
      <p:ext uri="{BB962C8B-B14F-4D97-AF65-F5344CB8AC3E}">
        <p14:creationId xmlns:p14="http://schemas.microsoft.com/office/powerpoint/2010/main" val="68001438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12D9413-8E42-592D-CAE7-180E3D86E8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7813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2D9413-8E42-592D-CAE7-180E3D86E8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woC_TitleL">
            <a:extLst>
              <a:ext uri="{FF2B5EF4-FFF2-40B4-BE49-F238E27FC236}">
                <a16:creationId xmlns:a16="http://schemas.microsoft.com/office/drawing/2014/main" id="{42CA6D7B-07A6-4FB6-93A5-3A99565A835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1143" y="3118047"/>
            <a:ext cx="8161986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b">
            <a:prstTxWarp prst="textNoShape">
              <a:avLst/>
            </a:prstTxWarp>
            <a:spAutoFit/>
          </a:bodyPr>
          <a:lstStyle/>
          <a:p>
            <a:r>
              <a:rPr lang="en-GB" sz="1400"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Custom colours – second line </a:t>
            </a:r>
          </a:p>
        </p:txBody>
      </p:sp>
      <p:grpSp>
        <p:nvGrpSpPr>
          <p:cNvPr id="6" name="Gruppieren 41">
            <a:extLst>
              <a:ext uri="{FF2B5EF4-FFF2-40B4-BE49-F238E27FC236}">
                <a16:creationId xmlns:a16="http://schemas.microsoft.com/office/drawing/2014/main" id="{F54F3A2D-156E-4DD9-B3FF-5F0785136E54}"/>
              </a:ext>
            </a:extLst>
          </p:cNvPr>
          <p:cNvGrpSpPr/>
          <p:nvPr userDrawn="1"/>
        </p:nvGrpSpPr>
        <p:grpSpPr>
          <a:xfrm>
            <a:off x="485386" y="1601096"/>
            <a:ext cx="8163902" cy="765373"/>
            <a:chOff x="235193" y="1286340"/>
            <a:chExt cx="6374923" cy="713176"/>
          </a:xfrm>
        </p:grpSpPr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0A2A598B-3E07-41EC-B6EE-78A8BB2C7A1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60873" y="1286340"/>
              <a:ext cx="711963" cy="713176"/>
            </a:xfrm>
            <a:prstGeom prst="rect">
              <a:avLst/>
            </a:prstGeom>
            <a:solidFill>
              <a:srgbClr val="07792B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7</a:t>
              </a:r>
            </a:p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121</a:t>
              </a:r>
            </a:p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43</a:t>
              </a: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BB0DD20B-E249-40D4-9EC8-03888D2623E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5193" y="1286340"/>
              <a:ext cx="710768" cy="713176"/>
            </a:xfrm>
            <a:prstGeom prst="rect">
              <a:avLst/>
            </a:prstGeom>
            <a:solidFill>
              <a:srgbClr val="0C2340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solidFill>
                    <a:schemeClr val="bg1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12 </a:t>
              </a:r>
              <a:endParaRPr lang="en-GB" sz="900">
                <a:solidFill>
                  <a:srgbClr val="FF000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endParaRPr>
            </a:p>
            <a:p>
              <a:r>
                <a:rPr lang="en-GB" sz="900">
                  <a:solidFill>
                    <a:schemeClr val="bg1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35</a:t>
              </a:r>
            </a:p>
            <a:p>
              <a:r>
                <a:rPr lang="en-GB" sz="900">
                  <a:solidFill>
                    <a:schemeClr val="bg1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64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4B30B223-48C4-46B1-BAE1-CA29B65D06A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945961" y="1286340"/>
              <a:ext cx="711963" cy="713176"/>
            </a:xfrm>
            <a:prstGeom prst="rect">
              <a:avLst/>
            </a:prstGeom>
            <a:solidFill>
              <a:srgbClr val="4AC9E3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74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201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227</a:t>
              </a: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3AD6ACF-3855-43AD-9346-40B441EBB7C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57924" y="1286340"/>
              <a:ext cx="710768" cy="713176"/>
            </a:xfrm>
            <a:prstGeom prst="rect">
              <a:avLst/>
            </a:prstGeom>
            <a:solidFill>
              <a:srgbClr val="FFC845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255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200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69</a:t>
              </a: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65028CE-6C5F-4AA2-BA2C-67B6B414785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59996" y="1286340"/>
              <a:ext cx="710768" cy="713176"/>
            </a:xfrm>
            <a:prstGeom prst="rect">
              <a:avLst/>
            </a:prstGeom>
            <a:solidFill>
              <a:srgbClr val="E4002B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228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0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43</a:t>
              </a: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A90B0CD-2E3A-4BD6-98B3-E59A156DCE3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772836" y="1286340"/>
              <a:ext cx="710768" cy="713176"/>
            </a:xfrm>
            <a:prstGeom prst="rect">
              <a:avLst/>
            </a:prstGeom>
            <a:solidFill>
              <a:srgbClr val="00A3E0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0</a:t>
              </a:r>
            </a:p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163</a:t>
              </a:r>
            </a:p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224</a:t>
              </a:r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6E34FDFB-EE8E-4938-8886-451FFCE634D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192598" y="1286340"/>
              <a:ext cx="711963" cy="713176"/>
            </a:xfrm>
            <a:prstGeom prst="rect">
              <a:avLst/>
            </a:prstGeom>
            <a:solidFill>
              <a:srgbClr val="8794A1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135</a:t>
              </a:r>
              <a:b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148</a:t>
              </a:r>
              <a:b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161</a:t>
              </a: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97C3411C-75B6-4A86-B3D5-E52509825B8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899348" y="1286340"/>
              <a:ext cx="710768" cy="713176"/>
            </a:xfrm>
            <a:prstGeom prst="rect">
              <a:avLst/>
            </a:prstGeom>
            <a:solidFill>
              <a:srgbClr val="0018A8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0</a:t>
              </a:r>
              <a:b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24</a:t>
              </a:r>
              <a:b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168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81B82C-18EB-4624-929B-07CDC189B12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483604" y="1286340"/>
              <a:ext cx="710768" cy="713176"/>
            </a:xfrm>
            <a:prstGeom prst="rect">
              <a:avLst/>
            </a:prstGeom>
            <a:solidFill>
              <a:srgbClr val="A7D6CD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167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214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205</a:t>
              </a:r>
            </a:p>
          </p:txBody>
        </p:sp>
      </p:grpSp>
      <p:sp>
        <p:nvSpPr>
          <p:cNvPr id="17" name="Textfeld 43">
            <a:extLst>
              <a:ext uri="{FF2B5EF4-FFF2-40B4-BE49-F238E27FC236}">
                <a16:creationId xmlns:a16="http://schemas.microsoft.com/office/drawing/2014/main" id="{61065599-7108-4EDF-897B-0D6494A1E261}"/>
              </a:ext>
            </a:extLst>
          </p:cNvPr>
          <p:cNvSpPr txBox="1"/>
          <p:nvPr userDrawn="1"/>
        </p:nvSpPr>
        <p:spPr bwMode="ltGray">
          <a:xfrm>
            <a:off x="485385" y="2398018"/>
            <a:ext cx="41517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Dark blue </a:t>
            </a:r>
            <a:endParaRPr lang="en-GB" sz="700">
              <a:solidFill>
                <a:srgbClr val="FF0000"/>
              </a:solidFill>
              <a:latin typeface="+mn-lt"/>
              <a:cs typeface="Deutsche Bank Text" panose="020B0503020202030204" pitchFamily="34" charset="0"/>
            </a:endParaRP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#0c2340</a:t>
            </a:r>
          </a:p>
        </p:txBody>
      </p:sp>
      <p:sp>
        <p:nvSpPr>
          <p:cNvPr id="18" name="Textfeld 44">
            <a:extLst>
              <a:ext uri="{FF2B5EF4-FFF2-40B4-BE49-F238E27FC236}">
                <a16:creationId xmlns:a16="http://schemas.microsoft.com/office/drawing/2014/main" id="{83718EC6-95B7-40E3-BF73-B747DB1AA4A0}"/>
              </a:ext>
            </a:extLst>
          </p:cNvPr>
          <p:cNvSpPr txBox="1"/>
          <p:nvPr userDrawn="1"/>
        </p:nvSpPr>
        <p:spPr bwMode="ltGray">
          <a:xfrm>
            <a:off x="1400934" y="2398018"/>
            <a:ext cx="378309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Pale blue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#4ac9e3</a:t>
            </a:r>
          </a:p>
        </p:txBody>
      </p:sp>
      <p:sp>
        <p:nvSpPr>
          <p:cNvPr id="19" name="Textfeld 45">
            <a:extLst>
              <a:ext uri="{FF2B5EF4-FFF2-40B4-BE49-F238E27FC236}">
                <a16:creationId xmlns:a16="http://schemas.microsoft.com/office/drawing/2014/main" id="{310A48FC-938A-46BD-91D5-620357861E43}"/>
              </a:ext>
            </a:extLst>
          </p:cNvPr>
          <p:cNvSpPr txBox="1"/>
          <p:nvPr userDrawn="1"/>
        </p:nvSpPr>
        <p:spPr bwMode="ltGray">
          <a:xfrm>
            <a:off x="2315695" y="2398018"/>
            <a:ext cx="31899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Yellow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#ffc845</a:t>
            </a:r>
          </a:p>
        </p:txBody>
      </p:sp>
      <p:sp>
        <p:nvSpPr>
          <p:cNvPr id="20" name="Textfeld 46">
            <a:extLst>
              <a:ext uri="{FF2B5EF4-FFF2-40B4-BE49-F238E27FC236}">
                <a16:creationId xmlns:a16="http://schemas.microsoft.com/office/drawing/2014/main" id="{E6932492-31DF-4C6F-A4E0-A1409B6E331B}"/>
              </a:ext>
            </a:extLst>
          </p:cNvPr>
          <p:cNvSpPr txBox="1"/>
          <p:nvPr userDrawn="1"/>
        </p:nvSpPr>
        <p:spPr bwMode="ltGray">
          <a:xfrm>
            <a:off x="3214494" y="2398018"/>
            <a:ext cx="368691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Red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#e4002b</a:t>
            </a:r>
          </a:p>
        </p:txBody>
      </p:sp>
      <p:sp>
        <p:nvSpPr>
          <p:cNvPr id="21" name="Textfeld 47">
            <a:extLst>
              <a:ext uri="{FF2B5EF4-FFF2-40B4-BE49-F238E27FC236}">
                <a16:creationId xmlns:a16="http://schemas.microsoft.com/office/drawing/2014/main" id="{5DD55ACB-8E65-4FD1-B173-BF5B105DC36E}"/>
              </a:ext>
            </a:extLst>
          </p:cNvPr>
          <p:cNvSpPr txBox="1"/>
          <p:nvPr userDrawn="1"/>
        </p:nvSpPr>
        <p:spPr bwMode="ltGray">
          <a:xfrm>
            <a:off x="4128449" y="2398018"/>
            <a:ext cx="456856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Dark green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#07792b</a:t>
            </a:r>
          </a:p>
        </p:txBody>
      </p:sp>
      <p:sp>
        <p:nvSpPr>
          <p:cNvPr id="22" name="Textfeld 49">
            <a:extLst>
              <a:ext uri="{FF2B5EF4-FFF2-40B4-BE49-F238E27FC236}">
                <a16:creationId xmlns:a16="http://schemas.microsoft.com/office/drawing/2014/main" id="{4613E94B-D2A7-4FA5-9BC3-E28495CC01DC}"/>
              </a:ext>
            </a:extLst>
          </p:cNvPr>
          <p:cNvSpPr txBox="1"/>
          <p:nvPr userDrawn="1"/>
        </p:nvSpPr>
        <p:spPr bwMode="ltGray">
          <a:xfrm>
            <a:off x="5021147" y="2398018"/>
            <a:ext cx="362279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Blue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#00a3e0</a:t>
            </a:r>
          </a:p>
        </p:txBody>
      </p:sp>
      <p:sp>
        <p:nvSpPr>
          <p:cNvPr id="24" name="Textfeld 52">
            <a:extLst>
              <a:ext uri="{FF2B5EF4-FFF2-40B4-BE49-F238E27FC236}">
                <a16:creationId xmlns:a16="http://schemas.microsoft.com/office/drawing/2014/main" id="{37A08076-3D9C-4E56-993D-546AEEB471A9}"/>
              </a:ext>
            </a:extLst>
          </p:cNvPr>
          <p:cNvSpPr txBox="1"/>
          <p:nvPr userDrawn="1"/>
        </p:nvSpPr>
        <p:spPr bwMode="ltGray">
          <a:xfrm>
            <a:off x="5930034" y="2398018"/>
            <a:ext cx="362279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Petrol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#a7d6cd</a:t>
            </a:r>
          </a:p>
        </p:txBody>
      </p:sp>
      <p:sp>
        <p:nvSpPr>
          <p:cNvPr id="25" name="Textfeld 53">
            <a:extLst>
              <a:ext uri="{FF2B5EF4-FFF2-40B4-BE49-F238E27FC236}">
                <a16:creationId xmlns:a16="http://schemas.microsoft.com/office/drawing/2014/main" id="{38529304-810E-4883-BB5E-E4B2C9A95C40}"/>
              </a:ext>
            </a:extLst>
          </p:cNvPr>
          <p:cNvSpPr txBox="1"/>
          <p:nvPr userDrawn="1"/>
        </p:nvSpPr>
        <p:spPr bwMode="ltGray">
          <a:xfrm>
            <a:off x="6852289" y="2398018"/>
            <a:ext cx="365485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Grey 4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#8794a1</a:t>
            </a:r>
          </a:p>
        </p:txBody>
      </p:sp>
      <p:sp>
        <p:nvSpPr>
          <p:cNvPr id="26" name="Textfeld 54">
            <a:extLst>
              <a:ext uri="{FF2B5EF4-FFF2-40B4-BE49-F238E27FC236}">
                <a16:creationId xmlns:a16="http://schemas.microsoft.com/office/drawing/2014/main" id="{A6422A5B-0861-4F7E-92B2-8F113139F7B7}"/>
              </a:ext>
            </a:extLst>
          </p:cNvPr>
          <p:cNvSpPr txBox="1"/>
          <p:nvPr userDrawn="1"/>
        </p:nvSpPr>
        <p:spPr bwMode="ltGray">
          <a:xfrm>
            <a:off x="7743689" y="2390324"/>
            <a:ext cx="969817" cy="3231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Deutsche Bank Blue</a:t>
            </a:r>
          </a:p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Logo and identifier only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#0018a8</a:t>
            </a:r>
          </a:p>
        </p:txBody>
      </p:sp>
      <p:grpSp>
        <p:nvGrpSpPr>
          <p:cNvPr id="27" name="Gruppieren 42">
            <a:extLst>
              <a:ext uri="{FF2B5EF4-FFF2-40B4-BE49-F238E27FC236}">
                <a16:creationId xmlns:a16="http://schemas.microsoft.com/office/drawing/2014/main" id="{0F14DA3B-CDA0-44DC-A603-A18BA0A9045F}"/>
              </a:ext>
            </a:extLst>
          </p:cNvPr>
          <p:cNvGrpSpPr/>
          <p:nvPr userDrawn="1"/>
        </p:nvGrpSpPr>
        <p:grpSpPr>
          <a:xfrm>
            <a:off x="487592" y="3409570"/>
            <a:ext cx="8172297" cy="763403"/>
            <a:chOff x="277062" y="3040354"/>
            <a:chExt cx="6017330" cy="671165"/>
          </a:xfrm>
        </p:grpSpPr>
        <p:sp>
          <p:nvSpPr>
            <p:cNvPr id="28" name="Rectangle 9">
              <a:extLst>
                <a:ext uri="{FF2B5EF4-FFF2-40B4-BE49-F238E27FC236}">
                  <a16:creationId xmlns:a16="http://schemas.microsoft.com/office/drawing/2014/main" id="{5D662DDA-45CD-47F2-9676-94F5577D9D8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77062" y="3040354"/>
              <a:ext cx="668899" cy="671165"/>
            </a:xfrm>
            <a:prstGeom prst="rect">
              <a:avLst/>
            </a:prstGeom>
            <a:solidFill>
              <a:srgbClr val="C9B7D1"/>
            </a:solidFill>
            <a:ln w="6350">
              <a:noFill/>
              <a:miter lim="800000"/>
              <a:headEnd/>
              <a:tailEnd/>
            </a:ln>
          </p:spPr>
          <p:txBody>
            <a:bodyPr lIns="68442" tIns="34222" rIns="68442" bIns="34222" anchor="ctr"/>
            <a:lstStyle/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201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183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209</a:t>
              </a:r>
            </a:p>
          </p:txBody>
        </p:sp>
        <p:sp>
          <p:nvSpPr>
            <p:cNvPr id="29" name="Rectangle 10">
              <a:extLst>
                <a:ext uri="{FF2B5EF4-FFF2-40B4-BE49-F238E27FC236}">
                  <a16:creationId xmlns:a16="http://schemas.microsoft.com/office/drawing/2014/main" id="{07D52196-21A0-418E-AC63-EAE31A906A8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946686" y="3040354"/>
              <a:ext cx="670024" cy="671165"/>
            </a:xfrm>
            <a:prstGeom prst="rect">
              <a:avLst/>
            </a:prstGeom>
            <a:solidFill>
              <a:srgbClr val="B0DAF6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176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218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246</a:t>
              </a:r>
            </a:p>
          </p:txBody>
        </p:sp>
        <p:sp>
          <p:nvSpPr>
            <p:cNvPr id="30" name="Rectangle 11">
              <a:extLst>
                <a:ext uri="{FF2B5EF4-FFF2-40B4-BE49-F238E27FC236}">
                  <a16:creationId xmlns:a16="http://schemas.microsoft.com/office/drawing/2014/main" id="{2FD9F2F8-D9F6-4D74-B4EF-8C604FFAC54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16710" y="3040354"/>
              <a:ext cx="668900" cy="671165"/>
            </a:xfrm>
            <a:prstGeom prst="rect">
              <a:avLst/>
            </a:prstGeom>
            <a:solidFill>
              <a:srgbClr val="F29E97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242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158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151</a:t>
              </a:r>
            </a:p>
          </p:txBody>
        </p:sp>
        <p:sp>
          <p:nvSpPr>
            <p:cNvPr id="31" name="Rectangle 12">
              <a:extLst>
                <a:ext uri="{FF2B5EF4-FFF2-40B4-BE49-F238E27FC236}">
                  <a16:creationId xmlns:a16="http://schemas.microsoft.com/office/drawing/2014/main" id="{6BFA3525-C755-4828-AC61-D75C5BF5E4E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85611" y="3040354"/>
              <a:ext cx="670024" cy="671165"/>
            </a:xfrm>
            <a:prstGeom prst="rect">
              <a:avLst/>
            </a:prstGeom>
            <a:solidFill>
              <a:srgbClr val="E57200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229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114</a:t>
              </a:r>
            </a:p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0</a:t>
              </a:r>
            </a:p>
          </p:txBody>
        </p:sp>
        <p:sp>
          <p:nvSpPr>
            <p:cNvPr id="32" name="Rectangle 13">
              <a:extLst>
                <a:ext uri="{FF2B5EF4-FFF2-40B4-BE49-F238E27FC236}">
                  <a16:creationId xmlns:a16="http://schemas.microsoft.com/office/drawing/2014/main" id="{02CDBB49-FC2B-4AFA-BE01-9AFF9C5E87B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955636" y="3040354"/>
              <a:ext cx="668899" cy="671165"/>
            </a:xfrm>
            <a:prstGeom prst="rect">
              <a:avLst/>
            </a:prstGeom>
            <a:solidFill>
              <a:srgbClr val="CEDC00"/>
            </a:solidFill>
            <a:ln w="12700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206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220</a:t>
              </a:r>
            </a:p>
            <a:p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0</a:t>
              </a:r>
            </a:p>
          </p:txBody>
        </p:sp>
        <p:sp>
          <p:nvSpPr>
            <p:cNvPr id="33" name="Rectangle 14">
              <a:extLst>
                <a:ext uri="{FF2B5EF4-FFF2-40B4-BE49-F238E27FC236}">
                  <a16:creationId xmlns:a16="http://schemas.microsoft.com/office/drawing/2014/main" id="{AD12C32D-D7A7-4944-AC66-27D3E06B281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623080" y="3040354"/>
              <a:ext cx="670024" cy="671165"/>
            </a:xfrm>
            <a:prstGeom prst="rect">
              <a:avLst/>
            </a:prstGeom>
            <a:solidFill>
              <a:srgbClr val="57646C"/>
            </a:solidFill>
            <a:ln w="28575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87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100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108</a:t>
              </a:r>
            </a:p>
          </p:txBody>
        </p:sp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406750A7-924A-42CA-8DCF-5963A3A18E1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91647" y="3040354"/>
              <a:ext cx="668900" cy="671165"/>
            </a:xfrm>
            <a:prstGeom prst="rect">
              <a:avLst/>
            </a:prstGeom>
            <a:solidFill>
              <a:srgbClr val="671E75"/>
            </a:solidFill>
            <a:ln w="28575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103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30</a:t>
              </a:r>
            </a:p>
            <a:p>
              <a:pPr>
                <a:defRPr/>
              </a:pPr>
              <a:r>
                <a:rPr lang="en-GB" sz="900">
                  <a:solidFill>
                    <a:srgbClr val="FFFFFF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117</a:t>
              </a:r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7B99D8FE-1AAC-42EE-8BCE-ACD4DF9CD03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625493" y="3040354"/>
              <a:ext cx="668899" cy="671165"/>
            </a:xfrm>
            <a:prstGeom prst="rect">
              <a:avLst/>
            </a:prstGeom>
            <a:solidFill>
              <a:srgbClr val="A4BCC2"/>
            </a:solidFill>
            <a:ln w="28575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164</a:t>
              </a:r>
              <a:b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188</a:t>
              </a:r>
              <a:b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</a:br>
              <a:r>
                <a:rPr lang="en-GB" sz="9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194</a:t>
              </a:r>
            </a:p>
          </p:txBody>
        </p:sp>
        <p:sp>
          <p:nvSpPr>
            <p:cNvPr id="36" name="Rectangle 15">
              <a:extLst>
                <a:ext uri="{FF2B5EF4-FFF2-40B4-BE49-F238E27FC236}">
                  <a16:creationId xmlns:a16="http://schemas.microsoft.com/office/drawing/2014/main" id="{3D132A91-4035-4AB5-8EDF-E74DC7DB69A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960112" y="3040354"/>
              <a:ext cx="670024" cy="671165"/>
            </a:xfrm>
            <a:prstGeom prst="rect">
              <a:avLst/>
            </a:prstGeom>
            <a:solidFill>
              <a:srgbClr val="D7DEE2"/>
            </a:solidFill>
            <a:ln w="12700" algn="ctr">
              <a:noFill/>
              <a:round/>
              <a:headEnd/>
              <a:tailEnd/>
            </a:ln>
          </p:spPr>
          <p:txBody>
            <a:bodyPr wrap="none" lIns="36624" tIns="36624" rIns="36624" bIns="36624" anchor="ctr"/>
            <a:lstStyle/>
            <a:p>
              <a:pPr>
                <a:defRPr/>
              </a:pPr>
              <a:r>
                <a:rPr lang="en-GB" sz="900">
                  <a:latin typeface="+mn-lt"/>
                  <a:cs typeface="Deutsche Bank Text" panose="020B0503020202030204" pitchFamily="34" charset="0"/>
                </a:rPr>
                <a:t>215</a:t>
              </a:r>
            </a:p>
            <a:p>
              <a:pPr>
                <a:defRPr/>
              </a:pPr>
              <a:r>
                <a:rPr lang="en-GB" sz="900">
                  <a:latin typeface="+mn-lt"/>
                  <a:cs typeface="Deutsche Bank Text" panose="020B0503020202030204" pitchFamily="34" charset="0"/>
                </a:rPr>
                <a:t>222</a:t>
              </a:r>
            </a:p>
            <a:p>
              <a:pPr>
                <a:defRPr/>
              </a:pPr>
              <a:r>
                <a:rPr lang="en-GB" sz="900">
                  <a:latin typeface="+mn-lt"/>
                  <a:cs typeface="Deutsche Bank Text" panose="020B0503020202030204" pitchFamily="34" charset="0"/>
                </a:rPr>
                <a:t>226</a:t>
              </a:r>
              <a:endParaRPr lang="en-GB" sz="900"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endParaRPr>
            </a:p>
          </p:txBody>
        </p:sp>
      </p:grpSp>
      <p:sp>
        <p:nvSpPr>
          <p:cNvPr id="37" name="Textfeld 55">
            <a:extLst>
              <a:ext uri="{FF2B5EF4-FFF2-40B4-BE49-F238E27FC236}">
                <a16:creationId xmlns:a16="http://schemas.microsoft.com/office/drawing/2014/main" id="{F9FA7E4F-F728-44ED-A514-1A5374210E45}"/>
              </a:ext>
            </a:extLst>
          </p:cNvPr>
          <p:cNvSpPr txBox="1"/>
          <p:nvPr userDrawn="1"/>
        </p:nvSpPr>
        <p:spPr bwMode="ltGray">
          <a:xfrm>
            <a:off x="487592" y="4209243"/>
            <a:ext cx="424796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Pale violet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#c9b7d1</a:t>
            </a:r>
          </a:p>
        </p:txBody>
      </p:sp>
      <p:sp>
        <p:nvSpPr>
          <p:cNvPr id="38" name="Textfeld 56">
            <a:extLst>
              <a:ext uri="{FF2B5EF4-FFF2-40B4-BE49-F238E27FC236}">
                <a16:creationId xmlns:a16="http://schemas.microsoft.com/office/drawing/2014/main" id="{A0F0C47F-D7C5-4FE5-80DC-42DB7B89B9F9}"/>
              </a:ext>
            </a:extLst>
          </p:cNvPr>
          <p:cNvSpPr txBox="1"/>
          <p:nvPr userDrawn="1"/>
        </p:nvSpPr>
        <p:spPr bwMode="ltGray">
          <a:xfrm>
            <a:off x="1393540" y="4209243"/>
            <a:ext cx="530594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Bright blue 2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#99dcf3</a:t>
            </a:r>
          </a:p>
        </p:txBody>
      </p:sp>
      <p:sp>
        <p:nvSpPr>
          <p:cNvPr id="39" name="Textfeld 60">
            <a:extLst>
              <a:ext uri="{FF2B5EF4-FFF2-40B4-BE49-F238E27FC236}">
                <a16:creationId xmlns:a16="http://schemas.microsoft.com/office/drawing/2014/main" id="{30104030-2203-4A84-B793-54420A736AF0}"/>
              </a:ext>
            </a:extLst>
          </p:cNvPr>
          <p:cNvSpPr txBox="1"/>
          <p:nvPr userDrawn="1"/>
        </p:nvSpPr>
        <p:spPr bwMode="ltGray">
          <a:xfrm>
            <a:off x="2309536" y="4209243"/>
            <a:ext cx="344646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Skeen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#f29e97</a:t>
            </a:r>
          </a:p>
        </p:txBody>
      </p:sp>
      <p:sp>
        <p:nvSpPr>
          <p:cNvPr id="40" name="Textfeld 61">
            <a:extLst>
              <a:ext uri="{FF2B5EF4-FFF2-40B4-BE49-F238E27FC236}">
                <a16:creationId xmlns:a16="http://schemas.microsoft.com/office/drawing/2014/main" id="{B1C89C6F-70BF-4B91-81F4-488B9BE2F57B}"/>
              </a:ext>
            </a:extLst>
          </p:cNvPr>
          <p:cNvSpPr txBox="1"/>
          <p:nvPr userDrawn="1"/>
        </p:nvSpPr>
        <p:spPr bwMode="ltGray">
          <a:xfrm>
            <a:off x="4121156" y="4209243"/>
            <a:ext cx="440826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Pale green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#cedc00</a:t>
            </a:r>
          </a:p>
        </p:txBody>
      </p:sp>
      <p:sp>
        <p:nvSpPr>
          <p:cNvPr id="41" name="Textfeld 62">
            <a:extLst>
              <a:ext uri="{FF2B5EF4-FFF2-40B4-BE49-F238E27FC236}">
                <a16:creationId xmlns:a16="http://schemas.microsoft.com/office/drawing/2014/main" id="{A9B3E4C5-F1DD-48F7-9A76-D91CDBB90072}"/>
              </a:ext>
            </a:extLst>
          </p:cNvPr>
          <p:cNvSpPr txBox="1"/>
          <p:nvPr userDrawn="1"/>
        </p:nvSpPr>
        <p:spPr bwMode="ltGray">
          <a:xfrm>
            <a:off x="3215456" y="4209243"/>
            <a:ext cx="36708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Orange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#e57200</a:t>
            </a:r>
          </a:p>
        </p:txBody>
      </p:sp>
      <p:sp>
        <p:nvSpPr>
          <p:cNvPr id="42" name="Textfeld 63">
            <a:extLst>
              <a:ext uri="{FF2B5EF4-FFF2-40B4-BE49-F238E27FC236}">
                <a16:creationId xmlns:a16="http://schemas.microsoft.com/office/drawing/2014/main" id="{CE2558C8-76FA-4E08-A7C7-AA7ADD157E99}"/>
              </a:ext>
            </a:extLst>
          </p:cNvPr>
          <p:cNvSpPr txBox="1"/>
          <p:nvPr userDrawn="1"/>
        </p:nvSpPr>
        <p:spPr bwMode="ltGray">
          <a:xfrm>
            <a:off x="5038330" y="4209243"/>
            <a:ext cx="363882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Grey 1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#57646c</a:t>
            </a:r>
          </a:p>
        </p:txBody>
      </p:sp>
      <p:sp>
        <p:nvSpPr>
          <p:cNvPr id="43" name="Textfeld 64">
            <a:extLst>
              <a:ext uri="{FF2B5EF4-FFF2-40B4-BE49-F238E27FC236}">
                <a16:creationId xmlns:a16="http://schemas.microsoft.com/office/drawing/2014/main" id="{9F844694-50A4-45E6-B243-46DDD6621D4E}"/>
              </a:ext>
            </a:extLst>
          </p:cNvPr>
          <p:cNvSpPr txBox="1"/>
          <p:nvPr userDrawn="1"/>
        </p:nvSpPr>
        <p:spPr bwMode="ltGray">
          <a:xfrm>
            <a:off x="5935139" y="4209243"/>
            <a:ext cx="36708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Violet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#671e75</a:t>
            </a:r>
          </a:p>
        </p:txBody>
      </p:sp>
      <p:sp>
        <p:nvSpPr>
          <p:cNvPr id="44" name="Textfeld 65">
            <a:extLst>
              <a:ext uri="{FF2B5EF4-FFF2-40B4-BE49-F238E27FC236}">
                <a16:creationId xmlns:a16="http://schemas.microsoft.com/office/drawing/2014/main" id="{0458F592-1851-422B-9DAB-9FFDAF0D91A0}"/>
              </a:ext>
            </a:extLst>
          </p:cNvPr>
          <p:cNvSpPr txBox="1"/>
          <p:nvPr userDrawn="1"/>
        </p:nvSpPr>
        <p:spPr bwMode="ltGray">
          <a:xfrm>
            <a:off x="6852289" y="4209243"/>
            <a:ext cx="51135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Neutral grey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#d7dee2</a:t>
            </a:r>
          </a:p>
        </p:txBody>
      </p:sp>
      <p:sp>
        <p:nvSpPr>
          <p:cNvPr id="45" name="Textfeld 66">
            <a:extLst>
              <a:ext uri="{FF2B5EF4-FFF2-40B4-BE49-F238E27FC236}">
                <a16:creationId xmlns:a16="http://schemas.microsoft.com/office/drawing/2014/main" id="{9E8960B6-77CE-4CCC-850D-DB2D6F2A359C}"/>
              </a:ext>
            </a:extLst>
          </p:cNvPr>
          <p:cNvSpPr txBox="1"/>
          <p:nvPr userDrawn="1"/>
        </p:nvSpPr>
        <p:spPr bwMode="ltGray">
          <a:xfrm>
            <a:off x="7753956" y="4209243"/>
            <a:ext cx="495328" cy="21544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0" tIns="0" rIns="0" bIns="0" rtlCol="0" anchor="ctr">
            <a:spAutoFit/>
          </a:bodyPr>
          <a:lstStyle/>
          <a:p>
            <a:pPr eaLnBrk="0" hangingPunct="0"/>
            <a:r>
              <a:rPr lang="en-GB" sz="700">
                <a:latin typeface="+mn-lt"/>
                <a:cs typeface="Deutsche Bank Text" panose="020B0503020202030204" pitchFamily="34" charset="0"/>
              </a:rPr>
              <a:t>Tower Grey </a:t>
            </a:r>
          </a:p>
          <a:p>
            <a:pPr eaLnBrk="0" hangingPunct="0"/>
            <a:r>
              <a:rPr lang="en-GB" sz="7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Deutsche Bank Text" panose="020B0503020202030204" pitchFamily="34" charset="0"/>
              </a:rPr>
              <a:t>#a4bcc2</a:t>
            </a:r>
          </a:p>
        </p:txBody>
      </p:sp>
      <p:sp>
        <p:nvSpPr>
          <p:cNvPr id="46" name="TwoC_TitleL">
            <a:extLst>
              <a:ext uri="{FF2B5EF4-FFF2-40B4-BE49-F238E27FC236}">
                <a16:creationId xmlns:a16="http://schemas.microsoft.com/office/drawing/2014/main" id="{13A051CC-26DC-49AF-9BA4-F90BD158E2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4402" y="1309909"/>
            <a:ext cx="8152096" cy="2154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0" tIns="0" rIns="0" bIns="0" anchor="b">
            <a:prstTxWarp prst="textNoShape">
              <a:avLst/>
            </a:prstTxWarp>
            <a:spAutoFit/>
          </a:bodyPr>
          <a:lstStyle/>
          <a:p>
            <a:r>
              <a:rPr lang="en-GB" sz="1400"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Custom colours – first line </a:t>
            </a:r>
          </a:p>
        </p:txBody>
      </p:sp>
      <p:sp>
        <p:nvSpPr>
          <p:cNvPr id="47" name="Fußzeilenplatzhalter 2">
            <a:extLst>
              <a:ext uri="{FF2B5EF4-FFF2-40B4-BE49-F238E27FC236}">
                <a16:creationId xmlns:a16="http://schemas.microsoft.com/office/drawing/2014/main" id="{DBC81539-6D7B-4F3A-803B-A7BFBB516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4064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5A59C1B-283E-45A6-A1E1-3A953B3DE9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54466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5A59C1B-283E-45A6-A1E1-3A953B3DE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Gruppierung 20">
            <a:extLst>
              <a:ext uri="{FF2B5EF4-FFF2-40B4-BE49-F238E27FC236}">
                <a16:creationId xmlns:a16="http://schemas.microsoft.com/office/drawing/2014/main" id="{94C3C78F-5F64-4DEC-9204-E3E0F6F66FC1}"/>
              </a:ext>
            </a:extLst>
          </p:cNvPr>
          <p:cNvGrpSpPr/>
          <p:nvPr userDrawn="1"/>
        </p:nvGrpSpPr>
        <p:grpSpPr>
          <a:xfrm>
            <a:off x="490390" y="1332816"/>
            <a:ext cx="2467683" cy="1331435"/>
            <a:chOff x="596900" y="1147763"/>
            <a:chExt cx="2484122" cy="1340307"/>
          </a:xfrm>
        </p:grpSpPr>
        <p:sp>
          <p:nvSpPr>
            <p:cNvPr id="49" name="AutoShape 6">
              <a:extLst>
                <a:ext uri="{FF2B5EF4-FFF2-40B4-BE49-F238E27FC236}">
                  <a16:creationId xmlns:a16="http://schemas.microsoft.com/office/drawing/2014/main" id="{9CAAA052-DC55-439E-8131-8663FF34D1F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6900" y="1147763"/>
              <a:ext cx="912813" cy="387350"/>
            </a:xfrm>
            <a:prstGeom prst="rightArrow">
              <a:avLst>
                <a:gd name="adj1" fmla="val 50000"/>
                <a:gd name="adj2" fmla="val 51063"/>
              </a:avLst>
            </a:prstGeom>
            <a:solidFill>
              <a:srgbClr val="A4BCC2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 eaLnBrk="0" hangingPunct="0">
                <a:defRPr/>
              </a:pPr>
              <a:endParaRPr lang="en-GB" sz="746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0" name="AutoShape 7">
              <a:extLst>
                <a:ext uri="{FF2B5EF4-FFF2-40B4-BE49-F238E27FC236}">
                  <a16:creationId xmlns:a16="http://schemas.microsoft.com/office/drawing/2014/main" id="{FA62374D-6708-47B3-810D-A530AC7F224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flipH="1">
              <a:off x="1632136" y="1156119"/>
              <a:ext cx="914400" cy="387350"/>
            </a:xfrm>
            <a:prstGeom prst="rightArrow">
              <a:avLst>
                <a:gd name="adj1" fmla="val 50000"/>
                <a:gd name="adj2" fmla="val 51129"/>
              </a:avLst>
            </a:prstGeom>
            <a:solidFill>
              <a:srgbClr val="CEDC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 eaLnBrk="0" hangingPunct="0">
                <a:defRPr/>
              </a:pPr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1" name="AutoShape 8">
              <a:extLst>
                <a:ext uri="{FF2B5EF4-FFF2-40B4-BE49-F238E27FC236}">
                  <a16:creationId xmlns:a16="http://schemas.microsoft.com/office/drawing/2014/main" id="{8326652B-F5AF-4D89-B855-62412B73A9C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rot="5400000">
              <a:off x="922454" y="1871327"/>
              <a:ext cx="777875" cy="455612"/>
            </a:xfrm>
            <a:prstGeom prst="rightArrow">
              <a:avLst>
                <a:gd name="adj1" fmla="val 50000"/>
                <a:gd name="adj2" fmla="val 49397"/>
              </a:avLst>
            </a:prstGeom>
            <a:solidFill>
              <a:srgbClr val="CEDC00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>
                <a:defRPr/>
              </a:pPr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2" name="AutoShape 9">
              <a:extLst>
                <a:ext uri="{FF2B5EF4-FFF2-40B4-BE49-F238E27FC236}">
                  <a16:creationId xmlns:a16="http://schemas.microsoft.com/office/drawing/2014/main" id="{4033F8B0-2919-4795-A730-F516954EC30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rot="16200000">
              <a:off x="434977" y="1792044"/>
              <a:ext cx="777875" cy="454025"/>
            </a:xfrm>
            <a:prstGeom prst="rightArrow">
              <a:avLst>
                <a:gd name="adj1" fmla="val 50000"/>
                <a:gd name="adj2" fmla="val 49397"/>
              </a:avLst>
            </a:prstGeom>
            <a:solidFill>
              <a:srgbClr val="E4002B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>
                <a:defRPr/>
              </a:pPr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3" name="AutoShape 10">
              <a:extLst>
                <a:ext uri="{FF2B5EF4-FFF2-40B4-BE49-F238E27FC236}">
                  <a16:creationId xmlns:a16="http://schemas.microsoft.com/office/drawing/2014/main" id="{6E6EE4CA-76FA-4246-BF76-3A85C401F602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649119" y="1750015"/>
              <a:ext cx="906461" cy="392112"/>
            </a:xfrm>
            <a:prstGeom prst="leftRightArrow">
              <a:avLst>
                <a:gd name="adj1" fmla="val 46500"/>
                <a:gd name="adj2" fmla="val 48884"/>
              </a:avLst>
            </a:prstGeom>
            <a:solidFill>
              <a:srgbClr val="4AC9E3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>
                <a:defRPr/>
              </a:pPr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4" name="AutoShape 11">
              <a:extLst>
                <a:ext uri="{FF2B5EF4-FFF2-40B4-BE49-F238E27FC236}">
                  <a16:creationId xmlns:a16="http://schemas.microsoft.com/office/drawing/2014/main" id="{198CD223-0FAA-4937-AC5F-297BA552D78E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rot="5400000">
              <a:off x="2464278" y="1695788"/>
              <a:ext cx="769938" cy="463550"/>
            </a:xfrm>
            <a:prstGeom prst="leftRightArrow">
              <a:avLst>
                <a:gd name="adj1" fmla="val 46500"/>
                <a:gd name="adj2" fmla="val 46964"/>
              </a:avLst>
            </a:prstGeom>
            <a:solidFill>
              <a:srgbClr val="7030A0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/>
            <a:lstStyle/>
            <a:p>
              <a:pPr defTabSz="553111">
                <a:defRPr/>
              </a:pPr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</p:grpSp>
      <p:grpSp>
        <p:nvGrpSpPr>
          <p:cNvPr id="55" name="Gruppierung 20">
            <a:extLst>
              <a:ext uri="{FF2B5EF4-FFF2-40B4-BE49-F238E27FC236}">
                <a16:creationId xmlns:a16="http://schemas.microsoft.com/office/drawing/2014/main" id="{42CBB30F-EE30-4C92-A524-2019D2400F9C}"/>
              </a:ext>
            </a:extLst>
          </p:cNvPr>
          <p:cNvGrpSpPr/>
          <p:nvPr userDrawn="1"/>
        </p:nvGrpSpPr>
        <p:grpSpPr>
          <a:xfrm>
            <a:off x="3426846" y="1347154"/>
            <a:ext cx="2026550" cy="1338942"/>
            <a:chOff x="596900" y="2920921"/>
            <a:chExt cx="2201630" cy="1454617"/>
          </a:xfrm>
        </p:grpSpPr>
        <p:sp>
          <p:nvSpPr>
            <p:cNvPr id="56" name="AutoShape 4">
              <a:extLst>
                <a:ext uri="{FF2B5EF4-FFF2-40B4-BE49-F238E27FC236}">
                  <a16:creationId xmlns:a16="http://schemas.microsoft.com/office/drawing/2014/main" id="{7C870C6F-112C-4450-8611-528793CFB52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6900" y="2920921"/>
              <a:ext cx="1037961" cy="370786"/>
            </a:xfrm>
            <a:prstGeom prst="homePlate">
              <a:avLst>
                <a:gd name="adj" fmla="val 51065"/>
              </a:avLst>
            </a:prstGeom>
            <a:solidFill>
              <a:srgbClr val="A4BCC2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7" name="AutoShape 5">
              <a:extLst>
                <a:ext uri="{FF2B5EF4-FFF2-40B4-BE49-F238E27FC236}">
                  <a16:creationId xmlns:a16="http://schemas.microsoft.com/office/drawing/2014/main" id="{A83904AA-F33D-43BF-89D2-B3C2241B64F4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771341" y="2920921"/>
              <a:ext cx="1027189" cy="370786"/>
            </a:xfrm>
            <a:prstGeom prst="chevron">
              <a:avLst>
                <a:gd name="adj" fmla="val 51244"/>
              </a:avLst>
            </a:prstGeom>
            <a:solidFill>
              <a:srgbClr val="A4BCC2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8" name="AutoShape 12">
              <a:extLst>
                <a:ext uri="{FF2B5EF4-FFF2-40B4-BE49-F238E27FC236}">
                  <a16:creationId xmlns:a16="http://schemas.microsoft.com/office/drawing/2014/main" id="{903667F1-EA6E-4140-B6E0-9D613232C19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96900" y="3623093"/>
              <a:ext cx="438170" cy="618989"/>
            </a:xfrm>
            <a:prstGeom prst="curvedRightArrow">
              <a:avLst>
                <a:gd name="adj1" fmla="val 32626"/>
                <a:gd name="adj2" fmla="val 65259"/>
                <a:gd name="adj3" fmla="val 33333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59" name="AutoShape 13">
              <a:extLst>
                <a:ext uri="{FF2B5EF4-FFF2-40B4-BE49-F238E27FC236}">
                  <a16:creationId xmlns:a16="http://schemas.microsoft.com/office/drawing/2014/main" id="{F1EF4B72-618E-40B8-A9E1-21B5E6BE447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flipH="1">
              <a:off x="1173945" y="3638657"/>
              <a:ext cx="439368" cy="618989"/>
            </a:xfrm>
            <a:prstGeom prst="curvedRightArrow">
              <a:avLst>
                <a:gd name="adj1" fmla="val 32629"/>
                <a:gd name="adj2" fmla="val 65264"/>
                <a:gd name="adj3" fmla="val 33333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60" name="AutoShape 14">
              <a:extLst>
                <a:ext uri="{FF2B5EF4-FFF2-40B4-BE49-F238E27FC236}">
                  <a16:creationId xmlns:a16="http://schemas.microsoft.com/office/drawing/2014/main" id="{139EB004-B0C7-4F93-98A4-EC37C0208CFA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rot="16200000">
              <a:off x="2133479" y="3824220"/>
              <a:ext cx="373548" cy="729088"/>
            </a:xfrm>
            <a:prstGeom prst="curvedRightArrow">
              <a:avLst>
                <a:gd name="adj1" fmla="val 33770"/>
                <a:gd name="adj2" fmla="val 67531"/>
                <a:gd name="adj3" fmla="val 33333"/>
              </a:avLst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61" name="AutoShape 15">
              <a:extLst>
                <a:ext uri="{FF2B5EF4-FFF2-40B4-BE49-F238E27FC236}">
                  <a16:creationId xmlns:a16="http://schemas.microsoft.com/office/drawing/2014/main" id="{CE1BEC9D-C2E2-4E68-8D46-ADF60D2F1E2D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 rot="16200000" flipH="1">
              <a:off x="2132881" y="3335772"/>
              <a:ext cx="374745" cy="729088"/>
            </a:xfrm>
            <a:prstGeom prst="curvedRightArrow">
              <a:avLst>
                <a:gd name="adj1" fmla="val 33671"/>
                <a:gd name="adj2" fmla="val 67342"/>
                <a:gd name="adj3" fmla="val 33333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lIns="68442" tIns="34222" rIns="68442" bIns="34222" anchor="ctr">
              <a:prstTxWarp prst="textNoShape">
                <a:avLst/>
              </a:prstTxWarp>
            </a:bodyPr>
            <a:lstStyle/>
            <a:p>
              <a:endParaRPr lang="en-GB" sz="1357">
                <a:latin typeface="+mn-lt"/>
                <a:cs typeface="Deutsche Bank Text" panose="020B0503020202030204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9C90F5-FCED-4E44-90B2-B73D464DAF15}"/>
              </a:ext>
            </a:extLst>
          </p:cNvPr>
          <p:cNvGrpSpPr/>
          <p:nvPr userDrawn="1"/>
        </p:nvGrpSpPr>
        <p:grpSpPr>
          <a:xfrm>
            <a:off x="6642482" y="2302358"/>
            <a:ext cx="2007610" cy="2098710"/>
            <a:chOff x="6402835" y="2305148"/>
            <a:chExt cx="1901580" cy="1987869"/>
          </a:xfrm>
        </p:grpSpPr>
        <p:sp>
          <p:nvSpPr>
            <p:cNvPr id="63" name="Abgerundetes Rechteck 43">
              <a:extLst>
                <a:ext uri="{FF2B5EF4-FFF2-40B4-BE49-F238E27FC236}">
                  <a16:creationId xmlns:a16="http://schemas.microsoft.com/office/drawing/2014/main" id="{2A495708-F16C-4D31-94F6-2B2FFBF140EF}"/>
                </a:ext>
              </a:extLst>
            </p:cNvPr>
            <p:cNvSpPr/>
            <p:nvPr/>
          </p:nvSpPr>
          <p:spPr bwMode="auto">
            <a:xfrm>
              <a:off x="7412825" y="3925633"/>
              <a:ext cx="891590" cy="367384"/>
            </a:xfrm>
            <a:prstGeom prst="roundRect">
              <a:avLst/>
            </a:prstGeom>
            <a:solidFill>
              <a:srgbClr val="A7D6CD"/>
            </a:solidFill>
            <a:ln w="28575">
              <a:noFill/>
              <a:miter lim="800000"/>
              <a:headEnd/>
              <a:tailEnd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653632" eaLnBrk="0" hangingPunct="0">
                <a:tabLst>
                  <a:tab pos="852843" algn="l"/>
                </a:tabLst>
              </a:pPr>
              <a:r>
                <a:rPr lang="en-GB" sz="700">
                  <a:latin typeface="Deutsche Bank Text" panose="020B0503020202030204" pitchFamily="34" charset="0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Sample text</a:t>
              </a:r>
            </a:p>
          </p:txBody>
        </p:sp>
        <p:sp>
          <p:nvSpPr>
            <p:cNvPr id="64" name="Ovale Legende 44">
              <a:extLst>
                <a:ext uri="{FF2B5EF4-FFF2-40B4-BE49-F238E27FC236}">
                  <a16:creationId xmlns:a16="http://schemas.microsoft.com/office/drawing/2014/main" id="{2FA56057-18C2-4E70-AD2E-2E5E21A8C1E9}"/>
                </a:ext>
              </a:extLst>
            </p:cNvPr>
            <p:cNvSpPr/>
            <p:nvPr/>
          </p:nvSpPr>
          <p:spPr bwMode="auto">
            <a:xfrm>
              <a:off x="7630952" y="3015337"/>
              <a:ext cx="654193" cy="672633"/>
            </a:xfrm>
            <a:prstGeom prst="wedgeEllipseCallou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653632" eaLnBrk="0" hangingPunct="0">
                <a:tabLst>
                  <a:tab pos="852843" algn="l"/>
                </a:tabLst>
              </a:pPr>
              <a:r>
                <a:rPr lang="en-GB" sz="700">
                  <a:latin typeface="Deutsche Bank Text" panose="020B0503020202030204" pitchFamily="34" charset="0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Sample text</a:t>
              </a:r>
            </a:p>
          </p:txBody>
        </p:sp>
        <p:sp>
          <p:nvSpPr>
            <p:cNvPr id="65" name="Ovale Legende 45">
              <a:extLst>
                <a:ext uri="{FF2B5EF4-FFF2-40B4-BE49-F238E27FC236}">
                  <a16:creationId xmlns:a16="http://schemas.microsoft.com/office/drawing/2014/main" id="{3F337BEB-A9FB-4542-8776-6FE155AEB63D}"/>
                </a:ext>
              </a:extLst>
            </p:cNvPr>
            <p:cNvSpPr/>
            <p:nvPr/>
          </p:nvSpPr>
          <p:spPr bwMode="auto">
            <a:xfrm>
              <a:off x="7437196" y="2305148"/>
              <a:ext cx="654193" cy="672633"/>
            </a:xfrm>
            <a:prstGeom prst="wedgeEllipseCallout">
              <a:avLst/>
            </a:prstGeom>
            <a:solidFill>
              <a:srgbClr val="F29E97"/>
            </a:solidFill>
            <a:ln w="28575">
              <a:noFill/>
              <a:miter lim="800000"/>
              <a:headEnd/>
              <a:tailEnd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653632" eaLnBrk="0" hangingPunct="0">
                <a:tabLst>
                  <a:tab pos="852843" algn="l"/>
                </a:tabLst>
              </a:pPr>
              <a:r>
                <a:rPr lang="en-GB" sz="700">
                  <a:latin typeface="Deutsche Bank Text" panose="020B0503020202030204" pitchFamily="34" charset="0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Sample text</a:t>
              </a:r>
            </a:p>
          </p:txBody>
        </p:sp>
        <p:sp>
          <p:nvSpPr>
            <p:cNvPr id="66" name="Abgerundetes Rechteck 47">
              <a:extLst>
                <a:ext uri="{FF2B5EF4-FFF2-40B4-BE49-F238E27FC236}">
                  <a16:creationId xmlns:a16="http://schemas.microsoft.com/office/drawing/2014/main" id="{DA0D974B-1D62-47A2-B4B8-213F8434AC9F}"/>
                </a:ext>
              </a:extLst>
            </p:cNvPr>
            <p:cNvSpPr/>
            <p:nvPr/>
          </p:nvSpPr>
          <p:spPr bwMode="auto">
            <a:xfrm>
              <a:off x="6653976" y="2984270"/>
              <a:ext cx="891590" cy="367384"/>
            </a:xfrm>
            <a:prstGeom prst="roundRect">
              <a:avLst/>
            </a:prstGeom>
            <a:solidFill>
              <a:srgbClr val="CEDC00"/>
            </a:solidFill>
            <a:ln w="28575">
              <a:noFill/>
              <a:miter lim="800000"/>
              <a:headEnd/>
              <a:tailEnd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653632" eaLnBrk="0" hangingPunct="0">
                <a:tabLst>
                  <a:tab pos="852843" algn="l"/>
                </a:tabLst>
              </a:pPr>
              <a:r>
                <a:rPr lang="en-GB" sz="700"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Sample text</a:t>
              </a:r>
            </a:p>
          </p:txBody>
        </p:sp>
        <p:sp>
          <p:nvSpPr>
            <p:cNvPr id="67" name="Abgerundetes Rechteck 48">
              <a:extLst>
                <a:ext uri="{FF2B5EF4-FFF2-40B4-BE49-F238E27FC236}">
                  <a16:creationId xmlns:a16="http://schemas.microsoft.com/office/drawing/2014/main" id="{138ABFD9-80DE-47D5-891F-EB77F89BC1EF}"/>
                </a:ext>
              </a:extLst>
            </p:cNvPr>
            <p:cNvSpPr/>
            <p:nvPr/>
          </p:nvSpPr>
          <p:spPr bwMode="auto">
            <a:xfrm>
              <a:off x="6402835" y="3456307"/>
              <a:ext cx="891590" cy="367384"/>
            </a:xfrm>
            <a:prstGeom prst="roundRect">
              <a:avLst/>
            </a:prstGeom>
            <a:noFill/>
            <a:ln w="19050">
              <a:solidFill>
                <a:schemeClr val="tx2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lIns="0" tIns="0" rIns="0" bIns="0" rtlCol="0" anchor="ctr">
              <a:noAutofit/>
            </a:bodyPr>
            <a:lstStyle/>
            <a:p>
              <a:pPr algn="ctr" defTabSz="653632" eaLnBrk="0" hangingPunct="0">
                <a:tabLst>
                  <a:tab pos="852843" algn="l"/>
                </a:tabLst>
              </a:pPr>
              <a:r>
                <a:rPr lang="en-GB" sz="700">
                  <a:latin typeface="Deutsche Bank Text" panose="020B0503020202030204" pitchFamily="34" charset="0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Sample text</a:t>
              </a:r>
            </a:p>
          </p:txBody>
        </p:sp>
      </p:grpSp>
      <p:sp>
        <p:nvSpPr>
          <p:cNvPr id="68" name="Rectangle 8">
            <a:extLst>
              <a:ext uri="{FF2B5EF4-FFF2-40B4-BE49-F238E27FC236}">
                <a16:creationId xmlns:a16="http://schemas.microsoft.com/office/drawing/2014/main" id="{A056D966-6840-4C14-9EDB-E559CBDB8FD7}"/>
              </a:ext>
            </a:extLst>
          </p:cNvPr>
          <p:cNvSpPr>
            <a:spLocks noChangeArrowheads="1"/>
          </p:cNvSpPr>
          <p:nvPr userDrawn="1"/>
        </p:nvSpPr>
        <p:spPr bwMode="invGray">
          <a:xfrm flipH="1">
            <a:off x="490391" y="2751864"/>
            <a:ext cx="1537134" cy="383201"/>
          </a:xfrm>
          <a:prstGeom prst="rect">
            <a:avLst/>
          </a:prstGeom>
          <a:solidFill>
            <a:srgbClr val="002A55"/>
          </a:solidFill>
          <a:ln w="3175" algn="ctr">
            <a:noFill/>
            <a:miter lim="800000"/>
            <a:headEnd/>
            <a:tailEnd/>
          </a:ln>
        </p:spPr>
        <p:txBody>
          <a:bodyPr lIns="49376" tIns="19750" rIns="49376" bIns="19750" anchor="ctr"/>
          <a:lstStyle/>
          <a:p>
            <a:pPr algn="ctr" defTabSz="553111">
              <a:defRPr/>
            </a:pPr>
            <a:r>
              <a:rPr lang="en-GB" sz="9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Sample text</a:t>
            </a:r>
          </a:p>
        </p:txBody>
      </p:sp>
      <p:sp>
        <p:nvSpPr>
          <p:cNvPr id="69" name="AutoShape 11">
            <a:extLst>
              <a:ext uri="{FF2B5EF4-FFF2-40B4-BE49-F238E27FC236}">
                <a16:creationId xmlns:a16="http://schemas.microsoft.com/office/drawing/2014/main" id="{63958131-47FC-4616-BC76-8C7153A2F4DE}"/>
              </a:ext>
            </a:extLst>
          </p:cNvPr>
          <p:cNvSpPr>
            <a:spLocks noChangeArrowheads="1"/>
          </p:cNvSpPr>
          <p:nvPr userDrawn="1"/>
        </p:nvSpPr>
        <p:spPr bwMode="ltGray">
          <a:xfrm rot="5400000">
            <a:off x="2051021" y="2779653"/>
            <a:ext cx="383201" cy="342537"/>
          </a:xfrm>
          <a:prstGeom prst="triangle">
            <a:avLst>
              <a:gd name="adj" fmla="val 50000"/>
            </a:avLst>
          </a:prstGeom>
          <a:solidFill>
            <a:srgbClr val="00A3E0"/>
          </a:solidFill>
          <a:ln w="9525">
            <a:noFill/>
            <a:miter lim="800000"/>
            <a:headEnd/>
            <a:tailEnd/>
          </a:ln>
        </p:spPr>
        <p:txBody>
          <a:bodyPr wrap="none" lIns="55364" tIns="27682" rIns="55364" bIns="27682" anchor="ctr">
            <a:prstTxWarp prst="textNoShape">
              <a:avLst/>
            </a:prstTxWarp>
          </a:bodyPr>
          <a:lstStyle/>
          <a:p>
            <a:endParaRPr lang="en-GB" sz="1357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B4A33D4-A273-4928-B692-D99B1CF9F9F5}"/>
              </a:ext>
            </a:extLst>
          </p:cNvPr>
          <p:cNvSpPr>
            <a:spLocks noChangeArrowheads="1"/>
          </p:cNvSpPr>
          <p:nvPr userDrawn="1"/>
        </p:nvSpPr>
        <p:spPr bwMode="invGray">
          <a:xfrm flipH="1">
            <a:off x="490390" y="3247018"/>
            <a:ext cx="1537134" cy="383201"/>
          </a:xfrm>
          <a:prstGeom prst="rect">
            <a:avLst/>
          </a:prstGeom>
          <a:solidFill>
            <a:srgbClr val="002A55"/>
          </a:solidFill>
          <a:ln w="3175" algn="ctr">
            <a:noFill/>
            <a:miter lim="800000"/>
            <a:headEnd/>
            <a:tailEnd/>
          </a:ln>
        </p:spPr>
        <p:txBody>
          <a:bodyPr lIns="49376" tIns="19750" rIns="49376" bIns="19750" anchor="ctr"/>
          <a:lstStyle/>
          <a:p>
            <a:pPr algn="ctr" defTabSz="553111">
              <a:defRPr/>
            </a:pPr>
            <a:r>
              <a:rPr lang="en-GB" sz="900">
                <a:solidFill>
                  <a:schemeClr val="bg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Sample text</a:t>
            </a:r>
          </a:p>
        </p:txBody>
      </p:sp>
      <p:sp>
        <p:nvSpPr>
          <p:cNvPr id="71" name="AutoShape 11">
            <a:extLst>
              <a:ext uri="{FF2B5EF4-FFF2-40B4-BE49-F238E27FC236}">
                <a16:creationId xmlns:a16="http://schemas.microsoft.com/office/drawing/2014/main" id="{1CCA34E6-1ED9-4E6D-ADE8-0B1E1DEF6D07}"/>
              </a:ext>
            </a:extLst>
          </p:cNvPr>
          <p:cNvSpPr>
            <a:spLocks noChangeArrowheads="1"/>
          </p:cNvSpPr>
          <p:nvPr userDrawn="1"/>
        </p:nvSpPr>
        <p:spPr bwMode="ltGray">
          <a:xfrm rot="5400000">
            <a:off x="2051020" y="3274807"/>
            <a:ext cx="383201" cy="342537"/>
          </a:xfrm>
          <a:prstGeom prst="triangle">
            <a:avLst>
              <a:gd name="adj" fmla="val 50000"/>
            </a:avLst>
          </a:prstGeom>
          <a:solidFill>
            <a:srgbClr val="00A3E0"/>
          </a:solidFill>
          <a:ln w="9525">
            <a:noFill/>
            <a:miter lim="800000"/>
            <a:headEnd/>
            <a:tailEnd/>
          </a:ln>
        </p:spPr>
        <p:txBody>
          <a:bodyPr wrap="none" lIns="55364" tIns="27682" rIns="55364" bIns="27682" anchor="ctr">
            <a:prstTxWarp prst="textNoShape">
              <a:avLst/>
            </a:prstTxWarp>
          </a:bodyPr>
          <a:lstStyle/>
          <a:p>
            <a:endParaRPr lang="en-GB" sz="1357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2" name="Freeform 8">
            <a:extLst>
              <a:ext uri="{FF2B5EF4-FFF2-40B4-BE49-F238E27FC236}">
                <a16:creationId xmlns:a16="http://schemas.microsoft.com/office/drawing/2014/main" id="{1E7C6F24-BF87-45AB-9D57-9B80DB34D24A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6105271" y="2976103"/>
            <a:ext cx="210854" cy="255716"/>
          </a:xfrm>
          <a:custGeom>
            <a:avLst/>
            <a:gdLst>
              <a:gd name="T0" fmla="*/ 12 w 139"/>
              <a:gd name="T1" fmla="*/ 120 h 169"/>
              <a:gd name="T2" fmla="*/ 5 w 139"/>
              <a:gd name="T3" fmla="*/ 164 h 169"/>
              <a:gd name="T4" fmla="*/ 128 w 139"/>
              <a:gd name="T5" fmla="*/ 166 h 169"/>
              <a:gd name="T6" fmla="*/ 135 w 139"/>
              <a:gd name="T7" fmla="*/ 136 h 169"/>
              <a:gd name="T8" fmla="*/ 87 w 139"/>
              <a:gd name="T9" fmla="*/ 119 h 169"/>
              <a:gd name="T10" fmla="*/ 38 w 139"/>
              <a:gd name="T11" fmla="*/ 109 h 169"/>
              <a:gd name="T12" fmla="*/ 42 w 139"/>
              <a:gd name="T13" fmla="*/ 107 h 169"/>
              <a:gd name="T14" fmla="*/ 69 w 139"/>
              <a:gd name="T15" fmla="*/ 120 h 169"/>
              <a:gd name="T16" fmla="*/ 96 w 139"/>
              <a:gd name="T17" fmla="*/ 107 h 169"/>
              <a:gd name="T18" fmla="*/ 70 w 139"/>
              <a:gd name="T19" fmla="*/ 114 h 169"/>
              <a:gd name="T20" fmla="*/ 103 w 139"/>
              <a:gd name="T21" fmla="*/ 44 h 169"/>
              <a:gd name="T22" fmla="*/ 69 w 139"/>
              <a:gd name="T23" fmla="*/ 3 h 169"/>
              <a:gd name="T24" fmla="*/ 35 w 139"/>
              <a:gd name="T25" fmla="*/ 41 h 169"/>
              <a:gd name="T26" fmla="*/ 38 w 139"/>
              <a:gd name="T27" fmla="*/ 25 h 169"/>
              <a:gd name="T28" fmla="*/ 80 w 139"/>
              <a:gd name="T29" fmla="*/ 24 h 169"/>
              <a:gd name="T30" fmla="*/ 102 w 139"/>
              <a:gd name="T31" fmla="*/ 31 h 169"/>
              <a:gd name="T32" fmla="*/ 103 w 139"/>
              <a:gd name="T33" fmla="*/ 44 h 169"/>
              <a:gd name="T34" fmla="*/ 49 w 139"/>
              <a:gd name="T35" fmla="*/ 89 h 169"/>
              <a:gd name="T36" fmla="*/ 56 w 139"/>
              <a:gd name="T37" fmla="*/ 107 h 169"/>
              <a:gd name="T38" fmla="*/ 89 w 139"/>
              <a:gd name="T39" fmla="*/ 103 h 169"/>
              <a:gd name="T40" fmla="*/ 89 w 139"/>
              <a:gd name="T41" fmla="*/ 89 h 169"/>
              <a:gd name="T42" fmla="*/ 55 w 139"/>
              <a:gd name="T43" fmla="*/ 93 h 169"/>
              <a:gd name="T44" fmla="*/ 49 w 139"/>
              <a:gd name="T45" fmla="*/ 84 h 169"/>
              <a:gd name="T46" fmla="*/ 49 w 139"/>
              <a:gd name="T47" fmla="*/ 84 h 169"/>
              <a:gd name="T48" fmla="*/ 81 w 139"/>
              <a:gd name="T49" fmla="*/ 90 h 169"/>
              <a:gd name="T50" fmla="*/ 103 w 139"/>
              <a:gd name="T51" fmla="*/ 55 h 169"/>
              <a:gd name="T52" fmla="*/ 99 w 139"/>
              <a:gd name="T53" fmla="*/ 41 h 169"/>
              <a:gd name="T54" fmla="*/ 99 w 139"/>
              <a:gd name="T55" fmla="*/ 31 h 169"/>
              <a:gd name="T56" fmla="*/ 69 w 139"/>
              <a:gd name="T57" fmla="*/ 29 h 169"/>
              <a:gd name="T58" fmla="*/ 39 w 139"/>
              <a:gd name="T59" fmla="*/ 31 h 169"/>
              <a:gd name="T60" fmla="*/ 39 w 139"/>
              <a:gd name="T61" fmla="*/ 41 h 169"/>
              <a:gd name="T62" fmla="*/ 38 w 139"/>
              <a:gd name="T63" fmla="*/ 46 h 169"/>
              <a:gd name="T64" fmla="*/ 46 w 139"/>
              <a:gd name="T65" fmla="*/ 80 h 169"/>
              <a:gd name="T66" fmla="*/ 92 w 139"/>
              <a:gd name="T67" fmla="*/ 86 h 169"/>
              <a:gd name="T68" fmla="*/ 100 w 139"/>
              <a:gd name="T69" fmla="*/ 106 h 169"/>
              <a:gd name="T70" fmla="*/ 139 w 139"/>
              <a:gd name="T71" fmla="*/ 136 h 169"/>
              <a:gd name="T72" fmla="*/ 135 w 139"/>
              <a:gd name="T73" fmla="*/ 166 h 169"/>
              <a:gd name="T74" fmla="*/ 3 w 139"/>
              <a:gd name="T75" fmla="*/ 166 h 169"/>
              <a:gd name="T76" fmla="*/ 0 w 139"/>
              <a:gd name="T77" fmla="*/ 136 h 169"/>
              <a:gd name="T78" fmla="*/ 44 w 139"/>
              <a:gd name="T79" fmla="*/ 102 h 169"/>
              <a:gd name="T80" fmla="*/ 43 w 139"/>
              <a:gd name="T81" fmla="*/ 82 h 169"/>
              <a:gd name="T82" fmla="*/ 31 w 139"/>
              <a:gd name="T83" fmla="*/ 51 h 169"/>
              <a:gd name="T84" fmla="*/ 31 w 139"/>
              <a:gd name="T85" fmla="*/ 41 h 169"/>
              <a:gd name="T86" fmla="*/ 107 w 139"/>
              <a:gd name="T87" fmla="*/ 48 h 169"/>
              <a:gd name="T88" fmla="*/ 107 w 139"/>
              <a:gd name="T89" fmla="*/ 51 h 169"/>
              <a:gd name="T90" fmla="*/ 104 w 139"/>
              <a:gd name="T91" fmla="*/ 67 h 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39" h="169">
                <a:moveTo>
                  <a:pt x="38" y="109"/>
                </a:moveTo>
                <a:lnTo>
                  <a:pt x="38" y="109"/>
                </a:lnTo>
                <a:cubicBezTo>
                  <a:pt x="28" y="112"/>
                  <a:pt x="18" y="115"/>
                  <a:pt x="12" y="120"/>
                </a:cubicBezTo>
                <a:cubicBezTo>
                  <a:pt x="6" y="124"/>
                  <a:pt x="3" y="130"/>
                  <a:pt x="3" y="136"/>
                </a:cubicBezTo>
                <a:lnTo>
                  <a:pt x="3" y="159"/>
                </a:lnTo>
                <a:cubicBezTo>
                  <a:pt x="3" y="161"/>
                  <a:pt x="4" y="163"/>
                  <a:pt x="5" y="164"/>
                </a:cubicBezTo>
                <a:lnTo>
                  <a:pt x="5" y="164"/>
                </a:lnTo>
                <a:cubicBezTo>
                  <a:pt x="6" y="165"/>
                  <a:pt x="8" y="166"/>
                  <a:pt x="10" y="166"/>
                </a:cubicBezTo>
                <a:lnTo>
                  <a:pt x="128" y="166"/>
                </a:lnTo>
                <a:cubicBezTo>
                  <a:pt x="130" y="166"/>
                  <a:pt x="132" y="165"/>
                  <a:pt x="133" y="164"/>
                </a:cubicBezTo>
                <a:cubicBezTo>
                  <a:pt x="134" y="163"/>
                  <a:pt x="135" y="161"/>
                  <a:pt x="135" y="159"/>
                </a:cubicBezTo>
                <a:lnTo>
                  <a:pt x="135" y="136"/>
                </a:lnTo>
                <a:cubicBezTo>
                  <a:pt x="135" y="130"/>
                  <a:pt x="132" y="124"/>
                  <a:pt x="126" y="120"/>
                </a:cubicBezTo>
                <a:cubicBezTo>
                  <a:pt x="120" y="115"/>
                  <a:pt x="110" y="112"/>
                  <a:pt x="100" y="109"/>
                </a:cubicBezTo>
                <a:cubicBezTo>
                  <a:pt x="97" y="113"/>
                  <a:pt x="93" y="117"/>
                  <a:pt x="87" y="119"/>
                </a:cubicBezTo>
                <a:cubicBezTo>
                  <a:pt x="82" y="122"/>
                  <a:pt x="75" y="124"/>
                  <a:pt x="69" y="124"/>
                </a:cubicBezTo>
                <a:cubicBezTo>
                  <a:pt x="63" y="124"/>
                  <a:pt x="56" y="122"/>
                  <a:pt x="50" y="119"/>
                </a:cubicBezTo>
                <a:cubicBezTo>
                  <a:pt x="45" y="117"/>
                  <a:pt x="41" y="114"/>
                  <a:pt x="38" y="109"/>
                </a:cubicBezTo>
                <a:close/>
                <a:moveTo>
                  <a:pt x="46" y="105"/>
                </a:moveTo>
                <a:lnTo>
                  <a:pt x="46" y="105"/>
                </a:lnTo>
                <a:lnTo>
                  <a:pt x="42" y="107"/>
                </a:lnTo>
                <a:lnTo>
                  <a:pt x="41" y="108"/>
                </a:lnTo>
                <a:cubicBezTo>
                  <a:pt x="44" y="111"/>
                  <a:pt x="47" y="114"/>
                  <a:pt x="51" y="116"/>
                </a:cubicBezTo>
                <a:cubicBezTo>
                  <a:pt x="57" y="119"/>
                  <a:pt x="63" y="120"/>
                  <a:pt x="69" y="120"/>
                </a:cubicBezTo>
                <a:cubicBezTo>
                  <a:pt x="75" y="120"/>
                  <a:pt x="81" y="119"/>
                  <a:pt x="86" y="116"/>
                </a:cubicBezTo>
                <a:cubicBezTo>
                  <a:pt x="90" y="114"/>
                  <a:pt x="94" y="111"/>
                  <a:pt x="97" y="108"/>
                </a:cubicBezTo>
                <a:lnTo>
                  <a:pt x="96" y="107"/>
                </a:lnTo>
                <a:lnTo>
                  <a:pt x="92" y="105"/>
                </a:lnTo>
                <a:cubicBezTo>
                  <a:pt x="91" y="106"/>
                  <a:pt x="90" y="107"/>
                  <a:pt x="89" y="107"/>
                </a:cubicBezTo>
                <a:cubicBezTo>
                  <a:pt x="83" y="111"/>
                  <a:pt x="77" y="114"/>
                  <a:pt x="70" y="114"/>
                </a:cubicBezTo>
                <a:cubicBezTo>
                  <a:pt x="64" y="115"/>
                  <a:pt x="57" y="113"/>
                  <a:pt x="49" y="107"/>
                </a:cubicBezTo>
                <a:cubicBezTo>
                  <a:pt x="48" y="107"/>
                  <a:pt x="47" y="106"/>
                  <a:pt x="46" y="105"/>
                </a:cubicBezTo>
                <a:close/>
                <a:moveTo>
                  <a:pt x="103" y="44"/>
                </a:moveTo>
                <a:lnTo>
                  <a:pt x="103" y="44"/>
                </a:lnTo>
                <a:lnTo>
                  <a:pt x="103" y="41"/>
                </a:lnTo>
                <a:cubicBezTo>
                  <a:pt x="104" y="19"/>
                  <a:pt x="104" y="3"/>
                  <a:pt x="69" y="3"/>
                </a:cubicBezTo>
                <a:cubicBezTo>
                  <a:pt x="34" y="3"/>
                  <a:pt x="34" y="19"/>
                  <a:pt x="35" y="41"/>
                </a:cubicBezTo>
                <a:lnTo>
                  <a:pt x="35" y="44"/>
                </a:lnTo>
                <a:cubicBezTo>
                  <a:pt x="35" y="43"/>
                  <a:pt x="35" y="42"/>
                  <a:pt x="35" y="41"/>
                </a:cubicBezTo>
                <a:cubicBezTo>
                  <a:pt x="35" y="39"/>
                  <a:pt x="35" y="38"/>
                  <a:pt x="35" y="36"/>
                </a:cubicBezTo>
                <a:cubicBezTo>
                  <a:pt x="36" y="34"/>
                  <a:pt x="36" y="33"/>
                  <a:pt x="36" y="31"/>
                </a:cubicBezTo>
                <a:cubicBezTo>
                  <a:pt x="36" y="29"/>
                  <a:pt x="37" y="27"/>
                  <a:pt x="38" y="25"/>
                </a:cubicBezTo>
                <a:cubicBezTo>
                  <a:pt x="42" y="20"/>
                  <a:pt x="51" y="22"/>
                  <a:pt x="59" y="24"/>
                </a:cubicBezTo>
                <a:cubicBezTo>
                  <a:pt x="63" y="25"/>
                  <a:pt x="66" y="26"/>
                  <a:pt x="69" y="26"/>
                </a:cubicBezTo>
                <a:cubicBezTo>
                  <a:pt x="72" y="26"/>
                  <a:pt x="76" y="25"/>
                  <a:pt x="80" y="24"/>
                </a:cubicBezTo>
                <a:cubicBezTo>
                  <a:pt x="88" y="22"/>
                  <a:pt x="96" y="20"/>
                  <a:pt x="100" y="25"/>
                </a:cubicBezTo>
                <a:cubicBezTo>
                  <a:pt x="101" y="27"/>
                  <a:pt x="102" y="29"/>
                  <a:pt x="102" y="31"/>
                </a:cubicBezTo>
                <a:lnTo>
                  <a:pt x="102" y="31"/>
                </a:lnTo>
                <a:cubicBezTo>
                  <a:pt x="103" y="33"/>
                  <a:pt x="103" y="34"/>
                  <a:pt x="103" y="36"/>
                </a:cubicBezTo>
                <a:cubicBezTo>
                  <a:pt x="103" y="38"/>
                  <a:pt x="103" y="39"/>
                  <a:pt x="103" y="41"/>
                </a:cubicBezTo>
                <a:cubicBezTo>
                  <a:pt x="103" y="42"/>
                  <a:pt x="103" y="43"/>
                  <a:pt x="103" y="44"/>
                </a:cubicBezTo>
                <a:close/>
                <a:moveTo>
                  <a:pt x="49" y="89"/>
                </a:moveTo>
                <a:lnTo>
                  <a:pt x="49" y="89"/>
                </a:lnTo>
                <a:lnTo>
                  <a:pt x="49" y="89"/>
                </a:lnTo>
                <a:cubicBezTo>
                  <a:pt x="49" y="94"/>
                  <a:pt x="48" y="99"/>
                  <a:pt x="48" y="102"/>
                </a:cubicBezTo>
                <a:cubicBezTo>
                  <a:pt x="48" y="103"/>
                  <a:pt x="48" y="103"/>
                  <a:pt x="49" y="103"/>
                </a:cubicBezTo>
                <a:cubicBezTo>
                  <a:pt x="51" y="105"/>
                  <a:pt x="53" y="106"/>
                  <a:pt x="56" y="107"/>
                </a:cubicBezTo>
                <a:cubicBezTo>
                  <a:pt x="61" y="110"/>
                  <a:pt x="66" y="111"/>
                  <a:pt x="70" y="111"/>
                </a:cubicBezTo>
                <a:cubicBezTo>
                  <a:pt x="74" y="111"/>
                  <a:pt x="78" y="109"/>
                  <a:pt x="82" y="107"/>
                </a:cubicBezTo>
                <a:cubicBezTo>
                  <a:pt x="84" y="106"/>
                  <a:pt x="87" y="105"/>
                  <a:pt x="89" y="103"/>
                </a:cubicBezTo>
                <a:cubicBezTo>
                  <a:pt x="90" y="103"/>
                  <a:pt x="90" y="103"/>
                  <a:pt x="90" y="102"/>
                </a:cubicBezTo>
                <a:cubicBezTo>
                  <a:pt x="90" y="99"/>
                  <a:pt x="89" y="94"/>
                  <a:pt x="89" y="89"/>
                </a:cubicBezTo>
                <a:lnTo>
                  <a:pt x="89" y="89"/>
                </a:lnTo>
                <a:cubicBezTo>
                  <a:pt x="87" y="90"/>
                  <a:pt x="85" y="92"/>
                  <a:pt x="83" y="93"/>
                </a:cubicBezTo>
                <a:cubicBezTo>
                  <a:pt x="78" y="96"/>
                  <a:pt x="74" y="97"/>
                  <a:pt x="69" y="97"/>
                </a:cubicBezTo>
                <a:cubicBezTo>
                  <a:pt x="64" y="97"/>
                  <a:pt x="60" y="96"/>
                  <a:pt x="55" y="93"/>
                </a:cubicBezTo>
                <a:cubicBezTo>
                  <a:pt x="53" y="92"/>
                  <a:pt x="51" y="90"/>
                  <a:pt x="49" y="89"/>
                </a:cubicBezTo>
                <a:close/>
                <a:moveTo>
                  <a:pt x="49" y="84"/>
                </a:moveTo>
                <a:lnTo>
                  <a:pt x="49" y="84"/>
                </a:lnTo>
                <a:lnTo>
                  <a:pt x="49" y="84"/>
                </a:lnTo>
                <a:lnTo>
                  <a:pt x="49" y="84"/>
                </a:lnTo>
                <a:lnTo>
                  <a:pt x="49" y="84"/>
                </a:lnTo>
                <a:cubicBezTo>
                  <a:pt x="51" y="86"/>
                  <a:pt x="54" y="89"/>
                  <a:pt x="57" y="90"/>
                </a:cubicBezTo>
                <a:cubicBezTo>
                  <a:pt x="61" y="93"/>
                  <a:pt x="65" y="94"/>
                  <a:pt x="69" y="94"/>
                </a:cubicBezTo>
                <a:cubicBezTo>
                  <a:pt x="73" y="94"/>
                  <a:pt x="77" y="93"/>
                  <a:pt x="81" y="90"/>
                </a:cubicBezTo>
                <a:cubicBezTo>
                  <a:pt x="85" y="88"/>
                  <a:pt x="89" y="84"/>
                  <a:pt x="92" y="80"/>
                </a:cubicBezTo>
                <a:cubicBezTo>
                  <a:pt x="96" y="76"/>
                  <a:pt x="98" y="71"/>
                  <a:pt x="100" y="66"/>
                </a:cubicBezTo>
                <a:cubicBezTo>
                  <a:pt x="102" y="62"/>
                  <a:pt x="103" y="58"/>
                  <a:pt x="103" y="55"/>
                </a:cubicBezTo>
                <a:lnTo>
                  <a:pt x="100" y="46"/>
                </a:lnTo>
                <a:lnTo>
                  <a:pt x="100" y="46"/>
                </a:lnTo>
                <a:cubicBezTo>
                  <a:pt x="100" y="44"/>
                  <a:pt x="100" y="42"/>
                  <a:pt x="99" y="41"/>
                </a:cubicBezTo>
                <a:cubicBezTo>
                  <a:pt x="99" y="39"/>
                  <a:pt x="99" y="38"/>
                  <a:pt x="99" y="36"/>
                </a:cubicBezTo>
                <a:cubicBezTo>
                  <a:pt x="99" y="35"/>
                  <a:pt x="99" y="33"/>
                  <a:pt x="99" y="31"/>
                </a:cubicBezTo>
                <a:lnTo>
                  <a:pt x="99" y="31"/>
                </a:lnTo>
                <a:cubicBezTo>
                  <a:pt x="99" y="30"/>
                  <a:pt x="98" y="29"/>
                  <a:pt x="97" y="27"/>
                </a:cubicBezTo>
                <a:cubicBezTo>
                  <a:pt x="94" y="24"/>
                  <a:pt x="87" y="26"/>
                  <a:pt x="80" y="27"/>
                </a:cubicBezTo>
                <a:cubicBezTo>
                  <a:pt x="76" y="28"/>
                  <a:pt x="72" y="29"/>
                  <a:pt x="69" y="29"/>
                </a:cubicBezTo>
                <a:cubicBezTo>
                  <a:pt x="66" y="29"/>
                  <a:pt x="62" y="28"/>
                  <a:pt x="58" y="27"/>
                </a:cubicBezTo>
                <a:cubicBezTo>
                  <a:pt x="51" y="26"/>
                  <a:pt x="43" y="24"/>
                  <a:pt x="41" y="27"/>
                </a:cubicBezTo>
                <a:cubicBezTo>
                  <a:pt x="40" y="29"/>
                  <a:pt x="40" y="30"/>
                  <a:pt x="39" y="31"/>
                </a:cubicBezTo>
                <a:cubicBezTo>
                  <a:pt x="39" y="33"/>
                  <a:pt x="39" y="35"/>
                  <a:pt x="39" y="36"/>
                </a:cubicBezTo>
                <a:cubicBezTo>
                  <a:pt x="39" y="38"/>
                  <a:pt x="39" y="39"/>
                  <a:pt x="39" y="41"/>
                </a:cubicBezTo>
                <a:lnTo>
                  <a:pt x="39" y="41"/>
                </a:lnTo>
                <a:cubicBezTo>
                  <a:pt x="39" y="42"/>
                  <a:pt x="38" y="44"/>
                  <a:pt x="38" y="46"/>
                </a:cubicBezTo>
                <a:lnTo>
                  <a:pt x="38" y="46"/>
                </a:lnTo>
                <a:lnTo>
                  <a:pt x="38" y="46"/>
                </a:lnTo>
                <a:lnTo>
                  <a:pt x="35" y="54"/>
                </a:lnTo>
                <a:cubicBezTo>
                  <a:pt x="35" y="58"/>
                  <a:pt x="36" y="62"/>
                  <a:pt x="38" y="66"/>
                </a:cubicBezTo>
                <a:cubicBezTo>
                  <a:pt x="40" y="71"/>
                  <a:pt x="42" y="76"/>
                  <a:pt x="46" y="80"/>
                </a:cubicBezTo>
                <a:cubicBezTo>
                  <a:pt x="47" y="81"/>
                  <a:pt x="48" y="82"/>
                  <a:pt x="49" y="84"/>
                </a:cubicBezTo>
                <a:close/>
                <a:moveTo>
                  <a:pt x="92" y="86"/>
                </a:moveTo>
                <a:lnTo>
                  <a:pt x="92" y="86"/>
                </a:lnTo>
                <a:cubicBezTo>
                  <a:pt x="92" y="87"/>
                  <a:pt x="93" y="88"/>
                  <a:pt x="93" y="89"/>
                </a:cubicBezTo>
                <a:cubicBezTo>
                  <a:pt x="93" y="94"/>
                  <a:pt x="93" y="100"/>
                  <a:pt x="94" y="102"/>
                </a:cubicBezTo>
                <a:lnTo>
                  <a:pt x="100" y="106"/>
                </a:lnTo>
                <a:cubicBezTo>
                  <a:pt x="111" y="108"/>
                  <a:pt x="121" y="112"/>
                  <a:pt x="128" y="117"/>
                </a:cubicBezTo>
                <a:cubicBezTo>
                  <a:pt x="135" y="122"/>
                  <a:pt x="139" y="128"/>
                  <a:pt x="139" y="136"/>
                </a:cubicBezTo>
                <a:lnTo>
                  <a:pt x="139" y="136"/>
                </a:lnTo>
                <a:lnTo>
                  <a:pt x="139" y="159"/>
                </a:lnTo>
                <a:cubicBezTo>
                  <a:pt x="139" y="162"/>
                  <a:pt x="137" y="165"/>
                  <a:pt x="135" y="166"/>
                </a:cubicBezTo>
                <a:lnTo>
                  <a:pt x="135" y="166"/>
                </a:lnTo>
                <a:cubicBezTo>
                  <a:pt x="134" y="168"/>
                  <a:pt x="131" y="169"/>
                  <a:pt x="128" y="169"/>
                </a:cubicBezTo>
                <a:lnTo>
                  <a:pt x="10" y="169"/>
                </a:lnTo>
                <a:cubicBezTo>
                  <a:pt x="7" y="169"/>
                  <a:pt x="4" y="168"/>
                  <a:pt x="3" y="166"/>
                </a:cubicBezTo>
                <a:lnTo>
                  <a:pt x="3" y="166"/>
                </a:lnTo>
                <a:cubicBezTo>
                  <a:pt x="1" y="164"/>
                  <a:pt x="0" y="162"/>
                  <a:pt x="0" y="159"/>
                </a:cubicBezTo>
                <a:lnTo>
                  <a:pt x="0" y="136"/>
                </a:lnTo>
                <a:cubicBezTo>
                  <a:pt x="0" y="128"/>
                  <a:pt x="3" y="122"/>
                  <a:pt x="10" y="117"/>
                </a:cubicBezTo>
                <a:cubicBezTo>
                  <a:pt x="17" y="112"/>
                  <a:pt x="27" y="108"/>
                  <a:pt x="38" y="106"/>
                </a:cubicBezTo>
                <a:lnTo>
                  <a:pt x="44" y="102"/>
                </a:lnTo>
                <a:cubicBezTo>
                  <a:pt x="45" y="99"/>
                  <a:pt x="45" y="93"/>
                  <a:pt x="45" y="89"/>
                </a:cubicBezTo>
                <a:cubicBezTo>
                  <a:pt x="45" y="88"/>
                  <a:pt x="46" y="86"/>
                  <a:pt x="46" y="85"/>
                </a:cubicBezTo>
                <a:cubicBezTo>
                  <a:pt x="45" y="84"/>
                  <a:pt x="44" y="83"/>
                  <a:pt x="43" y="82"/>
                </a:cubicBezTo>
                <a:cubicBezTo>
                  <a:pt x="39" y="78"/>
                  <a:pt x="36" y="73"/>
                  <a:pt x="34" y="67"/>
                </a:cubicBezTo>
                <a:cubicBezTo>
                  <a:pt x="33" y="62"/>
                  <a:pt x="31" y="56"/>
                  <a:pt x="31" y="51"/>
                </a:cubicBezTo>
                <a:lnTo>
                  <a:pt x="31" y="51"/>
                </a:lnTo>
                <a:cubicBezTo>
                  <a:pt x="31" y="50"/>
                  <a:pt x="31" y="50"/>
                  <a:pt x="31" y="50"/>
                </a:cubicBezTo>
                <a:cubicBezTo>
                  <a:pt x="31" y="49"/>
                  <a:pt x="31" y="49"/>
                  <a:pt x="31" y="48"/>
                </a:cubicBezTo>
                <a:cubicBezTo>
                  <a:pt x="31" y="45"/>
                  <a:pt x="31" y="43"/>
                  <a:pt x="31" y="41"/>
                </a:cubicBezTo>
                <a:cubicBezTo>
                  <a:pt x="31" y="17"/>
                  <a:pt x="31" y="0"/>
                  <a:pt x="69" y="0"/>
                </a:cubicBezTo>
                <a:cubicBezTo>
                  <a:pt x="107" y="0"/>
                  <a:pt x="107" y="17"/>
                  <a:pt x="107" y="41"/>
                </a:cubicBezTo>
                <a:cubicBezTo>
                  <a:pt x="107" y="43"/>
                  <a:pt x="107" y="45"/>
                  <a:pt x="107" y="48"/>
                </a:cubicBezTo>
                <a:cubicBezTo>
                  <a:pt x="107" y="48"/>
                  <a:pt x="107" y="49"/>
                  <a:pt x="107" y="49"/>
                </a:cubicBezTo>
                <a:lnTo>
                  <a:pt x="107" y="50"/>
                </a:lnTo>
                <a:cubicBezTo>
                  <a:pt x="107" y="50"/>
                  <a:pt x="107" y="50"/>
                  <a:pt x="107" y="51"/>
                </a:cubicBezTo>
                <a:lnTo>
                  <a:pt x="107" y="51"/>
                </a:lnTo>
                <a:lnTo>
                  <a:pt x="107" y="51"/>
                </a:lnTo>
                <a:cubicBezTo>
                  <a:pt x="107" y="56"/>
                  <a:pt x="106" y="62"/>
                  <a:pt x="104" y="67"/>
                </a:cubicBezTo>
                <a:cubicBezTo>
                  <a:pt x="102" y="73"/>
                  <a:pt x="99" y="78"/>
                  <a:pt x="95" y="82"/>
                </a:cubicBezTo>
                <a:cubicBezTo>
                  <a:pt x="94" y="83"/>
                  <a:pt x="93" y="85"/>
                  <a:pt x="92" y="8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D644CC3D-69EC-4DE9-9BDE-A2209313D20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721357" y="2990136"/>
            <a:ext cx="216836" cy="216836"/>
          </a:xfrm>
          <a:custGeom>
            <a:avLst/>
            <a:gdLst>
              <a:gd name="T0" fmla="*/ 21 w 143"/>
              <a:gd name="T1" fmla="*/ 21 h 143"/>
              <a:gd name="T2" fmla="*/ 122 w 143"/>
              <a:gd name="T3" fmla="*/ 21 h 143"/>
              <a:gd name="T4" fmla="*/ 122 w 143"/>
              <a:gd name="T5" fmla="*/ 122 h 143"/>
              <a:gd name="T6" fmla="*/ 21 w 143"/>
              <a:gd name="T7" fmla="*/ 122 h 143"/>
              <a:gd name="T8" fmla="*/ 21 w 143"/>
              <a:gd name="T9" fmla="*/ 21 h 143"/>
              <a:gd name="T10" fmla="*/ 88 w 143"/>
              <a:gd name="T11" fmla="*/ 55 h 143"/>
              <a:gd name="T12" fmla="*/ 88 w 143"/>
              <a:gd name="T13" fmla="*/ 88 h 143"/>
              <a:gd name="T14" fmla="*/ 55 w 143"/>
              <a:gd name="T15" fmla="*/ 88 h 143"/>
              <a:gd name="T16" fmla="*/ 55 w 143"/>
              <a:gd name="T17" fmla="*/ 55 h 143"/>
              <a:gd name="T18" fmla="*/ 71 w 143"/>
              <a:gd name="T19" fmla="*/ 48 h 143"/>
              <a:gd name="T20" fmla="*/ 71 w 143"/>
              <a:gd name="T21" fmla="*/ 45 h 143"/>
              <a:gd name="T22" fmla="*/ 90 w 143"/>
              <a:gd name="T23" fmla="*/ 52 h 143"/>
              <a:gd name="T24" fmla="*/ 90 w 143"/>
              <a:gd name="T25" fmla="*/ 90 h 143"/>
              <a:gd name="T26" fmla="*/ 52 w 143"/>
              <a:gd name="T27" fmla="*/ 90 h 143"/>
              <a:gd name="T28" fmla="*/ 45 w 143"/>
              <a:gd name="T29" fmla="*/ 71 h 143"/>
              <a:gd name="T30" fmla="*/ 52 w 143"/>
              <a:gd name="T31" fmla="*/ 52 h 143"/>
              <a:gd name="T32" fmla="*/ 71 w 143"/>
              <a:gd name="T33" fmla="*/ 45 h 143"/>
              <a:gd name="T34" fmla="*/ 79 w 143"/>
              <a:gd name="T35" fmla="*/ 64 h 143"/>
              <a:gd name="T36" fmla="*/ 79 w 143"/>
              <a:gd name="T37" fmla="*/ 79 h 143"/>
              <a:gd name="T38" fmla="*/ 64 w 143"/>
              <a:gd name="T39" fmla="*/ 79 h 143"/>
              <a:gd name="T40" fmla="*/ 61 w 143"/>
              <a:gd name="T41" fmla="*/ 71 h 143"/>
              <a:gd name="T42" fmla="*/ 64 w 143"/>
              <a:gd name="T43" fmla="*/ 64 h 143"/>
              <a:gd name="T44" fmla="*/ 79 w 143"/>
              <a:gd name="T45" fmla="*/ 64 h 143"/>
              <a:gd name="T46" fmla="*/ 71 w 143"/>
              <a:gd name="T47" fmla="*/ 57 h 143"/>
              <a:gd name="T48" fmla="*/ 86 w 143"/>
              <a:gd name="T49" fmla="*/ 71 h 143"/>
              <a:gd name="T50" fmla="*/ 71 w 143"/>
              <a:gd name="T51" fmla="*/ 86 h 143"/>
              <a:gd name="T52" fmla="*/ 57 w 143"/>
              <a:gd name="T53" fmla="*/ 71 h 143"/>
              <a:gd name="T54" fmla="*/ 57 w 143"/>
              <a:gd name="T55" fmla="*/ 71 h 143"/>
              <a:gd name="T56" fmla="*/ 71 w 143"/>
              <a:gd name="T57" fmla="*/ 57 h 143"/>
              <a:gd name="T58" fmla="*/ 71 w 143"/>
              <a:gd name="T59" fmla="*/ 57 h 143"/>
              <a:gd name="T60" fmla="*/ 71 w 143"/>
              <a:gd name="T61" fmla="*/ 4 h 143"/>
              <a:gd name="T62" fmla="*/ 4 w 143"/>
              <a:gd name="T63" fmla="*/ 71 h 143"/>
              <a:gd name="T64" fmla="*/ 71 w 143"/>
              <a:gd name="T65" fmla="*/ 139 h 143"/>
              <a:gd name="T66" fmla="*/ 139 w 143"/>
              <a:gd name="T67" fmla="*/ 71 h 143"/>
              <a:gd name="T68" fmla="*/ 71 w 143"/>
              <a:gd name="T69" fmla="*/ 4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3" h="143">
                <a:moveTo>
                  <a:pt x="21" y="21"/>
                </a:moveTo>
                <a:lnTo>
                  <a:pt x="21" y="21"/>
                </a:lnTo>
                <a:cubicBezTo>
                  <a:pt x="34" y="8"/>
                  <a:pt x="52" y="0"/>
                  <a:pt x="71" y="0"/>
                </a:cubicBezTo>
                <a:cubicBezTo>
                  <a:pt x="91" y="0"/>
                  <a:pt x="109" y="8"/>
                  <a:pt x="122" y="21"/>
                </a:cubicBezTo>
                <a:cubicBezTo>
                  <a:pt x="135" y="34"/>
                  <a:pt x="143" y="52"/>
                  <a:pt x="143" y="71"/>
                </a:cubicBezTo>
                <a:cubicBezTo>
                  <a:pt x="143" y="91"/>
                  <a:pt x="135" y="109"/>
                  <a:pt x="122" y="122"/>
                </a:cubicBezTo>
                <a:cubicBezTo>
                  <a:pt x="109" y="135"/>
                  <a:pt x="91" y="143"/>
                  <a:pt x="71" y="143"/>
                </a:cubicBezTo>
                <a:cubicBezTo>
                  <a:pt x="52" y="143"/>
                  <a:pt x="34" y="135"/>
                  <a:pt x="21" y="122"/>
                </a:cubicBezTo>
                <a:cubicBezTo>
                  <a:pt x="8" y="109"/>
                  <a:pt x="0" y="91"/>
                  <a:pt x="0" y="71"/>
                </a:cubicBezTo>
                <a:cubicBezTo>
                  <a:pt x="0" y="52"/>
                  <a:pt x="8" y="34"/>
                  <a:pt x="21" y="21"/>
                </a:cubicBezTo>
                <a:close/>
                <a:moveTo>
                  <a:pt x="88" y="55"/>
                </a:moveTo>
                <a:lnTo>
                  <a:pt x="88" y="55"/>
                </a:lnTo>
                <a:cubicBezTo>
                  <a:pt x="92" y="59"/>
                  <a:pt x="95" y="65"/>
                  <a:pt x="95" y="71"/>
                </a:cubicBezTo>
                <a:cubicBezTo>
                  <a:pt x="95" y="78"/>
                  <a:pt x="92" y="84"/>
                  <a:pt x="88" y="88"/>
                </a:cubicBezTo>
                <a:cubicBezTo>
                  <a:pt x="84" y="92"/>
                  <a:pt x="78" y="95"/>
                  <a:pt x="71" y="95"/>
                </a:cubicBezTo>
                <a:cubicBezTo>
                  <a:pt x="65" y="95"/>
                  <a:pt x="59" y="92"/>
                  <a:pt x="55" y="88"/>
                </a:cubicBezTo>
                <a:cubicBezTo>
                  <a:pt x="51" y="84"/>
                  <a:pt x="48" y="78"/>
                  <a:pt x="48" y="71"/>
                </a:cubicBezTo>
                <a:cubicBezTo>
                  <a:pt x="48" y="65"/>
                  <a:pt x="51" y="59"/>
                  <a:pt x="55" y="55"/>
                </a:cubicBezTo>
                <a:cubicBezTo>
                  <a:pt x="59" y="51"/>
                  <a:pt x="65" y="48"/>
                  <a:pt x="71" y="48"/>
                </a:cubicBezTo>
                <a:lnTo>
                  <a:pt x="71" y="48"/>
                </a:lnTo>
                <a:cubicBezTo>
                  <a:pt x="78" y="48"/>
                  <a:pt x="84" y="51"/>
                  <a:pt x="88" y="55"/>
                </a:cubicBezTo>
                <a:close/>
                <a:moveTo>
                  <a:pt x="71" y="45"/>
                </a:moveTo>
                <a:lnTo>
                  <a:pt x="71" y="45"/>
                </a:lnTo>
                <a:cubicBezTo>
                  <a:pt x="79" y="45"/>
                  <a:pt x="85" y="48"/>
                  <a:pt x="90" y="52"/>
                </a:cubicBezTo>
                <a:cubicBezTo>
                  <a:pt x="95" y="57"/>
                  <a:pt x="98" y="64"/>
                  <a:pt x="98" y="71"/>
                </a:cubicBezTo>
                <a:cubicBezTo>
                  <a:pt x="98" y="79"/>
                  <a:pt x="95" y="86"/>
                  <a:pt x="90" y="90"/>
                </a:cubicBezTo>
                <a:cubicBezTo>
                  <a:pt x="85" y="95"/>
                  <a:pt x="79" y="98"/>
                  <a:pt x="71" y="98"/>
                </a:cubicBezTo>
                <a:cubicBezTo>
                  <a:pt x="64" y="98"/>
                  <a:pt x="57" y="95"/>
                  <a:pt x="52" y="90"/>
                </a:cubicBezTo>
                <a:cubicBezTo>
                  <a:pt x="48" y="85"/>
                  <a:pt x="45" y="79"/>
                  <a:pt x="45" y="71"/>
                </a:cubicBezTo>
                <a:lnTo>
                  <a:pt x="45" y="71"/>
                </a:lnTo>
                <a:lnTo>
                  <a:pt x="45" y="71"/>
                </a:lnTo>
                <a:cubicBezTo>
                  <a:pt x="45" y="64"/>
                  <a:pt x="48" y="57"/>
                  <a:pt x="52" y="52"/>
                </a:cubicBezTo>
                <a:cubicBezTo>
                  <a:pt x="57" y="48"/>
                  <a:pt x="64" y="45"/>
                  <a:pt x="71" y="45"/>
                </a:cubicBezTo>
                <a:lnTo>
                  <a:pt x="71" y="45"/>
                </a:lnTo>
                <a:close/>
                <a:moveTo>
                  <a:pt x="79" y="64"/>
                </a:moveTo>
                <a:lnTo>
                  <a:pt x="79" y="64"/>
                </a:lnTo>
                <a:cubicBezTo>
                  <a:pt x="81" y="66"/>
                  <a:pt x="82" y="68"/>
                  <a:pt x="82" y="71"/>
                </a:cubicBezTo>
                <a:cubicBezTo>
                  <a:pt x="82" y="74"/>
                  <a:pt x="81" y="77"/>
                  <a:pt x="79" y="79"/>
                </a:cubicBezTo>
                <a:cubicBezTo>
                  <a:pt x="77" y="81"/>
                  <a:pt x="74" y="82"/>
                  <a:pt x="71" y="82"/>
                </a:cubicBezTo>
                <a:cubicBezTo>
                  <a:pt x="68" y="82"/>
                  <a:pt x="66" y="81"/>
                  <a:pt x="64" y="79"/>
                </a:cubicBezTo>
                <a:cubicBezTo>
                  <a:pt x="62" y="77"/>
                  <a:pt x="61" y="74"/>
                  <a:pt x="61" y="71"/>
                </a:cubicBezTo>
                <a:lnTo>
                  <a:pt x="61" y="71"/>
                </a:lnTo>
                <a:lnTo>
                  <a:pt x="61" y="71"/>
                </a:lnTo>
                <a:cubicBezTo>
                  <a:pt x="61" y="68"/>
                  <a:pt x="62" y="66"/>
                  <a:pt x="64" y="64"/>
                </a:cubicBezTo>
                <a:cubicBezTo>
                  <a:pt x="66" y="62"/>
                  <a:pt x="68" y="61"/>
                  <a:pt x="71" y="61"/>
                </a:cubicBezTo>
                <a:cubicBezTo>
                  <a:pt x="74" y="61"/>
                  <a:pt x="77" y="62"/>
                  <a:pt x="79" y="64"/>
                </a:cubicBezTo>
                <a:close/>
                <a:moveTo>
                  <a:pt x="71" y="57"/>
                </a:moveTo>
                <a:lnTo>
                  <a:pt x="71" y="57"/>
                </a:lnTo>
                <a:cubicBezTo>
                  <a:pt x="75" y="57"/>
                  <a:pt x="79" y="59"/>
                  <a:pt x="81" y="61"/>
                </a:cubicBezTo>
                <a:cubicBezTo>
                  <a:pt x="84" y="64"/>
                  <a:pt x="86" y="67"/>
                  <a:pt x="86" y="71"/>
                </a:cubicBezTo>
                <a:cubicBezTo>
                  <a:pt x="86" y="75"/>
                  <a:pt x="84" y="79"/>
                  <a:pt x="81" y="81"/>
                </a:cubicBezTo>
                <a:cubicBezTo>
                  <a:pt x="79" y="84"/>
                  <a:pt x="75" y="86"/>
                  <a:pt x="71" y="86"/>
                </a:cubicBezTo>
                <a:cubicBezTo>
                  <a:pt x="67" y="86"/>
                  <a:pt x="64" y="84"/>
                  <a:pt x="61" y="81"/>
                </a:cubicBezTo>
                <a:cubicBezTo>
                  <a:pt x="59" y="79"/>
                  <a:pt x="57" y="75"/>
                  <a:pt x="57" y="71"/>
                </a:cubicBezTo>
                <a:lnTo>
                  <a:pt x="57" y="71"/>
                </a:lnTo>
                <a:lnTo>
                  <a:pt x="57" y="71"/>
                </a:lnTo>
                <a:cubicBezTo>
                  <a:pt x="57" y="67"/>
                  <a:pt x="59" y="64"/>
                  <a:pt x="61" y="61"/>
                </a:cubicBezTo>
                <a:cubicBezTo>
                  <a:pt x="64" y="59"/>
                  <a:pt x="67" y="57"/>
                  <a:pt x="71" y="57"/>
                </a:cubicBezTo>
                <a:lnTo>
                  <a:pt x="71" y="57"/>
                </a:lnTo>
                <a:lnTo>
                  <a:pt x="71" y="57"/>
                </a:lnTo>
                <a:close/>
                <a:moveTo>
                  <a:pt x="71" y="4"/>
                </a:moveTo>
                <a:lnTo>
                  <a:pt x="71" y="4"/>
                </a:lnTo>
                <a:cubicBezTo>
                  <a:pt x="53" y="4"/>
                  <a:pt x="36" y="11"/>
                  <a:pt x="23" y="23"/>
                </a:cubicBezTo>
                <a:cubicBezTo>
                  <a:pt x="11" y="36"/>
                  <a:pt x="4" y="53"/>
                  <a:pt x="4" y="71"/>
                </a:cubicBezTo>
                <a:cubicBezTo>
                  <a:pt x="4" y="90"/>
                  <a:pt x="11" y="107"/>
                  <a:pt x="23" y="119"/>
                </a:cubicBezTo>
                <a:cubicBezTo>
                  <a:pt x="36" y="132"/>
                  <a:pt x="53" y="139"/>
                  <a:pt x="71" y="139"/>
                </a:cubicBezTo>
                <a:cubicBezTo>
                  <a:pt x="90" y="139"/>
                  <a:pt x="107" y="132"/>
                  <a:pt x="119" y="119"/>
                </a:cubicBezTo>
                <a:cubicBezTo>
                  <a:pt x="132" y="107"/>
                  <a:pt x="139" y="90"/>
                  <a:pt x="139" y="71"/>
                </a:cubicBezTo>
                <a:cubicBezTo>
                  <a:pt x="139" y="53"/>
                  <a:pt x="132" y="36"/>
                  <a:pt x="119" y="23"/>
                </a:cubicBezTo>
                <a:cubicBezTo>
                  <a:pt x="107" y="11"/>
                  <a:pt x="90" y="4"/>
                  <a:pt x="71" y="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4" name="Freeform 40">
            <a:extLst>
              <a:ext uri="{FF2B5EF4-FFF2-40B4-BE49-F238E27FC236}">
                <a16:creationId xmlns:a16="http://schemas.microsoft.com/office/drawing/2014/main" id="{D772AFE2-26FC-4C86-B77A-CDDBC859836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283476" y="3000929"/>
            <a:ext cx="291605" cy="186927"/>
          </a:xfrm>
          <a:custGeom>
            <a:avLst/>
            <a:gdLst>
              <a:gd name="T0" fmla="*/ 167 w 193"/>
              <a:gd name="T1" fmla="*/ 11 h 123"/>
              <a:gd name="T2" fmla="*/ 25 w 193"/>
              <a:gd name="T3" fmla="*/ 99 h 123"/>
              <a:gd name="T4" fmla="*/ 167 w 193"/>
              <a:gd name="T5" fmla="*/ 11 h 123"/>
              <a:gd name="T6" fmla="*/ 23 w 193"/>
              <a:gd name="T7" fmla="*/ 8 h 123"/>
              <a:gd name="T8" fmla="*/ 22 w 193"/>
              <a:gd name="T9" fmla="*/ 101 h 123"/>
              <a:gd name="T10" fmla="*/ 169 w 193"/>
              <a:gd name="T11" fmla="*/ 103 h 123"/>
              <a:gd name="T12" fmla="*/ 170 w 193"/>
              <a:gd name="T13" fmla="*/ 10 h 123"/>
              <a:gd name="T14" fmla="*/ 23 w 193"/>
              <a:gd name="T15" fmla="*/ 8 h 123"/>
              <a:gd name="T16" fmla="*/ 67 w 193"/>
              <a:gd name="T17" fmla="*/ 117 h 123"/>
              <a:gd name="T18" fmla="*/ 67 w 193"/>
              <a:gd name="T19" fmla="*/ 113 h 123"/>
              <a:gd name="T20" fmla="*/ 126 w 193"/>
              <a:gd name="T21" fmla="*/ 115 h 123"/>
              <a:gd name="T22" fmla="*/ 67 w 193"/>
              <a:gd name="T23" fmla="*/ 117 h 123"/>
              <a:gd name="T24" fmla="*/ 173 w 193"/>
              <a:gd name="T25" fmla="*/ 3 h 123"/>
              <a:gd name="T26" fmla="*/ 17 w 193"/>
              <a:gd name="T27" fmla="*/ 4 h 123"/>
              <a:gd name="T28" fmla="*/ 16 w 193"/>
              <a:gd name="T29" fmla="*/ 108 h 123"/>
              <a:gd name="T30" fmla="*/ 176 w 193"/>
              <a:gd name="T31" fmla="*/ 6 h 123"/>
              <a:gd name="T32" fmla="*/ 173 w 193"/>
              <a:gd name="T33" fmla="*/ 3 h 123"/>
              <a:gd name="T34" fmla="*/ 19 w 193"/>
              <a:gd name="T35" fmla="*/ 0 h 123"/>
              <a:gd name="T36" fmla="*/ 177 w 193"/>
              <a:gd name="T37" fmla="*/ 1 h 123"/>
              <a:gd name="T38" fmla="*/ 179 w 193"/>
              <a:gd name="T39" fmla="*/ 108 h 123"/>
              <a:gd name="T40" fmla="*/ 191 w 193"/>
              <a:gd name="T41" fmla="*/ 109 h 123"/>
              <a:gd name="T42" fmla="*/ 193 w 193"/>
              <a:gd name="T43" fmla="*/ 117 h 123"/>
              <a:gd name="T44" fmla="*/ 191 w 193"/>
              <a:gd name="T45" fmla="*/ 122 h 123"/>
              <a:gd name="T46" fmla="*/ 6 w 193"/>
              <a:gd name="T47" fmla="*/ 123 h 123"/>
              <a:gd name="T48" fmla="*/ 1 w 193"/>
              <a:gd name="T49" fmla="*/ 122 h 123"/>
              <a:gd name="T50" fmla="*/ 0 w 193"/>
              <a:gd name="T51" fmla="*/ 114 h 123"/>
              <a:gd name="T52" fmla="*/ 1 w 193"/>
              <a:gd name="T53" fmla="*/ 109 h 123"/>
              <a:gd name="T54" fmla="*/ 13 w 193"/>
              <a:gd name="T55" fmla="*/ 108 h 123"/>
              <a:gd name="T56" fmla="*/ 15 w 193"/>
              <a:gd name="T57" fmla="*/ 1 h 123"/>
              <a:gd name="T58" fmla="*/ 6 w 193"/>
              <a:gd name="T59" fmla="*/ 120 h 123"/>
              <a:gd name="T60" fmla="*/ 187 w 193"/>
              <a:gd name="T61" fmla="*/ 120 h 123"/>
              <a:gd name="T62" fmla="*/ 188 w 193"/>
              <a:gd name="T63" fmla="*/ 119 h 123"/>
              <a:gd name="T64" fmla="*/ 189 w 193"/>
              <a:gd name="T65" fmla="*/ 114 h 123"/>
              <a:gd name="T66" fmla="*/ 187 w 193"/>
              <a:gd name="T67" fmla="*/ 111 h 123"/>
              <a:gd name="T68" fmla="*/ 15 w 193"/>
              <a:gd name="T69" fmla="*/ 111 h 123"/>
              <a:gd name="T70" fmla="*/ 4 w 193"/>
              <a:gd name="T71" fmla="*/ 112 h 123"/>
              <a:gd name="T72" fmla="*/ 3 w 193"/>
              <a:gd name="T73" fmla="*/ 114 h 123"/>
              <a:gd name="T74" fmla="*/ 4 w 193"/>
              <a:gd name="T75" fmla="*/ 11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93" h="123">
                <a:moveTo>
                  <a:pt x="167" y="11"/>
                </a:moveTo>
                <a:lnTo>
                  <a:pt x="167" y="11"/>
                </a:lnTo>
                <a:lnTo>
                  <a:pt x="25" y="11"/>
                </a:lnTo>
                <a:lnTo>
                  <a:pt x="25" y="99"/>
                </a:lnTo>
                <a:lnTo>
                  <a:pt x="167" y="99"/>
                </a:lnTo>
                <a:lnTo>
                  <a:pt x="167" y="11"/>
                </a:lnTo>
                <a:close/>
                <a:moveTo>
                  <a:pt x="23" y="8"/>
                </a:moveTo>
                <a:lnTo>
                  <a:pt x="23" y="8"/>
                </a:lnTo>
                <a:cubicBezTo>
                  <a:pt x="22" y="8"/>
                  <a:pt x="22" y="9"/>
                  <a:pt x="22" y="10"/>
                </a:cubicBezTo>
                <a:lnTo>
                  <a:pt x="22" y="101"/>
                </a:lnTo>
                <a:cubicBezTo>
                  <a:pt x="22" y="102"/>
                  <a:pt x="22" y="103"/>
                  <a:pt x="23" y="103"/>
                </a:cubicBezTo>
                <a:lnTo>
                  <a:pt x="169" y="103"/>
                </a:lnTo>
                <a:cubicBezTo>
                  <a:pt x="170" y="103"/>
                  <a:pt x="170" y="102"/>
                  <a:pt x="170" y="101"/>
                </a:cubicBezTo>
                <a:lnTo>
                  <a:pt x="170" y="10"/>
                </a:lnTo>
                <a:cubicBezTo>
                  <a:pt x="170" y="9"/>
                  <a:pt x="170" y="8"/>
                  <a:pt x="169" y="8"/>
                </a:cubicBezTo>
                <a:lnTo>
                  <a:pt x="23" y="8"/>
                </a:lnTo>
                <a:close/>
                <a:moveTo>
                  <a:pt x="67" y="117"/>
                </a:moveTo>
                <a:lnTo>
                  <a:pt x="67" y="117"/>
                </a:lnTo>
                <a:cubicBezTo>
                  <a:pt x="66" y="117"/>
                  <a:pt x="65" y="116"/>
                  <a:pt x="65" y="115"/>
                </a:cubicBezTo>
                <a:cubicBezTo>
                  <a:pt x="65" y="114"/>
                  <a:pt x="66" y="113"/>
                  <a:pt x="67" y="113"/>
                </a:cubicBezTo>
                <a:lnTo>
                  <a:pt x="124" y="113"/>
                </a:lnTo>
                <a:cubicBezTo>
                  <a:pt x="125" y="113"/>
                  <a:pt x="126" y="114"/>
                  <a:pt x="126" y="115"/>
                </a:cubicBezTo>
                <a:cubicBezTo>
                  <a:pt x="126" y="116"/>
                  <a:pt x="125" y="117"/>
                  <a:pt x="124" y="117"/>
                </a:cubicBezTo>
                <a:lnTo>
                  <a:pt x="67" y="117"/>
                </a:lnTo>
                <a:close/>
                <a:moveTo>
                  <a:pt x="173" y="3"/>
                </a:moveTo>
                <a:lnTo>
                  <a:pt x="173" y="3"/>
                </a:lnTo>
                <a:lnTo>
                  <a:pt x="19" y="3"/>
                </a:lnTo>
                <a:cubicBezTo>
                  <a:pt x="18" y="3"/>
                  <a:pt x="18" y="3"/>
                  <a:pt x="17" y="4"/>
                </a:cubicBezTo>
                <a:cubicBezTo>
                  <a:pt x="17" y="4"/>
                  <a:pt x="16" y="5"/>
                  <a:pt x="16" y="6"/>
                </a:cubicBezTo>
                <a:lnTo>
                  <a:pt x="16" y="108"/>
                </a:lnTo>
                <a:lnTo>
                  <a:pt x="176" y="108"/>
                </a:lnTo>
                <a:lnTo>
                  <a:pt x="176" y="6"/>
                </a:lnTo>
                <a:cubicBezTo>
                  <a:pt x="176" y="5"/>
                  <a:pt x="175" y="4"/>
                  <a:pt x="175" y="4"/>
                </a:cubicBezTo>
                <a:cubicBezTo>
                  <a:pt x="174" y="3"/>
                  <a:pt x="174" y="3"/>
                  <a:pt x="173" y="3"/>
                </a:cubicBezTo>
                <a:close/>
                <a:moveTo>
                  <a:pt x="19" y="0"/>
                </a:moveTo>
                <a:lnTo>
                  <a:pt x="19" y="0"/>
                </a:lnTo>
                <a:lnTo>
                  <a:pt x="173" y="0"/>
                </a:lnTo>
                <a:cubicBezTo>
                  <a:pt x="175" y="0"/>
                  <a:pt x="176" y="0"/>
                  <a:pt x="177" y="1"/>
                </a:cubicBezTo>
                <a:cubicBezTo>
                  <a:pt x="178" y="2"/>
                  <a:pt x="179" y="4"/>
                  <a:pt x="179" y="6"/>
                </a:cubicBezTo>
                <a:lnTo>
                  <a:pt x="179" y="108"/>
                </a:lnTo>
                <a:lnTo>
                  <a:pt x="187" y="108"/>
                </a:lnTo>
                <a:cubicBezTo>
                  <a:pt x="188" y="108"/>
                  <a:pt x="190" y="108"/>
                  <a:pt x="191" y="109"/>
                </a:cubicBezTo>
                <a:cubicBezTo>
                  <a:pt x="192" y="110"/>
                  <a:pt x="193" y="112"/>
                  <a:pt x="193" y="114"/>
                </a:cubicBezTo>
                <a:lnTo>
                  <a:pt x="193" y="117"/>
                </a:lnTo>
                <a:cubicBezTo>
                  <a:pt x="193" y="119"/>
                  <a:pt x="192" y="120"/>
                  <a:pt x="191" y="122"/>
                </a:cubicBezTo>
                <a:lnTo>
                  <a:pt x="191" y="122"/>
                </a:lnTo>
                <a:cubicBezTo>
                  <a:pt x="190" y="123"/>
                  <a:pt x="188" y="123"/>
                  <a:pt x="187" y="123"/>
                </a:cubicBezTo>
                <a:lnTo>
                  <a:pt x="6" y="123"/>
                </a:lnTo>
                <a:cubicBezTo>
                  <a:pt x="4" y="123"/>
                  <a:pt x="2" y="123"/>
                  <a:pt x="1" y="122"/>
                </a:cubicBezTo>
                <a:lnTo>
                  <a:pt x="1" y="122"/>
                </a:lnTo>
                <a:cubicBezTo>
                  <a:pt x="0" y="120"/>
                  <a:pt x="0" y="119"/>
                  <a:pt x="0" y="117"/>
                </a:cubicBezTo>
                <a:lnTo>
                  <a:pt x="0" y="114"/>
                </a:lnTo>
                <a:cubicBezTo>
                  <a:pt x="0" y="112"/>
                  <a:pt x="0" y="111"/>
                  <a:pt x="1" y="109"/>
                </a:cubicBezTo>
                <a:cubicBezTo>
                  <a:pt x="1" y="109"/>
                  <a:pt x="1" y="109"/>
                  <a:pt x="1" y="109"/>
                </a:cubicBezTo>
                <a:cubicBezTo>
                  <a:pt x="2" y="108"/>
                  <a:pt x="4" y="108"/>
                  <a:pt x="6" y="108"/>
                </a:cubicBezTo>
                <a:lnTo>
                  <a:pt x="13" y="108"/>
                </a:lnTo>
                <a:lnTo>
                  <a:pt x="13" y="6"/>
                </a:lnTo>
                <a:cubicBezTo>
                  <a:pt x="13" y="4"/>
                  <a:pt x="14" y="2"/>
                  <a:pt x="15" y="1"/>
                </a:cubicBezTo>
                <a:cubicBezTo>
                  <a:pt x="16" y="0"/>
                  <a:pt x="17" y="0"/>
                  <a:pt x="19" y="0"/>
                </a:cubicBezTo>
                <a:close/>
                <a:moveTo>
                  <a:pt x="6" y="120"/>
                </a:moveTo>
                <a:lnTo>
                  <a:pt x="6" y="120"/>
                </a:lnTo>
                <a:lnTo>
                  <a:pt x="187" y="120"/>
                </a:lnTo>
                <a:cubicBezTo>
                  <a:pt x="187" y="120"/>
                  <a:pt x="188" y="120"/>
                  <a:pt x="188" y="119"/>
                </a:cubicBezTo>
                <a:lnTo>
                  <a:pt x="188" y="119"/>
                </a:lnTo>
                <a:cubicBezTo>
                  <a:pt x="189" y="119"/>
                  <a:pt x="189" y="118"/>
                  <a:pt x="189" y="117"/>
                </a:cubicBezTo>
                <a:lnTo>
                  <a:pt x="189" y="114"/>
                </a:lnTo>
                <a:cubicBezTo>
                  <a:pt x="189" y="113"/>
                  <a:pt x="189" y="112"/>
                  <a:pt x="188" y="112"/>
                </a:cubicBezTo>
                <a:cubicBezTo>
                  <a:pt x="188" y="111"/>
                  <a:pt x="187" y="111"/>
                  <a:pt x="187" y="111"/>
                </a:cubicBezTo>
                <a:lnTo>
                  <a:pt x="177" y="111"/>
                </a:lnTo>
                <a:lnTo>
                  <a:pt x="15" y="111"/>
                </a:lnTo>
                <a:lnTo>
                  <a:pt x="6" y="111"/>
                </a:lnTo>
                <a:cubicBezTo>
                  <a:pt x="5" y="111"/>
                  <a:pt x="4" y="111"/>
                  <a:pt x="4" y="112"/>
                </a:cubicBezTo>
                <a:lnTo>
                  <a:pt x="4" y="112"/>
                </a:lnTo>
                <a:cubicBezTo>
                  <a:pt x="3" y="112"/>
                  <a:pt x="3" y="113"/>
                  <a:pt x="3" y="114"/>
                </a:cubicBezTo>
                <a:lnTo>
                  <a:pt x="3" y="117"/>
                </a:lnTo>
                <a:cubicBezTo>
                  <a:pt x="3" y="118"/>
                  <a:pt x="3" y="119"/>
                  <a:pt x="4" y="119"/>
                </a:cubicBezTo>
                <a:cubicBezTo>
                  <a:pt x="4" y="120"/>
                  <a:pt x="5" y="120"/>
                  <a:pt x="6" y="120"/>
                </a:cubicBez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5" name="Freeform 48">
            <a:extLst>
              <a:ext uri="{FF2B5EF4-FFF2-40B4-BE49-F238E27FC236}">
                <a16:creationId xmlns:a16="http://schemas.microsoft.com/office/drawing/2014/main" id="{DC14F560-C117-4196-873B-47BDF3659A6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 rot="5400000">
            <a:off x="4949833" y="2965230"/>
            <a:ext cx="107672" cy="236279"/>
          </a:xfrm>
          <a:custGeom>
            <a:avLst/>
            <a:gdLst>
              <a:gd name="T0" fmla="*/ 22 w 71"/>
              <a:gd name="T1" fmla="*/ 52 h 156"/>
              <a:gd name="T2" fmla="*/ 22 w 71"/>
              <a:gd name="T3" fmla="*/ 52 h 156"/>
              <a:gd name="T4" fmla="*/ 22 w 71"/>
              <a:gd name="T5" fmla="*/ 146 h 156"/>
              <a:gd name="T6" fmla="*/ 24 w 71"/>
              <a:gd name="T7" fmla="*/ 151 h 156"/>
              <a:gd name="T8" fmla="*/ 29 w 71"/>
              <a:gd name="T9" fmla="*/ 153 h 156"/>
              <a:gd name="T10" fmla="*/ 42 w 71"/>
              <a:gd name="T11" fmla="*/ 153 h 156"/>
              <a:gd name="T12" fmla="*/ 47 w 71"/>
              <a:gd name="T13" fmla="*/ 151 h 156"/>
              <a:gd name="T14" fmla="*/ 49 w 71"/>
              <a:gd name="T15" fmla="*/ 146 h 156"/>
              <a:gd name="T16" fmla="*/ 49 w 71"/>
              <a:gd name="T17" fmla="*/ 52 h 156"/>
              <a:gd name="T18" fmla="*/ 51 w 71"/>
              <a:gd name="T19" fmla="*/ 50 h 156"/>
              <a:gd name="T20" fmla="*/ 66 w 71"/>
              <a:gd name="T21" fmla="*/ 50 h 156"/>
              <a:gd name="T22" fmla="*/ 36 w 71"/>
              <a:gd name="T23" fmla="*/ 5 h 156"/>
              <a:gd name="T24" fmla="*/ 5 w 71"/>
              <a:gd name="T25" fmla="*/ 50 h 156"/>
              <a:gd name="T26" fmla="*/ 21 w 71"/>
              <a:gd name="T27" fmla="*/ 50 h 156"/>
              <a:gd name="T28" fmla="*/ 22 w 71"/>
              <a:gd name="T29" fmla="*/ 52 h 156"/>
              <a:gd name="T30" fmla="*/ 19 w 71"/>
              <a:gd name="T31" fmla="*/ 146 h 156"/>
              <a:gd name="T32" fmla="*/ 19 w 71"/>
              <a:gd name="T33" fmla="*/ 146 h 156"/>
              <a:gd name="T34" fmla="*/ 19 w 71"/>
              <a:gd name="T35" fmla="*/ 54 h 156"/>
              <a:gd name="T36" fmla="*/ 2 w 71"/>
              <a:gd name="T37" fmla="*/ 54 h 156"/>
              <a:gd name="T38" fmla="*/ 0 w 71"/>
              <a:gd name="T39" fmla="*/ 52 h 156"/>
              <a:gd name="T40" fmla="*/ 1 w 71"/>
              <a:gd name="T41" fmla="*/ 51 h 156"/>
              <a:gd name="T42" fmla="*/ 34 w 71"/>
              <a:gd name="T43" fmla="*/ 1 h 156"/>
              <a:gd name="T44" fmla="*/ 37 w 71"/>
              <a:gd name="T45" fmla="*/ 1 h 156"/>
              <a:gd name="T46" fmla="*/ 37 w 71"/>
              <a:gd name="T47" fmla="*/ 1 h 156"/>
              <a:gd name="T48" fmla="*/ 71 w 71"/>
              <a:gd name="T49" fmla="*/ 51 h 156"/>
              <a:gd name="T50" fmla="*/ 70 w 71"/>
              <a:gd name="T51" fmla="*/ 53 h 156"/>
              <a:gd name="T52" fmla="*/ 69 w 71"/>
              <a:gd name="T53" fmla="*/ 54 h 156"/>
              <a:gd name="T54" fmla="*/ 53 w 71"/>
              <a:gd name="T55" fmla="*/ 54 h 156"/>
              <a:gd name="T56" fmla="*/ 53 w 71"/>
              <a:gd name="T57" fmla="*/ 146 h 156"/>
              <a:gd name="T58" fmla="*/ 50 w 71"/>
              <a:gd name="T59" fmla="*/ 153 h 156"/>
              <a:gd name="T60" fmla="*/ 50 w 71"/>
              <a:gd name="T61" fmla="*/ 153 h 156"/>
              <a:gd name="T62" fmla="*/ 42 w 71"/>
              <a:gd name="T63" fmla="*/ 156 h 156"/>
              <a:gd name="T64" fmla="*/ 29 w 71"/>
              <a:gd name="T65" fmla="*/ 156 h 156"/>
              <a:gd name="T66" fmla="*/ 22 w 71"/>
              <a:gd name="T67" fmla="*/ 153 h 156"/>
              <a:gd name="T68" fmla="*/ 19 w 71"/>
              <a:gd name="T69" fmla="*/ 14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1" h="156">
                <a:moveTo>
                  <a:pt x="22" y="52"/>
                </a:moveTo>
                <a:lnTo>
                  <a:pt x="22" y="52"/>
                </a:lnTo>
                <a:lnTo>
                  <a:pt x="22" y="146"/>
                </a:lnTo>
                <a:cubicBezTo>
                  <a:pt x="22" y="148"/>
                  <a:pt x="23" y="149"/>
                  <a:pt x="24" y="151"/>
                </a:cubicBezTo>
                <a:cubicBezTo>
                  <a:pt x="26" y="152"/>
                  <a:pt x="27" y="153"/>
                  <a:pt x="29" y="153"/>
                </a:cubicBezTo>
                <a:lnTo>
                  <a:pt x="42" y="153"/>
                </a:lnTo>
                <a:cubicBezTo>
                  <a:pt x="44" y="153"/>
                  <a:pt x="46" y="152"/>
                  <a:pt x="47" y="151"/>
                </a:cubicBezTo>
                <a:cubicBezTo>
                  <a:pt x="48" y="149"/>
                  <a:pt x="49" y="148"/>
                  <a:pt x="49" y="146"/>
                </a:cubicBezTo>
                <a:lnTo>
                  <a:pt x="49" y="52"/>
                </a:lnTo>
                <a:cubicBezTo>
                  <a:pt x="49" y="51"/>
                  <a:pt x="50" y="50"/>
                  <a:pt x="51" y="50"/>
                </a:cubicBezTo>
                <a:lnTo>
                  <a:pt x="66" y="50"/>
                </a:lnTo>
                <a:lnTo>
                  <a:pt x="36" y="5"/>
                </a:lnTo>
                <a:lnTo>
                  <a:pt x="5" y="50"/>
                </a:lnTo>
                <a:lnTo>
                  <a:pt x="21" y="50"/>
                </a:lnTo>
                <a:cubicBezTo>
                  <a:pt x="22" y="50"/>
                  <a:pt x="22" y="51"/>
                  <a:pt x="22" y="52"/>
                </a:cubicBezTo>
                <a:close/>
                <a:moveTo>
                  <a:pt x="19" y="146"/>
                </a:moveTo>
                <a:lnTo>
                  <a:pt x="19" y="146"/>
                </a:lnTo>
                <a:lnTo>
                  <a:pt x="19" y="54"/>
                </a:lnTo>
                <a:lnTo>
                  <a:pt x="2" y="54"/>
                </a:lnTo>
                <a:cubicBezTo>
                  <a:pt x="1" y="54"/>
                  <a:pt x="0" y="53"/>
                  <a:pt x="0" y="52"/>
                </a:cubicBezTo>
                <a:cubicBezTo>
                  <a:pt x="0" y="51"/>
                  <a:pt x="1" y="51"/>
                  <a:pt x="1" y="51"/>
                </a:cubicBezTo>
                <a:lnTo>
                  <a:pt x="34" y="1"/>
                </a:lnTo>
                <a:cubicBezTo>
                  <a:pt x="35" y="0"/>
                  <a:pt x="36" y="0"/>
                  <a:pt x="37" y="1"/>
                </a:cubicBezTo>
                <a:cubicBezTo>
                  <a:pt x="37" y="1"/>
                  <a:pt x="37" y="1"/>
                  <a:pt x="37" y="1"/>
                </a:cubicBezTo>
                <a:lnTo>
                  <a:pt x="71" y="51"/>
                </a:lnTo>
                <a:cubicBezTo>
                  <a:pt x="71" y="52"/>
                  <a:pt x="71" y="53"/>
                  <a:pt x="70" y="53"/>
                </a:cubicBezTo>
                <a:cubicBezTo>
                  <a:pt x="70" y="53"/>
                  <a:pt x="70" y="54"/>
                  <a:pt x="69" y="54"/>
                </a:cubicBezTo>
                <a:lnTo>
                  <a:pt x="53" y="54"/>
                </a:lnTo>
                <a:lnTo>
                  <a:pt x="53" y="146"/>
                </a:lnTo>
                <a:cubicBezTo>
                  <a:pt x="53" y="149"/>
                  <a:pt x="51" y="151"/>
                  <a:pt x="50" y="153"/>
                </a:cubicBezTo>
                <a:lnTo>
                  <a:pt x="50" y="153"/>
                </a:lnTo>
                <a:cubicBezTo>
                  <a:pt x="48" y="155"/>
                  <a:pt x="45" y="156"/>
                  <a:pt x="42" y="156"/>
                </a:cubicBezTo>
                <a:lnTo>
                  <a:pt x="29" y="156"/>
                </a:lnTo>
                <a:cubicBezTo>
                  <a:pt x="26" y="156"/>
                  <a:pt x="24" y="155"/>
                  <a:pt x="22" y="153"/>
                </a:cubicBezTo>
                <a:cubicBezTo>
                  <a:pt x="20" y="151"/>
                  <a:pt x="19" y="149"/>
                  <a:pt x="19" y="146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6" name="Freeform 27">
            <a:extLst>
              <a:ext uri="{FF2B5EF4-FFF2-40B4-BE49-F238E27FC236}">
                <a16:creationId xmlns:a16="http://schemas.microsoft.com/office/drawing/2014/main" id="{1C707BBC-E097-45F7-A84B-F2C078BE017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36159" y="2986899"/>
            <a:ext cx="168982" cy="225808"/>
          </a:xfrm>
          <a:custGeom>
            <a:avLst/>
            <a:gdLst>
              <a:gd name="T0" fmla="*/ 76 w 111"/>
              <a:gd name="T1" fmla="*/ 47 h 149"/>
              <a:gd name="T2" fmla="*/ 76 w 111"/>
              <a:gd name="T3" fmla="*/ 47 h 149"/>
              <a:gd name="T4" fmla="*/ 76 w 111"/>
              <a:gd name="T5" fmla="*/ 47 h 149"/>
              <a:gd name="T6" fmla="*/ 76 w 111"/>
              <a:gd name="T7" fmla="*/ 47 h 149"/>
              <a:gd name="T8" fmla="*/ 1 w 111"/>
              <a:gd name="T9" fmla="*/ 126 h 149"/>
              <a:gd name="T10" fmla="*/ 1 w 111"/>
              <a:gd name="T11" fmla="*/ 126 h 149"/>
              <a:gd name="T12" fmla="*/ 27 w 111"/>
              <a:gd name="T13" fmla="*/ 94 h 149"/>
              <a:gd name="T14" fmla="*/ 27 w 111"/>
              <a:gd name="T15" fmla="*/ 94 h 149"/>
              <a:gd name="T16" fmla="*/ 29 w 111"/>
              <a:gd name="T17" fmla="*/ 93 h 149"/>
              <a:gd name="T18" fmla="*/ 40 w 111"/>
              <a:gd name="T19" fmla="*/ 102 h 149"/>
              <a:gd name="T20" fmla="*/ 57 w 111"/>
              <a:gd name="T21" fmla="*/ 75 h 149"/>
              <a:gd name="T22" fmla="*/ 72 w 111"/>
              <a:gd name="T23" fmla="*/ 47 h 149"/>
              <a:gd name="T24" fmla="*/ 59 w 111"/>
              <a:gd name="T25" fmla="*/ 42 h 149"/>
              <a:gd name="T26" fmla="*/ 59 w 111"/>
              <a:gd name="T27" fmla="*/ 42 h 149"/>
              <a:gd name="T28" fmla="*/ 58 w 111"/>
              <a:gd name="T29" fmla="*/ 40 h 149"/>
              <a:gd name="T30" fmla="*/ 73 w 111"/>
              <a:gd name="T31" fmla="*/ 2 h 149"/>
              <a:gd name="T32" fmla="*/ 73 w 111"/>
              <a:gd name="T33" fmla="*/ 1 h 149"/>
              <a:gd name="T34" fmla="*/ 75 w 111"/>
              <a:gd name="T35" fmla="*/ 0 h 149"/>
              <a:gd name="T36" fmla="*/ 98 w 111"/>
              <a:gd name="T37" fmla="*/ 10 h 149"/>
              <a:gd name="T38" fmla="*/ 109 w 111"/>
              <a:gd name="T39" fmla="*/ 20 h 149"/>
              <a:gd name="T40" fmla="*/ 109 w 111"/>
              <a:gd name="T41" fmla="*/ 34 h 149"/>
              <a:gd name="T42" fmla="*/ 83 w 111"/>
              <a:gd name="T43" fmla="*/ 90 h 149"/>
              <a:gd name="T44" fmla="*/ 47 w 111"/>
              <a:gd name="T45" fmla="*/ 141 h 149"/>
              <a:gd name="T46" fmla="*/ 35 w 111"/>
              <a:gd name="T47" fmla="*/ 148 h 149"/>
              <a:gd name="T48" fmla="*/ 21 w 111"/>
              <a:gd name="T49" fmla="*/ 144 h 149"/>
              <a:gd name="T50" fmla="*/ 1 w 111"/>
              <a:gd name="T51" fmla="*/ 129 h 149"/>
              <a:gd name="T52" fmla="*/ 1 w 111"/>
              <a:gd name="T53" fmla="*/ 126 h 149"/>
              <a:gd name="T54" fmla="*/ 28 w 111"/>
              <a:gd name="T55" fmla="*/ 97 h 149"/>
              <a:gd name="T56" fmla="*/ 28 w 111"/>
              <a:gd name="T57" fmla="*/ 97 h 149"/>
              <a:gd name="T58" fmla="*/ 5 w 111"/>
              <a:gd name="T59" fmla="*/ 127 h 149"/>
              <a:gd name="T60" fmla="*/ 23 w 111"/>
              <a:gd name="T61" fmla="*/ 142 h 149"/>
              <a:gd name="T62" fmla="*/ 34 w 111"/>
              <a:gd name="T63" fmla="*/ 145 h 149"/>
              <a:gd name="T64" fmla="*/ 45 w 111"/>
              <a:gd name="T65" fmla="*/ 139 h 149"/>
              <a:gd name="T66" fmla="*/ 80 w 111"/>
              <a:gd name="T67" fmla="*/ 89 h 149"/>
              <a:gd name="T68" fmla="*/ 106 w 111"/>
              <a:gd name="T69" fmla="*/ 33 h 149"/>
              <a:gd name="T70" fmla="*/ 106 w 111"/>
              <a:gd name="T71" fmla="*/ 21 h 149"/>
              <a:gd name="T72" fmla="*/ 97 w 111"/>
              <a:gd name="T73" fmla="*/ 13 h 149"/>
              <a:gd name="T74" fmla="*/ 76 w 111"/>
              <a:gd name="T75" fmla="*/ 4 h 149"/>
              <a:gd name="T76" fmla="*/ 61 w 111"/>
              <a:gd name="T77" fmla="*/ 40 h 149"/>
              <a:gd name="T78" fmla="*/ 75 w 111"/>
              <a:gd name="T79" fmla="*/ 45 h 149"/>
              <a:gd name="T80" fmla="*/ 76 w 111"/>
              <a:gd name="T81" fmla="*/ 47 h 149"/>
              <a:gd name="T82" fmla="*/ 76 w 111"/>
              <a:gd name="T83" fmla="*/ 47 h 149"/>
              <a:gd name="T84" fmla="*/ 60 w 111"/>
              <a:gd name="T85" fmla="*/ 77 h 149"/>
              <a:gd name="T86" fmla="*/ 60 w 111"/>
              <a:gd name="T87" fmla="*/ 77 h 149"/>
              <a:gd name="T88" fmla="*/ 60 w 111"/>
              <a:gd name="T89" fmla="*/ 77 h 149"/>
              <a:gd name="T90" fmla="*/ 42 w 111"/>
              <a:gd name="T91" fmla="*/ 106 h 149"/>
              <a:gd name="T92" fmla="*/ 39 w 111"/>
              <a:gd name="T93" fmla="*/ 106 h 149"/>
              <a:gd name="T94" fmla="*/ 39 w 111"/>
              <a:gd name="T95" fmla="*/ 106 h 149"/>
              <a:gd name="T96" fmla="*/ 28 w 111"/>
              <a:gd name="T97" fmla="*/ 97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1" h="149">
                <a:moveTo>
                  <a:pt x="76" y="47"/>
                </a:moveTo>
                <a:lnTo>
                  <a:pt x="76" y="47"/>
                </a:lnTo>
                <a:lnTo>
                  <a:pt x="76" y="47"/>
                </a:lnTo>
                <a:lnTo>
                  <a:pt x="76" y="47"/>
                </a:lnTo>
                <a:close/>
                <a:moveTo>
                  <a:pt x="1" y="126"/>
                </a:moveTo>
                <a:lnTo>
                  <a:pt x="1" y="126"/>
                </a:lnTo>
                <a:lnTo>
                  <a:pt x="27" y="94"/>
                </a:lnTo>
                <a:lnTo>
                  <a:pt x="27" y="94"/>
                </a:lnTo>
                <a:cubicBezTo>
                  <a:pt x="27" y="93"/>
                  <a:pt x="28" y="93"/>
                  <a:pt x="29" y="93"/>
                </a:cubicBezTo>
                <a:lnTo>
                  <a:pt x="40" y="102"/>
                </a:lnTo>
                <a:cubicBezTo>
                  <a:pt x="46" y="94"/>
                  <a:pt x="52" y="85"/>
                  <a:pt x="57" y="75"/>
                </a:cubicBezTo>
                <a:cubicBezTo>
                  <a:pt x="62" y="66"/>
                  <a:pt x="67" y="57"/>
                  <a:pt x="72" y="47"/>
                </a:cubicBezTo>
                <a:lnTo>
                  <a:pt x="59" y="42"/>
                </a:lnTo>
                <a:lnTo>
                  <a:pt x="59" y="42"/>
                </a:lnTo>
                <a:cubicBezTo>
                  <a:pt x="58" y="42"/>
                  <a:pt x="57" y="41"/>
                  <a:pt x="58" y="40"/>
                </a:cubicBezTo>
                <a:lnTo>
                  <a:pt x="73" y="2"/>
                </a:lnTo>
                <a:lnTo>
                  <a:pt x="73" y="1"/>
                </a:lnTo>
                <a:cubicBezTo>
                  <a:pt x="73" y="1"/>
                  <a:pt x="74" y="0"/>
                  <a:pt x="75" y="0"/>
                </a:cubicBezTo>
                <a:lnTo>
                  <a:pt x="98" y="10"/>
                </a:lnTo>
                <a:cubicBezTo>
                  <a:pt x="103" y="11"/>
                  <a:pt x="107" y="15"/>
                  <a:pt x="109" y="20"/>
                </a:cubicBezTo>
                <a:cubicBezTo>
                  <a:pt x="111" y="24"/>
                  <a:pt x="111" y="29"/>
                  <a:pt x="109" y="34"/>
                </a:cubicBezTo>
                <a:cubicBezTo>
                  <a:pt x="102" y="53"/>
                  <a:pt x="93" y="72"/>
                  <a:pt x="83" y="90"/>
                </a:cubicBezTo>
                <a:cubicBezTo>
                  <a:pt x="72" y="108"/>
                  <a:pt x="61" y="125"/>
                  <a:pt x="47" y="141"/>
                </a:cubicBezTo>
                <a:cubicBezTo>
                  <a:pt x="44" y="145"/>
                  <a:pt x="40" y="148"/>
                  <a:pt x="35" y="148"/>
                </a:cubicBezTo>
                <a:cubicBezTo>
                  <a:pt x="30" y="149"/>
                  <a:pt x="25" y="148"/>
                  <a:pt x="21" y="144"/>
                </a:cubicBezTo>
                <a:lnTo>
                  <a:pt x="1" y="129"/>
                </a:lnTo>
                <a:cubicBezTo>
                  <a:pt x="0" y="128"/>
                  <a:pt x="0" y="127"/>
                  <a:pt x="1" y="126"/>
                </a:cubicBezTo>
                <a:close/>
                <a:moveTo>
                  <a:pt x="28" y="97"/>
                </a:moveTo>
                <a:lnTo>
                  <a:pt x="28" y="97"/>
                </a:lnTo>
                <a:lnTo>
                  <a:pt x="5" y="127"/>
                </a:lnTo>
                <a:lnTo>
                  <a:pt x="23" y="142"/>
                </a:lnTo>
                <a:cubicBezTo>
                  <a:pt x="26" y="144"/>
                  <a:pt x="30" y="145"/>
                  <a:pt x="34" y="145"/>
                </a:cubicBezTo>
                <a:cubicBezTo>
                  <a:pt x="38" y="144"/>
                  <a:pt x="42" y="143"/>
                  <a:pt x="45" y="139"/>
                </a:cubicBezTo>
                <a:cubicBezTo>
                  <a:pt x="58" y="123"/>
                  <a:pt x="70" y="106"/>
                  <a:pt x="80" y="89"/>
                </a:cubicBezTo>
                <a:cubicBezTo>
                  <a:pt x="90" y="71"/>
                  <a:pt x="99" y="52"/>
                  <a:pt x="106" y="33"/>
                </a:cubicBezTo>
                <a:cubicBezTo>
                  <a:pt x="108" y="29"/>
                  <a:pt x="107" y="25"/>
                  <a:pt x="106" y="21"/>
                </a:cubicBezTo>
                <a:cubicBezTo>
                  <a:pt x="104" y="17"/>
                  <a:pt x="101" y="14"/>
                  <a:pt x="97" y="13"/>
                </a:cubicBezTo>
                <a:lnTo>
                  <a:pt x="76" y="4"/>
                </a:lnTo>
                <a:lnTo>
                  <a:pt x="61" y="40"/>
                </a:lnTo>
                <a:lnTo>
                  <a:pt x="75" y="45"/>
                </a:lnTo>
                <a:cubicBezTo>
                  <a:pt x="76" y="45"/>
                  <a:pt x="76" y="46"/>
                  <a:pt x="76" y="47"/>
                </a:cubicBezTo>
                <a:lnTo>
                  <a:pt x="76" y="47"/>
                </a:lnTo>
                <a:cubicBezTo>
                  <a:pt x="71" y="57"/>
                  <a:pt x="66" y="67"/>
                  <a:pt x="60" y="77"/>
                </a:cubicBezTo>
                <a:lnTo>
                  <a:pt x="60" y="77"/>
                </a:lnTo>
                <a:lnTo>
                  <a:pt x="60" y="77"/>
                </a:lnTo>
                <a:cubicBezTo>
                  <a:pt x="54" y="87"/>
                  <a:pt x="48" y="97"/>
                  <a:pt x="42" y="106"/>
                </a:cubicBezTo>
                <a:cubicBezTo>
                  <a:pt x="41" y="106"/>
                  <a:pt x="40" y="107"/>
                  <a:pt x="39" y="106"/>
                </a:cubicBezTo>
                <a:lnTo>
                  <a:pt x="39" y="106"/>
                </a:lnTo>
                <a:lnTo>
                  <a:pt x="28" y="97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7" name="Freeform 105">
            <a:extLst>
              <a:ext uri="{FF2B5EF4-FFF2-40B4-BE49-F238E27FC236}">
                <a16:creationId xmlns:a16="http://schemas.microsoft.com/office/drawing/2014/main" id="{E5D20BE6-0FA1-4EE4-B4C3-B410E784315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138214" y="2991754"/>
            <a:ext cx="236277" cy="212350"/>
          </a:xfrm>
          <a:custGeom>
            <a:avLst/>
            <a:gdLst>
              <a:gd name="T0" fmla="*/ 152 w 156"/>
              <a:gd name="T1" fmla="*/ 129 h 140"/>
              <a:gd name="T2" fmla="*/ 4 w 156"/>
              <a:gd name="T3" fmla="*/ 136 h 140"/>
              <a:gd name="T4" fmla="*/ 152 w 156"/>
              <a:gd name="T5" fmla="*/ 129 h 140"/>
              <a:gd name="T6" fmla="*/ 118 w 156"/>
              <a:gd name="T7" fmla="*/ 126 h 140"/>
              <a:gd name="T8" fmla="*/ 140 w 156"/>
              <a:gd name="T9" fmla="*/ 63 h 140"/>
              <a:gd name="T10" fmla="*/ 118 w 156"/>
              <a:gd name="T11" fmla="*/ 126 h 140"/>
              <a:gd name="T12" fmla="*/ 67 w 156"/>
              <a:gd name="T13" fmla="*/ 126 h 140"/>
              <a:gd name="T14" fmla="*/ 89 w 156"/>
              <a:gd name="T15" fmla="*/ 63 h 140"/>
              <a:gd name="T16" fmla="*/ 67 w 156"/>
              <a:gd name="T17" fmla="*/ 126 h 140"/>
              <a:gd name="T18" fmla="*/ 15 w 156"/>
              <a:gd name="T19" fmla="*/ 126 h 140"/>
              <a:gd name="T20" fmla="*/ 38 w 156"/>
              <a:gd name="T21" fmla="*/ 63 h 140"/>
              <a:gd name="T22" fmla="*/ 15 w 156"/>
              <a:gd name="T23" fmla="*/ 126 h 140"/>
              <a:gd name="T24" fmla="*/ 43 w 156"/>
              <a:gd name="T25" fmla="*/ 50 h 140"/>
              <a:gd name="T26" fmla="*/ 11 w 156"/>
              <a:gd name="T27" fmla="*/ 60 h 140"/>
              <a:gd name="T28" fmla="*/ 43 w 156"/>
              <a:gd name="T29" fmla="*/ 50 h 140"/>
              <a:gd name="T30" fmla="*/ 94 w 156"/>
              <a:gd name="T31" fmla="*/ 50 h 140"/>
              <a:gd name="T32" fmla="*/ 62 w 156"/>
              <a:gd name="T33" fmla="*/ 60 h 140"/>
              <a:gd name="T34" fmla="*/ 94 w 156"/>
              <a:gd name="T35" fmla="*/ 50 h 140"/>
              <a:gd name="T36" fmla="*/ 145 w 156"/>
              <a:gd name="T37" fmla="*/ 50 h 140"/>
              <a:gd name="T38" fmla="*/ 113 w 156"/>
              <a:gd name="T39" fmla="*/ 60 h 140"/>
              <a:gd name="T40" fmla="*/ 145 w 156"/>
              <a:gd name="T41" fmla="*/ 50 h 140"/>
              <a:gd name="T42" fmla="*/ 97 w 156"/>
              <a:gd name="T43" fmla="*/ 50 h 140"/>
              <a:gd name="T44" fmla="*/ 96 w 156"/>
              <a:gd name="T45" fmla="*/ 63 h 140"/>
              <a:gd name="T46" fmla="*/ 93 w 156"/>
              <a:gd name="T47" fmla="*/ 126 h 140"/>
              <a:gd name="T48" fmla="*/ 114 w 156"/>
              <a:gd name="T49" fmla="*/ 63 h 140"/>
              <a:gd name="T50" fmla="*/ 110 w 156"/>
              <a:gd name="T51" fmla="*/ 61 h 140"/>
              <a:gd name="T52" fmla="*/ 97 w 156"/>
              <a:gd name="T53" fmla="*/ 50 h 140"/>
              <a:gd name="T54" fmla="*/ 46 w 156"/>
              <a:gd name="T55" fmla="*/ 50 h 140"/>
              <a:gd name="T56" fmla="*/ 45 w 156"/>
              <a:gd name="T57" fmla="*/ 63 h 140"/>
              <a:gd name="T58" fmla="*/ 42 w 156"/>
              <a:gd name="T59" fmla="*/ 126 h 140"/>
              <a:gd name="T60" fmla="*/ 63 w 156"/>
              <a:gd name="T61" fmla="*/ 63 h 140"/>
              <a:gd name="T62" fmla="*/ 59 w 156"/>
              <a:gd name="T63" fmla="*/ 61 h 140"/>
              <a:gd name="T64" fmla="*/ 46 w 156"/>
              <a:gd name="T65" fmla="*/ 50 h 140"/>
              <a:gd name="T66" fmla="*/ 2 w 156"/>
              <a:gd name="T67" fmla="*/ 126 h 140"/>
              <a:gd name="T68" fmla="*/ 12 w 156"/>
              <a:gd name="T69" fmla="*/ 63 h 140"/>
              <a:gd name="T70" fmla="*/ 7 w 156"/>
              <a:gd name="T71" fmla="*/ 61 h 140"/>
              <a:gd name="T72" fmla="*/ 2 w 156"/>
              <a:gd name="T73" fmla="*/ 50 h 140"/>
              <a:gd name="T74" fmla="*/ 0 w 156"/>
              <a:gd name="T75" fmla="*/ 39 h 140"/>
              <a:gd name="T76" fmla="*/ 77 w 156"/>
              <a:gd name="T77" fmla="*/ 0 h 140"/>
              <a:gd name="T78" fmla="*/ 155 w 156"/>
              <a:gd name="T79" fmla="*/ 37 h 140"/>
              <a:gd name="T80" fmla="*/ 156 w 156"/>
              <a:gd name="T81" fmla="*/ 49 h 140"/>
              <a:gd name="T82" fmla="*/ 149 w 156"/>
              <a:gd name="T83" fmla="*/ 50 h 140"/>
              <a:gd name="T84" fmla="*/ 147 w 156"/>
              <a:gd name="T85" fmla="*/ 63 h 140"/>
              <a:gd name="T86" fmla="*/ 144 w 156"/>
              <a:gd name="T87" fmla="*/ 126 h 140"/>
              <a:gd name="T88" fmla="*/ 156 w 156"/>
              <a:gd name="T89" fmla="*/ 128 h 140"/>
              <a:gd name="T90" fmla="*/ 154 w 156"/>
              <a:gd name="T91" fmla="*/ 140 h 140"/>
              <a:gd name="T92" fmla="*/ 0 w 156"/>
              <a:gd name="T93" fmla="*/ 138 h 140"/>
              <a:gd name="T94" fmla="*/ 2 w 156"/>
              <a:gd name="T95" fmla="*/ 126 h 140"/>
              <a:gd name="T96" fmla="*/ 4 w 156"/>
              <a:gd name="T97" fmla="*/ 47 h 140"/>
              <a:gd name="T98" fmla="*/ 152 w 156"/>
              <a:gd name="T99" fmla="*/ 40 h 140"/>
              <a:gd name="T100" fmla="*/ 4 w 156"/>
              <a:gd name="T101" fmla="*/ 4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56" h="140">
                <a:moveTo>
                  <a:pt x="152" y="129"/>
                </a:moveTo>
                <a:lnTo>
                  <a:pt x="152" y="129"/>
                </a:lnTo>
                <a:lnTo>
                  <a:pt x="4" y="129"/>
                </a:lnTo>
                <a:lnTo>
                  <a:pt x="4" y="136"/>
                </a:lnTo>
                <a:lnTo>
                  <a:pt x="152" y="136"/>
                </a:lnTo>
                <a:lnTo>
                  <a:pt x="152" y="129"/>
                </a:lnTo>
                <a:close/>
                <a:moveTo>
                  <a:pt x="118" y="126"/>
                </a:moveTo>
                <a:lnTo>
                  <a:pt x="118" y="126"/>
                </a:lnTo>
                <a:lnTo>
                  <a:pt x="140" y="126"/>
                </a:lnTo>
                <a:lnTo>
                  <a:pt x="140" y="63"/>
                </a:lnTo>
                <a:lnTo>
                  <a:pt x="118" y="63"/>
                </a:lnTo>
                <a:lnTo>
                  <a:pt x="118" y="126"/>
                </a:lnTo>
                <a:close/>
                <a:moveTo>
                  <a:pt x="67" y="126"/>
                </a:moveTo>
                <a:lnTo>
                  <a:pt x="67" y="126"/>
                </a:lnTo>
                <a:lnTo>
                  <a:pt x="89" y="126"/>
                </a:lnTo>
                <a:lnTo>
                  <a:pt x="89" y="63"/>
                </a:lnTo>
                <a:lnTo>
                  <a:pt x="67" y="63"/>
                </a:lnTo>
                <a:lnTo>
                  <a:pt x="67" y="126"/>
                </a:lnTo>
                <a:close/>
                <a:moveTo>
                  <a:pt x="15" y="126"/>
                </a:moveTo>
                <a:lnTo>
                  <a:pt x="15" y="126"/>
                </a:lnTo>
                <a:lnTo>
                  <a:pt x="38" y="126"/>
                </a:lnTo>
                <a:lnTo>
                  <a:pt x="38" y="63"/>
                </a:lnTo>
                <a:lnTo>
                  <a:pt x="15" y="63"/>
                </a:lnTo>
                <a:lnTo>
                  <a:pt x="15" y="126"/>
                </a:lnTo>
                <a:close/>
                <a:moveTo>
                  <a:pt x="43" y="50"/>
                </a:moveTo>
                <a:lnTo>
                  <a:pt x="43" y="50"/>
                </a:lnTo>
                <a:lnTo>
                  <a:pt x="11" y="50"/>
                </a:lnTo>
                <a:lnTo>
                  <a:pt x="11" y="60"/>
                </a:lnTo>
                <a:lnTo>
                  <a:pt x="43" y="60"/>
                </a:lnTo>
                <a:lnTo>
                  <a:pt x="43" y="50"/>
                </a:lnTo>
                <a:close/>
                <a:moveTo>
                  <a:pt x="94" y="50"/>
                </a:moveTo>
                <a:lnTo>
                  <a:pt x="94" y="50"/>
                </a:lnTo>
                <a:lnTo>
                  <a:pt x="62" y="50"/>
                </a:lnTo>
                <a:lnTo>
                  <a:pt x="62" y="60"/>
                </a:lnTo>
                <a:lnTo>
                  <a:pt x="94" y="60"/>
                </a:lnTo>
                <a:lnTo>
                  <a:pt x="94" y="50"/>
                </a:lnTo>
                <a:close/>
                <a:moveTo>
                  <a:pt x="145" y="50"/>
                </a:moveTo>
                <a:lnTo>
                  <a:pt x="145" y="50"/>
                </a:lnTo>
                <a:lnTo>
                  <a:pt x="113" y="50"/>
                </a:lnTo>
                <a:lnTo>
                  <a:pt x="113" y="60"/>
                </a:lnTo>
                <a:lnTo>
                  <a:pt x="145" y="60"/>
                </a:lnTo>
                <a:lnTo>
                  <a:pt x="145" y="50"/>
                </a:lnTo>
                <a:close/>
                <a:moveTo>
                  <a:pt x="97" y="50"/>
                </a:moveTo>
                <a:lnTo>
                  <a:pt x="97" y="50"/>
                </a:lnTo>
                <a:lnTo>
                  <a:pt x="97" y="61"/>
                </a:lnTo>
                <a:cubicBezTo>
                  <a:pt x="97" y="62"/>
                  <a:pt x="97" y="63"/>
                  <a:pt x="96" y="63"/>
                </a:cubicBezTo>
                <a:lnTo>
                  <a:pt x="93" y="63"/>
                </a:lnTo>
                <a:lnTo>
                  <a:pt x="93" y="126"/>
                </a:lnTo>
                <a:lnTo>
                  <a:pt x="114" y="126"/>
                </a:lnTo>
                <a:lnTo>
                  <a:pt x="114" y="63"/>
                </a:lnTo>
                <a:lnTo>
                  <a:pt x="111" y="63"/>
                </a:lnTo>
                <a:cubicBezTo>
                  <a:pt x="110" y="63"/>
                  <a:pt x="110" y="62"/>
                  <a:pt x="110" y="61"/>
                </a:cubicBezTo>
                <a:lnTo>
                  <a:pt x="110" y="50"/>
                </a:lnTo>
                <a:lnTo>
                  <a:pt x="97" y="50"/>
                </a:lnTo>
                <a:close/>
                <a:moveTo>
                  <a:pt x="46" y="50"/>
                </a:moveTo>
                <a:lnTo>
                  <a:pt x="46" y="50"/>
                </a:lnTo>
                <a:lnTo>
                  <a:pt x="46" y="61"/>
                </a:lnTo>
                <a:cubicBezTo>
                  <a:pt x="46" y="62"/>
                  <a:pt x="46" y="63"/>
                  <a:pt x="45" y="63"/>
                </a:cubicBezTo>
                <a:lnTo>
                  <a:pt x="42" y="63"/>
                </a:lnTo>
                <a:lnTo>
                  <a:pt x="42" y="126"/>
                </a:lnTo>
                <a:lnTo>
                  <a:pt x="63" y="126"/>
                </a:lnTo>
                <a:lnTo>
                  <a:pt x="63" y="63"/>
                </a:lnTo>
                <a:lnTo>
                  <a:pt x="60" y="63"/>
                </a:lnTo>
                <a:cubicBezTo>
                  <a:pt x="59" y="63"/>
                  <a:pt x="59" y="62"/>
                  <a:pt x="59" y="61"/>
                </a:cubicBezTo>
                <a:lnTo>
                  <a:pt x="59" y="50"/>
                </a:lnTo>
                <a:lnTo>
                  <a:pt x="46" y="50"/>
                </a:lnTo>
                <a:close/>
                <a:moveTo>
                  <a:pt x="2" y="126"/>
                </a:moveTo>
                <a:lnTo>
                  <a:pt x="2" y="126"/>
                </a:lnTo>
                <a:lnTo>
                  <a:pt x="12" y="126"/>
                </a:lnTo>
                <a:lnTo>
                  <a:pt x="12" y="63"/>
                </a:lnTo>
                <a:lnTo>
                  <a:pt x="9" y="63"/>
                </a:lnTo>
                <a:cubicBezTo>
                  <a:pt x="8" y="63"/>
                  <a:pt x="7" y="62"/>
                  <a:pt x="7" y="61"/>
                </a:cubicBezTo>
                <a:lnTo>
                  <a:pt x="7" y="50"/>
                </a:lnTo>
                <a:lnTo>
                  <a:pt x="2" y="50"/>
                </a:lnTo>
                <a:cubicBezTo>
                  <a:pt x="1" y="50"/>
                  <a:pt x="0" y="50"/>
                  <a:pt x="0" y="49"/>
                </a:cubicBezTo>
                <a:lnTo>
                  <a:pt x="0" y="39"/>
                </a:lnTo>
                <a:cubicBezTo>
                  <a:pt x="0" y="38"/>
                  <a:pt x="1" y="37"/>
                  <a:pt x="1" y="37"/>
                </a:cubicBezTo>
                <a:lnTo>
                  <a:pt x="77" y="0"/>
                </a:lnTo>
                <a:cubicBezTo>
                  <a:pt x="78" y="0"/>
                  <a:pt x="78" y="0"/>
                  <a:pt x="79" y="0"/>
                </a:cubicBezTo>
                <a:lnTo>
                  <a:pt x="155" y="37"/>
                </a:lnTo>
                <a:cubicBezTo>
                  <a:pt x="155" y="37"/>
                  <a:pt x="156" y="38"/>
                  <a:pt x="156" y="39"/>
                </a:cubicBezTo>
                <a:lnTo>
                  <a:pt x="156" y="49"/>
                </a:lnTo>
                <a:cubicBezTo>
                  <a:pt x="156" y="50"/>
                  <a:pt x="155" y="50"/>
                  <a:pt x="154" y="50"/>
                </a:cubicBezTo>
                <a:lnTo>
                  <a:pt x="149" y="50"/>
                </a:lnTo>
                <a:lnTo>
                  <a:pt x="149" y="61"/>
                </a:lnTo>
                <a:cubicBezTo>
                  <a:pt x="149" y="62"/>
                  <a:pt x="148" y="63"/>
                  <a:pt x="147" y="63"/>
                </a:cubicBezTo>
                <a:lnTo>
                  <a:pt x="144" y="63"/>
                </a:lnTo>
                <a:lnTo>
                  <a:pt x="144" y="126"/>
                </a:lnTo>
                <a:lnTo>
                  <a:pt x="154" y="126"/>
                </a:lnTo>
                <a:cubicBezTo>
                  <a:pt x="155" y="126"/>
                  <a:pt x="156" y="127"/>
                  <a:pt x="156" y="128"/>
                </a:cubicBezTo>
                <a:lnTo>
                  <a:pt x="156" y="138"/>
                </a:lnTo>
                <a:cubicBezTo>
                  <a:pt x="156" y="139"/>
                  <a:pt x="155" y="140"/>
                  <a:pt x="154" y="140"/>
                </a:cubicBezTo>
                <a:lnTo>
                  <a:pt x="2" y="140"/>
                </a:lnTo>
                <a:cubicBezTo>
                  <a:pt x="1" y="140"/>
                  <a:pt x="0" y="139"/>
                  <a:pt x="0" y="138"/>
                </a:cubicBezTo>
                <a:lnTo>
                  <a:pt x="0" y="128"/>
                </a:lnTo>
                <a:cubicBezTo>
                  <a:pt x="0" y="127"/>
                  <a:pt x="1" y="126"/>
                  <a:pt x="2" y="126"/>
                </a:cubicBezTo>
                <a:close/>
                <a:moveTo>
                  <a:pt x="4" y="47"/>
                </a:moveTo>
                <a:lnTo>
                  <a:pt x="4" y="47"/>
                </a:lnTo>
                <a:lnTo>
                  <a:pt x="152" y="47"/>
                </a:lnTo>
                <a:lnTo>
                  <a:pt x="152" y="40"/>
                </a:lnTo>
                <a:lnTo>
                  <a:pt x="78" y="4"/>
                </a:lnTo>
                <a:lnTo>
                  <a:pt x="4" y="40"/>
                </a:lnTo>
                <a:lnTo>
                  <a:pt x="4" y="47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8" name="Freeform 14">
            <a:extLst>
              <a:ext uri="{FF2B5EF4-FFF2-40B4-BE49-F238E27FC236}">
                <a16:creationId xmlns:a16="http://schemas.microsoft.com/office/drawing/2014/main" id="{4998E36F-CC19-4D12-8D65-D209D1D7F2C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791001" y="2986899"/>
            <a:ext cx="165990" cy="225808"/>
          </a:xfrm>
          <a:custGeom>
            <a:avLst/>
            <a:gdLst>
              <a:gd name="T0" fmla="*/ 109 w 109"/>
              <a:gd name="T1" fmla="*/ 42 h 149"/>
              <a:gd name="T2" fmla="*/ 106 w 109"/>
              <a:gd name="T3" fmla="*/ 146 h 149"/>
              <a:gd name="T4" fmla="*/ 99 w 109"/>
              <a:gd name="T5" fmla="*/ 149 h 149"/>
              <a:gd name="T6" fmla="*/ 10 w 109"/>
              <a:gd name="T7" fmla="*/ 149 h 149"/>
              <a:gd name="T8" fmla="*/ 3 w 109"/>
              <a:gd name="T9" fmla="*/ 146 h 149"/>
              <a:gd name="T10" fmla="*/ 0 w 109"/>
              <a:gd name="T11" fmla="*/ 138 h 149"/>
              <a:gd name="T12" fmla="*/ 0 w 109"/>
              <a:gd name="T13" fmla="*/ 74 h 149"/>
              <a:gd name="T14" fmla="*/ 0 w 109"/>
              <a:gd name="T15" fmla="*/ 10 h 149"/>
              <a:gd name="T16" fmla="*/ 3 w 109"/>
              <a:gd name="T17" fmla="*/ 3 h 149"/>
              <a:gd name="T18" fmla="*/ 10 w 109"/>
              <a:gd name="T19" fmla="*/ 0 h 149"/>
              <a:gd name="T20" fmla="*/ 67 w 109"/>
              <a:gd name="T21" fmla="*/ 0 h 149"/>
              <a:gd name="T22" fmla="*/ 75 w 109"/>
              <a:gd name="T23" fmla="*/ 3 h 149"/>
              <a:gd name="T24" fmla="*/ 108 w 109"/>
              <a:gd name="T25" fmla="*/ 38 h 149"/>
              <a:gd name="T26" fmla="*/ 21 w 109"/>
              <a:gd name="T27" fmla="*/ 110 h 149"/>
              <a:gd name="T28" fmla="*/ 41 w 109"/>
              <a:gd name="T29" fmla="*/ 110 h 149"/>
              <a:gd name="T30" fmla="*/ 21 w 109"/>
              <a:gd name="T31" fmla="*/ 128 h 149"/>
              <a:gd name="T32" fmla="*/ 45 w 109"/>
              <a:gd name="T33" fmla="*/ 110 h 149"/>
              <a:gd name="T34" fmla="*/ 65 w 109"/>
              <a:gd name="T35" fmla="*/ 110 h 149"/>
              <a:gd name="T36" fmla="*/ 45 w 109"/>
              <a:gd name="T37" fmla="*/ 128 h 149"/>
              <a:gd name="T38" fmla="*/ 68 w 109"/>
              <a:gd name="T39" fmla="*/ 110 h 149"/>
              <a:gd name="T40" fmla="*/ 88 w 109"/>
              <a:gd name="T41" fmla="*/ 110 h 149"/>
              <a:gd name="T42" fmla="*/ 68 w 109"/>
              <a:gd name="T43" fmla="*/ 128 h 149"/>
              <a:gd name="T44" fmla="*/ 45 w 109"/>
              <a:gd name="T45" fmla="*/ 74 h 149"/>
              <a:gd name="T46" fmla="*/ 65 w 109"/>
              <a:gd name="T47" fmla="*/ 74 h 149"/>
              <a:gd name="T48" fmla="*/ 45 w 109"/>
              <a:gd name="T49" fmla="*/ 92 h 149"/>
              <a:gd name="T50" fmla="*/ 68 w 109"/>
              <a:gd name="T51" fmla="*/ 74 h 149"/>
              <a:gd name="T52" fmla="*/ 88 w 109"/>
              <a:gd name="T53" fmla="*/ 74 h 149"/>
              <a:gd name="T54" fmla="*/ 68 w 109"/>
              <a:gd name="T55" fmla="*/ 92 h 149"/>
              <a:gd name="T56" fmla="*/ 20 w 109"/>
              <a:gd name="T57" fmla="*/ 71 h 149"/>
              <a:gd name="T58" fmla="*/ 43 w 109"/>
              <a:gd name="T59" fmla="*/ 71 h 149"/>
              <a:gd name="T60" fmla="*/ 90 w 109"/>
              <a:gd name="T61" fmla="*/ 71 h 149"/>
              <a:gd name="T62" fmla="*/ 91 w 109"/>
              <a:gd name="T63" fmla="*/ 94 h 149"/>
              <a:gd name="T64" fmla="*/ 91 w 109"/>
              <a:gd name="T65" fmla="*/ 130 h 149"/>
              <a:gd name="T66" fmla="*/ 66 w 109"/>
              <a:gd name="T67" fmla="*/ 131 h 149"/>
              <a:gd name="T68" fmla="*/ 20 w 109"/>
              <a:gd name="T69" fmla="*/ 131 h 149"/>
              <a:gd name="T70" fmla="*/ 18 w 109"/>
              <a:gd name="T71" fmla="*/ 108 h 149"/>
              <a:gd name="T72" fmla="*/ 20 w 109"/>
              <a:gd name="T73" fmla="*/ 71 h 149"/>
              <a:gd name="T74" fmla="*/ 41 w 109"/>
              <a:gd name="T75" fmla="*/ 74 h 149"/>
              <a:gd name="T76" fmla="*/ 43 w 109"/>
              <a:gd name="T77" fmla="*/ 95 h 149"/>
              <a:gd name="T78" fmla="*/ 88 w 109"/>
              <a:gd name="T79" fmla="*/ 95 h 149"/>
              <a:gd name="T80" fmla="*/ 66 w 109"/>
              <a:gd name="T81" fmla="*/ 107 h 149"/>
              <a:gd name="T82" fmla="*/ 21 w 109"/>
              <a:gd name="T83" fmla="*/ 107 h 149"/>
              <a:gd name="T84" fmla="*/ 41 w 109"/>
              <a:gd name="T85" fmla="*/ 74 h 149"/>
              <a:gd name="T86" fmla="*/ 106 w 109"/>
              <a:gd name="T87" fmla="*/ 138 h 149"/>
              <a:gd name="T88" fmla="*/ 105 w 109"/>
              <a:gd name="T89" fmla="*/ 40 h 149"/>
              <a:gd name="T90" fmla="*/ 72 w 109"/>
              <a:gd name="T91" fmla="*/ 6 h 149"/>
              <a:gd name="T92" fmla="*/ 67 w 109"/>
              <a:gd name="T93" fmla="*/ 4 h 149"/>
              <a:gd name="T94" fmla="*/ 39 w 109"/>
              <a:gd name="T95" fmla="*/ 4 h 149"/>
              <a:gd name="T96" fmla="*/ 6 w 109"/>
              <a:gd name="T97" fmla="*/ 6 h 149"/>
              <a:gd name="T98" fmla="*/ 4 w 109"/>
              <a:gd name="T99" fmla="*/ 10 h 149"/>
              <a:gd name="T100" fmla="*/ 3 w 109"/>
              <a:gd name="T101" fmla="*/ 138 h 149"/>
              <a:gd name="T102" fmla="*/ 6 w 109"/>
              <a:gd name="T103" fmla="*/ 143 h 149"/>
              <a:gd name="T104" fmla="*/ 10 w 109"/>
              <a:gd name="T105" fmla="*/ 145 h 149"/>
              <a:gd name="T106" fmla="*/ 99 w 109"/>
              <a:gd name="T107" fmla="*/ 145 h 149"/>
              <a:gd name="T108" fmla="*/ 104 w 109"/>
              <a:gd name="T109" fmla="*/ 143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09" h="149">
                <a:moveTo>
                  <a:pt x="109" y="42"/>
                </a:moveTo>
                <a:lnTo>
                  <a:pt x="109" y="42"/>
                </a:lnTo>
                <a:lnTo>
                  <a:pt x="109" y="138"/>
                </a:lnTo>
                <a:cubicBezTo>
                  <a:pt x="109" y="141"/>
                  <a:pt x="108" y="144"/>
                  <a:pt x="106" y="146"/>
                </a:cubicBezTo>
                <a:lnTo>
                  <a:pt x="106" y="146"/>
                </a:lnTo>
                <a:cubicBezTo>
                  <a:pt x="104" y="148"/>
                  <a:pt x="102" y="149"/>
                  <a:pt x="99" y="149"/>
                </a:cubicBezTo>
                <a:cubicBezTo>
                  <a:pt x="84" y="149"/>
                  <a:pt x="69" y="149"/>
                  <a:pt x="55" y="149"/>
                </a:cubicBezTo>
                <a:cubicBezTo>
                  <a:pt x="40" y="149"/>
                  <a:pt x="25" y="149"/>
                  <a:pt x="10" y="149"/>
                </a:cubicBezTo>
                <a:lnTo>
                  <a:pt x="10" y="149"/>
                </a:lnTo>
                <a:cubicBezTo>
                  <a:pt x="8" y="149"/>
                  <a:pt x="5" y="148"/>
                  <a:pt x="3" y="146"/>
                </a:cubicBezTo>
                <a:lnTo>
                  <a:pt x="3" y="146"/>
                </a:lnTo>
                <a:cubicBezTo>
                  <a:pt x="1" y="144"/>
                  <a:pt x="0" y="141"/>
                  <a:pt x="0" y="138"/>
                </a:cubicBezTo>
                <a:lnTo>
                  <a:pt x="0" y="138"/>
                </a:lnTo>
                <a:cubicBezTo>
                  <a:pt x="0" y="117"/>
                  <a:pt x="0" y="96"/>
                  <a:pt x="0" y="74"/>
                </a:cubicBezTo>
                <a:cubicBezTo>
                  <a:pt x="0" y="53"/>
                  <a:pt x="0" y="32"/>
                  <a:pt x="0" y="10"/>
                </a:cubicBezTo>
                <a:lnTo>
                  <a:pt x="0" y="10"/>
                </a:lnTo>
                <a:cubicBezTo>
                  <a:pt x="0" y="8"/>
                  <a:pt x="1" y="5"/>
                  <a:pt x="3" y="3"/>
                </a:cubicBezTo>
                <a:lnTo>
                  <a:pt x="3" y="3"/>
                </a:lnTo>
                <a:cubicBezTo>
                  <a:pt x="5" y="1"/>
                  <a:pt x="8" y="0"/>
                  <a:pt x="10" y="0"/>
                </a:cubicBezTo>
                <a:lnTo>
                  <a:pt x="10" y="0"/>
                </a:lnTo>
                <a:lnTo>
                  <a:pt x="39" y="0"/>
                </a:lnTo>
                <a:lnTo>
                  <a:pt x="67" y="0"/>
                </a:lnTo>
                <a:cubicBezTo>
                  <a:pt x="69" y="0"/>
                  <a:pt x="70" y="0"/>
                  <a:pt x="71" y="1"/>
                </a:cubicBezTo>
                <a:cubicBezTo>
                  <a:pt x="72" y="1"/>
                  <a:pt x="74" y="2"/>
                  <a:pt x="75" y="3"/>
                </a:cubicBezTo>
                <a:lnTo>
                  <a:pt x="106" y="35"/>
                </a:lnTo>
                <a:cubicBezTo>
                  <a:pt x="107" y="36"/>
                  <a:pt x="108" y="37"/>
                  <a:pt x="108" y="38"/>
                </a:cubicBezTo>
                <a:cubicBezTo>
                  <a:pt x="109" y="39"/>
                  <a:pt x="109" y="41"/>
                  <a:pt x="109" y="42"/>
                </a:cubicBezTo>
                <a:close/>
                <a:moveTo>
                  <a:pt x="21" y="110"/>
                </a:moveTo>
                <a:lnTo>
                  <a:pt x="21" y="110"/>
                </a:lnTo>
                <a:lnTo>
                  <a:pt x="41" y="110"/>
                </a:lnTo>
                <a:lnTo>
                  <a:pt x="41" y="128"/>
                </a:lnTo>
                <a:lnTo>
                  <a:pt x="21" y="128"/>
                </a:lnTo>
                <a:lnTo>
                  <a:pt x="21" y="110"/>
                </a:lnTo>
                <a:close/>
                <a:moveTo>
                  <a:pt x="45" y="110"/>
                </a:moveTo>
                <a:lnTo>
                  <a:pt x="45" y="110"/>
                </a:lnTo>
                <a:lnTo>
                  <a:pt x="65" y="110"/>
                </a:lnTo>
                <a:lnTo>
                  <a:pt x="65" y="128"/>
                </a:lnTo>
                <a:lnTo>
                  <a:pt x="45" y="128"/>
                </a:lnTo>
                <a:lnTo>
                  <a:pt x="45" y="110"/>
                </a:lnTo>
                <a:close/>
                <a:moveTo>
                  <a:pt x="68" y="110"/>
                </a:moveTo>
                <a:lnTo>
                  <a:pt x="68" y="110"/>
                </a:lnTo>
                <a:lnTo>
                  <a:pt x="88" y="110"/>
                </a:lnTo>
                <a:lnTo>
                  <a:pt x="88" y="128"/>
                </a:lnTo>
                <a:lnTo>
                  <a:pt x="68" y="128"/>
                </a:lnTo>
                <a:lnTo>
                  <a:pt x="68" y="110"/>
                </a:lnTo>
                <a:close/>
                <a:moveTo>
                  <a:pt x="45" y="74"/>
                </a:moveTo>
                <a:lnTo>
                  <a:pt x="45" y="74"/>
                </a:lnTo>
                <a:lnTo>
                  <a:pt x="65" y="74"/>
                </a:lnTo>
                <a:lnTo>
                  <a:pt x="65" y="92"/>
                </a:lnTo>
                <a:lnTo>
                  <a:pt x="45" y="92"/>
                </a:lnTo>
                <a:lnTo>
                  <a:pt x="45" y="74"/>
                </a:lnTo>
                <a:close/>
                <a:moveTo>
                  <a:pt x="68" y="74"/>
                </a:moveTo>
                <a:lnTo>
                  <a:pt x="68" y="74"/>
                </a:lnTo>
                <a:lnTo>
                  <a:pt x="88" y="74"/>
                </a:lnTo>
                <a:lnTo>
                  <a:pt x="88" y="92"/>
                </a:lnTo>
                <a:lnTo>
                  <a:pt x="68" y="92"/>
                </a:lnTo>
                <a:lnTo>
                  <a:pt x="68" y="74"/>
                </a:lnTo>
                <a:close/>
                <a:moveTo>
                  <a:pt x="20" y="71"/>
                </a:moveTo>
                <a:lnTo>
                  <a:pt x="20" y="71"/>
                </a:lnTo>
                <a:lnTo>
                  <a:pt x="43" y="71"/>
                </a:lnTo>
                <a:lnTo>
                  <a:pt x="66" y="71"/>
                </a:lnTo>
                <a:lnTo>
                  <a:pt x="90" y="71"/>
                </a:lnTo>
                <a:cubicBezTo>
                  <a:pt x="91" y="71"/>
                  <a:pt x="91" y="71"/>
                  <a:pt x="91" y="72"/>
                </a:cubicBezTo>
                <a:lnTo>
                  <a:pt x="91" y="94"/>
                </a:lnTo>
                <a:lnTo>
                  <a:pt x="91" y="108"/>
                </a:lnTo>
                <a:lnTo>
                  <a:pt x="91" y="130"/>
                </a:lnTo>
                <a:cubicBezTo>
                  <a:pt x="91" y="131"/>
                  <a:pt x="91" y="131"/>
                  <a:pt x="90" y="131"/>
                </a:cubicBezTo>
                <a:lnTo>
                  <a:pt x="66" y="131"/>
                </a:lnTo>
                <a:lnTo>
                  <a:pt x="43" y="131"/>
                </a:lnTo>
                <a:lnTo>
                  <a:pt x="20" y="131"/>
                </a:lnTo>
                <a:cubicBezTo>
                  <a:pt x="19" y="131"/>
                  <a:pt x="18" y="131"/>
                  <a:pt x="18" y="130"/>
                </a:cubicBezTo>
                <a:lnTo>
                  <a:pt x="18" y="108"/>
                </a:lnTo>
                <a:lnTo>
                  <a:pt x="18" y="72"/>
                </a:lnTo>
                <a:cubicBezTo>
                  <a:pt x="18" y="71"/>
                  <a:pt x="19" y="71"/>
                  <a:pt x="20" y="71"/>
                </a:cubicBezTo>
                <a:close/>
                <a:moveTo>
                  <a:pt x="41" y="74"/>
                </a:moveTo>
                <a:lnTo>
                  <a:pt x="41" y="74"/>
                </a:lnTo>
                <a:lnTo>
                  <a:pt x="41" y="94"/>
                </a:lnTo>
                <a:cubicBezTo>
                  <a:pt x="41" y="94"/>
                  <a:pt x="42" y="95"/>
                  <a:pt x="43" y="95"/>
                </a:cubicBezTo>
                <a:lnTo>
                  <a:pt x="66" y="95"/>
                </a:lnTo>
                <a:lnTo>
                  <a:pt x="88" y="95"/>
                </a:lnTo>
                <a:lnTo>
                  <a:pt x="88" y="107"/>
                </a:lnTo>
                <a:lnTo>
                  <a:pt x="66" y="107"/>
                </a:lnTo>
                <a:lnTo>
                  <a:pt x="43" y="107"/>
                </a:lnTo>
                <a:lnTo>
                  <a:pt x="21" y="107"/>
                </a:lnTo>
                <a:lnTo>
                  <a:pt x="21" y="74"/>
                </a:lnTo>
                <a:lnTo>
                  <a:pt x="41" y="74"/>
                </a:lnTo>
                <a:close/>
                <a:moveTo>
                  <a:pt x="106" y="138"/>
                </a:moveTo>
                <a:lnTo>
                  <a:pt x="106" y="138"/>
                </a:lnTo>
                <a:lnTo>
                  <a:pt x="106" y="42"/>
                </a:lnTo>
                <a:cubicBezTo>
                  <a:pt x="106" y="41"/>
                  <a:pt x="106" y="40"/>
                  <a:pt x="105" y="40"/>
                </a:cubicBezTo>
                <a:cubicBezTo>
                  <a:pt x="105" y="39"/>
                  <a:pt x="104" y="38"/>
                  <a:pt x="104" y="37"/>
                </a:cubicBezTo>
                <a:lnTo>
                  <a:pt x="72" y="6"/>
                </a:lnTo>
                <a:cubicBezTo>
                  <a:pt x="71" y="5"/>
                  <a:pt x="71" y="4"/>
                  <a:pt x="70" y="4"/>
                </a:cubicBezTo>
                <a:cubicBezTo>
                  <a:pt x="69" y="4"/>
                  <a:pt x="68" y="4"/>
                  <a:pt x="67" y="4"/>
                </a:cubicBezTo>
                <a:lnTo>
                  <a:pt x="67" y="4"/>
                </a:lnTo>
                <a:lnTo>
                  <a:pt x="39" y="4"/>
                </a:lnTo>
                <a:lnTo>
                  <a:pt x="10" y="4"/>
                </a:lnTo>
                <a:cubicBezTo>
                  <a:pt x="9" y="4"/>
                  <a:pt x="7" y="4"/>
                  <a:pt x="6" y="6"/>
                </a:cubicBezTo>
                <a:lnTo>
                  <a:pt x="6" y="6"/>
                </a:lnTo>
                <a:cubicBezTo>
                  <a:pt x="4" y="7"/>
                  <a:pt x="4" y="9"/>
                  <a:pt x="4" y="10"/>
                </a:cubicBezTo>
                <a:cubicBezTo>
                  <a:pt x="4" y="32"/>
                  <a:pt x="4" y="53"/>
                  <a:pt x="4" y="74"/>
                </a:cubicBezTo>
                <a:cubicBezTo>
                  <a:pt x="3" y="96"/>
                  <a:pt x="3" y="117"/>
                  <a:pt x="3" y="138"/>
                </a:cubicBezTo>
                <a:lnTo>
                  <a:pt x="3" y="138"/>
                </a:lnTo>
                <a:cubicBezTo>
                  <a:pt x="3" y="140"/>
                  <a:pt x="4" y="142"/>
                  <a:pt x="6" y="143"/>
                </a:cubicBezTo>
                <a:lnTo>
                  <a:pt x="6" y="143"/>
                </a:lnTo>
                <a:cubicBezTo>
                  <a:pt x="7" y="145"/>
                  <a:pt x="9" y="145"/>
                  <a:pt x="10" y="145"/>
                </a:cubicBezTo>
                <a:cubicBezTo>
                  <a:pt x="25" y="145"/>
                  <a:pt x="40" y="145"/>
                  <a:pt x="55" y="145"/>
                </a:cubicBezTo>
                <a:lnTo>
                  <a:pt x="99" y="145"/>
                </a:lnTo>
                <a:cubicBezTo>
                  <a:pt x="101" y="145"/>
                  <a:pt x="102" y="145"/>
                  <a:pt x="104" y="143"/>
                </a:cubicBezTo>
                <a:lnTo>
                  <a:pt x="104" y="143"/>
                </a:lnTo>
                <a:cubicBezTo>
                  <a:pt x="105" y="142"/>
                  <a:pt x="106" y="140"/>
                  <a:pt x="106" y="13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79" name="Freeform 84">
            <a:extLst>
              <a:ext uri="{FF2B5EF4-FFF2-40B4-BE49-F238E27FC236}">
                <a16:creationId xmlns:a16="http://schemas.microsoft.com/office/drawing/2014/main" id="{DF402FA3-D7FC-4970-9E83-66DF35A1F19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379023" y="2998773"/>
            <a:ext cx="255716" cy="192909"/>
          </a:xfrm>
          <a:custGeom>
            <a:avLst/>
            <a:gdLst>
              <a:gd name="T0" fmla="*/ 63 w 169"/>
              <a:gd name="T1" fmla="*/ 70 h 127"/>
              <a:gd name="T2" fmla="*/ 155 w 169"/>
              <a:gd name="T3" fmla="*/ 70 h 127"/>
              <a:gd name="T4" fmla="*/ 109 w 169"/>
              <a:gd name="T5" fmla="*/ 27 h 127"/>
              <a:gd name="T6" fmla="*/ 66 w 169"/>
              <a:gd name="T7" fmla="*/ 70 h 127"/>
              <a:gd name="T8" fmla="*/ 140 w 169"/>
              <a:gd name="T9" fmla="*/ 40 h 127"/>
              <a:gd name="T10" fmla="*/ 109 w 169"/>
              <a:gd name="T11" fmla="*/ 106 h 127"/>
              <a:gd name="T12" fmla="*/ 109 w 169"/>
              <a:gd name="T13" fmla="*/ 38 h 127"/>
              <a:gd name="T14" fmla="*/ 132 w 169"/>
              <a:gd name="T15" fmla="*/ 93 h 127"/>
              <a:gd name="T16" fmla="*/ 159 w 169"/>
              <a:gd name="T17" fmla="*/ 124 h 127"/>
              <a:gd name="T18" fmla="*/ 159 w 169"/>
              <a:gd name="T19" fmla="*/ 17 h 127"/>
              <a:gd name="T20" fmla="*/ 33 w 169"/>
              <a:gd name="T21" fmla="*/ 29 h 127"/>
              <a:gd name="T22" fmla="*/ 33 w 169"/>
              <a:gd name="T23" fmla="*/ 29 h 127"/>
              <a:gd name="T24" fmla="*/ 33 w 169"/>
              <a:gd name="T25" fmla="*/ 29 h 127"/>
              <a:gd name="T26" fmla="*/ 34 w 169"/>
              <a:gd name="T27" fmla="*/ 29 h 127"/>
              <a:gd name="T28" fmla="*/ 34 w 169"/>
              <a:gd name="T29" fmla="*/ 29 h 127"/>
              <a:gd name="T30" fmla="*/ 34 w 169"/>
              <a:gd name="T31" fmla="*/ 29 h 127"/>
              <a:gd name="T32" fmla="*/ 34 w 169"/>
              <a:gd name="T33" fmla="*/ 29 h 127"/>
              <a:gd name="T34" fmla="*/ 34 w 169"/>
              <a:gd name="T35" fmla="*/ 29 h 127"/>
              <a:gd name="T36" fmla="*/ 35 w 169"/>
              <a:gd name="T37" fmla="*/ 29 h 127"/>
              <a:gd name="T38" fmla="*/ 35 w 169"/>
              <a:gd name="T39" fmla="*/ 29 h 127"/>
              <a:gd name="T40" fmla="*/ 35 w 169"/>
              <a:gd name="T41" fmla="*/ 29 h 127"/>
              <a:gd name="T42" fmla="*/ 35 w 169"/>
              <a:gd name="T43" fmla="*/ 29 h 127"/>
              <a:gd name="T44" fmla="*/ 36 w 169"/>
              <a:gd name="T45" fmla="*/ 29 h 127"/>
              <a:gd name="T46" fmla="*/ 36 w 169"/>
              <a:gd name="T47" fmla="*/ 29 h 127"/>
              <a:gd name="T48" fmla="*/ 36 w 169"/>
              <a:gd name="T49" fmla="*/ 30 h 127"/>
              <a:gd name="T50" fmla="*/ 36 w 169"/>
              <a:gd name="T51" fmla="*/ 30 h 127"/>
              <a:gd name="T52" fmla="*/ 36 w 169"/>
              <a:gd name="T53" fmla="*/ 30 h 127"/>
              <a:gd name="T54" fmla="*/ 36 w 169"/>
              <a:gd name="T55" fmla="*/ 30 h 127"/>
              <a:gd name="T56" fmla="*/ 37 w 169"/>
              <a:gd name="T57" fmla="*/ 30 h 127"/>
              <a:gd name="T58" fmla="*/ 37 w 169"/>
              <a:gd name="T59" fmla="*/ 30 h 127"/>
              <a:gd name="T60" fmla="*/ 37 w 169"/>
              <a:gd name="T61" fmla="*/ 30 h 127"/>
              <a:gd name="T62" fmla="*/ 11 w 169"/>
              <a:gd name="T63" fmla="*/ 112 h 127"/>
              <a:gd name="T64" fmla="*/ 9 w 169"/>
              <a:gd name="T65" fmla="*/ 108 h 127"/>
              <a:gd name="T66" fmla="*/ 35 w 169"/>
              <a:gd name="T67" fmla="*/ 33 h 127"/>
              <a:gd name="T68" fmla="*/ 35 w 169"/>
              <a:gd name="T69" fmla="*/ 33 h 127"/>
              <a:gd name="T70" fmla="*/ 34 w 169"/>
              <a:gd name="T71" fmla="*/ 33 h 127"/>
              <a:gd name="T72" fmla="*/ 34 w 169"/>
              <a:gd name="T73" fmla="*/ 33 h 127"/>
              <a:gd name="T74" fmla="*/ 34 w 169"/>
              <a:gd name="T75" fmla="*/ 33 h 127"/>
              <a:gd name="T76" fmla="*/ 34 w 169"/>
              <a:gd name="T77" fmla="*/ 32 h 127"/>
              <a:gd name="T78" fmla="*/ 34 w 169"/>
              <a:gd name="T79" fmla="*/ 32 h 127"/>
              <a:gd name="T80" fmla="*/ 34 w 169"/>
              <a:gd name="T81" fmla="*/ 32 h 127"/>
              <a:gd name="T82" fmla="*/ 34 w 169"/>
              <a:gd name="T83" fmla="*/ 32 h 127"/>
              <a:gd name="T84" fmla="*/ 34 w 169"/>
              <a:gd name="T85" fmla="*/ 32 h 127"/>
              <a:gd name="T86" fmla="*/ 34 w 169"/>
              <a:gd name="T87" fmla="*/ 32 h 127"/>
              <a:gd name="T88" fmla="*/ 34 w 169"/>
              <a:gd name="T89" fmla="*/ 32 h 127"/>
              <a:gd name="T90" fmla="*/ 33 w 169"/>
              <a:gd name="T91" fmla="*/ 32 h 127"/>
              <a:gd name="T92" fmla="*/ 33 w 169"/>
              <a:gd name="T93" fmla="*/ 32 h 127"/>
              <a:gd name="T94" fmla="*/ 33 w 169"/>
              <a:gd name="T95" fmla="*/ 32 h 127"/>
              <a:gd name="T96" fmla="*/ 33 w 169"/>
              <a:gd name="T97" fmla="*/ 32 h 127"/>
              <a:gd name="T98" fmla="*/ 33 w 169"/>
              <a:gd name="T99" fmla="*/ 32 h 127"/>
              <a:gd name="T100" fmla="*/ 33 w 169"/>
              <a:gd name="T101" fmla="*/ 32 h 127"/>
              <a:gd name="T102" fmla="*/ 4 w 169"/>
              <a:gd name="T103" fmla="*/ 106 h 127"/>
              <a:gd name="T104" fmla="*/ 6 w 169"/>
              <a:gd name="T105" fmla="*/ 112 h 127"/>
              <a:gd name="T106" fmla="*/ 2 w 169"/>
              <a:gd name="T107" fmla="*/ 30 h 127"/>
              <a:gd name="T108" fmla="*/ 11 w 169"/>
              <a:gd name="T109" fmla="*/ 17 h 127"/>
              <a:gd name="T110" fmla="*/ 38 w 169"/>
              <a:gd name="T111" fmla="*/ 2 h 127"/>
              <a:gd name="T112" fmla="*/ 69 w 169"/>
              <a:gd name="T113" fmla="*/ 6 h 127"/>
              <a:gd name="T114" fmla="*/ 166 w 169"/>
              <a:gd name="T115" fmla="*/ 124 h 127"/>
              <a:gd name="T116" fmla="*/ 8 w 169"/>
              <a:gd name="T117" fmla="*/ 112 h 127"/>
              <a:gd name="T118" fmla="*/ 65 w 169"/>
              <a:gd name="T119" fmla="*/ 4 h 127"/>
              <a:gd name="T120" fmla="*/ 39 w 169"/>
              <a:gd name="T121" fmla="*/ 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9" h="127">
                <a:moveTo>
                  <a:pt x="109" y="24"/>
                </a:moveTo>
                <a:lnTo>
                  <a:pt x="109" y="24"/>
                </a:lnTo>
                <a:cubicBezTo>
                  <a:pt x="96" y="24"/>
                  <a:pt x="85" y="29"/>
                  <a:pt x="77" y="38"/>
                </a:cubicBezTo>
                <a:cubicBezTo>
                  <a:pt x="68" y="46"/>
                  <a:pt x="63" y="57"/>
                  <a:pt x="63" y="70"/>
                </a:cubicBezTo>
                <a:lnTo>
                  <a:pt x="63" y="70"/>
                </a:lnTo>
                <a:lnTo>
                  <a:pt x="63" y="70"/>
                </a:lnTo>
                <a:cubicBezTo>
                  <a:pt x="63" y="83"/>
                  <a:pt x="68" y="95"/>
                  <a:pt x="77" y="103"/>
                </a:cubicBezTo>
                <a:cubicBezTo>
                  <a:pt x="85" y="111"/>
                  <a:pt x="96" y="116"/>
                  <a:pt x="109" y="116"/>
                </a:cubicBezTo>
                <a:lnTo>
                  <a:pt x="109" y="116"/>
                </a:lnTo>
                <a:lnTo>
                  <a:pt x="109" y="116"/>
                </a:lnTo>
                <a:cubicBezTo>
                  <a:pt x="122" y="116"/>
                  <a:pt x="134" y="111"/>
                  <a:pt x="142" y="103"/>
                </a:cubicBezTo>
                <a:cubicBezTo>
                  <a:pt x="150" y="95"/>
                  <a:pt x="155" y="83"/>
                  <a:pt x="155" y="70"/>
                </a:cubicBezTo>
                <a:lnTo>
                  <a:pt x="155" y="70"/>
                </a:lnTo>
                <a:lnTo>
                  <a:pt x="155" y="70"/>
                </a:lnTo>
                <a:lnTo>
                  <a:pt x="155" y="70"/>
                </a:lnTo>
                <a:cubicBezTo>
                  <a:pt x="155" y="57"/>
                  <a:pt x="150" y="46"/>
                  <a:pt x="142" y="38"/>
                </a:cubicBezTo>
                <a:cubicBezTo>
                  <a:pt x="134" y="29"/>
                  <a:pt x="122" y="24"/>
                  <a:pt x="109" y="24"/>
                </a:cubicBezTo>
                <a:close/>
                <a:moveTo>
                  <a:pt x="109" y="27"/>
                </a:moveTo>
                <a:lnTo>
                  <a:pt x="109" y="27"/>
                </a:lnTo>
                <a:lnTo>
                  <a:pt x="109" y="27"/>
                </a:lnTo>
                <a:cubicBezTo>
                  <a:pt x="97" y="27"/>
                  <a:pt x="87" y="32"/>
                  <a:pt x="79" y="40"/>
                </a:cubicBezTo>
                <a:cubicBezTo>
                  <a:pt x="71" y="48"/>
                  <a:pt x="66" y="58"/>
                  <a:pt x="66" y="70"/>
                </a:cubicBezTo>
                <a:lnTo>
                  <a:pt x="66" y="70"/>
                </a:lnTo>
                <a:lnTo>
                  <a:pt x="66" y="70"/>
                </a:lnTo>
                <a:cubicBezTo>
                  <a:pt x="66" y="82"/>
                  <a:pt x="71" y="93"/>
                  <a:pt x="79" y="100"/>
                </a:cubicBezTo>
                <a:cubicBezTo>
                  <a:pt x="87" y="108"/>
                  <a:pt x="97" y="113"/>
                  <a:pt x="109" y="113"/>
                </a:cubicBezTo>
                <a:cubicBezTo>
                  <a:pt x="121" y="113"/>
                  <a:pt x="132" y="108"/>
                  <a:pt x="139" y="100"/>
                </a:cubicBezTo>
                <a:cubicBezTo>
                  <a:pt x="147" y="93"/>
                  <a:pt x="152" y="82"/>
                  <a:pt x="152" y="70"/>
                </a:cubicBezTo>
                <a:lnTo>
                  <a:pt x="152" y="70"/>
                </a:lnTo>
                <a:cubicBezTo>
                  <a:pt x="152" y="58"/>
                  <a:pt x="147" y="48"/>
                  <a:pt x="140" y="40"/>
                </a:cubicBezTo>
                <a:cubicBezTo>
                  <a:pt x="132" y="32"/>
                  <a:pt x="121" y="27"/>
                  <a:pt x="109" y="27"/>
                </a:cubicBezTo>
                <a:close/>
                <a:moveTo>
                  <a:pt x="84" y="45"/>
                </a:moveTo>
                <a:lnTo>
                  <a:pt x="84" y="45"/>
                </a:lnTo>
                <a:cubicBezTo>
                  <a:pt x="78" y="52"/>
                  <a:pt x="74" y="60"/>
                  <a:pt x="74" y="70"/>
                </a:cubicBezTo>
                <a:cubicBezTo>
                  <a:pt x="74" y="80"/>
                  <a:pt x="78" y="89"/>
                  <a:pt x="84" y="95"/>
                </a:cubicBezTo>
                <a:cubicBezTo>
                  <a:pt x="91" y="102"/>
                  <a:pt x="99" y="106"/>
                  <a:pt x="109" y="106"/>
                </a:cubicBezTo>
                <a:cubicBezTo>
                  <a:pt x="119" y="106"/>
                  <a:pt x="128" y="102"/>
                  <a:pt x="134" y="95"/>
                </a:cubicBezTo>
                <a:cubicBezTo>
                  <a:pt x="141" y="89"/>
                  <a:pt x="145" y="80"/>
                  <a:pt x="145" y="70"/>
                </a:cubicBezTo>
                <a:cubicBezTo>
                  <a:pt x="145" y="60"/>
                  <a:pt x="141" y="52"/>
                  <a:pt x="134" y="45"/>
                </a:cubicBezTo>
                <a:cubicBezTo>
                  <a:pt x="128" y="39"/>
                  <a:pt x="119" y="35"/>
                  <a:pt x="109" y="35"/>
                </a:cubicBezTo>
                <a:cubicBezTo>
                  <a:pt x="99" y="35"/>
                  <a:pt x="91" y="39"/>
                  <a:pt x="84" y="45"/>
                </a:cubicBezTo>
                <a:close/>
                <a:moveTo>
                  <a:pt x="109" y="38"/>
                </a:moveTo>
                <a:lnTo>
                  <a:pt x="109" y="38"/>
                </a:lnTo>
                <a:cubicBezTo>
                  <a:pt x="100" y="38"/>
                  <a:pt x="92" y="42"/>
                  <a:pt x="87" y="48"/>
                </a:cubicBezTo>
                <a:cubicBezTo>
                  <a:pt x="81" y="53"/>
                  <a:pt x="77" y="61"/>
                  <a:pt x="77" y="70"/>
                </a:cubicBezTo>
                <a:cubicBezTo>
                  <a:pt x="77" y="79"/>
                  <a:pt x="81" y="87"/>
                  <a:pt x="87" y="93"/>
                </a:cubicBezTo>
                <a:cubicBezTo>
                  <a:pt x="92" y="99"/>
                  <a:pt x="100" y="102"/>
                  <a:pt x="109" y="102"/>
                </a:cubicBezTo>
                <a:cubicBezTo>
                  <a:pt x="118" y="102"/>
                  <a:pt x="126" y="99"/>
                  <a:pt x="132" y="93"/>
                </a:cubicBezTo>
                <a:cubicBezTo>
                  <a:pt x="138" y="87"/>
                  <a:pt x="141" y="79"/>
                  <a:pt x="141" y="70"/>
                </a:cubicBezTo>
                <a:cubicBezTo>
                  <a:pt x="141" y="61"/>
                  <a:pt x="138" y="53"/>
                  <a:pt x="132" y="48"/>
                </a:cubicBezTo>
                <a:cubicBezTo>
                  <a:pt x="126" y="42"/>
                  <a:pt x="118" y="38"/>
                  <a:pt x="109" y="38"/>
                </a:cubicBezTo>
                <a:close/>
                <a:moveTo>
                  <a:pt x="18" y="124"/>
                </a:moveTo>
                <a:lnTo>
                  <a:pt x="18" y="124"/>
                </a:lnTo>
                <a:lnTo>
                  <a:pt x="159" y="124"/>
                </a:lnTo>
                <a:cubicBezTo>
                  <a:pt x="161" y="124"/>
                  <a:pt x="162" y="123"/>
                  <a:pt x="163" y="121"/>
                </a:cubicBezTo>
                <a:lnTo>
                  <a:pt x="163" y="121"/>
                </a:lnTo>
                <a:cubicBezTo>
                  <a:pt x="165" y="120"/>
                  <a:pt x="166" y="119"/>
                  <a:pt x="166" y="117"/>
                </a:cubicBezTo>
                <a:lnTo>
                  <a:pt x="166" y="24"/>
                </a:lnTo>
                <a:cubicBezTo>
                  <a:pt x="166" y="22"/>
                  <a:pt x="165" y="20"/>
                  <a:pt x="163" y="19"/>
                </a:cubicBezTo>
                <a:cubicBezTo>
                  <a:pt x="162" y="18"/>
                  <a:pt x="161" y="17"/>
                  <a:pt x="159" y="17"/>
                </a:cubicBezTo>
                <a:lnTo>
                  <a:pt x="18" y="17"/>
                </a:lnTo>
                <a:cubicBezTo>
                  <a:pt x="16" y="17"/>
                  <a:pt x="14" y="18"/>
                  <a:pt x="13" y="19"/>
                </a:cubicBezTo>
                <a:lnTo>
                  <a:pt x="13" y="19"/>
                </a:lnTo>
                <a:cubicBezTo>
                  <a:pt x="12" y="20"/>
                  <a:pt x="11" y="22"/>
                  <a:pt x="11" y="24"/>
                </a:cubicBezTo>
                <a:lnTo>
                  <a:pt x="11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3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4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5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29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6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lnTo>
                  <a:pt x="37" y="30"/>
                </a:lnTo>
                <a:cubicBezTo>
                  <a:pt x="37" y="30"/>
                  <a:pt x="37" y="30"/>
                  <a:pt x="37" y="30"/>
                </a:cubicBezTo>
                <a:cubicBezTo>
                  <a:pt x="38" y="32"/>
                  <a:pt x="39" y="33"/>
                  <a:pt x="39" y="35"/>
                </a:cubicBezTo>
                <a:lnTo>
                  <a:pt x="39" y="106"/>
                </a:lnTo>
                <a:cubicBezTo>
                  <a:pt x="39" y="107"/>
                  <a:pt x="38" y="109"/>
                  <a:pt x="37" y="110"/>
                </a:cubicBezTo>
                <a:cubicBezTo>
                  <a:pt x="36" y="111"/>
                  <a:pt x="34" y="112"/>
                  <a:pt x="33" y="112"/>
                </a:cubicBezTo>
                <a:lnTo>
                  <a:pt x="11" y="112"/>
                </a:lnTo>
                <a:lnTo>
                  <a:pt x="11" y="117"/>
                </a:lnTo>
                <a:cubicBezTo>
                  <a:pt x="11" y="119"/>
                  <a:pt x="12" y="120"/>
                  <a:pt x="13" y="121"/>
                </a:cubicBezTo>
                <a:cubicBezTo>
                  <a:pt x="14" y="123"/>
                  <a:pt x="16" y="124"/>
                  <a:pt x="18" y="124"/>
                </a:cubicBezTo>
                <a:close/>
                <a:moveTo>
                  <a:pt x="6" y="108"/>
                </a:moveTo>
                <a:lnTo>
                  <a:pt x="6" y="108"/>
                </a:lnTo>
                <a:lnTo>
                  <a:pt x="9" y="108"/>
                </a:lnTo>
                <a:lnTo>
                  <a:pt x="33" y="108"/>
                </a:lnTo>
                <a:cubicBezTo>
                  <a:pt x="34" y="108"/>
                  <a:pt x="34" y="108"/>
                  <a:pt x="35" y="108"/>
                </a:cubicBezTo>
                <a:cubicBezTo>
                  <a:pt x="35" y="107"/>
                  <a:pt x="35" y="106"/>
                  <a:pt x="35" y="106"/>
                </a:cubicBezTo>
                <a:lnTo>
                  <a:pt x="35" y="35"/>
                </a:lnTo>
                <a:cubicBezTo>
                  <a:pt x="35" y="34"/>
                  <a:pt x="35" y="33"/>
                  <a:pt x="35" y="33"/>
                </a:cubicBez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lnTo>
                  <a:pt x="35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3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33" y="32"/>
                </a:lnTo>
                <a:lnTo>
                  <a:pt x="9" y="32"/>
                </a:lnTo>
                <a:lnTo>
                  <a:pt x="6" y="32"/>
                </a:lnTo>
                <a:cubicBezTo>
                  <a:pt x="6" y="32"/>
                  <a:pt x="5" y="32"/>
                  <a:pt x="5" y="33"/>
                </a:cubicBezTo>
                <a:cubicBezTo>
                  <a:pt x="4" y="33"/>
                  <a:pt x="4" y="34"/>
                  <a:pt x="4" y="35"/>
                </a:cubicBezTo>
                <a:lnTo>
                  <a:pt x="4" y="106"/>
                </a:lnTo>
                <a:cubicBezTo>
                  <a:pt x="4" y="106"/>
                  <a:pt x="4" y="107"/>
                  <a:pt x="4" y="108"/>
                </a:cubicBezTo>
                <a:lnTo>
                  <a:pt x="5" y="108"/>
                </a:lnTo>
                <a:cubicBezTo>
                  <a:pt x="5" y="108"/>
                  <a:pt x="6" y="108"/>
                  <a:pt x="6" y="108"/>
                </a:cubicBezTo>
                <a:close/>
                <a:moveTo>
                  <a:pt x="8" y="112"/>
                </a:moveTo>
                <a:lnTo>
                  <a:pt x="8" y="112"/>
                </a:lnTo>
                <a:lnTo>
                  <a:pt x="6" y="112"/>
                </a:lnTo>
                <a:cubicBezTo>
                  <a:pt x="5" y="112"/>
                  <a:pt x="3" y="111"/>
                  <a:pt x="2" y="110"/>
                </a:cubicBezTo>
                <a:cubicBezTo>
                  <a:pt x="2" y="110"/>
                  <a:pt x="2" y="110"/>
                  <a:pt x="2" y="110"/>
                </a:cubicBezTo>
                <a:cubicBezTo>
                  <a:pt x="1" y="109"/>
                  <a:pt x="0" y="107"/>
                  <a:pt x="0" y="106"/>
                </a:cubicBezTo>
                <a:lnTo>
                  <a:pt x="0" y="35"/>
                </a:lnTo>
                <a:cubicBezTo>
                  <a:pt x="0" y="33"/>
                  <a:pt x="1" y="32"/>
                  <a:pt x="2" y="30"/>
                </a:cubicBezTo>
                <a:lnTo>
                  <a:pt x="2" y="30"/>
                </a:lnTo>
                <a:cubicBezTo>
                  <a:pt x="3" y="29"/>
                  <a:pt x="5" y="29"/>
                  <a:pt x="6" y="29"/>
                </a:cubicBezTo>
                <a:lnTo>
                  <a:pt x="8" y="29"/>
                </a:lnTo>
                <a:lnTo>
                  <a:pt x="8" y="24"/>
                </a:lnTo>
                <a:cubicBezTo>
                  <a:pt x="8" y="21"/>
                  <a:pt x="9" y="18"/>
                  <a:pt x="11" y="17"/>
                </a:cubicBezTo>
                <a:lnTo>
                  <a:pt x="11" y="17"/>
                </a:lnTo>
                <a:lnTo>
                  <a:pt x="11" y="17"/>
                </a:lnTo>
                <a:lnTo>
                  <a:pt x="11" y="16"/>
                </a:lnTo>
                <a:cubicBezTo>
                  <a:pt x="13" y="15"/>
                  <a:pt x="15" y="13"/>
                  <a:pt x="18" y="13"/>
                </a:cubicBezTo>
                <a:lnTo>
                  <a:pt x="36" y="13"/>
                </a:lnTo>
                <a:lnTo>
                  <a:pt x="36" y="6"/>
                </a:lnTo>
                <a:cubicBezTo>
                  <a:pt x="36" y="4"/>
                  <a:pt x="36" y="3"/>
                  <a:pt x="38" y="2"/>
                </a:cubicBezTo>
                <a:lnTo>
                  <a:pt x="38" y="2"/>
                </a:lnTo>
                <a:cubicBezTo>
                  <a:pt x="39" y="1"/>
                  <a:pt x="40" y="0"/>
                  <a:pt x="42" y="0"/>
                </a:cubicBezTo>
                <a:lnTo>
                  <a:pt x="63" y="0"/>
                </a:lnTo>
                <a:cubicBezTo>
                  <a:pt x="64" y="0"/>
                  <a:pt x="66" y="1"/>
                  <a:pt x="67" y="2"/>
                </a:cubicBezTo>
                <a:lnTo>
                  <a:pt x="67" y="2"/>
                </a:lnTo>
                <a:cubicBezTo>
                  <a:pt x="68" y="3"/>
                  <a:pt x="69" y="4"/>
                  <a:pt x="69" y="6"/>
                </a:cubicBezTo>
                <a:lnTo>
                  <a:pt x="69" y="6"/>
                </a:lnTo>
                <a:lnTo>
                  <a:pt x="69" y="13"/>
                </a:lnTo>
                <a:lnTo>
                  <a:pt x="159" y="13"/>
                </a:lnTo>
                <a:cubicBezTo>
                  <a:pt x="161" y="13"/>
                  <a:pt x="164" y="15"/>
                  <a:pt x="166" y="17"/>
                </a:cubicBezTo>
                <a:cubicBezTo>
                  <a:pt x="168" y="18"/>
                  <a:pt x="169" y="21"/>
                  <a:pt x="169" y="24"/>
                </a:cubicBezTo>
                <a:lnTo>
                  <a:pt x="169" y="117"/>
                </a:lnTo>
                <a:cubicBezTo>
                  <a:pt x="169" y="119"/>
                  <a:pt x="168" y="122"/>
                  <a:pt x="166" y="124"/>
                </a:cubicBezTo>
                <a:lnTo>
                  <a:pt x="166" y="124"/>
                </a:lnTo>
                <a:cubicBezTo>
                  <a:pt x="164" y="126"/>
                  <a:pt x="161" y="127"/>
                  <a:pt x="159" y="127"/>
                </a:cubicBezTo>
                <a:lnTo>
                  <a:pt x="18" y="127"/>
                </a:lnTo>
                <a:cubicBezTo>
                  <a:pt x="15" y="127"/>
                  <a:pt x="13" y="126"/>
                  <a:pt x="11" y="124"/>
                </a:cubicBezTo>
                <a:cubicBezTo>
                  <a:pt x="9" y="122"/>
                  <a:pt x="8" y="119"/>
                  <a:pt x="8" y="117"/>
                </a:cubicBezTo>
                <a:lnTo>
                  <a:pt x="8" y="112"/>
                </a:lnTo>
                <a:close/>
                <a:moveTo>
                  <a:pt x="39" y="13"/>
                </a:moveTo>
                <a:lnTo>
                  <a:pt x="39" y="13"/>
                </a:lnTo>
                <a:lnTo>
                  <a:pt x="65" y="13"/>
                </a:lnTo>
                <a:lnTo>
                  <a:pt x="65" y="6"/>
                </a:lnTo>
                <a:lnTo>
                  <a:pt x="65" y="6"/>
                </a:lnTo>
                <a:cubicBezTo>
                  <a:pt x="65" y="5"/>
                  <a:pt x="65" y="5"/>
                  <a:pt x="65" y="4"/>
                </a:cubicBezTo>
                <a:lnTo>
                  <a:pt x="65" y="4"/>
                </a:lnTo>
                <a:cubicBezTo>
                  <a:pt x="64" y="4"/>
                  <a:pt x="63" y="3"/>
                  <a:pt x="63" y="3"/>
                </a:cubicBezTo>
                <a:lnTo>
                  <a:pt x="42" y="3"/>
                </a:lnTo>
                <a:cubicBezTo>
                  <a:pt x="41" y="3"/>
                  <a:pt x="40" y="4"/>
                  <a:pt x="40" y="4"/>
                </a:cubicBezTo>
                <a:lnTo>
                  <a:pt x="40" y="4"/>
                </a:lnTo>
                <a:cubicBezTo>
                  <a:pt x="39" y="5"/>
                  <a:pt x="39" y="5"/>
                  <a:pt x="39" y="6"/>
                </a:cubicBezTo>
                <a:lnTo>
                  <a:pt x="39" y="13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80" name="Freeform 13">
            <a:extLst>
              <a:ext uri="{FF2B5EF4-FFF2-40B4-BE49-F238E27FC236}">
                <a16:creationId xmlns:a16="http://schemas.microsoft.com/office/drawing/2014/main" id="{048F5B4A-A97E-4766-B49D-841BA33CF2B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2992952" y="2993915"/>
            <a:ext cx="219826" cy="206368"/>
          </a:xfrm>
          <a:custGeom>
            <a:avLst/>
            <a:gdLst>
              <a:gd name="T0" fmla="*/ 43 w 145"/>
              <a:gd name="T1" fmla="*/ 113 h 136"/>
              <a:gd name="T2" fmla="*/ 34 w 145"/>
              <a:gd name="T3" fmla="*/ 113 h 136"/>
              <a:gd name="T4" fmla="*/ 34 w 145"/>
              <a:gd name="T5" fmla="*/ 122 h 136"/>
              <a:gd name="T6" fmla="*/ 43 w 145"/>
              <a:gd name="T7" fmla="*/ 122 h 136"/>
              <a:gd name="T8" fmla="*/ 45 w 145"/>
              <a:gd name="T9" fmla="*/ 117 h 136"/>
              <a:gd name="T10" fmla="*/ 65 w 145"/>
              <a:gd name="T11" fmla="*/ 46 h 136"/>
              <a:gd name="T12" fmla="*/ 10 w 145"/>
              <a:gd name="T13" fmla="*/ 46 h 136"/>
              <a:gd name="T14" fmla="*/ 3 w 145"/>
              <a:gd name="T15" fmla="*/ 53 h 136"/>
              <a:gd name="T16" fmla="*/ 5 w 145"/>
              <a:gd name="T17" fmla="*/ 130 h 136"/>
              <a:gd name="T18" fmla="*/ 65 w 145"/>
              <a:gd name="T19" fmla="*/ 132 h 136"/>
              <a:gd name="T20" fmla="*/ 92 w 145"/>
              <a:gd name="T21" fmla="*/ 7 h 136"/>
              <a:gd name="T22" fmla="*/ 95 w 145"/>
              <a:gd name="T23" fmla="*/ 4 h 136"/>
              <a:gd name="T24" fmla="*/ 102 w 145"/>
              <a:gd name="T25" fmla="*/ 3 h 136"/>
              <a:gd name="T26" fmla="*/ 104 w 145"/>
              <a:gd name="T27" fmla="*/ 4 h 136"/>
              <a:gd name="T28" fmla="*/ 107 w 145"/>
              <a:gd name="T29" fmla="*/ 5 h 136"/>
              <a:gd name="T30" fmla="*/ 108 w 145"/>
              <a:gd name="T31" fmla="*/ 11 h 136"/>
              <a:gd name="T32" fmla="*/ 104 w 145"/>
              <a:gd name="T33" fmla="*/ 54 h 136"/>
              <a:gd name="T34" fmla="*/ 104 w 145"/>
              <a:gd name="T35" fmla="*/ 54 h 136"/>
              <a:gd name="T36" fmla="*/ 140 w 145"/>
              <a:gd name="T37" fmla="*/ 56 h 136"/>
              <a:gd name="T38" fmla="*/ 142 w 145"/>
              <a:gd name="T39" fmla="*/ 61 h 136"/>
              <a:gd name="T40" fmla="*/ 131 w 145"/>
              <a:gd name="T41" fmla="*/ 119 h 136"/>
              <a:gd name="T42" fmla="*/ 68 w 145"/>
              <a:gd name="T43" fmla="*/ 129 h 136"/>
              <a:gd name="T44" fmla="*/ 92 w 145"/>
              <a:gd name="T45" fmla="*/ 7 h 136"/>
              <a:gd name="T46" fmla="*/ 68 w 145"/>
              <a:gd name="T47" fmla="*/ 45 h 136"/>
              <a:gd name="T48" fmla="*/ 67 w 145"/>
              <a:gd name="T49" fmla="*/ 43 h 136"/>
              <a:gd name="T50" fmla="*/ 3 w 145"/>
              <a:gd name="T51" fmla="*/ 46 h 136"/>
              <a:gd name="T52" fmla="*/ 0 w 145"/>
              <a:gd name="T53" fmla="*/ 125 h 136"/>
              <a:gd name="T54" fmla="*/ 10 w 145"/>
              <a:gd name="T55" fmla="*/ 136 h 136"/>
              <a:gd name="T56" fmla="*/ 68 w 145"/>
              <a:gd name="T57" fmla="*/ 134 h 136"/>
              <a:gd name="T58" fmla="*/ 107 w 145"/>
              <a:gd name="T59" fmla="*/ 132 h 136"/>
              <a:gd name="T60" fmla="*/ 145 w 145"/>
              <a:gd name="T61" fmla="*/ 94 h 136"/>
              <a:gd name="T62" fmla="*/ 142 w 145"/>
              <a:gd name="T63" fmla="*/ 53 h 136"/>
              <a:gd name="T64" fmla="*/ 142 w 145"/>
              <a:gd name="T65" fmla="*/ 53 h 136"/>
              <a:gd name="T66" fmla="*/ 135 w 145"/>
              <a:gd name="T67" fmla="*/ 50 h 136"/>
              <a:gd name="T68" fmla="*/ 112 w 145"/>
              <a:gd name="T69" fmla="*/ 11 h 136"/>
              <a:gd name="T70" fmla="*/ 109 w 145"/>
              <a:gd name="T71" fmla="*/ 3 h 136"/>
              <a:gd name="T72" fmla="*/ 106 w 145"/>
              <a:gd name="T73" fmla="*/ 0 h 136"/>
              <a:gd name="T74" fmla="*/ 98 w 145"/>
              <a:gd name="T75" fmla="*/ 0 h 136"/>
              <a:gd name="T76" fmla="*/ 89 w 145"/>
              <a:gd name="T77" fmla="*/ 5 h 136"/>
              <a:gd name="T78" fmla="*/ 38 w 145"/>
              <a:gd name="T79" fmla="*/ 108 h 136"/>
              <a:gd name="T80" fmla="*/ 45 w 145"/>
              <a:gd name="T81" fmla="*/ 110 h 136"/>
              <a:gd name="T82" fmla="*/ 45 w 145"/>
              <a:gd name="T83" fmla="*/ 124 h 136"/>
              <a:gd name="T84" fmla="*/ 38 w 145"/>
              <a:gd name="T85" fmla="*/ 127 h 136"/>
              <a:gd name="T86" fmla="*/ 28 w 145"/>
              <a:gd name="T87" fmla="*/ 117 h 136"/>
              <a:gd name="T88" fmla="*/ 38 w 145"/>
              <a:gd name="T89" fmla="*/ 108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45" h="136">
                <a:moveTo>
                  <a:pt x="43" y="113"/>
                </a:moveTo>
                <a:lnTo>
                  <a:pt x="43" y="113"/>
                </a:lnTo>
                <a:cubicBezTo>
                  <a:pt x="42" y="112"/>
                  <a:pt x="40" y="111"/>
                  <a:pt x="38" y="111"/>
                </a:cubicBezTo>
                <a:cubicBezTo>
                  <a:pt x="36" y="111"/>
                  <a:pt x="35" y="112"/>
                  <a:pt x="34" y="113"/>
                </a:cubicBezTo>
                <a:cubicBezTo>
                  <a:pt x="33" y="114"/>
                  <a:pt x="32" y="116"/>
                  <a:pt x="32" y="117"/>
                </a:cubicBezTo>
                <a:cubicBezTo>
                  <a:pt x="32" y="119"/>
                  <a:pt x="33" y="121"/>
                  <a:pt x="34" y="122"/>
                </a:cubicBezTo>
                <a:cubicBezTo>
                  <a:pt x="35" y="123"/>
                  <a:pt x="36" y="124"/>
                  <a:pt x="38" y="124"/>
                </a:cubicBezTo>
                <a:cubicBezTo>
                  <a:pt x="40" y="124"/>
                  <a:pt x="42" y="123"/>
                  <a:pt x="43" y="122"/>
                </a:cubicBezTo>
                <a:lnTo>
                  <a:pt x="43" y="122"/>
                </a:lnTo>
                <a:cubicBezTo>
                  <a:pt x="44" y="121"/>
                  <a:pt x="45" y="119"/>
                  <a:pt x="45" y="117"/>
                </a:cubicBezTo>
                <a:cubicBezTo>
                  <a:pt x="45" y="116"/>
                  <a:pt x="44" y="114"/>
                  <a:pt x="43" y="113"/>
                </a:cubicBezTo>
                <a:close/>
                <a:moveTo>
                  <a:pt x="65" y="46"/>
                </a:moveTo>
                <a:lnTo>
                  <a:pt x="65" y="46"/>
                </a:lnTo>
                <a:lnTo>
                  <a:pt x="10" y="46"/>
                </a:lnTo>
                <a:cubicBezTo>
                  <a:pt x="8" y="46"/>
                  <a:pt x="6" y="47"/>
                  <a:pt x="5" y="48"/>
                </a:cubicBezTo>
                <a:cubicBezTo>
                  <a:pt x="4" y="50"/>
                  <a:pt x="3" y="51"/>
                  <a:pt x="3" y="53"/>
                </a:cubicBezTo>
                <a:lnTo>
                  <a:pt x="3" y="125"/>
                </a:lnTo>
                <a:cubicBezTo>
                  <a:pt x="3" y="127"/>
                  <a:pt x="4" y="129"/>
                  <a:pt x="5" y="130"/>
                </a:cubicBezTo>
                <a:cubicBezTo>
                  <a:pt x="6" y="131"/>
                  <a:pt x="8" y="132"/>
                  <a:pt x="10" y="132"/>
                </a:cubicBezTo>
                <a:lnTo>
                  <a:pt x="65" y="132"/>
                </a:lnTo>
                <a:lnTo>
                  <a:pt x="65" y="46"/>
                </a:lnTo>
                <a:close/>
                <a:moveTo>
                  <a:pt x="92" y="7"/>
                </a:moveTo>
                <a:lnTo>
                  <a:pt x="92" y="7"/>
                </a:lnTo>
                <a:cubicBezTo>
                  <a:pt x="93" y="6"/>
                  <a:pt x="93" y="5"/>
                  <a:pt x="95" y="4"/>
                </a:cubicBezTo>
                <a:cubicBezTo>
                  <a:pt x="96" y="3"/>
                  <a:pt x="97" y="3"/>
                  <a:pt x="98" y="3"/>
                </a:cubicBezTo>
                <a:lnTo>
                  <a:pt x="102" y="3"/>
                </a:lnTo>
                <a:cubicBezTo>
                  <a:pt x="103" y="3"/>
                  <a:pt x="104" y="3"/>
                  <a:pt x="104" y="4"/>
                </a:cubicBezTo>
                <a:lnTo>
                  <a:pt x="104" y="4"/>
                </a:lnTo>
                <a:lnTo>
                  <a:pt x="104" y="4"/>
                </a:lnTo>
                <a:cubicBezTo>
                  <a:pt x="105" y="4"/>
                  <a:pt x="106" y="5"/>
                  <a:pt x="107" y="5"/>
                </a:cubicBezTo>
                <a:cubicBezTo>
                  <a:pt x="107" y="6"/>
                  <a:pt x="108" y="7"/>
                  <a:pt x="108" y="8"/>
                </a:cubicBezTo>
                <a:cubicBezTo>
                  <a:pt x="108" y="9"/>
                  <a:pt x="109" y="10"/>
                  <a:pt x="108" y="11"/>
                </a:cubicBezTo>
                <a:lnTo>
                  <a:pt x="103" y="52"/>
                </a:lnTo>
                <a:cubicBezTo>
                  <a:pt x="103" y="53"/>
                  <a:pt x="103" y="53"/>
                  <a:pt x="104" y="54"/>
                </a:cubicBezTo>
                <a:cubicBezTo>
                  <a:pt x="104" y="54"/>
                  <a:pt x="104" y="54"/>
                  <a:pt x="104" y="54"/>
                </a:cubicBezTo>
                <a:lnTo>
                  <a:pt x="104" y="54"/>
                </a:lnTo>
                <a:lnTo>
                  <a:pt x="135" y="54"/>
                </a:lnTo>
                <a:cubicBezTo>
                  <a:pt x="137" y="54"/>
                  <a:pt x="138" y="54"/>
                  <a:pt x="140" y="56"/>
                </a:cubicBezTo>
                <a:lnTo>
                  <a:pt x="140" y="56"/>
                </a:lnTo>
                <a:cubicBezTo>
                  <a:pt x="141" y="57"/>
                  <a:pt x="142" y="59"/>
                  <a:pt x="142" y="61"/>
                </a:cubicBezTo>
                <a:lnTo>
                  <a:pt x="142" y="94"/>
                </a:lnTo>
                <a:cubicBezTo>
                  <a:pt x="142" y="104"/>
                  <a:pt x="138" y="113"/>
                  <a:pt x="131" y="119"/>
                </a:cubicBezTo>
                <a:cubicBezTo>
                  <a:pt x="125" y="125"/>
                  <a:pt x="117" y="129"/>
                  <a:pt x="107" y="129"/>
                </a:cubicBezTo>
                <a:lnTo>
                  <a:pt x="68" y="129"/>
                </a:lnTo>
                <a:lnTo>
                  <a:pt x="68" y="52"/>
                </a:lnTo>
                <a:lnTo>
                  <a:pt x="92" y="7"/>
                </a:lnTo>
                <a:close/>
                <a:moveTo>
                  <a:pt x="68" y="45"/>
                </a:moveTo>
                <a:lnTo>
                  <a:pt x="68" y="45"/>
                </a:lnTo>
                <a:lnTo>
                  <a:pt x="68" y="45"/>
                </a:lnTo>
                <a:cubicBezTo>
                  <a:pt x="68" y="44"/>
                  <a:pt x="68" y="43"/>
                  <a:pt x="67" y="43"/>
                </a:cubicBezTo>
                <a:lnTo>
                  <a:pt x="10" y="43"/>
                </a:lnTo>
                <a:cubicBezTo>
                  <a:pt x="7" y="43"/>
                  <a:pt x="5" y="44"/>
                  <a:pt x="3" y="46"/>
                </a:cubicBezTo>
                <a:cubicBezTo>
                  <a:pt x="1" y="48"/>
                  <a:pt x="0" y="50"/>
                  <a:pt x="0" y="53"/>
                </a:cubicBezTo>
                <a:lnTo>
                  <a:pt x="0" y="125"/>
                </a:lnTo>
                <a:cubicBezTo>
                  <a:pt x="0" y="128"/>
                  <a:pt x="1" y="131"/>
                  <a:pt x="3" y="133"/>
                </a:cubicBezTo>
                <a:cubicBezTo>
                  <a:pt x="5" y="135"/>
                  <a:pt x="7" y="136"/>
                  <a:pt x="10" y="136"/>
                </a:cubicBezTo>
                <a:lnTo>
                  <a:pt x="67" y="136"/>
                </a:lnTo>
                <a:cubicBezTo>
                  <a:pt x="68" y="136"/>
                  <a:pt x="68" y="135"/>
                  <a:pt x="68" y="134"/>
                </a:cubicBezTo>
                <a:lnTo>
                  <a:pt x="68" y="132"/>
                </a:lnTo>
                <a:lnTo>
                  <a:pt x="107" y="132"/>
                </a:lnTo>
                <a:cubicBezTo>
                  <a:pt x="117" y="132"/>
                  <a:pt x="127" y="128"/>
                  <a:pt x="134" y="121"/>
                </a:cubicBezTo>
                <a:cubicBezTo>
                  <a:pt x="141" y="114"/>
                  <a:pt x="145" y="105"/>
                  <a:pt x="145" y="94"/>
                </a:cubicBezTo>
                <a:lnTo>
                  <a:pt x="145" y="61"/>
                </a:lnTo>
                <a:cubicBezTo>
                  <a:pt x="145" y="58"/>
                  <a:pt x="144" y="55"/>
                  <a:pt x="142" y="53"/>
                </a:cubicBezTo>
                <a:lnTo>
                  <a:pt x="142" y="53"/>
                </a:lnTo>
                <a:lnTo>
                  <a:pt x="142" y="53"/>
                </a:lnTo>
                <a:lnTo>
                  <a:pt x="142" y="53"/>
                </a:lnTo>
                <a:cubicBezTo>
                  <a:pt x="140" y="51"/>
                  <a:pt x="138" y="50"/>
                  <a:pt x="135" y="50"/>
                </a:cubicBezTo>
                <a:lnTo>
                  <a:pt x="106" y="50"/>
                </a:lnTo>
                <a:lnTo>
                  <a:pt x="112" y="11"/>
                </a:lnTo>
                <a:cubicBezTo>
                  <a:pt x="112" y="10"/>
                  <a:pt x="112" y="8"/>
                  <a:pt x="111" y="7"/>
                </a:cubicBezTo>
                <a:cubicBezTo>
                  <a:pt x="111" y="6"/>
                  <a:pt x="110" y="4"/>
                  <a:pt x="109" y="3"/>
                </a:cubicBezTo>
                <a:cubicBezTo>
                  <a:pt x="108" y="2"/>
                  <a:pt x="107" y="1"/>
                  <a:pt x="106" y="0"/>
                </a:cubicBezTo>
                <a:lnTo>
                  <a:pt x="106" y="0"/>
                </a:lnTo>
                <a:cubicBezTo>
                  <a:pt x="105" y="0"/>
                  <a:pt x="103" y="0"/>
                  <a:pt x="102" y="0"/>
                </a:cubicBezTo>
                <a:lnTo>
                  <a:pt x="98" y="0"/>
                </a:lnTo>
                <a:cubicBezTo>
                  <a:pt x="96" y="0"/>
                  <a:pt x="94" y="0"/>
                  <a:pt x="93" y="1"/>
                </a:cubicBezTo>
                <a:cubicBezTo>
                  <a:pt x="91" y="2"/>
                  <a:pt x="90" y="3"/>
                  <a:pt x="89" y="5"/>
                </a:cubicBezTo>
                <a:lnTo>
                  <a:pt x="68" y="45"/>
                </a:lnTo>
                <a:close/>
                <a:moveTo>
                  <a:pt x="38" y="108"/>
                </a:moveTo>
                <a:lnTo>
                  <a:pt x="38" y="108"/>
                </a:lnTo>
                <a:cubicBezTo>
                  <a:pt x="41" y="108"/>
                  <a:pt x="43" y="109"/>
                  <a:pt x="45" y="110"/>
                </a:cubicBezTo>
                <a:cubicBezTo>
                  <a:pt x="47" y="112"/>
                  <a:pt x="48" y="115"/>
                  <a:pt x="48" y="117"/>
                </a:cubicBezTo>
                <a:cubicBezTo>
                  <a:pt x="48" y="120"/>
                  <a:pt x="47" y="123"/>
                  <a:pt x="45" y="124"/>
                </a:cubicBezTo>
                <a:lnTo>
                  <a:pt x="45" y="125"/>
                </a:lnTo>
                <a:cubicBezTo>
                  <a:pt x="43" y="126"/>
                  <a:pt x="41" y="127"/>
                  <a:pt x="38" y="127"/>
                </a:cubicBezTo>
                <a:cubicBezTo>
                  <a:pt x="36" y="127"/>
                  <a:pt x="33" y="126"/>
                  <a:pt x="31" y="124"/>
                </a:cubicBezTo>
                <a:cubicBezTo>
                  <a:pt x="29" y="123"/>
                  <a:pt x="28" y="120"/>
                  <a:pt x="28" y="117"/>
                </a:cubicBezTo>
                <a:cubicBezTo>
                  <a:pt x="28" y="115"/>
                  <a:pt x="29" y="112"/>
                  <a:pt x="31" y="110"/>
                </a:cubicBezTo>
                <a:cubicBezTo>
                  <a:pt x="33" y="109"/>
                  <a:pt x="36" y="108"/>
                  <a:pt x="38" y="10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sp>
        <p:nvSpPr>
          <p:cNvPr id="81" name="Freeform 7">
            <a:extLst>
              <a:ext uri="{FF2B5EF4-FFF2-40B4-BE49-F238E27FC236}">
                <a16:creationId xmlns:a16="http://schemas.microsoft.com/office/drawing/2014/main" id="{EC4F2D41-D07F-4B09-B176-67FA74EE8AB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2615514" y="2993374"/>
            <a:ext cx="207863" cy="207863"/>
          </a:xfrm>
          <a:custGeom>
            <a:avLst/>
            <a:gdLst>
              <a:gd name="T0" fmla="*/ 98 w 137"/>
              <a:gd name="T1" fmla="*/ 130 h 137"/>
              <a:gd name="T2" fmla="*/ 117 w 137"/>
              <a:gd name="T3" fmla="*/ 117 h 137"/>
              <a:gd name="T4" fmla="*/ 135 w 137"/>
              <a:gd name="T5" fmla="*/ 82 h 137"/>
              <a:gd name="T6" fmla="*/ 131 w 137"/>
              <a:gd name="T7" fmla="*/ 42 h 137"/>
              <a:gd name="T8" fmla="*/ 117 w 137"/>
              <a:gd name="T9" fmla="*/ 20 h 137"/>
              <a:gd name="T10" fmla="*/ 94 w 137"/>
              <a:gd name="T11" fmla="*/ 6 h 137"/>
              <a:gd name="T12" fmla="*/ 68 w 137"/>
              <a:gd name="T13" fmla="*/ 0 h 137"/>
              <a:gd name="T14" fmla="*/ 42 w 137"/>
              <a:gd name="T15" fmla="*/ 6 h 137"/>
              <a:gd name="T16" fmla="*/ 20 w 137"/>
              <a:gd name="T17" fmla="*/ 20 h 137"/>
              <a:gd name="T18" fmla="*/ 5 w 137"/>
              <a:gd name="T19" fmla="*/ 42 h 137"/>
              <a:gd name="T20" fmla="*/ 0 w 137"/>
              <a:gd name="T21" fmla="*/ 69 h 137"/>
              <a:gd name="T22" fmla="*/ 12 w 137"/>
              <a:gd name="T23" fmla="*/ 106 h 137"/>
              <a:gd name="T24" fmla="*/ 42 w 137"/>
              <a:gd name="T25" fmla="*/ 132 h 137"/>
              <a:gd name="T26" fmla="*/ 82 w 137"/>
              <a:gd name="T27" fmla="*/ 136 h 137"/>
              <a:gd name="T28" fmla="*/ 94 w 137"/>
              <a:gd name="T29" fmla="*/ 132 h 137"/>
              <a:gd name="T30" fmla="*/ 98 w 137"/>
              <a:gd name="T31" fmla="*/ 131 h 137"/>
              <a:gd name="T32" fmla="*/ 98 w 137"/>
              <a:gd name="T33" fmla="*/ 115 h 137"/>
              <a:gd name="T34" fmla="*/ 80 w 137"/>
              <a:gd name="T35" fmla="*/ 86 h 137"/>
              <a:gd name="T36" fmla="*/ 115 w 137"/>
              <a:gd name="T37" fmla="*/ 75 h 137"/>
              <a:gd name="T38" fmla="*/ 115 w 137"/>
              <a:gd name="T39" fmla="*/ 69 h 137"/>
              <a:gd name="T40" fmla="*/ 93 w 137"/>
              <a:gd name="T41" fmla="*/ 63 h 137"/>
              <a:gd name="T42" fmla="*/ 81 w 137"/>
              <a:gd name="T43" fmla="*/ 68 h 137"/>
              <a:gd name="T44" fmla="*/ 89 w 137"/>
              <a:gd name="T45" fmla="*/ 46 h 137"/>
              <a:gd name="T46" fmla="*/ 99 w 137"/>
              <a:gd name="T47" fmla="*/ 34 h 137"/>
              <a:gd name="T48" fmla="*/ 122 w 137"/>
              <a:gd name="T49" fmla="*/ 33 h 137"/>
              <a:gd name="T50" fmla="*/ 132 w 137"/>
              <a:gd name="T51" fmla="*/ 56 h 137"/>
              <a:gd name="T52" fmla="*/ 128 w 137"/>
              <a:gd name="T53" fmla="*/ 93 h 137"/>
              <a:gd name="T54" fmla="*/ 114 w 137"/>
              <a:gd name="T55" fmla="*/ 114 h 137"/>
              <a:gd name="T56" fmla="*/ 69 w 137"/>
              <a:gd name="T57" fmla="*/ 4 h 137"/>
              <a:gd name="T58" fmla="*/ 56 w 137"/>
              <a:gd name="T59" fmla="*/ 5 h 137"/>
              <a:gd name="T60" fmla="*/ 22 w 137"/>
              <a:gd name="T61" fmla="*/ 23 h 137"/>
              <a:gd name="T62" fmla="*/ 8 w 137"/>
              <a:gd name="T63" fmla="*/ 44 h 137"/>
              <a:gd name="T64" fmla="*/ 5 w 137"/>
              <a:gd name="T65" fmla="*/ 56 h 137"/>
              <a:gd name="T66" fmla="*/ 8 w 137"/>
              <a:gd name="T67" fmla="*/ 93 h 137"/>
              <a:gd name="T68" fmla="*/ 33 w 137"/>
              <a:gd name="T69" fmla="*/ 97 h 137"/>
              <a:gd name="T70" fmla="*/ 15 w 137"/>
              <a:gd name="T71" fmla="*/ 64 h 137"/>
              <a:gd name="T72" fmla="*/ 48 w 137"/>
              <a:gd name="T73" fmla="*/ 37 h 137"/>
              <a:gd name="T74" fmla="*/ 62 w 137"/>
              <a:gd name="T75" fmla="*/ 14 h 137"/>
              <a:gd name="T76" fmla="*/ 64 w 137"/>
              <a:gd name="T77" fmla="*/ 22 h 137"/>
              <a:gd name="T78" fmla="*/ 69 w 137"/>
              <a:gd name="T79" fmla="*/ 4 h 137"/>
              <a:gd name="T80" fmla="*/ 104 w 137"/>
              <a:gd name="T81" fmla="*/ 15 h 137"/>
              <a:gd name="T82" fmla="*/ 81 w 137"/>
              <a:gd name="T83" fmla="*/ 5 h 137"/>
              <a:gd name="T84" fmla="*/ 71 w 137"/>
              <a:gd name="T85" fmla="*/ 21 h 137"/>
              <a:gd name="T86" fmla="*/ 63 w 137"/>
              <a:gd name="T87" fmla="*/ 26 h 137"/>
              <a:gd name="T88" fmla="*/ 60 w 137"/>
              <a:gd name="T89" fmla="*/ 17 h 137"/>
              <a:gd name="T90" fmla="*/ 49 w 137"/>
              <a:gd name="T91" fmla="*/ 40 h 137"/>
              <a:gd name="T92" fmla="*/ 25 w 137"/>
              <a:gd name="T93" fmla="*/ 68 h 137"/>
              <a:gd name="T94" fmla="*/ 36 w 137"/>
              <a:gd name="T95" fmla="*/ 99 h 137"/>
              <a:gd name="T96" fmla="*/ 32 w 137"/>
              <a:gd name="T97" fmla="*/ 123 h 137"/>
              <a:gd name="T98" fmla="*/ 68 w 137"/>
              <a:gd name="T99" fmla="*/ 133 h 137"/>
              <a:gd name="T100" fmla="*/ 95 w 137"/>
              <a:gd name="T101" fmla="*/ 128 h 137"/>
              <a:gd name="T102" fmla="*/ 69 w 137"/>
              <a:gd name="T103" fmla="*/ 103 h 137"/>
              <a:gd name="T104" fmla="*/ 78 w 137"/>
              <a:gd name="T105" fmla="*/ 83 h 137"/>
              <a:gd name="T106" fmla="*/ 95 w 137"/>
              <a:gd name="T107" fmla="*/ 78 h 137"/>
              <a:gd name="T108" fmla="*/ 103 w 137"/>
              <a:gd name="T109" fmla="*/ 72 h 137"/>
              <a:gd name="T110" fmla="*/ 92 w 137"/>
              <a:gd name="T111" fmla="*/ 72 h 137"/>
              <a:gd name="T112" fmla="*/ 76 w 137"/>
              <a:gd name="T113" fmla="*/ 70 h 137"/>
              <a:gd name="T114" fmla="*/ 86 w 137"/>
              <a:gd name="T115" fmla="*/ 45 h 137"/>
              <a:gd name="T116" fmla="*/ 94 w 137"/>
              <a:gd name="T117" fmla="*/ 25 h 137"/>
              <a:gd name="T118" fmla="*/ 116 w 137"/>
              <a:gd name="T119" fmla="*/ 24 h 137"/>
              <a:gd name="T120" fmla="*/ 15 w 137"/>
              <a:gd name="T121" fmla="*/ 64 h 137"/>
              <a:gd name="T122" fmla="*/ 15 w 137"/>
              <a:gd name="T123" fmla="*/ 64 h 137"/>
              <a:gd name="T124" fmla="*/ 98 w 137"/>
              <a:gd name="T125" fmla="*/ 25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37" h="137">
                <a:moveTo>
                  <a:pt x="98" y="131"/>
                </a:moveTo>
                <a:lnTo>
                  <a:pt x="98" y="131"/>
                </a:lnTo>
                <a:lnTo>
                  <a:pt x="98" y="130"/>
                </a:lnTo>
                <a:cubicBezTo>
                  <a:pt x="101" y="129"/>
                  <a:pt x="104" y="127"/>
                  <a:pt x="106" y="125"/>
                </a:cubicBezTo>
                <a:cubicBezTo>
                  <a:pt x="110" y="123"/>
                  <a:pt x="113" y="120"/>
                  <a:pt x="117" y="117"/>
                </a:cubicBezTo>
                <a:lnTo>
                  <a:pt x="117" y="117"/>
                </a:lnTo>
                <a:cubicBezTo>
                  <a:pt x="120" y="114"/>
                  <a:pt x="123" y="110"/>
                  <a:pt x="125" y="106"/>
                </a:cubicBezTo>
                <a:cubicBezTo>
                  <a:pt x="128" y="103"/>
                  <a:pt x="130" y="99"/>
                  <a:pt x="131" y="95"/>
                </a:cubicBezTo>
                <a:cubicBezTo>
                  <a:pt x="133" y="91"/>
                  <a:pt x="134" y="86"/>
                  <a:pt x="135" y="82"/>
                </a:cubicBezTo>
                <a:cubicBezTo>
                  <a:pt x="136" y="78"/>
                  <a:pt x="137" y="73"/>
                  <a:pt x="137" y="69"/>
                </a:cubicBezTo>
                <a:cubicBezTo>
                  <a:pt x="137" y="64"/>
                  <a:pt x="136" y="60"/>
                  <a:pt x="135" y="55"/>
                </a:cubicBezTo>
                <a:cubicBezTo>
                  <a:pt x="134" y="51"/>
                  <a:pt x="133" y="47"/>
                  <a:pt x="131" y="42"/>
                </a:cubicBezTo>
                <a:lnTo>
                  <a:pt x="131" y="42"/>
                </a:lnTo>
                <a:cubicBezTo>
                  <a:pt x="130" y="38"/>
                  <a:pt x="128" y="34"/>
                  <a:pt x="125" y="31"/>
                </a:cubicBezTo>
                <a:cubicBezTo>
                  <a:pt x="123" y="27"/>
                  <a:pt x="120" y="24"/>
                  <a:pt x="117" y="20"/>
                </a:cubicBezTo>
                <a:lnTo>
                  <a:pt x="117" y="20"/>
                </a:lnTo>
                <a:cubicBezTo>
                  <a:pt x="113" y="17"/>
                  <a:pt x="110" y="14"/>
                  <a:pt x="106" y="12"/>
                </a:cubicBezTo>
                <a:cubicBezTo>
                  <a:pt x="103" y="9"/>
                  <a:pt x="99" y="7"/>
                  <a:pt x="94" y="6"/>
                </a:cubicBezTo>
                <a:lnTo>
                  <a:pt x="94" y="5"/>
                </a:lnTo>
                <a:cubicBezTo>
                  <a:pt x="90" y="4"/>
                  <a:pt x="86" y="3"/>
                  <a:pt x="82" y="2"/>
                </a:cubicBezTo>
                <a:cubicBezTo>
                  <a:pt x="77" y="1"/>
                  <a:pt x="73" y="0"/>
                  <a:pt x="68" y="0"/>
                </a:cubicBezTo>
                <a:cubicBezTo>
                  <a:pt x="64" y="0"/>
                  <a:pt x="59" y="1"/>
                  <a:pt x="55" y="2"/>
                </a:cubicBezTo>
                <a:cubicBezTo>
                  <a:pt x="51" y="3"/>
                  <a:pt x="46" y="4"/>
                  <a:pt x="42" y="6"/>
                </a:cubicBezTo>
                <a:lnTo>
                  <a:pt x="42" y="6"/>
                </a:lnTo>
                <a:lnTo>
                  <a:pt x="42" y="6"/>
                </a:lnTo>
                <a:cubicBezTo>
                  <a:pt x="38" y="7"/>
                  <a:pt x="34" y="9"/>
                  <a:pt x="30" y="12"/>
                </a:cubicBezTo>
                <a:cubicBezTo>
                  <a:pt x="27" y="14"/>
                  <a:pt x="23" y="17"/>
                  <a:pt x="20" y="20"/>
                </a:cubicBezTo>
                <a:lnTo>
                  <a:pt x="20" y="20"/>
                </a:lnTo>
                <a:cubicBezTo>
                  <a:pt x="17" y="23"/>
                  <a:pt x="14" y="27"/>
                  <a:pt x="12" y="31"/>
                </a:cubicBezTo>
                <a:cubicBezTo>
                  <a:pt x="9" y="34"/>
                  <a:pt x="7" y="38"/>
                  <a:pt x="5" y="42"/>
                </a:cubicBezTo>
                <a:lnTo>
                  <a:pt x="5" y="42"/>
                </a:lnTo>
                <a:cubicBezTo>
                  <a:pt x="4" y="47"/>
                  <a:pt x="2" y="51"/>
                  <a:pt x="1" y="55"/>
                </a:cubicBezTo>
                <a:cubicBezTo>
                  <a:pt x="1" y="60"/>
                  <a:pt x="0" y="64"/>
                  <a:pt x="0" y="69"/>
                </a:cubicBezTo>
                <a:cubicBezTo>
                  <a:pt x="0" y="73"/>
                  <a:pt x="1" y="78"/>
                  <a:pt x="1" y="82"/>
                </a:cubicBezTo>
                <a:cubicBezTo>
                  <a:pt x="2" y="86"/>
                  <a:pt x="4" y="91"/>
                  <a:pt x="5" y="95"/>
                </a:cubicBezTo>
                <a:cubicBezTo>
                  <a:pt x="7" y="99"/>
                  <a:pt x="9" y="103"/>
                  <a:pt x="12" y="106"/>
                </a:cubicBezTo>
                <a:cubicBezTo>
                  <a:pt x="14" y="110"/>
                  <a:pt x="17" y="114"/>
                  <a:pt x="20" y="117"/>
                </a:cubicBezTo>
                <a:cubicBezTo>
                  <a:pt x="23" y="120"/>
                  <a:pt x="27" y="123"/>
                  <a:pt x="30" y="125"/>
                </a:cubicBezTo>
                <a:cubicBezTo>
                  <a:pt x="34" y="128"/>
                  <a:pt x="38" y="130"/>
                  <a:pt x="42" y="132"/>
                </a:cubicBezTo>
                <a:cubicBezTo>
                  <a:pt x="46" y="133"/>
                  <a:pt x="51" y="135"/>
                  <a:pt x="55" y="136"/>
                </a:cubicBezTo>
                <a:cubicBezTo>
                  <a:pt x="59" y="136"/>
                  <a:pt x="64" y="137"/>
                  <a:pt x="68" y="137"/>
                </a:cubicBezTo>
                <a:cubicBezTo>
                  <a:pt x="73" y="137"/>
                  <a:pt x="77" y="136"/>
                  <a:pt x="82" y="136"/>
                </a:cubicBezTo>
                <a:cubicBezTo>
                  <a:pt x="86" y="135"/>
                  <a:pt x="90" y="133"/>
                  <a:pt x="94" y="132"/>
                </a:cubicBezTo>
                <a:lnTo>
                  <a:pt x="94" y="132"/>
                </a:lnTo>
                <a:lnTo>
                  <a:pt x="94" y="132"/>
                </a:lnTo>
                <a:lnTo>
                  <a:pt x="95" y="131"/>
                </a:lnTo>
                <a:cubicBezTo>
                  <a:pt x="95" y="132"/>
                  <a:pt x="96" y="133"/>
                  <a:pt x="96" y="133"/>
                </a:cubicBezTo>
                <a:cubicBezTo>
                  <a:pt x="97" y="133"/>
                  <a:pt x="98" y="132"/>
                  <a:pt x="98" y="131"/>
                </a:cubicBezTo>
                <a:close/>
                <a:moveTo>
                  <a:pt x="98" y="126"/>
                </a:moveTo>
                <a:lnTo>
                  <a:pt x="98" y="126"/>
                </a:lnTo>
                <a:lnTo>
                  <a:pt x="98" y="115"/>
                </a:lnTo>
                <a:cubicBezTo>
                  <a:pt x="98" y="115"/>
                  <a:pt x="98" y="114"/>
                  <a:pt x="97" y="114"/>
                </a:cubicBezTo>
                <a:lnTo>
                  <a:pt x="73" y="103"/>
                </a:lnTo>
                <a:lnTo>
                  <a:pt x="80" y="86"/>
                </a:lnTo>
                <a:lnTo>
                  <a:pt x="95" y="81"/>
                </a:lnTo>
                <a:lnTo>
                  <a:pt x="96" y="81"/>
                </a:lnTo>
                <a:lnTo>
                  <a:pt x="115" y="75"/>
                </a:lnTo>
                <a:cubicBezTo>
                  <a:pt x="116" y="75"/>
                  <a:pt x="117" y="74"/>
                  <a:pt x="117" y="73"/>
                </a:cubicBezTo>
                <a:lnTo>
                  <a:pt x="116" y="70"/>
                </a:lnTo>
                <a:cubicBezTo>
                  <a:pt x="116" y="69"/>
                  <a:pt x="115" y="69"/>
                  <a:pt x="115" y="69"/>
                </a:cubicBezTo>
                <a:lnTo>
                  <a:pt x="103" y="69"/>
                </a:lnTo>
                <a:lnTo>
                  <a:pt x="96" y="62"/>
                </a:lnTo>
                <a:cubicBezTo>
                  <a:pt x="95" y="62"/>
                  <a:pt x="94" y="62"/>
                  <a:pt x="93" y="63"/>
                </a:cubicBezTo>
                <a:cubicBezTo>
                  <a:pt x="93" y="63"/>
                  <a:pt x="93" y="63"/>
                  <a:pt x="93" y="63"/>
                </a:cubicBezTo>
                <a:lnTo>
                  <a:pt x="89" y="69"/>
                </a:lnTo>
                <a:lnTo>
                  <a:pt x="81" y="68"/>
                </a:lnTo>
                <a:lnTo>
                  <a:pt x="88" y="59"/>
                </a:lnTo>
                <a:cubicBezTo>
                  <a:pt x="89" y="58"/>
                  <a:pt x="89" y="58"/>
                  <a:pt x="89" y="58"/>
                </a:cubicBezTo>
                <a:lnTo>
                  <a:pt x="89" y="46"/>
                </a:lnTo>
                <a:lnTo>
                  <a:pt x="99" y="36"/>
                </a:lnTo>
                <a:cubicBezTo>
                  <a:pt x="99" y="36"/>
                  <a:pt x="100" y="35"/>
                  <a:pt x="99" y="34"/>
                </a:cubicBezTo>
                <a:lnTo>
                  <a:pt x="99" y="34"/>
                </a:lnTo>
                <a:lnTo>
                  <a:pt x="98" y="27"/>
                </a:lnTo>
                <a:lnTo>
                  <a:pt x="119" y="28"/>
                </a:lnTo>
                <a:cubicBezTo>
                  <a:pt x="120" y="29"/>
                  <a:pt x="121" y="31"/>
                  <a:pt x="122" y="33"/>
                </a:cubicBezTo>
                <a:cubicBezTo>
                  <a:pt x="125" y="36"/>
                  <a:pt x="127" y="40"/>
                  <a:pt x="128" y="44"/>
                </a:cubicBezTo>
                <a:lnTo>
                  <a:pt x="128" y="44"/>
                </a:lnTo>
                <a:cubicBezTo>
                  <a:pt x="130" y="48"/>
                  <a:pt x="131" y="52"/>
                  <a:pt x="132" y="56"/>
                </a:cubicBezTo>
                <a:cubicBezTo>
                  <a:pt x="133" y="60"/>
                  <a:pt x="133" y="64"/>
                  <a:pt x="133" y="69"/>
                </a:cubicBezTo>
                <a:cubicBezTo>
                  <a:pt x="133" y="73"/>
                  <a:pt x="133" y="77"/>
                  <a:pt x="132" y="81"/>
                </a:cubicBezTo>
                <a:cubicBezTo>
                  <a:pt x="131" y="85"/>
                  <a:pt x="130" y="90"/>
                  <a:pt x="128" y="93"/>
                </a:cubicBezTo>
                <a:cubicBezTo>
                  <a:pt x="127" y="97"/>
                  <a:pt x="125" y="101"/>
                  <a:pt x="122" y="105"/>
                </a:cubicBezTo>
                <a:cubicBezTo>
                  <a:pt x="120" y="108"/>
                  <a:pt x="117" y="111"/>
                  <a:pt x="114" y="114"/>
                </a:cubicBezTo>
                <a:lnTo>
                  <a:pt x="114" y="114"/>
                </a:lnTo>
                <a:cubicBezTo>
                  <a:pt x="111" y="117"/>
                  <a:pt x="108" y="120"/>
                  <a:pt x="104" y="123"/>
                </a:cubicBezTo>
                <a:cubicBezTo>
                  <a:pt x="102" y="124"/>
                  <a:pt x="100" y="125"/>
                  <a:pt x="98" y="126"/>
                </a:cubicBezTo>
                <a:close/>
                <a:moveTo>
                  <a:pt x="69" y="4"/>
                </a:moveTo>
                <a:lnTo>
                  <a:pt x="69" y="4"/>
                </a:lnTo>
                <a:cubicBezTo>
                  <a:pt x="69" y="4"/>
                  <a:pt x="69" y="4"/>
                  <a:pt x="68" y="4"/>
                </a:cubicBezTo>
                <a:cubicBezTo>
                  <a:pt x="64" y="4"/>
                  <a:pt x="60" y="4"/>
                  <a:pt x="56" y="5"/>
                </a:cubicBezTo>
                <a:cubicBezTo>
                  <a:pt x="51" y="6"/>
                  <a:pt x="47" y="7"/>
                  <a:pt x="44" y="9"/>
                </a:cubicBezTo>
                <a:cubicBezTo>
                  <a:pt x="40" y="10"/>
                  <a:pt x="36" y="12"/>
                  <a:pt x="32" y="15"/>
                </a:cubicBezTo>
                <a:cubicBezTo>
                  <a:pt x="29" y="17"/>
                  <a:pt x="25" y="20"/>
                  <a:pt x="22" y="23"/>
                </a:cubicBezTo>
                <a:lnTo>
                  <a:pt x="22" y="23"/>
                </a:lnTo>
                <a:cubicBezTo>
                  <a:pt x="19" y="26"/>
                  <a:pt x="17" y="29"/>
                  <a:pt x="14" y="33"/>
                </a:cubicBezTo>
                <a:cubicBezTo>
                  <a:pt x="12" y="36"/>
                  <a:pt x="10" y="40"/>
                  <a:pt x="8" y="44"/>
                </a:cubicBezTo>
                <a:lnTo>
                  <a:pt x="8" y="44"/>
                </a:lnTo>
                <a:lnTo>
                  <a:pt x="8" y="44"/>
                </a:lnTo>
                <a:cubicBezTo>
                  <a:pt x="7" y="48"/>
                  <a:pt x="6" y="52"/>
                  <a:pt x="5" y="56"/>
                </a:cubicBezTo>
                <a:cubicBezTo>
                  <a:pt x="4" y="60"/>
                  <a:pt x="4" y="64"/>
                  <a:pt x="4" y="69"/>
                </a:cubicBezTo>
                <a:cubicBezTo>
                  <a:pt x="4" y="73"/>
                  <a:pt x="4" y="77"/>
                  <a:pt x="5" y="81"/>
                </a:cubicBezTo>
                <a:cubicBezTo>
                  <a:pt x="6" y="85"/>
                  <a:pt x="7" y="90"/>
                  <a:pt x="8" y="93"/>
                </a:cubicBezTo>
                <a:cubicBezTo>
                  <a:pt x="10" y="97"/>
                  <a:pt x="12" y="101"/>
                  <a:pt x="14" y="105"/>
                </a:cubicBezTo>
                <a:cubicBezTo>
                  <a:pt x="16" y="107"/>
                  <a:pt x="18" y="109"/>
                  <a:pt x="20" y="111"/>
                </a:cubicBezTo>
                <a:lnTo>
                  <a:pt x="33" y="97"/>
                </a:lnTo>
                <a:lnTo>
                  <a:pt x="23" y="71"/>
                </a:lnTo>
                <a:lnTo>
                  <a:pt x="15" y="66"/>
                </a:lnTo>
                <a:cubicBezTo>
                  <a:pt x="15" y="66"/>
                  <a:pt x="15" y="65"/>
                  <a:pt x="15" y="64"/>
                </a:cubicBezTo>
                <a:lnTo>
                  <a:pt x="17" y="46"/>
                </a:lnTo>
                <a:cubicBezTo>
                  <a:pt x="17" y="45"/>
                  <a:pt x="18" y="44"/>
                  <a:pt x="18" y="44"/>
                </a:cubicBezTo>
                <a:lnTo>
                  <a:pt x="48" y="37"/>
                </a:lnTo>
                <a:lnTo>
                  <a:pt x="52" y="16"/>
                </a:lnTo>
                <a:cubicBezTo>
                  <a:pt x="52" y="15"/>
                  <a:pt x="52" y="15"/>
                  <a:pt x="53" y="15"/>
                </a:cubicBezTo>
                <a:lnTo>
                  <a:pt x="62" y="14"/>
                </a:lnTo>
                <a:cubicBezTo>
                  <a:pt x="63" y="14"/>
                  <a:pt x="64" y="14"/>
                  <a:pt x="64" y="15"/>
                </a:cubicBezTo>
                <a:cubicBezTo>
                  <a:pt x="64" y="15"/>
                  <a:pt x="64" y="16"/>
                  <a:pt x="64" y="16"/>
                </a:cubicBezTo>
                <a:lnTo>
                  <a:pt x="64" y="22"/>
                </a:lnTo>
                <a:lnTo>
                  <a:pt x="68" y="20"/>
                </a:lnTo>
                <a:lnTo>
                  <a:pt x="69" y="4"/>
                </a:lnTo>
                <a:lnTo>
                  <a:pt x="69" y="4"/>
                </a:lnTo>
                <a:close/>
                <a:moveTo>
                  <a:pt x="114" y="23"/>
                </a:moveTo>
                <a:lnTo>
                  <a:pt x="114" y="23"/>
                </a:lnTo>
                <a:cubicBezTo>
                  <a:pt x="111" y="20"/>
                  <a:pt x="108" y="17"/>
                  <a:pt x="104" y="15"/>
                </a:cubicBezTo>
                <a:cubicBezTo>
                  <a:pt x="101" y="12"/>
                  <a:pt x="97" y="10"/>
                  <a:pt x="93" y="9"/>
                </a:cubicBezTo>
                <a:lnTo>
                  <a:pt x="93" y="9"/>
                </a:lnTo>
                <a:cubicBezTo>
                  <a:pt x="89" y="7"/>
                  <a:pt x="85" y="6"/>
                  <a:pt x="81" y="5"/>
                </a:cubicBezTo>
                <a:cubicBezTo>
                  <a:pt x="78" y="5"/>
                  <a:pt x="76" y="4"/>
                  <a:pt x="73" y="4"/>
                </a:cubicBezTo>
                <a:lnTo>
                  <a:pt x="73" y="4"/>
                </a:lnTo>
                <a:lnTo>
                  <a:pt x="71" y="21"/>
                </a:lnTo>
                <a:lnTo>
                  <a:pt x="71" y="21"/>
                </a:lnTo>
                <a:cubicBezTo>
                  <a:pt x="71" y="21"/>
                  <a:pt x="71" y="22"/>
                  <a:pt x="71" y="22"/>
                </a:cubicBezTo>
                <a:lnTo>
                  <a:pt x="63" y="26"/>
                </a:lnTo>
                <a:cubicBezTo>
                  <a:pt x="62" y="27"/>
                  <a:pt x="62" y="27"/>
                  <a:pt x="62" y="27"/>
                </a:cubicBezTo>
                <a:cubicBezTo>
                  <a:pt x="61" y="27"/>
                  <a:pt x="60" y="26"/>
                  <a:pt x="60" y="25"/>
                </a:cubicBezTo>
                <a:lnTo>
                  <a:pt x="60" y="17"/>
                </a:lnTo>
                <a:lnTo>
                  <a:pt x="55" y="18"/>
                </a:lnTo>
                <a:lnTo>
                  <a:pt x="51" y="39"/>
                </a:lnTo>
                <a:cubicBezTo>
                  <a:pt x="51" y="39"/>
                  <a:pt x="50" y="40"/>
                  <a:pt x="49" y="40"/>
                </a:cubicBezTo>
                <a:lnTo>
                  <a:pt x="20" y="47"/>
                </a:lnTo>
                <a:lnTo>
                  <a:pt x="18" y="64"/>
                </a:lnTo>
                <a:lnTo>
                  <a:pt x="25" y="68"/>
                </a:lnTo>
                <a:cubicBezTo>
                  <a:pt x="25" y="68"/>
                  <a:pt x="26" y="69"/>
                  <a:pt x="26" y="69"/>
                </a:cubicBezTo>
                <a:lnTo>
                  <a:pt x="37" y="97"/>
                </a:lnTo>
                <a:cubicBezTo>
                  <a:pt x="37" y="98"/>
                  <a:pt x="37" y="99"/>
                  <a:pt x="36" y="99"/>
                </a:cubicBezTo>
                <a:lnTo>
                  <a:pt x="22" y="114"/>
                </a:lnTo>
                <a:lnTo>
                  <a:pt x="22" y="114"/>
                </a:lnTo>
                <a:cubicBezTo>
                  <a:pt x="25" y="117"/>
                  <a:pt x="29" y="120"/>
                  <a:pt x="32" y="123"/>
                </a:cubicBezTo>
                <a:cubicBezTo>
                  <a:pt x="36" y="125"/>
                  <a:pt x="40" y="127"/>
                  <a:pt x="44" y="128"/>
                </a:cubicBezTo>
                <a:cubicBezTo>
                  <a:pt x="47" y="130"/>
                  <a:pt x="51" y="131"/>
                  <a:pt x="56" y="132"/>
                </a:cubicBezTo>
                <a:cubicBezTo>
                  <a:pt x="60" y="133"/>
                  <a:pt x="64" y="133"/>
                  <a:pt x="68" y="133"/>
                </a:cubicBezTo>
                <a:cubicBezTo>
                  <a:pt x="73" y="133"/>
                  <a:pt x="77" y="133"/>
                  <a:pt x="81" y="132"/>
                </a:cubicBezTo>
                <a:cubicBezTo>
                  <a:pt x="85" y="131"/>
                  <a:pt x="89" y="130"/>
                  <a:pt x="93" y="128"/>
                </a:cubicBezTo>
                <a:cubicBezTo>
                  <a:pt x="94" y="128"/>
                  <a:pt x="94" y="128"/>
                  <a:pt x="95" y="128"/>
                </a:cubicBezTo>
                <a:lnTo>
                  <a:pt x="95" y="116"/>
                </a:lnTo>
                <a:lnTo>
                  <a:pt x="70" y="105"/>
                </a:lnTo>
                <a:cubicBezTo>
                  <a:pt x="69" y="105"/>
                  <a:pt x="69" y="104"/>
                  <a:pt x="69" y="103"/>
                </a:cubicBezTo>
                <a:lnTo>
                  <a:pt x="69" y="103"/>
                </a:lnTo>
                <a:lnTo>
                  <a:pt x="77" y="84"/>
                </a:lnTo>
                <a:cubicBezTo>
                  <a:pt x="77" y="84"/>
                  <a:pt x="78" y="83"/>
                  <a:pt x="78" y="83"/>
                </a:cubicBezTo>
                <a:lnTo>
                  <a:pt x="78" y="83"/>
                </a:lnTo>
                <a:lnTo>
                  <a:pt x="94" y="78"/>
                </a:lnTo>
                <a:cubicBezTo>
                  <a:pt x="94" y="78"/>
                  <a:pt x="95" y="78"/>
                  <a:pt x="95" y="78"/>
                </a:cubicBezTo>
                <a:lnTo>
                  <a:pt x="113" y="72"/>
                </a:lnTo>
                <a:lnTo>
                  <a:pt x="113" y="72"/>
                </a:lnTo>
                <a:lnTo>
                  <a:pt x="103" y="72"/>
                </a:lnTo>
                <a:cubicBezTo>
                  <a:pt x="102" y="72"/>
                  <a:pt x="102" y="72"/>
                  <a:pt x="102" y="72"/>
                </a:cubicBezTo>
                <a:lnTo>
                  <a:pt x="95" y="66"/>
                </a:lnTo>
                <a:lnTo>
                  <a:pt x="92" y="72"/>
                </a:lnTo>
                <a:cubicBezTo>
                  <a:pt x="91" y="73"/>
                  <a:pt x="91" y="73"/>
                  <a:pt x="90" y="73"/>
                </a:cubicBezTo>
                <a:lnTo>
                  <a:pt x="77" y="71"/>
                </a:lnTo>
                <a:cubicBezTo>
                  <a:pt x="76" y="71"/>
                  <a:pt x="75" y="70"/>
                  <a:pt x="76" y="70"/>
                </a:cubicBezTo>
                <a:cubicBezTo>
                  <a:pt x="76" y="69"/>
                  <a:pt x="76" y="69"/>
                  <a:pt x="76" y="69"/>
                </a:cubicBezTo>
                <a:lnTo>
                  <a:pt x="85" y="57"/>
                </a:lnTo>
                <a:lnTo>
                  <a:pt x="86" y="45"/>
                </a:lnTo>
                <a:cubicBezTo>
                  <a:pt x="86" y="45"/>
                  <a:pt x="86" y="44"/>
                  <a:pt x="86" y="44"/>
                </a:cubicBezTo>
                <a:lnTo>
                  <a:pt x="96" y="34"/>
                </a:lnTo>
                <a:lnTo>
                  <a:pt x="94" y="25"/>
                </a:lnTo>
                <a:cubicBezTo>
                  <a:pt x="94" y="24"/>
                  <a:pt x="95" y="23"/>
                  <a:pt x="96" y="23"/>
                </a:cubicBezTo>
                <a:cubicBezTo>
                  <a:pt x="96" y="23"/>
                  <a:pt x="96" y="23"/>
                  <a:pt x="96" y="23"/>
                </a:cubicBezTo>
                <a:lnTo>
                  <a:pt x="116" y="24"/>
                </a:lnTo>
                <a:cubicBezTo>
                  <a:pt x="115" y="24"/>
                  <a:pt x="115" y="23"/>
                  <a:pt x="114" y="23"/>
                </a:cubicBezTo>
                <a:lnTo>
                  <a:pt x="114" y="23"/>
                </a:lnTo>
                <a:close/>
                <a:moveTo>
                  <a:pt x="15" y="64"/>
                </a:moveTo>
                <a:lnTo>
                  <a:pt x="15" y="64"/>
                </a:lnTo>
                <a:cubicBezTo>
                  <a:pt x="15" y="64"/>
                  <a:pt x="15" y="64"/>
                  <a:pt x="15" y="64"/>
                </a:cubicBezTo>
                <a:lnTo>
                  <a:pt x="15" y="64"/>
                </a:lnTo>
                <a:close/>
                <a:moveTo>
                  <a:pt x="96" y="23"/>
                </a:moveTo>
                <a:lnTo>
                  <a:pt x="96" y="23"/>
                </a:lnTo>
                <a:cubicBezTo>
                  <a:pt x="97" y="23"/>
                  <a:pt x="98" y="24"/>
                  <a:pt x="98" y="25"/>
                </a:cubicBezTo>
                <a:lnTo>
                  <a:pt x="96" y="23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2213" tIns="31106" rIns="62213" bIns="31106" numCol="1" anchor="t" anchorCtr="0" compatLnSpc="1">
            <a:prstTxWarp prst="textNoShape">
              <a:avLst/>
            </a:prstTxWarp>
          </a:bodyPr>
          <a:lstStyle/>
          <a:p>
            <a:endParaRPr lang="en-GB" sz="926">
              <a:latin typeface="+mn-lt"/>
              <a:cs typeface="Deutsche Bank Text" panose="020B0503020202030204" pitchFamily="34" charset="0"/>
            </a:endParaRPr>
          </a:p>
        </p:txBody>
      </p:sp>
      <p:grpSp>
        <p:nvGrpSpPr>
          <p:cNvPr id="82" name="Gruppieren 24">
            <a:extLst>
              <a:ext uri="{FF2B5EF4-FFF2-40B4-BE49-F238E27FC236}">
                <a16:creationId xmlns:a16="http://schemas.microsoft.com/office/drawing/2014/main" id="{9ECEE113-6353-440F-9E75-CC7560DA2FA8}"/>
              </a:ext>
            </a:extLst>
          </p:cNvPr>
          <p:cNvGrpSpPr/>
          <p:nvPr userDrawn="1"/>
        </p:nvGrpSpPr>
        <p:grpSpPr>
          <a:xfrm>
            <a:off x="2608927" y="3288039"/>
            <a:ext cx="3724460" cy="274345"/>
            <a:chOff x="576274" y="2199659"/>
            <a:chExt cx="4679022" cy="344659"/>
          </a:xfrm>
        </p:grpSpPr>
        <p:sp>
          <p:nvSpPr>
            <p:cNvPr id="83" name="Freeform 9">
              <a:extLst>
                <a:ext uri="{FF2B5EF4-FFF2-40B4-BE49-F238E27FC236}">
                  <a16:creationId xmlns:a16="http://schemas.microsoft.com/office/drawing/2014/main" id="{D05944B4-3D7D-4D23-A6EC-9F43A2456AA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76274" y="2215255"/>
              <a:ext cx="296904" cy="296904"/>
            </a:xfrm>
            <a:custGeom>
              <a:avLst/>
              <a:gdLst>
                <a:gd name="T0" fmla="*/ 106 w 141"/>
                <a:gd name="T1" fmla="*/ 93 h 141"/>
                <a:gd name="T2" fmla="*/ 93 w 141"/>
                <a:gd name="T3" fmla="*/ 106 h 141"/>
                <a:gd name="T4" fmla="*/ 122 w 141"/>
                <a:gd name="T5" fmla="*/ 135 h 141"/>
                <a:gd name="T6" fmla="*/ 132 w 141"/>
                <a:gd name="T7" fmla="*/ 135 h 141"/>
                <a:gd name="T8" fmla="*/ 135 w 141"/>
                <a:gd name="T9" fmla="*/ 132 h 141"/>
                <a:gd name="T10" fmla="*/ 136 w 141"/>
                <a:gd name="T11" fmla="*/ 122 h 141"/>
                <a:gd name="T12" fmla="*/ 106 w 141"/>
                <a:gd name="T13" fmla="*/ 93 h 141"/>
                <a:gd name="T14" fmla="*/ 89 w 141"/>
                <a:gd name="T15" fmla="*/ 104 h 141"/>
                <a:gd name="T16" fmla="*/ 89 w 141"/>
                <a:gd name="T17" fmla="*/ 104 h 141"/>
                <a:gd name="T18" fmla="*/ 89 w 141"/>
                <a:gd name="T19" fmla="*/ 104 h 141"/>
                <a:gd name="T20" fmla="*/ 98 w 141"/>
                <a:gd name="T21" fmla="*/ 97 h 141"/>
                <a:gd name="T22" fmla="*/ 99 w 141"/>
                <a:gd name="T23" fmla="*/ 96 h 141"/>
                <a:gd name="T24" fmla="*/ 101 w 141"/>
                <a:gd name="T25" fmla="*/ 94 h 141"/>
                <a:gd name="T26" fmla="*/ 114 w 141"/>
                <a:gd name="T27" fmla="*/ 59 h 141"/>
                <a:gd name="T28" fmla="*/ 58 w 141"/>
                <a:gd name="T29" fmla="*/ 3 h 141"/>
                <a:gd name="T30" fmla="*/ 3 w 141"/>
                <a:gd name="T31" fmla="*/ 59 h 141"/>
                <a:gd name="T32" fmla="*/ 58 w 141"/>
                <a:gd name="T33" fmla="*/ 114 h 141"/>
                <a:gd name="T34" fmla="*/ 75 w 141"/>
                <a:gd name="T35" fmla="*/ 18 h 141"/>
                <a:gd name="T36" fmla="*/ 58 w 141"/>
                <a:gd name="T37" fmla="*/ 15 h 141"/>
                <a:gd name="T38" fmla="*/ 27 w 141"/>
                <a:gd name="T39" fmla="*/ 28 h 141"/>
                <a:gd name="T40" fmla="*/ 15 w 141"/>
                <a:gd name="T41" fmla="*/ 59 h 141"/>
                <a:gd name="T42" fmla="*/ 27 w 141"/>
                <a:gd name="T43" fmla="*/ 90 h 141"/>
                <a:gd name="T44" fmla="*/ 42 w 141"/>
                <a:gd name="T45" fmla="*/ 99 h 141"/>
                <a:gd name="T46" fmla="*/ 75 w 141"/>
                <a:gd name="T47" fmla="*/ 99 h 141"/>
                <a:gd name="T48" fmla="*/ 89 w 141"/>
                <a:gd name="T49" fmla="*/ 90 h 141"/>
                <a:gd name="T50" fmla="*/ 102 w 141"/>
                <a:gd name="T51" fmla="*/ 59 h 141"/>
                <a:gd name="T52" fmla="*/ 89 w 141"/>
                <a:gd name="T53" fmla="*/ 28 h 141"/>
                <a:gd name="T54" fmla="*/ 87 w 141"/>
                <a:gd name="T55" fmla="*/ 30 h 141"/>
                <a:gd name="T56" fmla="*/ 74 w 141"/>
                <a:gd name="T57" fmla="*/ 21 h 141"/>
                <a:gd name="T58" fmla="*/ 43 w 141"/>
                <a:gd name="T59" fmla="*/ 21 h 141"/>
                <a:gd name="T60" fmla="*/ 21 w 141"/>
                <a:gd name="T61" fmla="*/ 43 h 141"/>
                <a:gd name="T62" fmla="*/ 21 w 141"/>
                <a:gd name="T63" fmla="*/ 74 h 141"/>
                <a:gd name="T64" fmla="*/ 30 w 141"/>
                <a:gd name="T65" fmla="*/ 87 h 141"/>
                <a:gd name="T66" fmla="*/ 43 w 141"/>
                <a:gd name="T67" fmla="*/ 96 h 141"/>
                <a:gd name="T68" fmla="*/ 74 w 141"/>
                <a:gd name="T69" fmla="*/ 96 h 141"/>
                <a:gd name="T70" fmla="*/ 87 w 141"/>
                <a:gd name="T71" fmla="*/ 87 h 141"/>
                <a:gd name="T72" fmla="*/ 96 w 141"/>
                <a:gd name="T73" fmla="*/ 74 h 141"/>
                <a:gd name="T74" fmla="*/ 96 w 141"/>
                <a:gd name="T75" fmla="*/ 43 h 141"/>
                <a:gd name="T76" fmla="*/ 108 w 141"/>
                <a:gd name="T77" fmla="*/ 90 h 141"/>
                <a:gd name="T78" fmla="*/ 138 w 141"/>
                <a:gd name="T79" fmla="*/ 120 h 141"/>
                <a:gd name="T80" fmla="*/ 141 w 141"/>
                <a:gd name="T81" fmla="*/ 127 h 141"/>
                <a:gd name="T82" fmla="*/ 138 w 141"/>
                <a:gd name="T83" fmla="*/ 134 h 141"/>
                <a:gd name="T84" fmla="*/ 127 w 141"/>
                <a:gd name="T85" fmla="*/ 141 h 141"/>
                <a:gd name="T86" fmla="*/ 120 w 141"/>
                <a:gd name="T87" fmla="*/ 138 h 141"/>
                <a:gd name="T88" fmla="*/ 58 w 141"/>
                <a:gd name="T89" fmla="*/ 117 h 141"/>
                <a:gd name="T90" fmla="*/ 0 w 141"/>
                <a:gd name="T91" fmla="*/ 59 h 141"/>
                <a:gd name="T92" fmla="*/ 58 w 141"/>
                <a:gd name="T93" fmla="*/ 0 h 141"/>
                <a:gd name="T94" fmla="*/ 117 w 141"/>
                <a:gd name="T95" fmla="*/ 5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1" h="141">
                  <a:moveTo>
                    <a:pt x="106" y="93"/>
                  </a:moveTo>
                  <a:lnTo>
                    <a:pt x="106" y="93"/>
                  </a:lnTo>
                  <a:cubicBezTo>
                    <a:pt x="104" y="95"/>
                    <a:pt x="102" y="98"/>
                    <a:pt x="100" y="100"/>
                  </a:cubicBezTo>
                  <a:cubicBezTo>
                    <a:pt x="98" y="102"/>
                    <a:pt x="95" y="104"/>
                    <a:pt x="93" y="106"/>
                  </a:cubicBezTo>
                  <a:lnTo>
                    <a:pt x="122" y="135"/>
                  </a:lnTo>
                  <a:lnTo>
                    <a:pt x="122" y="135"/>
                  </a:lnTo>
                  <a:cubicBezTo>
                    <a:pt x="123" y="137"/>
                    <a:pt x="125" y="137"/>
                    <a:pt x="127" y="137"/>
                  </a:cubicBezTo>
                  <a:cubicBezTo>
                    <a:pt x="129" y="137"/>
                    <a:pt x="130" y="137"/>
                    <a:pt x="132" y="135"/>
                  </a:cubicBezTo>
                  <a:lnTo>
                    <a:pt x="135" y="132"/>
                  </a:lnTo>
                  <a:lnTo>
                    <a:pt x="135" y="132"/>
                  </a:lnTo>
                  <a:cubicBezTo>
                    <a:pt x="137" y="130"/>
                    <a:pt x="137" y="129"/>
                    <a:pt x="137" y="127"/>
                  </a:cubicBezTo>
                  <a:cubicBezTo>
                    <a:pt x="137" y="125"/>
                    <a:pt x="137" y="123"/>
                    <a:pt x="136" y="122"/>
                  </a:cubicBezTo>
                  <a:lnTo>
                    <a:pt x="135" y="122"/>
                  </a:lnTo>
                  <a:lnTo>
                    <a:pt x="106" y="93"/>
                  </a:lnTo>
                  <a:close/>
                  <a:moveTo>
                    <a:pt x="89" y="104"/>
                  </a:move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cubicBezTo>
                    <a:pt x="92" y="102"/>
                    <a:pt x="95" y="100"/>
                    <a:pt x="97" y="98"/>
                  </a:cubicBezTo>
                  <a:lnTo>
                    <a:pt x="98" y="97"/>
                  </a:lnTo>
                  <a:cubicBezTo>
                    <a:pt x="98" y="97"/>
                    <a:pt x="99" y="96"/>
                    <a:pt x="99" y="96"/>
                  </a:cubicBezTo>
                  <a:lnTo>
                    <a:pt x="99" y="96"/>
                  </a:lnTo>
                  <a:cubicBezTo>
                    <a:pt x="100" y="95"/>
                    <a:pt x="100" y="95"/>
                    <a:pt x="101" y="94"/>
                  </a:cubicBezTo>
                  <a:lnTo>
                    <a:pt x="101" y="94"/>
                  </a:lnTo>
                  <a:lnTo>
                    <a:pt x="101" y="94"/>
                  </a:lnTo>
                  <a:cubicBezTo>
                    <a:pt x="109" y="84"/>
                    <a:pt x="114" y="72"/>
                    <a:pt x="114" y="59"/>
                  </a:cubicBezTo>
                  <a:cubicBezTo>
                    <a:pt x="114" y="43"/>
                    <a:pt x="107" y="30"/>
                    <a:pt x="97" y="20"/>
                  </a:cubicBezTo>
                  <a:cubicBezTo>
                    <a:pt x="87" y="10"/>
                    <a:pt x="74" y="3"/>
                    <a:pt x="58" y="3"/>
                  </a:cubicBezTo>
                  <a:cubicBezTo>
                    <a:pt x="43" y="3"/>
                    <a:pt x="29" y="10"/>
                    <a:pt x="19" y="20"/>
                  </a:cubicBezTo>
                  <a:cubicBezTo>
                    <a:pt x="9" y="30"/>
                    <a:pt x="3" y="43"/>
                    <a:pt x="3" y="59"/>
                  </a:cubicBezTo>
                  <a:cubicBezTo>
                    <a:pt x="3" y="74"/>
                    <a:pt x="9" y="88"/>
                    <a:pt x="19" y="98"/>
                  </a:cubicBezTo>
                  <a:cubicBezTo>
                    <a:pt x="29" y="108"/>
                    <a:pt x="43" y="114"/>
                    <a:pt x="58" y="114"/>
                  </a:cubicBezTo>
                  <a:cubicBezTo>
                    <a:pt x="70" y="114"/>
                    <a:pt x="80" y="110"/>
                    <a:pt x="89" y="104"/>
                  </a:cubicBezTo>
                  <a:close/>
                  <a:moveTo>
                    <a:pt x="75" y="18"/>
                  </a:moveTo>
                  <a:lnTo>
                    <a:pt x="75" y="18"/>
                  </a:lnTo>
                  <a:cubicBezTo>
                    <a:pt x="70" y="16"/>
                    <a:pt x="64" y="15"/>
                    <a:pt x="58" y="15"/>
                  </a:cubicBezTo>
                  <a:cubicBezTo>
                    <a:pt x="53" y="15"/>
                    <a:pt x="47" y="16"/>
                    <a:pt x="42" y="18"/>
                  </a:cubicBezTo>
                  <a:cubicBezTo>
                    <a:pt x="36" y="20"/>
                    <a:pt x="32" y="24"/>
                    <a:pt x="27" y="28"/>
                  </a:cubicBezTo>
                  <a:cubicBezTo>
                    <a:pt x="23" y="32"/>
                    <a:pt x="20" y="36"/>
                    <a:pt x="18" y="42"/>
                  </a:cubicBezTo>
                  <a:cubicBezTo>
                    <a:pt x="16" y="47"/>
                    <a:pt x="15" y="53"/>
                    <a:pt x="15" y="59"/>
                  </a:cubicBezTo>
                  <a:cubicBezTo>
                    <a:pt x="15" y="64"/>
                    <a:pt x="16" y="70"/>
                    <a:pt x="18" y="75"/>
                  </a:cubicBezTo>
                  <a:cubicBezTo>
                    <a:pt x="20" y="81"/>
                    <a:pt x="23" y="85"/>
                    <a:pt x="27" y="90"/>
                  </a:cubicBezTo>
                  <a:lnTo>
                    <a:pt x="27" y="90"/>
                  </a:lnTo>
                  <a:cubicBezTo>
                    <a:pt x="32" y="94"/>
                    <a:pt x="36" y="97"/>
                    <a:pt x="42" y="99"/>
                  </a:cubicBezTo>
                  <a:cubicBezTo>
                    <a:pt x="47" y="101"/>
                    <a:pt x="53" y="102"/>
                    <a:pt x="58" y="102"/>
                  </a:cubicBezTo>
                  <a:cubicBezTo>
                    <a:pt x="64" y="102"/>
                    <a:pt x="70" y="101"/>
                    <a:pt x="75" y="99"/>
                  </a:cubicBezTo>
                  <a:cubicBezTo>
                    <a:pt x="81" y="97"/>
                    <a:pt x="85" y="94"/>
                    <a:pt x="89" y="90"/>
                  </a:cubicBezTo>
                  <a:lnTo>
                    <a:pt x="89" y="90"/>
                  </a:lnTo>
                  <a:cubicBezTo>
                    <a:pt x="94" y="85"/>
                    <a:pt x="97" y="81"/>
                    <a:pt x="99" y="75"/>
                  </a:cubicBezTo>
                  <a:cubicBezTo>
                    <a:pt x="101" y="70"/>
                    <a:pt x="102" y="64"/>
                    <a:pt x="102" y="59"/>
                  </a:cubicBezTo>
                  <a:cubicBezTo>
                    <a:pt x="102" y="53"/>
                    <a:pt x="101" y="47"/>
                    <a:pt x="99" y="42"/>
                  </a:cubicBezTo>
                  <a:cubicBezTo>
                    <a:pt x="97" y="36"/>
                    <a:pt x="94" y="32"/>
                    <a:pt x="89" y="28"/>
                  </a:cubicBezTo>
                  <a:cubicBezTo>
                    <a:pt x="85" y="24"/>
                    <a:pt x="81" y="20"/>
                    <a:pt x="75" y="18"/>
                  </a:cubicBezTo>
                  <a:close/>
                  <a:moveTo>
                    <a:pt x="87" y="30"/>
                  </a:moveTo>
                  <a:lnTo>
                    <a:pt x="87" y="30"/>
                  </a:lnTo>
                  <a:cubicBezTo>
                    <a:pt x="83" y="26"/>
                    <a:pt x="79" y="23"/>
                    <a:pt x="74" y="21"/>
                  </a:cubicBezTo>
                  <a:cubicBezTo>
                    <a:pt x="69" y="19"/>
                    <a:pt x="64" y="18"/>
                    <a:pt x="58" y="18"/>
                  </a:cubicBezTo>
                  <a:cubicBezTo>
                    <a:pt x="53" y="18"/>
                    <a:pt x="48" y="19"/>
                    <a:pt x="43" y="21"/>
                  </a:cubicBezTo>
                  <a:cubicBezTo>
                    <a:pt x="38" y="23"/>
                    <a:pt x="34" y="26"/>
                    <a:pt x="30" y="30"/>
                  </a:cubicBezTo>
                  <a:cubicBezTo>
                    <a:pt x="26" y="34"/>
                    <a:pt x="23" y="38"/>
                    <a:pt x="21" y="43"/>
                  </a:cubicBezTo>
                  <a:cubicBezTo>
                    <a:pt x="19" y="48"/>
                    <a:pt x="18" y="53"/>
                    <a:pt x="18" y="59"/>
                  </a:cubicBezTo>
                  <a:cubicBezTo>
                    <a:pt x="18" y="64"/>
                    <a:pt x="19" y="69"/>
                    <a:pt x="21" y="74"/>
                  </a:cubicBezTo>
                  <a:cubicBezTo>
                    <a:pt x="23" y="79"/>
                    <a:pt x="26" y="83"/>
                    <a:pt x="30" y="87"/>
                  </a:cubicBezTo>
                  <a:lnTo>
                    <a:pt x="30" y="87"/>
                  </a:lnTo>
                  <a:lnTo>
                    <a:pt x="30" y="87"/>
                  </a:lnTo>
                  <a:cubicBezTo>
                    <a:pt x="34" y="91"/>
                    <a:pt x="38" y="94"/>
                    <a:pt x="43" y="96"/>
                  </a:cubicBezTo>
                  <a:cubicBezTo>
                    <a:pt x="48" y="98"/>
                    <a:pt x="53" y="99"/>
                    <a:pt x="58" y="99"/>
                  </a:cubicBezTo>
                  <a:cubicBezTo>
                    <a:pt x="64" y="99"/>
                    <a:pt x="69" y="98"/>
                    <a:pt x="74" y="96"/>
                  </a:cubicBezTo>
                  <a:cubicBezTo>
                    <a:pt x="79" y="94"/>
                    <a:pt x="83" y="91"/>
                    <a:pt x="87" y="87"/>
                  </a:cubicBezTo>
                  <a:lnTo>
                    <a:pt x="87" y="87"/>
                  </a:lnTo>
                  <a:lnTo>
                    <a:pt x="87" y="87"/>
                  </a:lnTo>
                  <a:cubicBezTo>
                    <a:pt x="91" y="83"/>
                    <a:pt x="94" y="79"/>
                    <a:pt x="96" y="74"/>
                  </a:cubicBezTo>
                  <a:cubicBezTo>
                    <a:pt x="98" y="69"/>
                    <a:pt x="99" y="64"/>
                    <a:pt x="99" y="59"/>
                  </a:cubicBezTo>
                  <a:cubicBezTo>
                    <a:pt x="99" y="53"/>
                    <a:pt x="98" y="48"/>
                    <a:pt x="96" y="43"/>
                  </a:cubicBezTo>
                  <a:cubicBezTo>
                    <a:pt x="94" y="38"/>
                    <a:pt x="91" y="34"/>
                    <a:pt x="87" y="30"/>
                  </a:cubicBezTo>
                  <a:close/>
                  <a:moveTo>
                    <a:pt x="108" y="90"/>
                  </a:moveTo>
                  <a:lnTo>
                    <a:pt x="108" y="90"/>
                  </a:lnTo>
                  <a:lnTo>
                    <a:pt x="138" y="120"/>
                  </a:lnTo>
                  <a:lnTo>
                    <a:pt x="138" y="120"/>
                  </a:lnTo>
                  <a:cubicBezTo>
                    <a:pt x="140" y="122"/>
                    <a:pt x="141" y="124"/>
                    <a:pt x="141" y="127"/>
                  </a:cubicBezTo>
                  <a:cubicBezTo>
                    <a:pt x="141" y="130"/>
                    <a:pt x="140" y="132"/>
                    <a:pt x="138" y="134"/>
                  </a:cubicBezTo>
                  <a:lnTo>
                    <a:pt x="138" y="134"/>
                  </a:lnTo>
                  <a:lnTo>
                    <a:pt x="134" y="138"/>
                  </a:lnTo>
                  <a:cubicBezTo>
                    <a:pt x="132" y="140"/>
                    <a:pt x="130" y="141"/>
                    <a:pt x="127" y="141"/>
                  </a:cubicBezTo>
                  <a:cubicBezTo>
                    <a:pt x="124" y="141"/>
                    <a:pt x="122" y="140"/>
                    <a:pt x="120" y="138"/>
                  </a:cubicBezTo>
                  <a:lnTo>
                    <a:pt x="120" y="138"/>
                  </a:lnTo>
                  <a:lnTo>
                    <a:pt x="90" y="108"/>
                  </a:lnTo>
                  <a:cubicBezTo>
                    <a:pt x="81" y="114"/>
                    <a:pt x="70" y="117"/>
                    <a:pt x="58" y="117"/>
                  </a:cubicBezTo>
                  <a:cubicBezTo>
                    <a:pt x="42" y="117"/>
                    <a:pt x="28" y="111"/>
                    <a:pt x="17" y="100"/>
                  </a:cubicBezTo>
                  <a:cubicBezTo>
                    <a:pt x="6" y="89"/>
                    <a:pt x="0" y="75"/>
                    <a:pt x="0" y="59"/>
                  </a:cubicBezTo>
                  <a:cubicBezTo>
                    <a:pt x="0" y="42"/>
                    <a:pt x="6" y="28"/>
                    <a:pt x="17" y="17"/>
                  </a:cubicBezTo>
                  <a:cubicBezTo>
                    <a:pt x="28" y="6"/>
                    <a:pt x="42" y="0"/>
                    <a:pt x="58" y="0"/>
                  </a:cubicBezTo>
                  <a:cubicBezTo>
                    <a:pt x="75" y="0"/>
                    <a:pt x="89" y="6"/>
                    <a:pt x="100" y="17"/>
                  </a:cubicBezTo>
                  <a:cubicBezTo>
                    <a:pt x="111" y="28"/>
                    <a:pt x="117" y="42"/>
                    <a:pt x="117" y="59"/>
                  </a:cubicBezTo>
                  <a:cubicBezTo>
                    <a:pt x="117" y="70"/>
                    <a:pt x="114" y="81"/>
                    <a:pt x="108" y="9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4" name="Freeform 35">
              <a:extLst>
                <a:ext uri="{FF2B5EF4-FFF2-40B4-BE49-F238E27FC236}">
                  <a16:creationId xmlns:a16="http://schemas.microsoft.com/office/drawing/2014/main" id="{EC917B2D-8572-45B1-80F2-3CDAE4CAE67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041029" y="2206441"/>
              <a:ext cx="323895" cy="323895"/>
            </a:xfrm>
            <a:custGeom>
              <a:avLst/>
              <a:gdLst>
                <a:gd name="T0" fmla="*/ 67 w 154"/>
                <a:gd name="T1" fmla="*/ 68 h 154"/>
                <a:gd name="T2" fmla="*/ 86 w 154"/>
                <a:gd name="T3" fmla="*/ 87 h 154"/>
                <a:gd name="T4" fmla="*/ 65 w 154"/>
                <a:gd name="T5" fmla="*/ 65 h 154"/>
                <a:gd name="T6" fmla="*/ 77 w 154"/>
                <a:gd name="T7" fmla="*/ 95 h 154"/>
                <a:gd name="T8" fmla="*/ 77 w 154"/>
                <a:gd name="T9" fmla="*/ 60 h 154"/>
                <a:gd name="T10" fmla="*/ 102 w 154"/>
                <a:gd name="T11" fmla="*/ 25 h 154"/>
                <a:gd name="T12" fmla="*/ 92 w 154"/>
                <a:gd name="T13" fmla="*/ 19 h 154"/>
                <a:gd name="T14" fmla="*/ 68 w 154"/>
                <a:gd name="T15" fmla="*/ 4 h 154"/>
                <a:gd name="T16" fmla="*/ 60 w 154"/>
                <a:gd name="T17" fmla="*/ 21 h 154"/>
                <a:gd name="T18" fmla="*/ 52 w 154"/>
                <a:gd name="T19" fmla="*/ 25 h 154"/>
                <a:gd name="T20" fmla="*/ 31 w 154"/>
                <a:gd name="T21" fmla="*/ 19 h 154"/>
                <a:gd name="T22" fmla="*/ 18 w 154"/>
                <a:gd name="T23" fmla="*/ 35 h 154"/>
                <a:gd name="T24" fmla="*/ 20 w 154"/>
                <a:gd name="T25" fmla="*/ 60 h 154"/>
                <a:gd name="T26" fmla="*/ 4 w 154"/>
                <a:gd name="T27" fmla="*/ 67 h 154"/>
                <a:gd name="T28" fmla="*/ 5 w 154"/>
                <a:gd name="T29" fmla="*/ 89 h 154"/>
                <a:gd name="T30" fmla="*/ 25 w 154"/>
                <a:gd name="T31" fmla="*/ 105 h 154"/>
                <a:gd name="T32" fmla="*/ 18 w 154"/>
                <a:gd name="T33" fmla="*/ 123 h 154"/>
                <a:gd name="T34" fmla="*/ 49 w 154"/>
                <a:gd name="T35" fmla="*/ 129 h 154"/>
                <a:gd name="T36" fmla="*/ 61 w 154"/>
                <a:gd name="T37" fmla="*/ 136 h 154"/>
                <a:gd name="T38" fmla="*/ 86 w 154"/>
                <a:gd name="T39" fmla="*/ 151 h 154"/>
                <a:gd name="T40" fmla="*/ 94 w 154"/>
                <a:gd name="T41" fmla="*/ 134 h 154"/>
                <a:gd name="T42" fmla="*/ 119 w 154"/>
                <a:gd name="T43" fmla="*/ 136 h 154"/>
                <a:gd name="T44" fmla="*/ 136 w 154"/>
                <a:gd name="T45" fmla="*/ 120 h 154"/>
                <a:gd name="T46" fmla="*/ 131 w 154"/>
                <a:gd name="T47" fmla="*/ 97 h 154"/>
                <a:gd name="T48" fmla="*/ 150 w 154"/>
                <a:gd name="T49" fmla="*/ 88 h 154"/>
                <a:gd name="T50" fmla="*/ 150 w 154"/>
                <a:gd name="T51" fmla="*/ 67 h 154"/>
                <a:gd name="T52" fmla="*/ 129 w 154"/>
                <a:gd name="T53" fmla="*/ 52 h 154"/>
                <a:gd name="T54" fmla="*/ 135 w 154"/>
                <a:gd name="T55" fmla="*/ 32 h 154"/>
                <a:gd name="T56" fmla="*/ 107 w 154"/>
                <a:gd name="T57" fmla="*/ 25 h 154"/>
                <a:gd name="T58" fmla="*/ 106 w 154"/>
                <a:gd name="T59" fmla="*/ 107 h 154"/>
                <a:gd name="T60" fmla="*/ 35 w 154"/>
                <a:gd name="T61" fmla="*/ 77 h 154"/>
                <a:gd name="T62" fmla="*/ 77 w 154"/>
                <a:gd name="T63" fmla="*/ 115 h 154"/>
                <a:gd name="T64" fmla="*/ 50 w 154"/>
                <a:gd name="T65" fmla="*/ 51 h 154"/>
                <a:gd name="T66" fmla="*/ 97 w 154"/>
                <a:gd name="T67" fmla="*/ 20 h 154"/>
                <a:gd name="T68" fmla="*/ 105 w 154"/>
                <a:gd name="T69" fmla="*/ 22 h 154"/>
                <a:gd name="T70" fmla="*/ 125 w 154"/>
                <a:gd name="T71" fmla="*/ 17 h 154"/>
                <a:gd name="T72" fmla="*/ 132 w 154"/>
                <a:gd name="T73" fmla="*/ 50 h 154"/>
                <a:gd name="T74" fmla="*/ 149 w 154"/>
                <a:gd name="T75" fmla="*/ 63 h 154"/>
                <a:gd name="T76" fmla="*/ 153 w 154"/>
                <a:gd name="T77" fmla="*/ 90 h 154"/>
                <a:gd name="T78" fmla="*/ 135 w 154"/>
                <a:gd name="T79" fmla="*/ 97 h 154"/>
                <a:gd name="T80" fmla="*/ 132 w 154"/>
                <a:gd name="T81" fmla="*/ 106 h 154"/>
                <a:gd name="T82" fmla="*/ 121 w 154"/>
                <a:gd name="T83" fmla="*/ 140 h 154"/>
                <a:gd name="T84" fmla="*/ 97 w 154"/>
                <a:gd name="T85" fmla="*/ 135 h 154"/>
                <a:gd name="T86" fmla="*/ 89 w 154"/>
                <a:gd name="T87" fmla="*/ 153 h 154"/>
                <a:gd name="T88" fmla="*/ 62 w 154"/>
                <a:gd name="T89" fmla="*/ 150 h 154"/>
                <a:gd name="T90" fmla="*/ 50 w 154"/>
                <a:gd name="T91" fmla="*/ 133 h 154"/>
                <a:gd name="T92" fmla="*/ 29 w 154"/>
                <a:gd name="T93" fmla="*/ 138 h 154"/>
                <a:gd name="T94" fmla="*/ 21 w 154"/>
                <a:gd name="T95" fmla="*/ 106 h 154"/>
                <a:gd name="T96" fmla="*/ 17 w 154"/>
                <a:gd name="T97" fmla="*/ 96 h 154"/>
                <a:gd name="T98" fmla="*/ 0 w 154"/>
                <a:gd name="T99" fmla="*/ 68 h 154"/>
                <a:gd name="T100" fmla="*/ 17 w 154"/>
                <a:gd name="T101" fmla="*/ 58 h 154"/>
                <a:gd name="T102" fmla="*/ 21 w 154"/>
                <a:gd name="T103" fmla="*/ 50 h 154"/>
                <a:gd name="T104" fmla="*/ 16 w 154"/>
                <a:gd name="T105" fmla="*/ 29 h 154"/>
                <a:gd name="T106" fmla="*/ 49 w 154"/>
                <a:gd name="T107" fmla="*/ 22 h 154"/>
                <a:gd name="T108" fmla="*/ 57 w 154"/>
                <a:gd name="T109" fmla="*/ 19 h 154"/>
                <a:gd name="T110" fmla="*/ 64 w 154"/>
                <a:gd name="T111" fmla="*/ 2 h 154"/>
                <a:gd name="T112" fmla="*/ 92 w 154"/>
                <a:gd name="T11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4" h="154">
                  <a:moveTo>
                    <a:pt x="86" y="68"/>
                  </a:moveTo>
                  <a:lnTo>
                    <a:pt x="86" y="68"/>
                  </a:lnTo>
                  <a:cubicBezTo>
                    <a:pt x="84" y="65"/>
                    <a:pt x="81" y="64"/>
                    <a:pt x="77" y="64"/>
                  </a:cubicBezTo>
                  <a:cubicBezTo>
                    <a:pt x="73" y="64"/>
                    <a:pt x="69" y="65"/>
                    <a:pt x="67" y="68"/>
                  </a:cubicBezTo>
                  <a:lnTo>
                    <a:pt x="67" y="68"/>
                  </a:lnTo>
                  <a:cubicBezTo>
                    <a:pt x="65" y="70"/>
                    <a:pt x="63" y="74"/>
                    <a:pt x="63" y="77"/>
                  </a:cubicBezTo>
                  <a:cubicBezTo>
                    <a:pt x="63" y="81"/>
                    <a:pt x="65" y="85"/>
                    <a:pt x="67" y="87"/>
                  </a:cubicBezTo>
                  <a:cubicBezTo>
                    <a:pt x="69" y="90"/>
                    <a:pt x="73" y="91"/>
                    <a:pt x="77" y="91"/>
                  </a:cubicBezTo>
                  <a:cubicBezTo>
                    <a:pt x="80" y="91"/>
                    <a:pt x="84" y="90"/>
                    <a:pt x="86" y="87"/>
                  </a:cubicBezTo>
                  <a:lnTo>
                    <a:pt x="86" y="87"/>
                  </a:lnTo>
                  <a:cubicBezTo>
                    <a:pt x="89" y="85"/>
                    <a:pt x="90" y="81"/>
                    <a:pt x="90" y="77"/>
                  </a:cubicBezTo>
                  <a:cubicBezTo>
                    <a:pt x="90" y="74"/>
                    <a:pt x="89" y="70"/>
                    <a:pt x="86" y="68"/>
                  </a:cubicBezTo>
                  <a:close/>
                  <a:moveTo>
                    <a:pt x="77" y="60"/>
                  </a:moveTo>
                  <a:lnTo>
                    <a:pt x="77" y="60"/>
                  </a:lnTo>
                  <a:cubicBezTo>
                    <a:pt x="72" y="60"/>
                    <a:pt x="68" y="62"/>
                    <a:pt x="65" y="65"/>
                  </a:cubicBezTo>
                  <a:lnTo>
                    <a:pt x="65" y="65"/>
                  </a:lnTo>
                  <a:lnTo>
                    <a:pt x="65" y="65"/>
                  </a:lnTo>
                  <a:cubicBezTo>
                    <a:pt x="61" y="68"/>
                    <a:pt x="60" y="73"/>
                    <a:pt x="60" y="77"/>
                  </a:cubicBezTo>
                  <a:cubicBezTo>
                    <a:pt x="60" y="82"/>
                    <a:pt x="61" y="86"/>
                    <a:pt x="65" y="90"/>
                  </a:cubicBezTo>
                  <a:cubicBezTo>
                    <a:pt x="68" y="93"/>
                    <a:pt x="72" y="95"/>
                    <a:pt x="77" y="95"/>
                  </a:cubicBezTo>
                  <a:cubicBezTo>
                    <a:pt x="81" y="95"/>
                    <a:pt x="86" y="93"/>
                    <a:pt x="89" y="90"/>
                  </a:cubicBezTo>
                  <a:lnTo>
                    <a:pt x="89" y="90"/>
                  </a:lnTo>
                  <a:cubicBezTo>
                    <a:pt x="92" y="86"/>
                    <a:pt x="94" y="82"/>
                    <a:pt x="94" y="77"/>
                  </a:cubicBezTo>
                  <a:cubicBezTo>
                    <a:pt x="94" y="73"/>
                    <a:pt x="92" y="68"/>
                    <a:pt x="89" y="65"/>
                  </a:cubicBezTo>
                  <a:cubicBezTo>
                    <a:pt x="86" y="62"/>
                    <a:pt x="81" y="60"/>
                    <a:pt x="77" y="60"/>
                  </a:cubicBezTo>
                  <a:close/>
                  <a:moveTo>
                    <a:pt x="92" y="5"/>
                  </a:moveTo>
                  <a:lnTo>
                    <a:pt x="92" y="5"/>
                  </a:lnTo>
                  <a:lnTo>
                    <a:pt x="90" y="7"/>
                  </a:lnTo>
                  <a:cubicBezTo>
                    <a:pt x="91" y="7"/>
                    <a:pt x="92" y="6"/>
                    <a:pt x="92" y="5"/>
                  </a:cubicBezTo>
                  <a:close/>
                  <a:moveTo>
                    <a:pt x="102" y="25"/>
                  </a:moveTo>
                  <a:lnTo>
                    <a:pt x="102" y="25"/>
                  </a:lnTo>
                  <a:lnTo>
                    <a:pt x="96" y="23"/>
                  </a:lnTo>
                  <a:lnTo>
                    <a:pt x="96" y="23"/>
                  </a:lnTo>
                  <a:cubicBezTo>
                    <a:pt x="95" y="22"/>
                    <a:pt x="94" y="22"/>
                    <a:pt x="94" y="21"/>
                  </a:cubicBezTo>
                  <a:cubicBezTo>
                    <a:pt x="93" y="21"/>
                    <a:pt x="93" y="20"/>
                    <a:pt x="92" y="19"/>
                  </a:cubicBezTo>
                  <a:lnTo>
                    <a:pt x="88" y="6"/>
                  </a:lnTo>
                  <a:lnTo>
                    <a:pt x="88" y="6"/>
                  </a:lnTo>
                  <a:cubicBezTo>
                    <a:pt x="88" y="5"/>
                    <a:pt x="88" y="5"/>
                    <a:pt x="87" y="4"/>
                  </a:cubicBezTo>
                  <a:cubicBezTo>
                    <a:pt x="87" y="4"/>
                    <a:pt x="86" y="4"/>
                    <a:pt x="86" y="4"/>
                  </a:cubicBezTo>
                  <a:lnTo>
                    <a:pt x="68" y="4"/>
                  </a:lnTo>
                  <a:cubicBezTo>
                    <a:pt x="67" y="4"/>
                    <a:pt x="67" y="4"/>
                    <a:pt x="66" y="4"/>
                  </a:cubicBezTo>
                  <a:cubicBezTo>
                    <a:pt x="66" y="5"/>
                    <a:pt x="65" y="5"/>
                    <a:pt x="65" y="6"/>
                  </a:cubicBezTo>
                  <a:lnTo>
                    <a:pt x="61" y="19"/>
                  </a:lnTo>
                  <a:lnTo>
                    <a:pt x="61" y="19"/>
                  </a:lnTo>
                  <a:cubicBezTo>
                    <a:pt x="61" y="20"/>
                    <a:pt x="60" y="21"/>
                    <a:pt x="60" y="21"/>
                  </a:cubicBezTo>
                  <a:cubicBezTo>
                    <a:pt x="59" y="22"/>
                    <a:pt x="58" y="22"/>
                    <a:pt x="58" y="23"/>
                  </a:cubicBezTo>
                  <a:lnTo>
                    <a:pt x="58" y="23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52" y="25"/>
                  </a:lnTo>
                  <a:cubicBezTo>
                    <a:pt x="51" y="25"/>
                    <a:pt x="50" y="26"/>
                    <a:pt x="49" y="26"/>
                  </a:cubicBezTo>
                  <a:cubicBezTo>
                    <a:pt x="48" y="26"/>
                    <a:pt x="47" y="25"/>
                    <a:pt x="47" y="25"/>
                  </a:cubicBezTo>
                  <a:lnTo>
                    <a:pt x="34" y="19"/>
                  </a:lnTo>
                  <a:cubicBezTo>
                    <a:pt x="34" y="18"/>
                    <a:pt x="33" y="18"/>
                    <a:pt x="33" y="18"/>
                  </a:cubicBezTo>
                  <a:cubicBezTo>
                    <a:pt x="32" y="18"/>
                    <a:pt x="32" y="19"/>
                    <a:pt x="31" y="19"/>
                  </a:cubicBezTo>
                  <a:lnTo>
                    <a:pt x="18" y="32"/>
                  </a:lnTo>
                  <a:lnTo>
                    <a:pt x="18" y="32"/>
                  </a:lnTo>
                  <a:lnTo>
                    <a:pt x="18" y="32"/>
                  </a:lnTo>
                  <a:cubicBezTo>
                    <a:pt x="18" y="32"/>
                    <a:pt x="18" y="33"/>
                    <a:pt x="18" y="33"/>
                  </a:cubicBezTo>
                  <a:cubicBezTo>
                    <a:pt x="17" y="34"/>
                    <a:pt x="18" y="34"/>
                    <a:pt x="18" y="35"/>
                  </a:cubicBezTo>
                  <a:lnTo>
                    <a:pt x="24" y="47"/>
                  </a:lnTo>
                  <a:cubicBezTo>
                    <a:pt x="25" y="48"/>
                    <a:pt x="25" y="49"/>
                    <a:pt x="25" y="50"/>
                  </a:cubicBezTo>
                  <a:cubicBezTo>
                    <a:pt x="25" y="51"/>
                    <a:pt x="25" y="51"/>
                    <a:pt x="24" y="52"/>
                  </a:cubicBezTo>
                  <a:lnTo>
                    <a:pt x="22" y="58"/>
                  </a:lnTo>
                  <a:cubicBezTo>
                    <a:pt x="22" y="59"/>
                    <a:pt x="21" y="60"/>
                    <a:pt x="20" y="60"/>
                  </a:cubicBezTo>
                  <a:cubicBezTo>
                    <a:pt x="20" y="61"/>
                    <a:pt x="19" y="61"/>
                    <a:pt x="18" y="62"/>
                  </a:cubicBezTo>
                  <a:lnTo>
                    <a:pt x="18" y="62"/>
                  </a:lnTo>
                  <a:lnTo>
                    <a:pt x="5" y="66"/>
                  </a:lnTo>
                  <a:cubicBezTo>
                    <a:pt x="4" y="66"/>
                    <a:pt x="4" y="66"/>
                    <a:pt x="4" y="67"/>
                  </a:cubicBezTo>
                  <a:lnTo>
                    <a:pt x="4" y="67"/>
                  </a:lnTo>
                  <a:cubicBezTo>
                    <a:pt x="3" y="67"/>
                    <a:pt x="3" y="68"/>
                    <a:pt x="3" y="68"/>
                  </a:cubicBezTo>
                  <a:lnTo>
                    <a:pt x="3" y="87"/>
                  </a:lnTo>
                  <a:cubicBezTo>
                    <a:pt x="3" y="87"/>
                    <a:pt x="3" y="88"/>
                    <a:pt x="4" y="88"/>
                  </a:cubicBezTo>
                  <a:lnTo>
                    <a:pt x="4" y="88"/>
                  </a:lnTo>
                  <a:cubicBezTo>
                    <a:pt x="4" y="88"/>
                    <a:pt x="4" y="89"/>
                    <a:pt x="5" y="89"/>
                  </a:cubicBezTo>
                  <a:lnTo>
                    <a:pt x="18" y="93"/>
                  </a:lnTo>
                  <a:cubicBezTo>
                    <a:pt x="19" y="93"/>
                    <a:pt x="20" y="94"/>
                    <a:pt x="20" y="94"/>
                  </a:cubicBezTo>
                  <a:cubicBezTo>
                    <a:pt x="21" y="95"/>
                    <a:pt x="22" y="96"/>
                    <a:pt x="22" y="97"/>
                  </a:cubicBezTo>
                  <a:lnTo>
                    <a:pt x="24" y="103"/>
                  </a:lnTo>
                  <a:cubicBezTo>
                    <a:pt x="25" y="103"/>
                    <a:pt x="25" y="104"/>
                    <a:pt x="25" y="105"/>
                  </a:cubicBezTo>
                  <a:cubicBezTo>
                    <a:pt x="25" y="106"/>
                    <a:pt x="25" y="107"/>
                    <a:pt x="24" y="108"/>
                  </a:cubicBezTo>
                  <a:lnTo>
                    <a:pt x="18" y="120"/>
                  </a:lnTo>
                  <a:cubicBezTo>
                    <a:pt x="18" y="120"/>
                    <a:pt x="17" y="121"/>
                    <a:pt x="18" y="122"/>
                  </a:cubicBezTo>
                  <a:cubicBezTo>
                    <a:pt x="18" y="122"/>
                    <a:pt x="18" y="123"/>
                    <a:pt x="18" y="123"/>
                  </a:cubicBezTo>
                  <a:lnTo>
                    <a:pt x="18" y="123"/>
                  </a:lnTo>
                  <a:lnTo>
                    <a:pt x="31" y="136"/>
                  </a:lnTo>
                  <a:cubicBezTo>
                    <a:pt x="32" y="136"/>
                    <a:pt x="32" y="137"/>
                    <a:pt x="33" y="137"/>
                  </a:cubicBezTo>
                  <a:cubicBezTo>
                    <a:pt x="33" y="137"/>
                    <a:pt x="34" y="137"/>
                    <a:pt x="34" y="136"/>
                  </a:cubicBezTo>
                  <a:lnTo>
                    <a:pt x="47" y="130"/>
                  </a:lnTo>
                  <a:cubicBezTo>
                    <a:pt x="47" y="130"/>
                    <a:pt x="48" y="129"/>
                    <a:pt x="49" y="129"/>
                  </a:cubicBezTo>
                  <a:cubicBezTo>
                    <a:pt x="50" y="129"/>
                    <a:pt x="51" y="129"/>
                    <a:pt x="52" y="130"/>
                  </a:cubicBezTo>
                  <a:lnTo>
                    <a:pt x="57" y="132"/>
                  </a:lnTo>
                  <a:lnTo>
                    <a:pt x="58" y="132"/>
                  </a:lnTo>
                  <a:cubicBezTo>
                    <a:pt x="58" y="133"/>
                    <a:pt x="59" y="133"/>
                    <a:pt x="60" y="134"/>
                  </a:cubicBezTo>
                  <a:cubicBezTo>
                    <a:pt x="60" y="134"/>
                    <a:pt x="61" y="135"/>
                    <a:pt x="61" y="136"/>
                  </a:cubicBezTo>
                  <a:lnTo>
                    <a:pt x="65" y="149"/>
                  </a:lnTo>
                  <a:lnTo>
                    <a:pt x="65" y="149"/>
                  </a:lnTo>
                  <a:cubicBezTo>
                    <a:pt x="65" y="150"/>
                    <a:pt x="66" y="150"/>
                    <a:pt x="66" y="150"/>
                  </a:cubicBezTo>
                  <a:cubicBezTo>
                    <a:pt x="67" y="151"/>
                    <a:pt x="67" y="151"/>
                    <a:pt x="68" y="151"/>
                  </a:cubicBezTo>
                  <a:lnTo>
                    <a:pt x="86" y="151"/>
                  </a:lnTo>
                  <a:cubicBezTo>
                    <a:pt x="86" y="151"/>
                    <a:pt x="87" y="151"/>
                    <a:pt x="87" y="150"/>
                  </a:cubicBezTo>
                  <a:cubicBezTo>
                    <a:pt x="88" y="150"/>
                    <a:pt x="88" y="150"/>
                    <a:pt x="88" y="149"/>
                  </a:cubicBezTo>
                  <a:lnTo>
                    <a:pt x="88" y="149"/>
                  </a:lnTo>
                  <a:lnTo>
                    <a:pt x="92" y="136"/>
                  </a:lnTo>
                  <a:cubicBezTo>
                    <a:pt x="93" y="135"/>
                    <a:pt x="93" y="134"/>
                    <a:pt x="94" y="134"/>
                  </a:cubicBezTo>
                  <a:cubicBezTo>
                    <a:pt x="94" y="133"/>
                    <a:pt x="95" y="133"/>
                    <a:pt x="96" y="132"/>
                  </a:cubicBezTo>
                  <a:lnTo>
                    <a:pt x="102" y="130"/>
                  </a:lnTo>
                  <a:cubicBezTo>
                    <a:pt x="103" y="129"/>
                    <a:pt x="104" y="129"/>
                    <a:pt x="104" y="129"/>
                  </a:cubicBezTo>
                  <a:cubicBezTo>
                    <a:pt x="105" y="129"/>
                    <a:pt x="106" y="130"/>
                    <a:pt x="107" y="130"/>
                  </a:cubicBezTo>
                  <a:lnTo>
                    <a:pt x="119" y="136"/>
                  </a:lnTo>
                  <a:cubicBezTo>
                    <a:pt x="120" y="137"/>
                    <a:pt x="120" y="137"/>
                    <a:pt x="121" y="137"/>
                  </a:cubicBezTo>
                  <a:cubicBezTo>
                    <a:pt x="121" y="137"/>
                    <a:pt x="122" y="136"/>
                    <a:pt x="122" y="136"/>
                  </a:cubicBezTo>
                  <a:lnTo>
                    <a:pt x="135" y="123"/>
                  </a:lnTo>
                  <a:cubicBezTo>
                    <a:pt x="136" y="123"/>
                    <a:pt x="136" y="122"/>
                    <a:pt x="136" y="122"/>
                  </a:cubicBezTo>
                  <a:cubicBezTo>
                    <a:pt x="136" y="121"/>
                    <a:pt x="136" y="120"/>
                    <a:pt x="136" y="120"/>
                  </a:cubicBezTo>
                  <a:lnTo>
                    <a:pt x="129" y="108"/>
                  </a:lnTo>
                  <a:cubicBezTo>
                    <a:pt x="129" y="107"/>
                    <a:pt x="129" y="106"/>
                    <a:pt x="129" y="105"/>
                  </a:cubicBezTo>
                  <a:cubicBezTo>
                    <a:pt x="129" y="104"/>
                    <a:pt x="129" y="103"/>
                    <a:pt x="129" y="103"/>
                  </a:cubicBezTo>
                  <a:lnTo>
                    <a:pt x="131" y="97"/>
                  </a:lnTo>
                  <a:lnTo>
                    <a:pt x="131" y="97"/>
                  </a:lnTo>
                  <a:cubicBezTo>
                    <a:pt x="132" y="96"/>
                    <a:pt x="132" y="95"/>
                    <a:pt x="133" y="94"/>
                  </a:cubicBezTo>
                  <a:cubicBezTo>
                    <a:pt x="134" y="94"/>
                    <a:pt x="134" y="93"/>
                    <a:pt x="135" y="93"/>
                  </a:cubicBezTo>
                  <a:lnTo>
                    <a:pt x="148" y="89"/>
                  </a:lnTo>
                  <a:cubicBezTo>
                    <a:pt x="149" y="89"/>
                    <a:pt x="149" y="88"/>
                    <a:pt x="150" y="88"/>
                  </a:cubicBezTo>
                  <a:lnTo>
                    <a:pt x="150" y="88"/>
                  </a:lnTo>
                  <a:cubicBezTo>
                    <a:pt x="150" y="88"/>
                    <a:pt x="150" y="87"/>
                    <a:pt x="150" y="87"/>
                  </a:cubicBezTo>
                  <a:lnTo>
                    <a:pt x="150" y="68"/>
                  </a:lnTo>
                  <a:cubicBezTo>
                    <a:pt x="150" y="68"/>
                    <a:pt x="150" y="67"/>
                    <a:pt x="150" y="67"/>
                  </a:cubicBezTo>
                  <a:lnTo>
                    <a:pt x="150" y="67"/>
                  </a:lnTo>
                  <a:lnTo>
                    <a:pt x="150" y="67"/>
                  </a:lnTo>
                  <a:cubicBezTo>
                    <a:pt x="149" y="66"/>
                    <a:pt x="149" y="66"/>
                    <a:pt x="148" y="66"/>
                  </a:cubicBezTo>
                  <a:lnTo>
                    <a:pt x="135" y="62"/>
                  </a:lnTo>
                  <a:cubicBezTo>
                    <a:pt x="134" y="61"/>
                    <a:pt x="134" y="61"/>
                    <a:pt x="133" y="60"/>
                  </a:cubicBezTo>
                  <a:cubicBezTo>
                    <a:pt x="132" y="60"/>
                    <a:pt x="132" y="59"/>
                    <a:pt x="131" y="58"/>
                  </a:cubicBezTo>
                  <a:lnTo>
                    <a:pt x="129" y="52"/>
                  </a:lnTo>
                  <a:cubicBezTo>
                    <a:pt x="129" y="51"/>
                    <a:pt x="129" y="51"/>
                    <a:pt x="129" y="50"/>
                  </a:cubicBezTo>
                  <a:cubicBezTo>
                    <a:pt x="129" y="49"/>
                    <a:pt x="129" y="48"/>
                    <a:pt x="129" y="47"/>
                  </a:cubicBezTo>
                  <a:lnTo>
                    <a:pt x="136" y="35"/>
                  </a:lnTo>
                  <a:cubicBezTo>
                    <a:pt x="136" y="34"/>
                    <a:pt x="136" y="34"/>
                    <a:pt x="136" y="33"/>
                  </a:cubicBezTo>
                  <a:cubicBezTo>
                    <a:pt x="136" y="33"/>
                    <a:pt x="136" y="32"/>
                    <a:pt x="135" y="32"/>
                  </a:cubicBezTo>
                  <a:lnTo>
                    <a:pt x="122" y="19"/>
                  </a:lnTo>
                  <a:lnTo>
                    <a:pt x="122" y="19"/>
                  </a:lnTo>
                  <a:cubicBezTo>
                    <a:pt x="122" y="19"/>
                    <a:pt x="121" y="18"/>
                    <a:pt x="121" y="18"/>
                  </a:cubicBezTo>
                  <a:cubicBezTo>
                    <a:pt x="120" y="18"/>
                    <a:pt x="120" y="18"/>
                    <a:pt x="119" y="19"/>
                  </a:cubicBezTo>
                  <a:lnTo>
                    <a:pt x="107" y="25"/>
                  </a:lnTo>
                  <a:cubicBezTo>
                    <a:pt x="106" y="25"/>
                    <a:pt x="105" y="26"/>
                    <a:pt x="104" y="26"/>
                  </a:cubicBezTo>
                  <a:cubicBezTo>
                    <a:pt x="104" y="26"/>
                    <a:pt x="103" y="25"/>
                    <a:pt x="102" y="25"/>
                  </a:cubicBezTo>
                  <a:lnTo>
                    <a:pt x="102" y="25"/>
                  </a:lnTo>
                  <a:close/>
                  <a:moveTo>
                    <a:pt x="106" y="107"/>
                  </a:moveTo>
                  <a:lnTo>
                    <a:pt x="106" y="107"/>
                  </a:lnTo>
                  <a:cubicBezTo>
                    <a:pt x="113" y="99"/>
                    <a:pt x="118" y="89"/>
                    <a:pt x="118" y="77"/>
                  </a:cubicBezTo>
                  <a:cubicBezTo>
                    <a:pt x="118" y="66"/>
                    <a:pt x="113" y="56"/>
                    <a:pt x="106" y="48"/>
                  </a:cubicBezTo>
                  <a:cubicBezTo>
                    <a:pt x="98" y="41"/>
                    <a:pt x="88" y="36"/>
                    <a:pt x="77" y="36"/>
                  </a:cubicBezTo>
                  <a:cubicBezTo>
                    <a:pt x="65" y="36"/>
                    <a:pt x="55" y="41"/>
                    <a:pt x="48" y="48"/>
                  </a:cubicBezTo>
                  <a:cubicBezTo>
                    <a:pt x="40" y="56"/>
                    <a:pt x="35" y="66"/>
                    <a:pt x="35" y="77"/>
                  </a:cubicBezTo>
                  <a:cubicBezTo>
                    <a:pt x="35" y="89"/>
                    <a:pt x="40" y="99"/>
                    <a:pt x="48" y="107"/>
                  </a:cubicBezTo>
                  <a:cubicBezTo>
                    <a:pt x="55" y="114"/>
                    <a:pt x="65" y="119"/>
                    <a:pt x="77" y="119"/>
                  </a:cubicBezTo>
                  <a:cubicBezTo>
                    <a:pt x="88" y="119"/>
                    <a:pt x="98" y="114"/>
                    <a:pt x="106" y="107"/>
                  </a:cubicBezTo>
                  <a:close/>
                  <a:moveTo>
                    <a:pt x="77" y="115"/>
                  </a:moveTo>
                  <a:lnTo>
                    <a:pt x="77" y="115"/>
                  </a:lnTo>
                  <a:cubicBezTo>
                    <a:pt x="87" y="115"/>
                    <a:pt x="97" y="111"/>
                    <a:pt x="103" y="104"/>
                  </a:cubicBezTo>
                  <a:cubicBezTo>
                    <a:pt x="110" y="97"/>
                    <a:pt x="115" y="88"/>
                    <a:pt x="115" y="77"/>
                  </a:cubicBezTo>
                  <a:cubicBezTo>
                    <a:pt x="115" y="67"/>
                    <a:pt x="110" y="58"/>
                    <a:pt x="103" y="51"/>
                  </a:cubicBezTo>
                  <a:cubicBezTo>
                    <a:pt x="97" y="44"/>
                    <a:pt x="87" y="40"/>
                    <a:pt x="77" y="40"/>
                  </a:cubicBezTo>
                  <a:cubicBezTo>
                    <a:pt x="66" y="40"/>
                    <a:pt x="57" y="44"/>
                    <a:pt x="50" y="51"/>
                  </a:cubicBezTo>
                  <a:cubicBezTo>
                    <a:pt x="43" y="58"/>
                    <a:pt x="39" y="67"/>
                    <a:pt x="39" y="77"/>
                  </a:cubicBezTo>
                  <a:cubicBezTo>
                    <a:pt x="39" y="88"/>
                    <a:pt x="43" y="97"/>
                    <a:pt x="50" y="104"/>
                  </a:cubicBezTo>
                  <a:cubicBezTo>
                    <a:pt x="57" y="111"/>
                    <a:pt x="66" y="115"/>
                    <a:pt x="77" y="115"/>
                  </a:cubicBezTo>
                  <a:close/>
                  <a:moveTo>
                    <a:pt x="97" y="20"/>
                  </a:moveTo>
                  <a:lnTo>
                    <a:pt x="97" y="20"/>
                  </a:lnTo>
                  <a:lnTo>
                    <a:pt x="103" y="22"/>
                  </a:lnTo>
                  <a:lnTo>
                    <a:pt x="103" y="22"/>
                  </a:lnTo>
                  <a:lnTo>
                    <a:pt x="103" y="22"/>
                  </a:lnTo>
                  <a:cubicBezTo>
                    <a:pt x="104" y="22"/>
                    <a:pt x="104" y="22"/>
                    <a:pt x="104" y="22"/>
                  </a:cubicBezTo>
                  <a:cubicBezTo>
                    <a:pt x="105" y="22"/>
                    <a:pt x="105" y="22"/>
                    <a:pt x="105" y="22"/>
                  </a:cubicBezTo>
                  <a:lnTo>
                    <a:pt x="118" y="15"/>
                  </a:lnTo>
                  <a:cubicBezTo>
                    <a:pt x="119" y="15"/>
                    <a:pt x="120" y="15"/>
                    <a:pt x="121" y="15"/>
                  </a:cubicBezTo>
                  <a:cubicBezTo>
                    <a:pt x="123" y="15"/>
                    <a:pt x="124" y="16"/>
                    <a:pt x="125" y="17"/>
                  </a:cubicBezTo>
                  <a:lnTo>
                    <a:pt x="125" y="17"/>
                  </a:lnTo>
                  <a:lnTo>
                    <a:pt x="125" y="17"/>
                  </a:lnTo>
                  <a:lnTo>
                    <a:pt x="138" y="29"/>
                  </a:lnTo>
                  <a:cubicBezTo>
                    <a:pt x="138" y="30"/>
                    <a:pt x="139" y="32"/>
                    <a:pt x="139" y="33"/>
                  </a:cubicBezTo>
                  <a:cubicBezTo>
                    <a:pt x="139" y="34"/>
                    <a:pt x="139" y="35"/>
                    <a:pt x="139" y="36"/>
                  </a:cubicBezTo>
                  <a:lnTo>
                    <a:pt x="132" y="49"/>
                  </a:lnTo>
                  <a:cubicBezTo>
                    <a:pt x="132" y="49"/>
                    <a:pt x="132" y="50"/>
                    <a:pt x="132" y="50"/>
                  </a:cubicBezTo>
                  <a:cubicBezTo>
                    <a:pt x="132" y="50"/>
                    <a:pt x="132" y="51"/>
                    <a:pt x="132" y="51"/>
                  </a:cubicBezTo>
                  <a:lnTo>
                    <a:pt x="135" y="57"/>
                  </a:lnTo>
                  <a:cubicBezTo>
                    <a:pt x="135" y="57"/>
                    <a:pt x="135" y="58"/>
                    <a:pt x="135" y="58"/>
                  </a:cubicBezTo>
                  <a:cubicBezTo>
                    <a:pt x="136" y="58"/>
                    <a:pt x="136" y="58"/>
                    <a:pt x="136" y="58"/>
                  </a:cubicBezTo>
                  <a:lnTo>
                    <a:pt x="149" y="63"/>
                  </a:lnTo>
                  <a:cubicBezTo>
                    <a:pt x="151" y="63"/>
                    <a:pt x="152" y="64"/>
                    <a:pt x="153" y="65"/>
                  </a:cubicBezTo>
                  <a:lnTo>
                    <a:pt x="153" y="65"/>
                  </a:lnTo>
                  <a:cubicBezTo>
                    <a:pt x="153" y="66"/>
                    <a:pt x="154" y="67"/>
                    <a:pt x="154" y="68"/>
                  </a:cubicBezTo>
                  <a:lnTo>
                    <a:pt x="154" y="87"/>
                  </a:lnTo>
                  <a:cubicBezTo>
                    <a:pt x="154" y="88"/>
                    <a:pt x="153" y="89"/>
                    <a:pt x="153" y="90"/>
                  </a:cubicBezTo>
                  <a:lnTo>
                    <a:pt x="153" y="90"/>
                  </a:lnTo>
                  <a:lnTo>
                    <a:pt x="153" y="90"/>
                  </a:lnTo>
                  <a:cubicBezTo>
                    <a:pt x="152" y="91"/>
                    <a:pt x="151" y="92"/>
                    <a:pt x="149" y="92"/>
                  </a:cubicBezTo>
                  <a:lnTo>
                    <a:pt x="136" y="96"/>
                  </a:lnTo>
                  <a:cubicBezTo>
                    <a:pt x="136" y="97"/>
                    <a:pt x="136" y="97"/>
                    <a:pt x="135" y="97"/>
                  </a:cubicBezTo>
                  <a:cubicBezTo>
                    <a:pt x="135" y="97"/>
                    <a:pt x="135" y="98"/>
                    <a:pt x="135" y="98"/>
                  </a:cubicBezTo>
                  <a:lnTo>
                    <a:pt x="135" y="98"/>
                  </a:lnTo>
                  <a:lnTo>
                    <a:pt x="132" y="104"/>
                  </a:lnTo>
                  <a:cubicBezTo>
                    <a:pt x="132" y="104"/>
                    <a:pt x="132" y="105"/>
                    <a:pt x="132" y="105"/>
                  </a:cubicBezTo>
                  <a:cubicBezTo>
                    <a:pt x="132" y="105"/>
                    <a:pt x="132" y="106"/>
                    <a:pt x="132" y="106"/>
                  </a:cubicBezTo>
                  <a:lnTo>
                    <a:pt x="139" y="118"/>
                  </a:lnTo>
                  <a:cubicBezTo>
                    <a:pt x="139" y="120"/>
                    <a:pt x="139" y="121"/>
                    <a:pt x="139" y="122"/>
                  </a:cubicBezTo>
                  <a:cubicBezTo>
                    <a:pt x="139" y="123"/>
                    <a:pt x="138" y="124"/>
                    <a:pt x="138" y="125"/>
                  </a:cubicBezTo>
                  <a:lnTo>
                    <a:pt x="125" y="138"/>
                  </a:lnTo>
                  <a:cubicBezTo>
                    <a:pt x="124" y="139"/>
                    <a:pt x="123" y="140"/>
                    <a:pt x="121" y="140"/>
                  </a:cubicBezTo>
                  <a:cubicBezTo>
                    <a:pt x="120" y="140"/>
                    <a:pt x="119" y="140"/>
                    <a:pt x="118" y="139"/>
                  </a:cubicBezTo>
                  <a:lnTo>
                    <a:pt x="105" y="133"/>
                  </a:lnTo>
                  <a:cubicBezTo>
                    <a:pt x="105" y="133"/>
                    <a:pt x="105" y="133"/>
                    <a:pt x="104" y="133"/>
                  </a:cubicBezTo>
                  <a:cubicBezTo>
                    <a:pt x="104" y="133"/>
                    <a:pt x="104" y="133"/>
                    <a:pt x="103" y="133"/>
                  </a:cubicBezTo>
                  <a:lnTo>
                    <a:pt x="97" y="135"/>
                  </a:lnTo>
                  <a:cubicBezTo>
                    <a:pt x="97" y="136"/>
                    <a:pt x="97" y="136"/>
                    <a:pt x="96" y="136"/>
                  </a:cubicBezTo>
                  <a:cubicBezTo>
                    <a:pt x="96" y="136"/>
                    <a:pt x="96" y="137"/>
                    <a:pt x="96" y="137"/>
                  </a:cubicBezTo>
                  <a:lnTo>
                    <a:pt x="92" y="150"/>
                  </a:lnTo>
                  <a:lnTo>
                    <a:pt x="92" y="150"/>
                  </a:lnTo>
                  <a:cubicBezTo>
                    <a:pt x="91" y="151"/>
                    <a:pt x="90" y="152"/>
                    <a:pt x="89" y="153"/>
                  </a:cubicBezTo>
                  <a:cubicBezTo>
                    <a:pt x="88" y="154"/>
                    <a:pt x="87" y="154"/>
                    <a:pt x="86" y="154"/>
                  </a:cubicBezTo>
                  <a:lnTo>
                    <a:pt x="68" y="154"/>
                  </a:lnTo>
                  <a:cubicBezTo>
                    <a:pt x="66" y="154"/>
                    <a:pt x="65" y="154"/>
                    <a:pt x="64" y="153"/>
                  </a:cubicBezTo>
                  <a:cubicBezTo>
                    <a:pt x="63" y="152"/>
                    <a:pt x="62" y="151"/>
                    <a:pt x="62" y="150"/>
                  </a:cubicBezTo>
                  <a:lnTo>
                    <a:pt x="62" y="150"/>
                  </a:lnTo>
                  <a:lnTo>
                    <a:pt x="58" y="137"/>
                  </a:lnTo>
                  <a:cubicBezTo>
                    <a:pt x="58" y="137"/>
                    <a:pt x="57" y="136"/>
                    <a:pt x="57" y="136"/>
                  </a:cubicBezTo>
                  <a:cubicBezTo>
                    <a:pt x="57" y="136"/>
                    <a:pt x="57" y="136"/>
                    <a:pt x="56" y="135"/>
                  </a:cubicBezTo>
                  <a:lnTo>
                    <a:pt x="56" y="135"/>
                  </a:lnTo>
                  <a:lnTo>
                    <a:pt x="50" y="133"/>
                  </a:lnTo>
                  <a:cubicBezTo>
                    <a:pt x="50" y="133"/>
                    <a:pt x="50" y="133"/>
                    <a:pt x="49" y="133"/>
                  </a:cubicBezTo>
                  <a:cubicBezTo>
                    <a:pt x="49" y="133"/>
                    <a:pt x="48" y="133"/>
                    <a:pt x="48" y="133"/>
                  </a:cubicBezTo>
                  <a:lnTo>
                    <a:pt x="36" y="139"/>
                  </a:lnTo>
                  <a:cubicBezTo>
                    <a:pt x="35" y="140"/>
                    <a:pt x="33" y="140"/>
                    <a:pt x="32" y="140"/>
                  </a:cubicBezTo>
                  <a:cubicBezTo>
                    <a:pt x="31" y="140"/>
                    <a:pt x="30" y="139"/>
                    <a:pt x="29" y="138"/>
                  </a:cubicBezTo>
                  <a:lnTo>
                    <a:pt x="16" y="125"/>
                  </a:lnTo>
                  <a:lnTo>
                    <a:pt x="16" y="125"/>
                  </a:lnTo>
                  <a:cubicBezTo>
                    <a:pt x="15" y="124"/>
                    <a:pt x="14" y="123"/>
                    <a:pt x="14" y="122"/>
                  </a:cubicBezTo>
                  <a:cubicBezTo>
                    <a:pt x="14" y="121"/>
                    <a:pt x="14" y="120"/>
                    <a:pt x="15" y="118"/>
                  </a:cubicBezTo>
                  <a:lnTo>
                    <a:pt x="21" y="106"/>
                  </a:lnTo>
                  <a:cubicBezTo>
                    <a:pt x="21" y="106"/>
                    <a:pt x="21" y="105"/>
                    <a:pt x="21" y="105"/>
                  </a:cubicBezTo>
                  <a:cubicBezTo>
                    <a:pt x="21" y="105"/>
                    <a:pt x="21" y="104"/>
                    <a:pt x="21" y="104"/>
                  </a:cubicBezTo>
                  <a:lnTo>
                    <a:pt x="19" y="98"/>
                  </a:lnTo>
                  <a:cubicBezTo>
                    <a:pt x="19" y="98"/>
                    <a:pt x="18" y="97"/>
                    <a:pt x="18" y="97"/>
                  </a:cubicBezTo>
                  <a:cubicBezTo>
                    <a:pt x="18" y="97"/>
                    <a:pt x="18" y="97"/>
                    <a:pt x="17" y="96"/>
                  </a:cubicBezTo>
                  <a:lnTo>
                    <a:pt x="4" y="92"/>
                  </a:lnTo>
                  <a:cubicBezTo>
                    <a:pt x="3" y="92"/>
                    <a:pt x="2" y="91"/>
                    <a:pt x="1" y="90"/>
                  </a:cubicBezTo>
                  <a:lnTo>
                    <a:pt x="1" y="90"/>
                  </a:lnTo>
                  <a:cubicBezTo>
                    <a:pt x="0" y="89"/>
                    <a:pt x="0" y="88"/>
                    <a:pt x="0" y="87"/>
                  </a:cubicBezTo>
                  <a:lnTo>
                    <a:pt x="0" y="68"/>
                  </a:lnTo>
                  <a:cubicBezTo>
                    <a:pt x="0" y="67"/>
                    <a:pt x="0" y="66"/>
                    <a:pt x="1" y="65"/>
                  </a:cubicBezTo>
                  <a:lnTo>
                    <a:pt x="1" y="65"/>
                  </a:lnTo>
                  <a:lnTo>
                    <a:pt x="1" y="65"/>
                  </a:lnTo>
                  <a:cubicBezTo>
                    <a:pt x="2" y="64"/>
                    <a:pt x="3" y="63"/>
                    <a:pt x="4" y="63"/>
                  </a:cubicBezTo>
                  <a:lnTo>
                    <a:pt x="17" y="58"/>
                  </a:lnTo>
                  <a:lnTo>
                    <a:pt x="17" y="58"/>
                  </a:lnTo>
                  <a:cubicBezTo>
                    <a:pt x="18" y="58"/>
                    <a:pt x="18" y="58"/>
                    <a:pt x="18" y="58"/>
                  </a:cubicBezTo>
                  <a:cubicBezTo>
                    <a:pt x="18" y="58"/>
                    <a:pt x="19" y="57"/>
                    <a:pt x="19" y="57"/>
                  </a:cubicBezTo>
                  <a:lnTo>
                    <a:pt x="21" y="51"/>
                  </a:lnTo>
                  <a:cubicBezTo>
                    <a:pt x="21" y="51"/>
                    <a:pt x="21" y="50"/>
                    <a:pt x="21" y="50"/>
                  </a:cubicBezTo>
                  <a:cubicBezTo>
                    <a:pt x="21" y="50"/>
                    <a:pt x="21" y="49"/>
                    <a:pt x="21" y="49"/>
                  </a:cubicBezTo>
                  <a:lnTo>
                    <a:pt x="15" y="36"/>
                  </a:lnTo>
                  <a:cubicBezTo>
                    <a:pt x="14" y="35"/>
                    <a:pt x="14" y="34"/>
                    <a:pt x="14" y="33"/>
                  </a:cubicBezTo>
                  <a:cubicBezTo>
                    <a:pt x="14" y="32"/>
                    <a:pt x="15" y="30"/>
                    <a:pt x="16" y="29"/>
                  </a:cubicBezTo>
                  <a:lnTo>
                    <a:pt x="16" y="29"/>
                  </a:lnTo>
                  <a:lnTo>
                    <a:pt x="29" y="17"/>
                  </a:lnTo>
                  <a:cubicBezTo>
                    <a:pt x="30" y="16"/>
                    <a:pt x="31" y="15"/>
                    <a:pt x="32" y="15"/>
                  </a:cubicBezTo>
                  <a:cubicBezTo>
                    <a:pt x="33" y="15"/>
                    <a:pt x="35" y="15"/>
                    <a:pt x="36" y="15"/>
                  </a:cubicBezTo>
                  <a:lnTo>
                    <a:pt x="48" y="22"/>
                  </a:lnTo>
                  <a:cubicBezTo>
                    <a:pt x="48" y="22"/>
                    <a:pt x="49" y="22"/>
                    <a:pt x="49" y="22"/>
                  </a:cubicBezTo>
                  <a:cubicBezTo>
                    <a:pt x="50" y="22"/>
                    <a:pt x="50" y="22"/>
                    <a:pt x="50" y="22"/>
                  </a:cubicBezTo>
                  <a:lnTo>
                    <a:pt x="50" y="22"/>
                  </a:lnTo>
                  <a:lnTo>
                    <a:pt x="56" y="19"/>
                  </a:lnTo>
                  <a:lnTo>
                    <a:pt x="56" y="19"/>
                  </a:lnTo>
                  <a:cubicBezTo>
                    <a:pt x="57" y="19"/>
                    <a:pt x="57" y="19"/>
                    <a:pt x="57" y="19"/>
                  </a:cubicBezTo>
                  <a:cubicBezTo>
                    <a:pt x="57" y="19"/>
                    <a:pt x="58" y="18"/>
                    <a:pt x="58" y="18"/>
                  </a:cubicBezTo>
                  <a:lnTo>
                    <a:pt x="58" y="18"/>
                  </a:lnTo>
                  <a:lnTo>
                    <a:pt x="62" y="5"/>
                  </a:lnTo>
                  <a:lnTo>
                    <a:pt x="62" y="5"/>
                  </a:lnTo>
                  <a:cubicBezTo>
                    <a:pt x="62" y="3"/>
                    <a:pt x="63" y="2"/>
                    <a:pt x="64" y="2"/>
                  </a:cubicBezTo>
                  <a:cubicBezTo>
                    <a:pt x="65" y="1"/>
                    <a:pt x="66" y="0"/>
                    <a:pt x="68" y="0"/>
                  </a:cubicBezTo>
                  <a:lnTo>
                    <a:pt x="86" y="0"/>
                  </a:lnTo>
                  <a:cubicBezTo>
                    <a:pt x="87" y="0"/>
                    <a:pt x="88" y="1"/>
                    <a:pt x="89" y="2"/>
                  </a:cubicBezTo>
                  <a:cubicBezTo>
                    <a:pt x="90" y="2"/>
                    <a:pt x="91" y="3"/>
                    <a:pt x="92" y="5"/>
                  </a:cubicBezTo>
                  <a:lnTo>
                    <a:pt x="92" y="5"/>
                  </a:lnTo>
                  <a:lnTo>
                    <a:pt x="96" y="18"/>
                  </a:ln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7" y="20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5" name="Freeform 5">
              <a:extLst>
                <a:ext uri="{FF2B5EF4-FFF2-40B4-BE49-F238E27FC236}">
                  <a16:creationId xmlns:a16="http://schemas.microsoft.com/office/drawing/2014/main" id="{2799B0CE-0865-47B4-AFAF-BA5A20E6A91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73250" y="2204825"/>
              <a:ext cx="352449" cy="328843"/>
            </a:xfrm>
            <a:custGeom>
              <a:avLst/>
              <a:gdLst>
                <a:gd name="T0" fmla="*/ 185 w 188"/>
                <a:gd name="T1" fmla="*/ 167 h 187"/>
                <a:gd name="T2" fmla="*/ 185 w 188"/>
                <a:gd name="T3" fmla="*/ 167 h 187"/>
                <a:gd name="T4" fmla="*/ 142 w 188"/>
                <a:gd name="T5" fmla="*/ 183 h 187"/>
                <a:gd name="T6" fmla="*/ 142 w 188"/>
                <a:gd name="T7" fmla="*/ 20 h 187"/>
                <a:gd name="T8" fmla="*/ 185 w 188"/>
                <a:gd name="T9" fmla="*/ 4 h 187"/>
                <a:gd name="T10" fmla="*/ 185 w 188"/>
                <a:gd name="T11" fmla="*/ 167 h 187"/>
                <a:gd name="T12" fmla="*/ 95 w 188"/>
                <a:gd name="T13" fmla="*/ 4 h 187"/>
                <a:gd name="T14" fmla="*/ 95 w 188"/>
                <a:gd name="T15" fmla="*/ 4 h 187"/>
                <a:gd name="T16" fmla="*/ 138 w 188"/>
                <a:gd name="T17" fmla="*/ 20 h 187"/>
                <a:gd name="T18" fmla="*/ 138 w 188"/>
                <a:gd name="T19" fmla="*/ 183 h 187"/>
                <a:gd name="T20" fmla="*/ 95 w 188"/>
                <a:gd name="T21" fmla="*/ 167 h 187"/>
                <a:gd name="T22" fmla="*/ 95 w 188"/>
                <a:gd name="T23" fmla="*/ 4 h 187"/>
                <a:gd name="T24" fmla="*/ 49 w 188"/>
                <a:gd name="T25" fmla="*/ 20 h 187"/>
                <a:gd name="T26" fmla="*/ 49 w 188"/>
                <a:gd name="T27" fmla="*/ 20 h 187"/>
                <a:gd name="T28" fmla="*/ 92 w 188"/>
                <a:gd name="T29" fmla="*/ 4 h 187"/>
                <a:gd name="T30" fmla="*/ 92 w 188"/>
                <a:gd name="T31" fmla="*/ 167 h 187"/>
                <a:gd name="T32" fmla="*/ 49 w 188"/>
                <a:gd name="T33" fmla="*/ 183 h 187"/>
                <a:gd name="T34" fmla="*/ 49 w 188"/>
                <a:gd name="T35" fmla="*/ 20 h 187"/>
                <a:gd name="T36" fmla="*/ 3 w 188"/>
                <a:gd name="T37" fmla="*/ 4 h 187"/>
                <a:gd name="T38" fmla="*/ 3 w 188"/>
                <a:gd name="T39" fmla="*/ 4 h 187"/>
                <a:gd name="T40" fmla="*/ 46 w 188"/>
                <a:gd name="T41" fmla="*/ 20 h 187"/>
                <a:gd name="T42" fmla="*/ 46 w 188"/>
                <a:gd name="T43" fmla="*/ 183 h 187"/>
                <a:gd name="T44" fmla="*/ 3 w 188"/>
                <a:gd name="T45" fmla="*/ 167 h 187"/>
                <a:gd name="T46" fmla="*/ 3 w 188"/>
                <a:gd name="T47" fmla="*/ 4 h 187"/>
                <a:gd name="T48" fmla="*/ 187 w 188"/>
                <a:gd name="T49" fmla="*/ 0 h 187"/>
                <a:gd name="T50" fmla="*/ 187 w 188"/>
                <a:gd name="T51" fmla="*/ 0 h 187"/>
                <a:gd name="T52" fmla="*/ 186 w 188"/>
                <a:gd name="T53" fmla="*/ 0 h 187"/>
                <a:gd name="T54" fmla="*/ 140 w 188"/>
                <a:gd name="T55" fmla="*/ 16 h 187"/>
                <a:gd name="T56" fmla="*/ 94 w 188"/>
                <a:gd name="T57" fmla="*/ 0 h 187"/>
                <a:gd name="T58" fmla="*/ 94 w 188"/>
                <a:gd name="T59" fmla="*/ 0 h 187"/>
                <a:gd name="T60" fmla="*/ 93 w 188"/>
                <a:gd name="T61" fmla="*/ 0 h 187"/>
                <a:gd name="T62" fmla="*/ 47 w 188"/>
                <a:gd name="T63" fmla="*/ 16 h 187"/>
                <a:gd name="T64" fmla="*/ 2 w 188"/>
                <a:gd name="T65" fmla="*/ 0 h 187"/>
                <a:gd name="T66" fmla="*/ 0 w 188"/>
                <a:gd name="T67" fmla="*/ 0 h 187"/>
                <a:gd name="T68" fmla="*/ 0 w 188"/>
                <a:gd name="T69" fmla="*/ 2 h 187"/>
                <a:gd name="T70" fmla="*/ 0 w 188"/>
                <a:gd name="T71" fmla="*/ 168 h 187"/>
                <a:gd name="T72" fmla="*/ 1 w 188"/>
                <a:gd name="T73" fmla="*/ 170 h 187"/>
                <a:gd name="T74" fmla="*/ 47 w 188"/>
                <a:gd name="T75" fmla="*/ 187 h 187"/>
                <a:gd name="T76" fmla="*/ 47 w 188"/>
                <a:gd name="T77" fmla="*/ 187 h 187"/>
                <a:gd name="T78" fmla="*/ 48 w 188"/>
                <a:gd name="T79" fmla="*/ 187 h 187"/>
                <a:gd name="T80" fmla="*/ 94 w 188"/>
                <a:gd name="T81" fmla="*/ 170 h 187"/>
                <a:gd name="T82" fmla="*/ 139 w 188"/>
                <a:gd name="T83" fmla="*/ 187 h 187"/>
                <a:gd name="T84" fmla="*/ 140 w 188"/>
                <a:gd name="T85" fmla="*/ 187 h 187"/>
                <a:gd name="T86" fmla="*/ 141 w 188"/>
                <a:gd name="T87" fmla="*/ 187 h 187"/>
                <a:gd name="T88" fmla="*/ 187 w 188"/>
                <a:gd name="T89" fmla="*/ 170 h 187"/>
                <a:gd name="T90" fmla="*/ 188 w 188"/>
                <a:gd name="T91" fmla="*/ 168 h 187"/>
                <a:gd name="T92" fmla="*/ 188 w 188"/>
                <a:gd name="T93" fmla="*/ 2 h 187"/>
                <a:gd name="T94" fmla="*/ 187 w 188"/>
                <a:gd name="T9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7">
                  <a:moveTo>
                    <a:pt x="185" y="167"/>
                  </a:moveTo>
                  <a:lnTo>
                    <a:pt x="185" y="167"/>
                  </a:lnTo>
                  <a:lnTo>
                    <a:pt x="142" y="183"/>
                  </a:lnTo>
                  <a:lnTo>
                    <a:pt x="142" y="20"/>
                  </a:lnTo>
                  <a:lnTo>
                    <a:pt x="185" y="4"/>
                  </a:lnTo>
                  <a:lnTo>
                    <a:pt x="185" y="167"/>
                  </a:lnTo>
                  <a:close/>
                  <a:moveTo>
                    <a:pt x="95" y="4"/>
                  </a:moveTo>
                  <a:lnTo>
                    <a:pt x="95" y="4"/>
                  </a:lnTo>
                  <a:lnTo>
                    <a:pt x="138" y="20"/>
                  </a:lnTo>
                  <a:lnTo>
                    <a:pt x="138" y="183"/>
                  </a:lnTo>
                  <a:lnTo>
                    <a:pt x="95" y="167"/>
                  </a:lnTo>
                  <a:lnTo>
                    <a:pt x="95" y="4"/>
                  </a:lnTo>
                  <a:close/>
                  <a:moveTo>
                    <a:pt x="49" y="20"/>
                  </a:moveTo>
                  <a:lnTo>
                    <a:pt x="49" y="20"/>
                  </a:lnTo>
                  <a:lnTo>
                    <a:pt x="92" y="4"/>
                  </a:lnTo>
                  <a:lnTo>
                    <a:pt x="92" y="167"/>
                  </a:lnTo>
                  <a:lnTo>
                    <a:pt x="49" y="183"/>
                  </a:lnTo>
                  <a:lnTo>
                    <a:pt x="49" y="20"/>
                  </a:lnTo>
                  <a:close/>
                  <a:moveTo>
                    <a:pt x="3" y="4"/>
                  </a:moveTo>
                  <a:lnTo>
                    <a:pt x="3" y="4"/>
                  </a:lnTo>
                  <a:lnTo>
                    <a:pt x="46" y="20"/>
                  </a:lnTo>
                  <a:lnTo>
                    <a:pt x="46" y="183"/>
                  </a:lnTo>
                  <a:lnTo>
                    <a:pt x="3" y="167"/>
                  </a:lnTo>
                  <a:lnTo>
                    <a:pt x="3" y="4"/>
                  </a:lnTo>
                  <a:close/>
                  <a:moveTo>
                    <a:pt x="187" y="0"/>
                  </a:moveTo>
                  <a:lnTo>
                    <a:pt x="187" y="0"/>
                  </a:lnTo>
                  <a:cubicBezTo>
                    <a:pt x="187" y="0"/>
                    <a:pt x="186" y="0"/>
                    <a:pt x="186" y="0"/>
                  </a:cubicBezTo>
                  <a:lnTo>
                    <a:pt x="140" y="16"/>
                  </a:lnTo>
                  <a:lnTo>
                    <a:pt x="94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3" y="0"/>
                    <a:pt x="93" y="0"/>
                  </a:cubicBezTo>
                  <a:lnTo>
                    <a:pt x="47" y="16"/>
                  </a:lnTo>
                  <a:lnTo>
                    <a:pt x="2" y="0"/>
                  </a:ln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lnTo>
                    <a:pt x="0" y="168"/>
                  </a:lnTo>
                  <a:cubicBezTo>
                    <a:pt x="0" y="169"/>
                    <a:pt x="0" y="170"/>
                    <a:pt x="1" y="170"/>
                  </a:cubicBezTo>
                  <a:lnTo>
                    <a:pt x="47" y="187"/>
                  </a:lnTo>
                  <a:cubicBezTo>
                    <a:pt x="47" y="187"/>
                    <a:pt x="47" y="187"/>
                    <a:pt x="47" y="187"/>
                  </a:cubicBezTo>
                  <a:cubicBezTo>
                    <a:pt x="48" y="187"/>
                    <a:pt x="48" y="187"/>
                    <a:pt x="48" y="187"/>
                  </a:cubicBezTo>
                  <a:lnTo>
                    <a:pt x="94" y="170"/>
                  </a:lnTo>
                  <a:lnTo>
                    <a:pt x="139" y="187"/>
                  </a:lnTo>
                  <a:cubicBezTo>
                    <a:pt x="140" y="187"/>
                    <a:pt x="140" y="187"/>
                    <a:pt x="140" y="187"/>
                  </a:cubicBezTo>
                  <a:cubicBezTo>
                    <a:pt x="140" y="187"/>
                    <a:pt x="140" y="187"/>
                    <a:pt x="141" y="187"/>
                  </a:cubicBezTo>
                  <a:lnTo>
                    <a:pt x="187" y="170"/>
                  </a:lnTo>
                  <a:cubicBezTo>
                    <a:pt x="188" y="170"/>
                    <a:pt x="188" y="169"/>
                    <a:pt x="188" y="168"/>
                  </a:cubicBezTo>
                  <a:lnTo>
                    <a:pt x="188" y="2"/>
                  </a:lnTo>
                  <a:cubicBezTo>
                    <a:pt x="188" y="1"/>
                    <a:pt x="188" y="1"/>
                    <a:pt x="187" y="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6" name="Freeform 115">
              <a:extLst>
                <a:ext uri="{FF2B5EF4-FFF2-40B4-BE49-F238E27FC236}">
                  <a16:creationId xmlns:a16="http://schemas.microsoft.com/office/drawing/2014/main" id="{E7E98DD2-B257-4E4B-9ADE-6783F7060C8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62089" y="2238984"/>
              <a:ext cx="365421" cy="224235"/>
            </a:xfrm>
            <a:custGeom>
              <a:avLst/>
              <a:gdLst>
                <a:gd name="T0" fmla="*/ 71 w 174"/>
                <a:gd name="T1" fmla="*/ 15 h 107"/>
                <a:gd name="T2" fmla="*/ 71 w 174"/>
                <a:gd name="T3" fmla="*/ 82 h 107"/>
                <a:gd name="T4" fmla="*/ 71 w 174"/>
                <a:gd name="T5" fmla="*/ 29 h 107"/>
                <a:gd name="T6" fmla="*/ 63 w 174"/>
                <a:gd name="T7" fmla="*/ 69 h 107"/>
                <a:gd name="T8" fmla="*/ 104 w 174"/>
                <a:gd name="T9" fmla="*/ 29 h 107"/>
                <a:gd name="T10" fmla="*/ 104 w 174"/>
                <a:gd name="T11" fmla="*/ 78 h 107"/>
                <a:gd name="T12" fmla="*/ 41 w 174"/>
                <a:gd name="T13" fmla="*/ 26 h 107"/>
                <a:gd name="T14" fmla="*/ 19 w 174"/>
                <a:gd name="T15" fmla="*/ 24 h 107"/>
                <a:gd name="T16" fmla="*/ 133 w 174"/>
                <a:gd name="T17" fmla="*/ 24 h 107"/>
                <a:gd name="T18" fmla="*/ 155 w 174"/>
                <a:gd name="T19" fmla="*/ 26 h 107"/>
                <a:gd name="T20" fmla="*/ 133 w 174"/>
                <a:gd name="T21" fmla="*/ 82 h 107"/>
                <a:gd name="T22" fmla="*/ 155 w 174"/>
                <a:gd name="T23" fmla="*/ 84 h 107"/>
                <a:gd name="T24" fmla="*/ 41 w 174"/>
                <a:gd name="T25" fmla="*/ 84 h 107"/>
                <a:gd name="T26" fmla="*/ 19 w 174"/>
                <a:gd name="T27" fmla="*/ 82 h 107"/>
                <a:gd name="T28" fmla="*/ 26 w 174"/>
                <a:gd name="T29" fmla="*/ 56 h 107"/>
                <a:gd name="T30" fmla="*/ 30 w 174"/>
                <a:gd name="T31" fmla="*/ 50 h 107"/>
                <a:gd name="T32" fmla="*/ 28 w 174"/>
                <a:gd name="T33" fmla="*/ 56 h 107"/>
                <a:gd name="T34" fmla="*/ 33 w 174"/>
                <a:gd name="T35" fmla="*/ 53 h 107"/>
                <a:gd name="T36" fmla="*/ 30 w 174"/>
                <a:gd name="T37" fmla="*/ 47 h 107"/>
                <a:gd name="T38" fmla="*/ 26 w 174"/>
                <a:gd name="T39" fmla="*/ 58 h 107"/>
                <a:gd name="T40" fmla="*/ 35 w 174"/>
                <a:gd name="T41" fmla="*/ 58 h 107"/>
                <a:gd name="T42" fmla="*/ 147 w 174"/>
                <a:gd name="T43" fmla="*/ 51 h 107"/>
                <a:gd name="T44" fmla="*/ 147 w 174"/>
                <a:gd name="T45" fmla="*/ 56 h 107"/>
                <a:gd name="T46" fmla="*/ 142 w 174"/>
                <a:gd name="T47" fmla="*/ 56 h 107"/>
                <a:gd name="T48" fmla="*/ 147 w 174"/>
                <a:gd name="T49" fmla="*/ 51 h 107"/>
                <a:gd name="T50" fmla="*/ 151 w 174"/>
                <a:gd name="T51" fmla="*/ 53 h 107"/>
                <a:gd name="T52" fmla="*/ 140 w 174"/>
                <a:gd name="T53" fmla="*/ 58 h 107"/>
                <a:gd name="T54" fmla="*/ 71 w 174"/>
                <a:gd name="T55" fmla="*/ 4 h 107"/>
                <a:gd name="T56" fmla="*/ 5 w 174"/>
                <a:gd name="T57" fmla="*/ 4 h 107"/>
                <a:gd name="T58" fmla="*/ 6 w 174"/>
                <a:gd name="T59" fmla="*/ 103 h 107"/>
                <a:gd name="T60" fmla="*/ 10 w 174"/>
                <a:gd name="T61" fmla="*/ 94 h 107"/>
                <a:gd name="T62" fmla="*/ 71 w 174"/>
                <a:gd name="T63" fmla="*/ 4 h 107"/>
                <a:gd name="T64" fmla="*/ 171 w 174"/>
                <a:gd name="T65" fmla="*/ 6 h 107"/>
                <a:gd name="T66" fmla="*/ 168 w 174"/>
                <a:gd name="T67" fmla="*/ 103 h 107"/>
                <a:gd name="T68" fmla="*/ 165 w 174"/>
                <a:gd name="T69" fmla="*/ 94 h 107"/>
                <a:gd name="T70" fmla="*/ 104 w 174"/>
                <a:gd name="T71" fmla="*/ 4 h 107"/>
                <a:gd name="T72" fmla="*/ 73 w 174"/>
                <a:gd name="T73" fmla="*/ 0 h 107"/>
                <a:gd name="T74" fmla="*/ 174 w 174"/>
                <a:gd name="T75" fmla="*/ 6 h 107"/>
                <a:gd name="T76" fmla="*/ 168 w 174"/>
                <a:gd name="T77" fmla="*/ 107 h 107"/>
                <a:gd name="T78" fmla="*/ 2 w 174"/>
                <a:gd name="T79" fmla="*/ 105 h 107"/>
                <a:gd name="T80" fmla="*/ 2 w 174"/>
                <a:gd name="T81" fmla="*/ 2 h 107"/>
                <a:gd name="T82" fmla="*/ 86 w 174"/>
                <a:gd name="T83" fmla="*/ 4 h 107"/>
                <a:gd name="T84" fmla="*/ 75 w 174"/>
                <a:gd name="T85" fmla="*/ 103 h 107"/>
                <a:gd name="T86" fmla="*/ 89 w 174"/>
                <a:gd name="T87" fmla="*/ 103 h 107"/>
                <a:gd name="T88" fmla="*/ 100 w 174"/>
                <a:gd name="T89" fmla="*/ 4 h 107"/>
                <a:gd name="T90" fmla="*/ 104 w 174"/>
                <a:gd name="T91" fmla="*/ 15 h 107"/>
                <a:gd name="T92" fmla="*/ 115 w 174"/>
                <a:gd name="T93" fmla="*/ 71 h 107"/>
                <a:gd name="T94" fmla="*/ 161 w 174"/>
                <a:gd name="T95" fmla="*/ 1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4" h="107">
                  <a:moveTo>
                    <a:pt x="60" y="36"/>
                  </a:moveTo>
                  <a:lnTo>
                    <a:pt x="60" y="36"/>
                  </a:lnTo>
                  <a:cubicBezTo>
                    <a:pt x="63" y="32"/>
                    <a:pt x="66" y="28"/>
                    <a:pt x="71" y="25"/>
                  </a:cubicBezTo>
                  <a:lnTo>
                    <a:pt x="71" y="15"/>
                  </a:lnTo>
                  <a:lnTo>
                    <a:pt x="14" y="15"/>
                  </a:lnTo>
                  <a:lnTo>
                    <a:pt x="14" y="92"/>
                  </a:lnTo>
                  <a:lnTo>
                    <a:pt x="71" y="92"/>
                  </a:lnTo>
                  <a:lnTo>
                    <a:pt x="71" y="82"/>
                  </a:lnTo>
                  <a:cubicBezTo>
                    <a:pt x="66" y="79"/>
                    <a:pt x="63" y="75"/>
                    <a:pt x="60" y="71"/>
                  </a:cubicBezTo>
                  <a:cubicBezTo>
                    <a:pt x="58" y="66"/>
                    <a:pt x="56" y="60"/>
                    <a:pt x="56" y="53"/>
                  </a:cubicBezTo>
                  <a:cubicBezTo>
                    <a:pt x="56" y="47"/>
                    <a:pt x="58" y="41"/>
                    <a:pt x="60" y="36"/>
                  </a:cubicBezTo>
                  <a:close/>
                  <a:moveTo>
                    <a:pt x="71" y="29"/>
                  </a:moveTo>
                  <a:lnTo>
                    <a:pt x="71" y="29"/>
                  </a:lnTo>
                  <a:cubicBezTo>
                    <a:pt x="68" y="31"/>
                    <a:pt x="65" y="34"/>
                    <a:pt x="63" y="38"/>
                  </a:cubicBezTo>
                  <a:cubicBezTo>
                    <a:pt x="61" y="42"/>
                    <a:pt x="59" y="48"/>
                    <a:pt x="59" y="53"/>
                  </a:cubicBezTo>
                  <a:cubicBezTo>
                    <a:pt x="59" y="59"/>
                    <a:pt x="61" y="64"/>
                    <a:pt x="63" y="69"/>
                  </a:cubicBezTo>
                  <a:cubicBezTo>
                    <a:pt x="65" y="72"/>
                    <a:pt x="68" y="76"/>
                    <a:pt x="71" y="78"/>
                  </a:cubicBezTo>
                  <a:lnTo>
                    <a:pt x="71" y="29"/>
                  </a:lnTo>
                  <a:close/>
                  <a:moveTo>
                    <a:pt x="104" y="29"/>
                  </a:moveTo>
                  <a:lnTo>
                    <a:pt x="104" y="29"/>
                  </a:lnTo>
                  <a:cubicBezTo>
                    <a:pt x="107" y="31"/>
                    <a:pt x="110" y="34"/>
                    <a:pt x="111" y="38"/>
                  </a:cubicBezTo>
                  <a:cubicBezTo>
                    <a:pt x="114" y="42"/>
                    <a:pt x="115" y="48"/>
                    <a:pt x="115" y="53"/>
                  </a:cubicBezTo>
                  <a:cubicBezTo>
                    <a:pt x="115" y="59"/>
                    <a:pt x="114" y="64"/>
                    <a:pt x="111" y="69"/>
                  </a:cubicBezTo>
                  <a:cubicBezTo>
                    <a:pt x="110" y="72"/>
                    <a:pt x="107" y="76"/>
                    <a:pt x="104" y="78"/>
                  </a:cubicBezTo>
                  <a:lnTo>
                    <a:pt x="104" y="29"/>
                  </a:lnTo>
                  <a:close/>
                  <a:moveTo>
                    <a:pt x="20" y="26"/>
                  </a:moveTo>
                  <a:lnTo>
                    <a:pt x="20" y="26"/>
                  </a:lnTo>
                  <a:lnTo>
                    <a:pt x="41" y="26"/>
                  </a:lnTo>
                  <a:cubicBezTo>
                    <a:pt x="42" y="26"/>
                    <a:pt x="42" y="25"/>
                    <a:pt x="42" y="24"/>
                  </a:cubicBezTo>
                  <a:cubicBezTo>
                    <a:pt x="42" y="24"/>
                    <a:pt x="42" y="23"/>
                    <a:pt x="41" y="23"/>
                  </a:cubicBezTo>
                  <a:lnTo>
                    <a:pt x="20" y="23"/>
                  </a:lnTo>
                  <a:cubicBezTo>
                    <a:pt x="19" y="23"/>
                    <a:pt x="19" y="24"/>
                    <a:pt x="19" y="24"/>
                  </a:cubicBezTo>
                  <a:cubicBezTo>
                    <a:pt x="19" y="25"/>
                    <a:pt x="19" y="26"/>
                    <a:pt x="20" y="26"/>
                  </a:cubicBezTo>
                  <a:close/>
                  <a:moveTo>
                    <a:pt x="134" y="26"/>
                  </a:moveTo>
                  <a:lnTo>
                    <a:pt x="134" y="26"/>
                  </a:lnTo>
                  <a:cubicBezTo>
                    <a:pt x="133" y="26"/>
                    <a:pt x="133" y="25"/>
                    <a:pt x="133" y="24"/>
                  </a:cubicBezTo>
                  <a:cubicBezTo>
                    <a:pt x="133" y="24"/>
                    <a:pt x="133" y="23"/>
                    <a:pt x="134" y="23"/>
                  </a:cubicBezTo>
                  <a:lnTo>
                    <a:pt x="155" y="23"/>
                  </a:lnTo>
                  <a:cubicBezTo>
                    <a:pt x="156" y="23"/>
                    <a:pt x="156" y="24"/>
                    <a:pt x="156" y="24"/>
                  </a:cubicBezTo>
                  <a:cubicBezTo>
                    <a:pt x="156" y="25"/>
                    <a:pt x="156" y="26"/>
                    <a:pt x="155" y="26"/>
                  </a:cubicBezTo>
                  <a:lnTo>
                    <a:pt x="134" y="26"/>
                  </a:lnTo>
                  <a:close/>
                  <a:moveTo>
                    <a:pt x="134" y="84"/>
                  </a:moveTo>
                  <a:lnTo>
                    <a:pt x="134" y="84"/>
                  </a:lnTo>
                  <a:cubicBezTo>
                    <a:pt x="133" y="84"/>
                    <a:pt x="133" y="83"/>
                    <a:pt x="133" y="82"/>
                  </a:cubicBezTo>
                  <a:cubicBezTo>
                    <a:pt x="133" y="81"/>
                    <a:pt x="133" y="81"/>
                    <a:pt x="134" y="81"/>
                  </a:cubicBezTo>
                  <a:lnTo>
                    <a:pt x="155" y="81"/>
                  </a:lnTo>
                  <a:cubicBezTo>
                    <a:pt x="156" y="81"/>
                    <a:pt x="156" y="81"/>
                    <a:pt x="156" y="82"/>
                  </a:cubicBezTo>
                  <a:cubicBezTo>
                    <a:pt x="156" y="83"/>
                    <a:pt x="156" y="84"/>
                    <a:pt x="155" y="84"/>
                  </a:cubicBezTo>
                  <a:lnTo>
                    <a:pt x="134" y="84"/>
                  </a:lnTo>
                  <a:close/>
                  <a:moveTo>
                    <a:pt x="20" y="84"/>
                  </a:moveTo>
                  <a:lnTo>
                    <a:pt x="20" y="84"/>
                  </a:lnTo>
                  <a:lnTo>
                    <a:pt x="41" y="84"/>
                  </a:lnTo>
                  <a:cubicBezTo>
                    <a:pt x="42" y="84"/>
                    <a:pt x="42" y="83"/>
                    <a:pt x="42" y="82"/>
                  </a:cubicBezTo>
                  <a:cubicBezTo>
                    <a:pt x="42" y="81"/>
                    <a:pt x="42" y="81"/>
                    <a:pt x="41" y="81"/>
                  </a:cubicBezTo>
                  <a:lnTo>
                    <a:pt x="20" y="81"/>
                  </a:lnTo>
                  <a:cubicBezTo>
                    <a:pt x="19" y="81"/>
                    <a:pt x="19" y="81"/>
                    <a:pt x="19" y="82"/>
                  </a:cubicBezTo>
                  <a:cubicBezTo>
                    <a:pt x="19" y="83"/>
                    <a:pt x="19" y="84"/>
                    <a:pt x="20" y="84"/>
                  </a:cubicBezTo>
                  <a:close/>
                  <a:moveTo>
                    <a:pt x="26" y="58"/>
                  </a:moveTo>
                  <a:lnTo>
                    <a:pt x="26" y="58"/>
                  </a:lnTo>
                  <a:lnTo>
                    <a:pt x="26" y="56"/>
                  </a:lnTo>
                  <a:cubicBezTo>
                    <a:pt x="25" y="56"/>
                    <a:pt x="25" y="57"/>
                    <a:pt x="26" y="58"/>
                  </a:cubicBezTo>
                  <a:close/>
                  <a:moveTo>
                    <a:pt x="33" y="51"/>
                  </a:moveTo>
                  <a:lnTo>
                    <a:pt x="33" y="51"/>
                  </a:lnTo>
                  <a:cubicBezTo>
                    <a:pt x="32" y="51"/>
                    <a:pt x="31" y="50"/>
                    <a:pt x="30" y="50"/>
                  </a:cubicBezTo>
                  <a:cubicBezTo>
                    <a:pt x="30" y="50"/>
                    <a:pt x="29" y="51"/>
                    <a:pt x="28" y="51"/>
                  </a:cubicBezTo>
                  <a:lnTo>
                    <a:pt x="28" y="51"/>
                  </a:lnTo>
                  <a:cubicBezTo>
                    <a:pt x="28" y="52"/>
                    <a:pt x="27" y="53"/>
                    <a:pt x="27" y="53"/>
                  </a:cubicBezTo>
                  <a:cubicBezTo>
                    <a:pt x="27" y="54"/>
                    <a:pt x="28" y="55"/>
                    <a:pt x="28" y="56"/>
                  </a:cubicBezTo>
                  <a:lnTo>
                    <a:pt x="28" y="56"/>
                  </a:lnTo>
                  <a:cubicBezTo>
                    <a:pt x="29" y="56"/>
                    <a:pt x="30" y="57"/>
                    <a:pt x="30" y="57"/>
                  </a:cubicBezTo>
                  <a:cubicBezTo>
                    <a:pt x="31" y="57"/>
                    <a:pt x="32" y="56"/>
                    <a:pt x="33" y="56"/>
                  </a:cubicBezTo>
                  <a:cubicBezTo>
                    <a:pt x="33" y="55"/>
                    <a:pt x="33" y="54"/>
                    <a:pt x="33" y="53"/>
                  </a:cubicBezTo>
                  <a:cubicBezTo>
                    <a:pt x="33" y="53"/>
                    <a:pt x="33" y="52"/>
                    <a:pt x="33" y="51"/>
                  </a:cubicBezTo>
                  <a:lnTo>
                    <a:pt x="33" y="51"/>
                  </a:lnTo>
                  <a:close/>
                  <a:moveTo>
                    <a:pt x="30" y="47"/>
                  </a:moveTo>
                  <a:lnTo>
                    <a:pt x="30" y="47"/>
                  </a:lnTo>
                  <a:cubicBezTo>
                    <a:pt x="29" y="47"/>
                    <a:pt x="27" y="48"/>
                    <a:pt x="26" y="49"/>
                  </a:cubicBezTo>
                  <a:lnTo>
                    <a:pt x="26" y="49"/>
                  </a:lnTo>
                  <a:cubicBezTo>
                    <a:pt x="25" y="50"/>
                    <a:pt x="24" y="52"/>
                    <a:pt x="24" y="53"/>
                  </a:cubicBezTo>
                  <a:cubicBezTo>
                    <a:pt x="24" y="55"/>
                    <a:pt x="25" y="57"/>
                    <a:pt x="26" y="58"/>
                  </a:cubicBezTo>
                  <a:lnTo>
                    <a:pt x="26" y="58"/>
                  </a:lnTo>
                  <a:lnTo>
                    <a:pt x="26" y="58"/>
                  </a:lnTo>
                  <a:cubicBezTo>
                    <a:pt x="27" y="59"/>
                    <a:pt x="29" y="60"/>
                    <a:pt x="30" y="60"/>
                  </a:cubicBezTo>
                  <a:cubicBezTo>
                    <a:pt x="32" y="60"/>
                    <a:pt x="34" y="59"/>
                    <a:pt x="35" y="58"/>
                  </a:cubicBezTo>
                  <a:cubicBezTo>
                    <a:pt x="36" y="57"/>
                    <a:pt x="37" y="55"/>
                    <a:pt x="37" y="53"/>
                  </a:cubicBezTo>
                  <a:cubicBezTo>
                    <a:pt x="37" y="52"/>
                    <a:pt x="36" y="50"/>
                    <a:pt x="35" y="49"/>
                  </a:cubicBezTo>
                  <a:cubicBezTo>
                    <a:pt x="34" y="48"/>
                    <a:pt x="32" y="47"/>
                    <a:pt x="30" y="47"/>
                  </a:cubicBezTo>
                  <a:close/>
                  <a:moveTo>
                    <a:pt x="147" y="51"/>
                  </a:moveTo>
                  <a:lnTo>
                    <a:pt x="147" y="51"/>
                  </a:lnTo>
                  <a:cubicBezTo>
                    <a:pt x="147" y="52"/>
                    <a:pt x="147" y="53"/>
                    <a:pt x="147" y="53"/>
                  </a:cubicBezTo>
                  <a:cubicBezTo>
                    <a:pt x="147" y="54"/>
                    <a:pt x="147" y="55"/>
                    <a:pt x="147" y="56"/>
                  </a:cubicBezTo>
                  <a:lnTo>
                    <a:pt x="147" y="56"/>
                  </a:lnTo>
                  <a:lnTo>
                    <a:pt x="147" y="56"/>
                  </a:lnTo>
                  <a:cubicBezTo>
                    <a:pt x="146" y="56"/>
                    <a:pt x="145" y="57"/>
                    <a:pt x="144" y="57"/>
                  </a:cubicBezTo>
                  <a:cubicBezTo>
                    <a:pt x="144" y="57"/>
                    <a:pt x="143" y="56"/>
                    <a:pt x="142" y="56"/>
                  </a:cubicBezTo>
                  <a:lnTo>
                    <a:pt x="142" y="56"/>
                  </a:lnTo>
                  <a:cubicBezTo>
                    <a:pt x="142" y="55"/>
                    <a:pt x="141" y="54"/>
                    <a:pt x="141" y="53"/>
                  </a:cubicBezTo>
                  <a:cubicBezTo>
                    <a:pt x="141" y="53"/>
                    <a:pt x="142" y="52"/>
                    <a:pt x="142" y="51"/>
                  </a:cubicBezTo>
                  <a:cubicBezTo>
                    <a:pt x="143" y="51"/>
                    <a:pt x="144" y="50"/>
                    <a:pt x="144" y="50"/>
                  </a:cubicBezTo>
                  <a:cubicBezTo>
                    <a:pt x="145" y="50"/>
                    <a:pt x="146" y="51"/>
                    <a:pt x="147" y="51"/>
                  </a:cubicBezTo>
                  <a:close/>
                  <a:moveTo>
                    <a:pt x="144" y="47"/>
                  </a:moveTo>
                  <a:lnTo>
                    <a:pt x="144" y="47"/>
                  </a:lnTo>
                  <a:cubicBezTo>
                    <a:pt x="146" y="47"/>
                    <a:pt x="148" y="48"/>
                    <a:pt x="149" y="49"/>
                  </a:cubicBezTo>
                  <a:cubicBezTo>
                    <a:pt x="150" y="50"/>
                    <a:pt x="151" y="52"/>
                    <a:pt x="151" y="53"/>
                  </a:cubicBezTo>
                  <a:cubicBezTo>
                    <a:pt x="151" y="55"/>
                    <a:pt x="150" y="57"/>
                    <a:pt x="149" y="58"/>
                  </a:cubicBezTo>
                  <a:cubicBezTo>
                    <a:pt x="148" y="59"/>
                    <a:pt x="146" y="60"/>
                    <a:pt x="144" y="60"/>
                  </a:cubicBezTo>
                  <a:cubicBezTo>
                    <a:pt x="143" y="60"/>
                    <a:pt x="141" y="59"/>
                    <a:pt x="140" y="58"/>
                  </a:cubicBezTo>
                  <a:lnTo>
                    <a:pt x="140" y="58"/>
                  </a:lnTo>
                  <a:cubicBezTo>
                    <a:pt x="139" y="57"/>
                    <a:pt x="138" y="55"/>
                    <a:pt x="138" y="53"/>
                  </a:cubicBezTo>
                  <a:cubicBezTo>
                    <a:pt x="138" y="52"/>
                    <a:pt x="139" y="50"/>
                    <a:pt x="140" y="49"/>
                  </a:cubicBezTo>
                  <a:cubicBezTo>
                    <a:pt x="141" y="48"/>
                    <a:pt x="143" y="47"/>
                    <a:pt x="144" y="47"/>
                  </a:cubicBezTo>
                  <a:close/>
                  <a:moveTo>
                    <a:pt x="71" y="4"/>
                  </a:moveTo>
                  <a:lnTo>
                    <a:pt x="71" y="4"/>
                  </a:lnTo>
                  <a:lnTo>
                    <a:pt x="6" y="4"/>
                  </a:lnTo>
                  <a:cubicBezTo>
                    <a:pt x="6" y="4"/>
                    <a:pt x="5" y="4"/>
                    <a:pt x="5" y="4"/>
                  </a:cubicBezTo>
                  <a:lnTo>
                    <a:pt x="5" y="4"/>
                  </a:lnTo>
                  <a:cubicBezTo>
                    <a:pt x="4" y="5"/>
                    <a:pt x="4" y="6"/>
                    <a:pt x="4" y="6"/>
                  </a:cubicBezTo>
                  <a:lnTo>
                    <a:pt x="4" y="101"/>
                  </a:lnTo>
                  <a:cubicBezTo>
                    <a:pt x="4" y="101"/>
                    <a:pt x="4" y="102"/>
                    <a:pt x="5" y="102"/>
                  </a:cubicBezTo>
                  <a:cubicBezTo>
                    <a:pt x="5" y="103"/>
                    <a:pt x="6" y="103"/>
                    <a:pt x="6" y="103"/>
                  </a:cubicBezTo>
                  <a:lnTo>
                    <a:pt x="71" y="103"/>
                  </a:lnTo>
                  <a:lnTo>
                    <a:pt x="71" y="96"/>
                  </a:lnTo>
                  <a:lnTo>
                    <a:pt x="12" y="96"/>
                  </a:lnTo>
                  <a:cubicBezTo>
                    <a:pt x="11" y="96"/>
                    <a:pt x="10" y="95"/>
                    <a:pt x="10" y="94"/>
                  </a:cubicBezTo>
                  <a:lnTo>
                    <a:pt x="10" y="13"/>
                  </a:lnTo>
                  <a:cubicBezTo>
                    <a:pt x="10" y="12"/>
                    <a:pt x="11" y="11"/>
                    <a:pt x="12" y="11"/>
                  </a:cubicBezTo>
                  <a:lnTo>
                    <a:pt x="71" y="11"/>
                  </a:lnTo>
                  <a:lnTo>
                    <a:pt x="71" y="4"/>
                  </a:lnTo>
                  <a:close/>
                  <a:moveTo>
                    <a:pt x="168" y="4"/>
                  </a:moveTo>
                  <a:lnTo>
                    <a:pt x="168" y="4"/>
                  </a:lnTo>
                  <a:cubicBezTo>
                    <a:pt x="169" y="4"/>
                    <a:pt x="170" y="4"/>
                    <a:pt x="170" y="4"/>
                  </a:cubicBezTo>
                  <a:cubicBezTo>
                    <a:pt x="171" y="5"/>
                    <a:pt x="171" y="6"/>
                    <a:pt x="171" y="6"/>
                  </a:cubicBezTo>
                  <a:lnTo>
                    <a:pt x="171" y="101"/>
                  </a:lnTo>
                  <a:cubicBezTo>
                    <a:pt x="171" y="101"/>
                    <a:pt x="171" y="102"/>
                    <a:pt x="170" y="102"/>
                  </a:cubicBezTo>
                  <a:lnTo>
                    <a:pt x="170" y="102"/>
                  </a:lnTo>
                  <a:cubicBezTo>
                    <a:pt x="170" y="103"/>
                    <a:pt x="169" y="103"/>
                    <a:pt x="168" y="103"/>
                  </a:cubicBezTo>
                  <a:lnTo>
                    <a:pt x="104" y="103"/>
                  </a:lnTo>
                  <a:lnTo>
                    <a:pt x="104" y="96"/>
                  </a:lnTo>
                  <a:lnTo>
                    <a:pt x="163" y="96"/>
                  </a:lnTo>
                  <a:cubicBezTo>
                    <a:pt x="164" y="96"/>
                    <a:pt x="165" y="95"/>
                    <a:pt x="165" y="94"/>
                  </a:cubicBezTo>
                  <a:lnTo>
                    <a:pt x="165" y="13"/>
                  </a:lnTo>
                  <a:cubicBezTo>
                    <a:pt x="165" y="12"/>
                    <a:pt x="164" y="11"/>
                    <a:pt x="163" y="11"/>
                  </a:cubicBezTo>
                  <a:lnTo>
                    <a:pt x="104" y="11"/>
                  </a:lnTo>
                  <a:lnTo>
                    <a:pt x="104" y="4"/>
                  </a:lnTo>
                  <a:lnTo>
                    <a:pt x="168" y="4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73" y="0"/>
                  </a:lnTo>
                  <a:lnTo>
                    <a:pt x="102" y="0"/>
                  </a:lnTo>
                  <a:lnTo>
                    <a:pt x="168" y="0"/>
                  </a:lnTo>
                  <a:cubicBezTo>
                    <a:pt x="170" y="0"/>
                    <a:pt x="172" y="1"/>
                    <a:pt x="173" y="2"/>
                  </a:cubicBezTo>
                  <a:cubicBezTo>
                    <a:pt x="174" y="3"/>
                    <a:pt x="174" y="5"/>
                    <a:pt x="174" y="6"/>
                  </a:cubicBezTo>
                  <a:lnTo>
                    <a:pt x="174" y="101"/>
                  </a:lnTo>
                  <a:cubicBezTo>
                    <a:pt x="174" y="102"/>
                    <a:pt x="174" y="104"/>
                    <a:pt x="173" y="105"/>
                  </a:cubicBezTo>
                  <a:cubicBezTo>
                    <a:pt x="173" y="105"/>
                    <a:pt x="173" y="105"/>
                    <a:pt x="172" y="105"/>
                  </a:cubicBezTo>
                  <a:cubicBezTo>
                    <a:pt x="171" y="106"/>
                    <a:pt x="170" y="107"/>
                    <a:pt x="168" y="107"/>
                  </a:cubicBezTo>
                  <a:lnTo>
                    <a:pt x="102" y="107"/>
                  </a:lnTo>
                  <a:lnTo>
                    <a:pt x="73" y="107"/>
                  </a:lnTo>
                  <a:lnTo>
                    <a:pt x="6" y="107"/>
                  </a:lnTo>
                  <a:cubicBezTo>
                    <a:pt x="5" y="107"/>
                    <a:pt x="3" y="106"/>
                    <a:pt x="2" y="105"/>
                  </a:cubicBezTo>
                  <a:lnTo>
                    <a:pt x="2" y="105"/>
                  </a:lnTo>
                  <a:cubicBezTo>
                    <a:pt x="1" y="104"/>
                    <a:pt x="0" y="102"/>
                    <a:pt x="0" y="101"/>
                  </a:cubicBezTo>
                  <a:lnTo>
                    <a:pt x="0" y="6"/>
                  </a:lnTo>
                  <a:cubicBezTo>
                    <a:pt x="0" y="5"/>
                    <a:pt x="1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lose/>
                  <a:moveTo>
                    <a:pt x="86" y="103"/>
                  </a:moveTo>
                  <a:lnTo>
                    <a:pt x="86" y="103"/>
                  </a:lnTo>
                  <a:lnTo>
                    <a:pt x="86" y="4"/>
                  </a:lnTo>
                  <a:lnTo>
                    <a:pt x="75" y="4"/>
                  </a:lnTo>
                  <a:lnTo>
                    <a:pt x="75" y="25"/>
                  </a:lnTo>
                  <a:lnTo>
                    <a:pt x="75" y="82"/>
                  </a:lnTo>
                  <a:lnTo>
                    <a:pt x="75" y="103"/>
                  </a:lnTo>
                  <a:lnTo>
                    <a:pt x="86" y="103"/>
                  </a:lnTo>
                  <a:close/>
                  <a:moveTo>
                    <a:pt x="89" y="4"/>
                  </a:moveTo>
                  <a:lnTo>
                    <a:pt x="89" y="4"/>
                  </a:lnTo>
                  <a:lnTo>
                    <a:pt x="89" y="103"/>
                  </a:lnTo>
                  <a:lnTo>
                    <a:pt x="100" y="103"/>
                  </a:lnTo>
                  <a:lnTo>
                    <a:pt x="100" y="82"/>
                  </a:lnTo>
                  <a:lnTo>
                    <a:pt x="100" y="25"/>
                  </a:lnTo>
                  <a:lnTo>
                    <a:pt x="100" y="4"/>
                  </a:lnTo>
                  <a:lnTo>
                    <a:pt x="89" y="4"/>
                  </a:lnTo>
                  <a:close/>
                  <a:moveTo>
                    <a:pt x="161" y="15"/>
                  </a:moveTo>
                  <a:lnTo>
                    <a:pt x="161" y="15"/>
                  </a:lnTo>
                  <a:lnTo>
                    <a:pt x="104" y="15"/>
                  </a:lnTo>
                  <a:lnTo>
                    <a:pt x="104" y="25"/>
                  </a:lnTo>
                  <a:cubicBezTo>
                    <a:pt x="108" y="28"/>
                    <a:pt x="112" y="32"/>
                    <a:pt x="115" y="36"/>
                  </a:cubicBezTo>
                  <a:cubicBezTo>
                    <a:pt x="117" y="41"/>
                    <a:pt x="119" y="47"/>
                    <a:pt x="119" y="53"/>
                  </a:cubicBezTo>
                  <a:cubicBezTo>
                    <a:pt x="119" y="60"/>
                    <a:pt x="117" y="66"/>
                    <a:pt x="115" y="71"/>
                  </a:cubicBezTo>
                  <a:cubicBezTo>
                    <a:pt x="112" y="75"/>
                    <a:pt x="108" y="79"/>
                    <a:pt x="104" y="82"/>
                  </a:cubicBezTo>
                  <a:lnTo>
                    <a:pt x="104" y="92"/>
                  </a:lnTo>
                  <a:lnTo>
                    <a:pt x="161" y="92"/>
                  </a:lnTo>
                  <a:lnTo>
                    <a:pt x="161" y="15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7" name="Freeform 121">
              <a:extLst>
                <a:ext uri="{FF2B5EF4-FFF2-40B4-BE49-F238E27FC236}">
                  <a16:creationId xmlns:a16="http://schemas.microsoft.com/office/drawing/2014/main" id="{1F6A0AC3-FBBF-43E9-8BB7-D91C67FAE37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512298" y="2219323"/>
              <a:ext cx="296904" cy="284447"/>
            </a:xfrm>
            <a:custGeom>
              <a:avLst/>
              <a:gdLst>
                <a:gd name="T0" fmla="*/ 47 w 141"/>
                <a:gd name="T1" fmla="*/ 46 h 135"/>
                <a:gd name="T2" fmla="*/ 5 w 141"/>
                <a:gd name="T3" fmla="*/ 51 h 135"/>
                <a:gd name="T4" fmla="*/ 4 w 141"/>
                <a:gd name="T5" fmla="*/ 54 h 135"/>
                <a:gd name="T6" fmla="*/ 35 w 141"/>
                <a:gd name="T7" fmla="*/ 82 h 135"/>
                <a:gd name="T8" fmla="*/ 37 w 141"/>
                <a:gd name="T9" fmla="*/ 88 h 135"/>
                <a:gd name="T10" fmla="*/ 28 w 141"/>
                <a:gd name="T11" fmla="*/ 128 h 135"/>
                <a:gd name="T12" fmla="*/ 29 w 141"/>
                <a:gd name="T13" fmla="*/ 130 h 135"/>
                <a:gd name="T14" fmla="*/ 33 w 141"/>
                <a:gd name="T15" fmla="*/ 131 h 135"/>
                <a:gd name="T16" fmla="*/ 71 w 141"/>
                <a:gd name="T17" fmla="*/ 109 h 135"/>
                <a:gd name="T18" fmla="*/ 74 w 141"/>
                <a:gd name="T19" fmla="*/ 110 h 135"/>
                <a:gd name="T20" fmla="*/ 110 w 141"/>
                <a:gd name="T21" fmla="*/ 131 h 135"/>
                <a:gd name="T22" fmla="*/ 113 w 141"/>
                <a:gd name="T23" fmla="*/ 129 h 135"/>
                <a:gd name="T24" fmla="*/ 104 w 141"/>
                <a:gd name="T25" fmla="*/ 88 h 135"/>
                <a:gd name="T26" fmla="*/ 106 w 141"/>
                <a:gd name="T27" fmla="*/ 82 h 135"/>
                <a:gd name="T28" fmla="*/ 137 w 141"/>
                <a:gd name="T29" fmla="*/ 54 h 135"/>
                <a:gd name="T30" fmla="*/ 137 w 141"/>
                <a:gd name="T31" fmla="*/ 52 h 135"/>
                <a:gd name="T32" fmla="*/ 135 w 141"/>
                <a:gd name="T33" fmla="*/ 50 h 135"/>
                <a:gd name="T34" fmla="*/ 95 w 141"/>
                <a:gd name="T35" fmla="*/ 46 h 135"/>
                <a:gd name="T36" fmla="*/ 89 w 141"/>
                <a:gd name="T37" fmla="*/ 43 h 135"/>
                <a:gd name="T38" fmla="*/ 72 w 141"/>
                <a:gd name="T39" fmla="*/ 4 h 135"/>
                <a:gd name="T40" fmla="*/ 69 w 141"/>
                <a:gd name="T41" fmla="*/ 4 h 135"/>
                <a:gd name="T42" fmla="*/ 68 w 141"/>
                <a:gd name="T43" fmla="*/ 6 h 135"/>
                <a:gd name="T44" fmla="*/ 50 w 141"/>
                <a:gd name="T45" fmla="*/ 45 h 135"/>
                <a:gd name="T46" fmla="*/ 6 w 141"/>
                <a:gd name="T47" fmla="*/ 47 h 135"/>
                <a:gd name="T48" fmla="*/ 46 w 141"/>
                <a:gd name="T49" fmla="*/ 43 h 135"/>
                <a:gd name="T50" fmla="*/ 49 w 141"/>
                <a:gd name="T51" fmla="*/ 41 h 135"/>
                <a:gd name="T52" fmla="*/ 67 w 141"/>
                <a:gd name="T53" fmla="*/ 1 h 135"/>
                <a:gd name="T54" fmla="*/ 71 w 141"/>
                <a:gd name="T55" fmla="*/ 0 h 135"/>
                <a:gd name="T56" fmla="*/ 76 w 141"/>
                <a:gd name="T57" fmla="*/ 4 h 135"/>
                <a:gd name="T58" fmla="*/ 93 w 141"/>
                <a:gd name="T59" fmla="*/ 42 h 135"/>
                <a:gd name="T60" fmla="*/ 135 w 141"/>
                <a:gd name="T61" fmla="*/ 47 h 135"/>
                <a:gd name="T62" fmla="*/ 138 w 141"/>
                <a:gd name="T63" fmla="*/ 48 h 135"/>
                <a:gd name="T64" fmla="*/ 141 w 141"/>
                <a:gd name="T65" fmla="*/ 55 h 135"/>
                <a:gd name="T66" fmla="*/ 108 w 141"/>
                <a:gd name="T67" fmla="*/ 85 h 135"/>
                <a:gd name="T68" fmla="*/ 107 w 141"/>
                <a:gd name="T69" fmla="*/ 87 h 135"/>
                <a:gd name="T70" fmla="*/ 116 w 141"/>
                <a:gd name="T71" fmla="*/ 130 h 135"/>
                <a:gd name="T72" fmla="*/ 110 w 141"/>
                <a:gd name="T73" fmla="*/ 134 h 135"/>
                <a:gd name="T74" fmla="*/ 72 w 141"/>
                <a:gd name="T75" fmla="*/ 113 h 135"/>
                <a:gd name="T76" fmla="*/ 71 w 141"/>
                <a:gd name="T77" fmla="*/ 113 h 135"/>
                <a:gd name="T78" fmla="*/ 34 w 141"/>
                <a:gd name="T79" fmla="*/ 134 h 135"/>
                <a:gd name="T80" fmla="*/ 27 w 141"/>
                <a:gd name="T81" fmla="*/ 133 h 135"/>
                <a:gd name="T82" fmla="*/ 25 w 141"/>
                <a:gd name="T83" fmla="*/ 127 h 135"/>
                <a:gd name="T84" fmla="*/ 34 w 141"/>
                <a:gd name="T85" fmla="*/ 87 h 135"/>
                <a:gd name="T86" fmla="*/ 33 w 141"/>
                <a:gd name="T87" fmla="*/ 85 h 135"/>
                <a:gd name="T88" fmla="*/ 1 w 141"/>
                <a:gd name="T89" fmla="*/ 55 h 135"/>
                <a:gd name="T90" fmla="*/ 3 w 141"/>
                <a:gd name="T91" fmla="*/ 4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1" h="135">
                  <a:moveTo>
                    <a:pt x="47" y="46"/>
                  </a:moveTo>
                  <a:lnTo>
                    <a:pt x="47" y="46"/>
                  </a:lnTo>
                  <a:lnTo>
                    <a:pt x="6" y="50"/>
                  </a:lnTo>
                  <a:cubicBezTo>
                    <a:pt x="6" y="50"/>
                    <a:pt x="5" y="50"/>
                    <a:pt x="5" y="51"/>
                  </a:cubicBezTo>
                  <a:cubicBezTo>
                    <a:pt x="5" y="51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4" y="55"/>
                    <a:pt x="5" y="55"/>
                  </a:cubicBezTo>
                  <a:lnTo>
                    <a:pt x="35" y="82"/>
                  </a:lnTo>
                  <a:cubicBezTo>
                    <a:pt x="36" y="83"/>
                    <a:pt x="37" y="84"/>
                    <a:pt x="37" y="85"/>
                  </a:cubicBezTo>
                  <a:cubicBezTo>
                    <a:pt x="37" y="86"/>
                    <a:pt x="37" y="87"/>
                    <a:pt x="37" y="88"/>
                  </a:cubicBezTo>
                  <a:lnTo>
                    <a:pt x="37" y="88"/>
                  </a:lnTo>
                  <a:lnTo>
                    <a:pt x="28" y="128"/>
                  </a:lnTo>
                  <a:cubicBezTo>
                    <a:pt x="28" y="128"/>
                    <a:pt x="28" y="129"/>
                    <a:pt x="28" y="129"/>
                  </a:cubicBezTo>
                  <a:cubicBezTo>
                    <a:pt x="29" y="130"/>
                    <a:pt x="29" y="130"/>
                    <a:pt x="29" y="130"/>
                  </a:cubicBezTo>
                  <a:cubicBezTo>
                    <a:pt x="30" y="131"/>
                    <a:pt x="30" y="131"/>
                    <a:pt x="31" y="131"/>
                  </a:cubicBezTo>
                  <a:cubicBezTo>
                    <a:pt x="32" y="131"/>
                    <a:pt x="32" y="131"/>
                    <a:pt x="33" y="131"/>
                  </a:cubicBezTo>
                  <a:lnTo>
                    <a:pt x="67" y="110"/>
                  </a:lnTo>
                  <a:cubicBezTo>
                    <a:pt x="68" y="109"/>
                    <a:pt x="69" y="109"/>
                    <a:pt x="71" y="109"/>
                  </a:cubicBezTo>
                  <a:lnTo>
                    <a:pt x="71" y="109"/>
                  </a:lnTo>
                  <a:cubicBezTo>
                    <a:pt x="72" y="109"/>
                    <a:pt x="73" y="109"/>
                    <a:pt x="74" y="110"/>
                  </a:cubicBezTo>
                  <a:lnTo>
                    <a:pt x="109" y="131"/>
                  </a:lnTo>
                  <a:cubicBezTo>
                    <a:pt x="109" y="131"/>
                    <a:pt x="110" y="131"/>
                    <a:pt x="110" y="131"/>
                  </a:cubicBezTo>
                  <a:cubicBezTo>
                    <a:pt x="111" y="131"/>
                    <a:pt x="111" y="131"/>
                    <a:pt x="112" y="131"/>
                  </a:cubicBezTo>
                  <a:cubicBezTo>
                    <a:pt x="112" y="130"/>
                    <a:pt x="113" y="130"/>
                    <a:pt x="113" y="129"/>
                  </a:cubicBezTo>
                  <a:cubicBezTo>
                    <a:pt x="113" y="129"/>
                    <a:pt x="113" y="128"/>
                    <a:pt x="113" y="128"/>
                  </a:cubicBezTo>
                  <a:lnTo>
                    <a:pt x="104" y="88"/>
                  </a:lnTo>
                  <a:cubicBezTo>
                    <a:pt x="104" y="87"/>
                    <a:pt x="104" y="86"/>
                    <a:pt x="104" y="85"/>
                  </a:cubicBezTo>
                  <a:cubicBezTo>
                    <a:pt x="105" y="84"/>
                    <a:pt x="105" y="83"/>
                    <a:pt x="106" y="82"/>
                  </a:cubicBezTo>
                  <a:lnTo>
                    <a:pt x="136" y="55"/>
                  </a:lnTo>
                  <a:cubicBezTo>
                    <a:pt x="137" y="55"/>
                    <a:pt x="137" y="54"/>
                    <a:pt x="137" y="54"/>
                  </a:cubicBezTo>
                  <a:cubicBezTo>
                    <a:pt x="137" y="53"/>
                    <a:pt x="137" y="53"/>
                    <a:pt x="137" y="52"/>
                  </a:cubicBezTo>
                  <a:lnTo>
                    <a:pt x="137" y="52"/>
                  </a:lnTo>
                  <a:cubicBezTo>
                    <a:pt x="137" y="52"/>
                    <a:pt x="137" y="51"/>
                    <a:pt x="136" y="51"/>
                  </a:cubicBezTo>
                  <a:cubicBezTo>
                    <a:pt x="136" y="51"/>
                    <a:pt x="135" y="50"/>
                    <a:pt x="135" y="50"/>
                  </a:cubicBezTo>
                  <a:lnTo>
                    <a:pt x="135" y="50"/>
                  </a:lnTo>
                  <a:lnTo>
                    <a:pt x="95" y="46"/>
                  </a:lnTo>
                  <a:cubicBezTo>
                    <a:pt x="93" y="46"/>
                    <a:pt x="92" y="46"/>
                    <a:pt x="91" y="45"/>
                  </a:cubicBezTo>
                  <a:cubicBezTo>
                    <a:pt x="90" y="45"/>
                    <a:pt x="90" y="44"/>
                    <a:pt x="89" y="43"/>
                  </a:cubicBezTo>
                  <a:lnTo>
                    <a:pt x="73" y="6"/>
                  </a:lnTo>
                  <a:cubicBezTo>
                    <a:pt x="73" y="5"/>
                    <a:pt x="73" y="5"/>
                    <a:pt x="72" y="4"/>
                  </a:cubicBezTo>
                  <a:cubicBezTo>
                    <a:pt x="72" y="4"/>
                    <a:pt x="71" y="4"/>
                    <a:pt x="71" y="4"/>
                  </a:cubicBezTo>
                  <a:cubicBezTo>
                    <a:pt x="70" y="4"/>
                    <a:pt x="70" y="4"/>
                    <a:pt x="69" y="4"/>
                  </a:cubicBezTo>
                  <a:lnTo>
                    <a:pt x="69" y="4"/>
                  </a:lnTo>
                  <a:cubicBezTo>
                    <a:pt x="69" y="5"/>
                    <a:pt x="68" y="5"/>
                    <a:pt x="68" y="6"/>
                  </a:cubicBezTo>
                  <a:lnTo>
                    <a:pt x="52" y="43"/>
                  </a:lnTo>
                  <a:cubicBezTo>
                    <a:pt x="51" y="44"/>
                    <a:pt x="51" y="45"/>
                    <a:pt x="50" y="45"/>
                  </a:cubicBezTo>
                  <a:cubicBezTo>
                    <a:pt x="49" y="46"/>
                    <a:pt x="48" y="46"/>
                    <a:pt x="47" y="46"/>
                  </a:cubicBezTo>
                  <a:close/>
                  <a:moveTo>
                    <a:pt x="6" y="47"/>
                  </a:moveTo>
                  <a:lnTo>
                    <a:pt x="6" y="47"/>
                  </a:lnTo>
                  <a:lnTo>
                    <a:pt x="46" y="43"/>
                  </a:lnTo>
                  <a:cubicBezTo>
                    <a:pt x="47" y="43"/>
                    <a:pt x="47" y="43"/>
                    <a:pt x="48" y="42"/>
                  </a:cubicBezTo>
                  <a:cubicBezTo>
                    <a:pt x="48" y="42"/>
                    <a:pt x="49" y="42"/>
                    <a:pt x="49" y="41"/>
                  </a:cubicBezTo>
                  <a:lnTo>
                    <a:pt x="65" y="4"/>
                  </a:lnTo>
                  <a:cubicBezTo>
                    <a:pt x="65" y="3"/>
                    <a:pt x="66" y="2"/>
                    <a:pt x="67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8" y="1"/>
                    <a:pt x="69" y="0"/>
                    <a:pt x="71" y="0"/>
                  </a:cubicBezTo>
                  <a:cubicBezTo>
                    <a:pt x="72" y="0"/>
                    <a:pt x="73" y="1"/>
                    <a:pt x="74" y="1"/>
                  </a:cubicBezTo>
                  <a:cubicBezTo>
                    <a:pt x="75" y="2"/>
                    <a:pt x="76" y="3"/>
                    <a:pt x="76" y="4"/>
                  </a:cubicBezTo>
                  <a:lnTo>
                    <a:pt x="92" y="41"/>
                  </a:lnTo>
                  <a:cubicBezTo>
                    <a:pt x="93" y="42"/>
                    <a:pt x="93" y="42"/>
                    <a:pt x="93" y="42"/>
                  </a:cubicBezTo>
                  <a:cubicBezTo>
                    <a:pt x="94" y="43"/>
                    <a:pt x="94" y="43"/>
                    <a:pt x="95" y="43"/>
                  </a:cubicBezTo>
                  <a:lnTo>
                    <a:pt x="135" y="47"/>
                  </a:lnTo>
                  <a:lnTo>
                    <a:pt x="135" y="47"/>
                  </a:lnTo>
                  <a:cubicBezTo>
                    <a:pt x="136" y="47"/>
                    <a:pt x="138" y="47"/>
                    <a:pt x="138" y="48"/>
                  </a:cubicBezTo>
                  <a:cubicBezTo>
                    <a:pt x="139" y="49"/>
                    <a:pt x="140" y="50"/>
                    <a:pt x="140" y="51"/>
                  </a:cubicBezTo>
                  <a:cubicBezTo>
                    <a:pt x="141" y="52"/>
                    <a:pt x="141" y="54"/>
                    <a:pt x="141" y="55"/>
                  </a:cubicBezTo>
                  <a:cubicBezTo>
                    <a:pt x="140" y="56"/>
                    <a:pt x="140" y="57"/>
                    <a:pt x="139" y="58"/>
                  </a:cubicBezTo>
                  <a:lnTo>
                    <a:pt x="108" y="85"/>
                  </a:lnTo>
                  <a:cubicBezTo>
                    <a:pt x="108" y="85"/>
                    <a:pt x="108" y="85"/>
                    <a:pt x="107" y="86"/>
                  </a:cubicBezTo>
                  <a:cubicBezTo>
                    <a:pt x="107" y="86"/>
                    <a:pt x="107" y="87"/>
                    <a:pt x="107" y="87"/>
                  </a:cubicBezTo>
                  <a:lnTo>
                    <a:pt x="116" y="127"/>
                  </a:lnTo>
                  <a:cubicBezTo>
                    <a:pt x="116" y="128"/>
                    <a:pt x="116" y="129"/>
                    <a:pt x="116" y="130"/>
                  </a:cubicBezTo>
                  <a:cubicBezTo>
                    <a:pt x="116" y="132"/>
                    <a:pt x="115" y="133"/>
                    <a:pt x="114" y="133"/>
                  </a:cubicBezTo>
                  <a:cubicBezTo>
                    <a:pt x="113" y="134"/>
                    <a:pt x="112" y="134"/>
                    <a:pt x="110" y="134"/>
                  </a:cubicBezTo>
                  <a:cubicBezTo>
                    <a:pt x="109" y="135"/>
                    <a:pt x="108" y="134"/>
                    <a:pt x="107" y="134"/>
                  </a:cubicBezTo>
                  <a:lnTo>
                    <a:pt x="72" y="113"/>
                  </a:lnTo>
                  <a:cubicBezTo>
                    <a:pt x="72" y="113"/>
                    <a:pt x="71" y="113"/>
                    <a:pt x="71" y="113"/>
                  </a:cubicBezTo>
                  <a:lnTo>
                    <a:pt x="71" y="113"/>
                  </a:lnTo>
                  <a:cubicBezTo>
                    <a:pt x="70" y="113"/>
                    <a:pt x="70" y="113"/>
                    <a:pt x="69" y="113"/>
                  </a:cubicBezTo>
                  <a:lnTo>
                    <a:pt x="34" y="134"/>
                  </a:lnTo>
                  <a:cubicBezTo>
                    <a:pt x="33" y="134"/>
                    <a:pt x="32" y="135"/>
                    <a:pt x="31" y="134"/>
                  </a:cubicBezTo>
                  <a:cubicBezTo>
                    <a:pt x="30" y="134"/>
                    <a:pt x="28" y="134"/>
                    <a:pt x="27" y="133"/>
                  </a:cubicBezTo>
                  <a:cubicBezTo>
                    <a:pt x="26" y="133"/>
                    <a:pt x="26" y="131"/>
                    <a:pt x="25" y="130"/>
                  </a:cubicBezTo>
                  <a:cubicBezTo>
                    <a:pt x="25" y="129"/>
                    <a:pt x="25" y="128"/>
                    <a:pt x="25" y="127"/>
                  </a:cubicBezTo>
                  <a:lnTo>
                    <a:pt x="34" y="87"/>
                  </a:lnTo>
                  <a:lnTo>
                    <a:pt x="34" y="87"/>
                  </a:lnTo>
                  <a:cubicBezTo>
                    <a:pt x="34" y="87"/>
                    <a:pt x="34" y="86"/>
                    <a:pt x="34" y="86"/>
                  </a:cubicBezTo>
                  <a:cubicBezTo>
                    <a:pt x="34" y="85"/>
                    <a:pt x="33" y="85"/>
                    <a:pt x="33" y="85"/>
                  </a:cubicBezTo>
                  <a:lnTo>
                    <a:pt x="3" y="58"/>
                  </a:lnTo>
                  <a:cubicBezTo>
                    <a:pt x="2" y="57"/>
                    <a:pt x="1" y="56"/>
                    <a:pt x="1" y="55"/>
                  </a:cubicBezTo>
                  <a:cubicBezTo>
                    <a:pt x="0" y="54"/>
                    <a:pt x="0" y="52"/>
                    <a:pt x="1" y="51"/>
                  </a:cubicBezTo>
                  <a:cubicBezTo>
                    <a:pt x="1" y="50"/>
                    <a:pt x="2" y="49"/>
                    <a:pt x="3" y="48"/>
                  </a:cubicBezTo>
                  <a:cubicBezTo>
                    <a:pt x="4" y="47"/>
                    <a:pt x="5" y="47"/>
                    <a:pt x="6" y="47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C4A2DABC-D12E-48D6-9118-DF14A1FDDD0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74283" y="2199659"/>
              <a:ext cx="332200" cy="344659"/>
            </a:xfrm>
            <a:custGeom>
              <a:avLst/>
              <a:gdLst>
                <a:gd name="T0" fmla="*/ 72 w 158"/>
                <a:gd name="T1" fmla="*/ 157 h 164"/>
                <a:gd name="T2" fmla="*/ 86 w 158"/>
                <a:gd name="T3" fmla="*/ 157 h 164"/>
                <a:gd name="T4" fmla="*/ 91 w 158"/>
                <a:gd name="T5" fmla="*/ 76 h 164"/>
                <a:gd name="T6" fmla="*/ 94 w 158"/>
                <a:gd name="T7" fmla="*/ 85 h 164"/>
                <a:gd name="T8" fmla="*/ 98 w 158"/>
                <a:gd name="T9" fmla="*/ 130 h 164"/>
                <a:gd name="T10" fmla="*/ 104 w 158"/>
                <a:gd name="T11" fmla="*/ 111 h 164"/>
                <a:gd name="T12" fmla="*/ 120 w 158"/>
                <a:gd name="T13" fmla="*/ 78 h 164"/>
                <a:gd name="T14" fmla="*/ 50 w 158"/>
                <a:gd name="T15" fmla="*/ 49 h 164"/>
                <a:gd name="T16" fmla="*/ 53 w 158"/>
                <a:gd name="T17" fmla="*/ 110 h 164"/>
                <a:gd name="T18" fmla="*/ 56 w 158"/>
                <a:gd name="T19" fmla="*/ 128 h 164"/>
                <a:gd name="T20" fmla="*/ 64 w 158"/>
                <a:gd name="T21" fmla="*/ 130 h 164"/>
                <a:gd name="T22" fmla="*/ 64 w 158"/>
                <a:gd name="T23" fmla="*/ 76 h 164"/>
                <a:gd name="T24" fmla="*/ 67 w 158"/>
                <a:gd name="T25" fmla="*/ 84 h 164"/>
                <a:gd name="T26" fmla="*/ 79 w 158"/>
                <a:gd name="T27" fmla="*/ 74 h 164"/>
                <a:gd name="T28" fmla="*/ 91 w 158"/>
                <a:gd name="T29" fmla="*/ 84 h 164"/>
                <a:gd name="T30" fmla="*/ 91 w 158"/>
                <a:gd name="T31" fmla="*/ 95 h 164"/>
                <a:gd name="T32" fmla="*/ 80 w 158"/>
                <a:gd name="T33" fmla="*/ 95 h 164"/>
                <a:gd name="T34" fmla="*/ 77 w 158"/>
                <a:gd name="T35" fmla="*/ 87 h 164"/>
                <a:gd name="T36" fmla="*/ 67 w 158"/>
                <a:gd name="T37" fmla="*/ 95 h 164"/>
                <a:gd name="T38" fmla="*/ 91 w 158"/>
                <a:gd name="T39" fmla="*/ 95 h 164"/>
                <a:gd name="T40" fmla="*/ 60 w 158"/>
                <a:gd name="T41" fmla="*/ 145 h 164"/>
                <a:gd name="T42" fmla="*/ 61 w 158"/>
                <a:gd name="T43" fmla="*/ 152 h 164"/>
                <a:gd name="T44" fmla="*/ 87 w 158"/>
                <a:gd name="T45" fmla="*/ 154 h 164"/>
                <a:gd name="T46" fmla="*/ 98 w 158"/>
                <a:gd name="T47" fmla="*/ 148 h 164"/>
                <a:gd name="T48" fmla="*/ 60 w 158"/>
                <a:gd name="T49" fmla="*/ 142 h 164"/>
                <a:gd name="T50" fmla="*/ 98 w 158"/>
                <a:gd name="T51" fmla="*/ 133 h 164"/>
                <a:gd name="T52" fmla="*/ 60 w 158"/>
                <a:gd name="T53" fmla="*/ 133 h 164"/>
                <a:gd name="T54" fmla="*/ 80 w 158"/>
                <a:gd name="T55" fmla="*/ 18 h 164"/>
                <a:gd name="T56" fmla="*/ 77 w 158"/>
                <a:gd name="T57" fmla="*/ 18 h 164"/>
                <a:gd name="T58" fmla="*/ 80 w 158"/>
                <a:gd name="T59" fmla="*/ 1 h 164"/>
                <a:gd name="T60" fmla="*/ 139 w 158"/>
                <a:gd name="T61" fmla="*/ 79 h 164"/>
                <a:gd name="T62" fmla="*/ 156 w 158"/>
                <a:gd name="T63" fmla="*/ 76 h 164"/>
                <a:gd name="T64" fmla="*/ 139 w 158"/>
                <a:gd name="T65" fmla="*/ 79 h 164"/>
                <a:gd name="T66" fmla="*/ 21 w 158"/>
                <a:gd name="T67" fmla="*/ 78 h 164"/>
                <a:gd name="T68" fmla="*/ 0 w 158"/>
                <a:gd name="T69" fmla="*/ 78 h 164"/>
                <a:gd name="T70" fmla="*/ 122 w 158"/>
                <a:gd name="T71" fmla="*/ 37 h 164"/>
                <a:gd name="T72" fmla="*/ 135 w 158"/>
                <a:gd name="T73" fmla="*/ 22 h 164"/>
                <a:gd name="T74" fmla="*/ 120 w 158"/>
                <a:gd name="T75" fmla="*/ 37 h 164"/>
                <a:gd name="T76" fmla="*/ 38 w 158"/>
                <a:gd name="T77" fmla="*/ 35 h 164"/>
                <a:gd name="T78" fmla="*/ 23 w 158"/>
                <a:gd name="T79" fmla="*/ 24 h 164"/>
                <a:gd name="T80" fmla="*/ 38 w 158"/>
                <a:gd name="T81" fmla="*/ 35 h 164"/>
                <a:gd name="T82" fmla="*/ 110 w 158"/>
                <a:gd name="T83" fmla="*/ 47 h 164"/>
                <a:gd name="T84" fmla="*/ 107 w 158"/>
                <a:gd name="T85" fmla="*/ 112 h 164"/>
                <a:gd name="T86" fmla="*/ 101 w 158"/>
                <a:gd name="T87" fmla="*/ 133 h 164"/>
                <a:gd name="T88" fmla="*/ 92 w 158"/>
                <a:gd name="T89" fmla="*/ 157 h 164"/>
                <a:gd name="T90" fmla="*/ 87 w 158"/>
                <a:gd name="T91" fmla="*/ 164 h 164"/>
                <a:gd name="T92" fmla="*/ 69 w 158"/>
                <a:gd name="T93" fmla="*/ 157 h 164"/>
                <a:gd name="T94" fmla="*/ 59 w 158"/>
                <a:gd name="T95" fmla="*/ 154 h 164"/>
                <a:gd name="T96" fmla="*/ 56 w 158"/>
                <a:gd name="T97" fmla="*/ 144 h 164"/>
                <a:gd name="T98" fmla="*/ 53 w 158"/>
                <a:gd name="T99" fmla="*/ 131 h 164"/>
                <a:gd name="T100" fmla="*/ 51 w 158"/>
                <a:gd name="T101" fmla="*/ 112 h 164"/>
                <a:gd name="T102" fmla="*/ 48 w 158"/>
                <a:gd name="T103" fmla="*/ 47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8" h="164">
                  <a:moveTo>
                    <a:pt x="86" y="157"/>
                  </a:moveTo>
                  <a:lnTo>
                    <a:pt x="86" y="157"/>
                  </a:lnTo>
                  <a:lnTo>
                    <a:pt x="72" y="157"/>
                  </a:lnTo>
                  <a:lnTo>
                    <a:pt x="72" y="161"/>
                  </a:lnTo>
                  <a:lnTo>
                    <a:pt x="86" y="161"/>
                  </a:lnTo>
                  <a:lnTo>
                    <a:pt x="86" y="157"/>
                  </a:lnTo>
                  <a:close/>
                  <a:moveTo>
                    <a:pt x="91" y="84"/>
                  </a:moveTo>
                  <a:lnTo>
                    <a:pt x="91" y="84"/>
                  </a:lnTo>
                  <a:lnTo>
                    <a:pt x="91" y="76"/>
                  </a:lnTo>
                  <a:cubicBezTo>
                    <a:pt x="91" y="75"/>
                    <a:pt x="91" y="74"/>
                    <a:pt x="92" y="74"/>
                  </a:cubicBezTo>
                  <a:cubicBezTo>
                    <a:pt x="93" y="74"/>
                    <a:pt x="94" y="75"/>
                    <a:pt x="94" y="76"/>
                  </a:cubicBezTo>
                  <a:lnTo>
                    <a:pt x="94" y="85"/>
                  </a:lnTo>
                  <a:lnTo>
                    <a:pt x="94" y="85"/>
                  </a:lnTo>
                  <a:lnTo>
                    <a:pt x="94" y="130"/>
                  </a:lnTo>
                  <a:lnTo>
                    <a:pt x="98" y="130"/>
                  </a:lnTo>
                  <a:cubicBezTo>
                    <a:pt x="100" y="130"/>
                    <a:pt x="101" y="130"/>
                    <a:pt x="102" y="128"/>
                  </a:cubicBezTo>
                  <a:cubicBezTo>
                    <a:pt x="103" y="127"/>
                    <a:pt x="104" y="126"/>
                    <a:pt x="104" y="124"/>
                  </a:cubicBezTo>
                  <a:lnTo>
                    <a:pt x="104" y="111"/>
                  </a:lnTo>
                  <a:cubicBezTo>
                    <a:pt x="104" y="111"/>
                    <a:pt x="104" y="110"/>
                    <a:pt x="105" y="110"/>
                  </a:cubicBezTo>
                  <a:cubicBezTo>
                    <a:pt x="109" y="106"/>
                    <a:pt x="113" y="101"/>
                    <a:pt x="116" y="96"/>
                  </a:cubicBezTo>
                  <a:cubicBezTo>
                    <a:pt x="119" y="90"/>
                    <a:pt x="120" y="84"/>
                    <a:pt x="120" y="78"/>
                  </a:cubicBezTo>
                  <a:cubicBezTo>
                    <a:pt x="120" y="67"/>
                    <a:pt x="116" y="56"/>
                    <a:pt x="108" y="49"/>
                  </a:cubicBezTo>
                  <a:cubicBezTo>
                    <a:pt x="101" y="41"/>
                    <a:pt x="90" y="37"/>
                    <a:pt x="79" y="37"/>
                  </a:cubicBezTo>
                  <a:cubicBezTo>
                    <a:pt x="68" y="37"/>
                    <a:pt x="57" y="41"/>
                    <a:pt x="50" y="49"/>
                  </a:cubicBezTo>
                  <a:cubicBezTo>
                    <a:pt x="42" y="56"/>
                    <a:pt x="38" y="67"/>
                    <a:pt x="38" y="78"/>
                  </a:cubicBezTo>
                  <a:cubicBezTo>
                    <a:pt x="38" y="84"/>
                    <a:pt x="39" y="90"/>
                    <a:pt x="42" y="96"/>
                  </a:cubicBezTo>
                  <a:cubicBezTo>
                    <a:pt x="44" y="101"/>
                    <a:pt x="48" y="106"/>
                    <a:pt x="53" y="110"/>
                  </a:cubicBezTo>
                  <a:cubicBezTo>
                    <a:pt x="54" y="110"/>
                    <a:pt x="54" y="111"/>
                    <a:pt x="54" y="111"/>
                  </a:cubicBezTo>
                  <a:lnTo>
                    <a:pt x="54" y="124"/>
                  </a:lnTo>
                  <a:cubicBezTo>
                    <a:pt x="54" y="126"/>
                    <a:pt x="54" y="127"/>
                    <a:pt x="56" y="128"/>
                  </a:cubicBezTo>
                  <a:lnTo>
                    <a:pt x="56" y="128"/>
                  </a:lnTo>
                  <a:cubicBezTo>
                    <a:pt x="57" y="130"/>
                    <a:pt x="58" y="130"/>
                    <a:pt x="60" y="130"/>
                  </a:cubicBezTo>
                  <a:lnTo>
                    <a:pt x="64" y="130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76"/>
                  </a:lnTo>
                  <a:cubicBezTo>
                    <a:pt x="64" y="75"/>
                    <a:pt x="65" y="74"/>
                    <a:pt x="66" y="74"/>
                  </a:cubicBezTo>
                  <a:cubicBezTo>
                    <a:pt x="66" y="74"/>
                    <a:pt x="67" y="75"/>
                    <a:pt x="67" y="76"/>
                  </a:cubicBezTo>
                  <a:lnTo>
                    <a:pt x="67" y="84"/>
                  </a:lnTo>
                  <a:lnTo>
                    <a:pt x="77" y="84"/>
                  </a:lnTo>
                  <a:lnTo>
                    <a:pt x="77" y="76"/>
                  </a:lnTo>
                  <a:cubicBezTo>
                    <a:pt x="77" y="75"/>
                    <a:pt x="78" y="74"/>
                    <a:pt x="79" y="74"/>
                  </a:cubicBezTo>
                  <a:cubicBezTo>
                    <a:pt x="80" y="74"/>
                    <a:pt x="80" y="75"/>
                    <a:pt x="80" y="76"/>
                  </a:cubicBezTo>
                  <a:lnTo>
                    <a:pt x="80" y="84"/>
                  </a:lnTo>
                  <a:lnTo>
                    <a:pt x="91" y="84"/>
                  </a:lnTo>
                  <a:close/>
                  <a:moveTo>
                    <a:pt x="91" y="95"/>
                  </a:moveTo>
                  <a:lnTo>
                    <a:pt x="91" y="95"/>
                  </a:lnTo>
                  <a:lnTo>
                    <a:pt x="91" y="95"/>
                  </a:lnTo>
                  <a:lnTo>
                    <a:pt x="91" y="87"/>
                  </a:lnTo>
                  <a:lnTo>
                    <a:pt x="80" y="87"/>
                  </a:lnTo>
                  <a:lnTo>
                    <a:pt x="80" y="95"/>
                  </a:lnTo>
                  <a:cubicBezTo>
                    <a:pt x="80" y="96"/>
                    <a:pt x="80" y="96"/>
                    <a:pt x="79" y="96"/>
                  </a:cubicBezTo>
                  <a:cubicBezTo>
                    <a:pt x="78" y="96"/>
                    <a:pt x="77" y="96"/>
                    <a:pt x="77" y="95"/>
                  </a:cubicBezTo>
                  <a:lnTo>
                    <a:pt x="77" y="87"/>
                  </a:lnTo>
                  <a:lnTo>
                    <a:pt x="67" y="87"/>
                  </a:lnTo>
                  <a:lnTo>
                    <a:pt x="67" y="95"/>
                  </a:lnTo>
                  <a:lnTo>
                    <a:pt x="67" y="95"/>
                  </a:lnTo>
                  <a:lnTo>
                    <a:pt x="67" y="130"/>
                  </a:lnTo>
                  <a:lnTo>
                    <a:pt x="91" y="130"/>
                  </a:lnTo>
                  <a:lnTo>
                    <a:pt x="91" y="95"/>
                  </a:lnTo>
                  <a:close/>
                  <a:moveTo>
                    <a:pt x="98" y="145"/>
                  </a:moveTo>
                  <a:lnTo>
                    <a:pt x="98" y="145"/>
                  </a:lnTo>
                  <a:lnTo>
                    <a:pt x="60" y="145"/>
                  </a:lnTo>
                  <a:lnTo>
                    <a:pt x="60" y="148"/>
                  </a:lnTo>
                  <a:cubicBezTo>
                    <a:pt x="60" y="149"/>
                    <a:pt x="60" y="151"/>
                    <a:pt x="61" y="152"/>
                  </a:cubicBezTo>
                  <a:lnTo>
                    <a:pt x="61" y="152"/>
                  </a:lnTo>
                  <a:cubicBezTo>
                    <a:pt x="62" y="153"/>
                    <a:pt x="64" y="154"/>
                    <a:pt x="66" y="154"/>
                  </a:cubicBezTo>
                  <a:lnTo>
                    <a:pt x="71" y="154"/>
                  </a:lnTo>
                  <a:lnTo>
                    <a:pt x="87" y="154"/>
                  </a:lnTo>
                  <a:lnTo>
                    <a:pt x="92" y="154"/>
                  </a:lnTo>
                  <a:cubicBezTo>
                    <a:pt x="94" y="154"/>
                    <a:pt x="95" y="153"/>
                    <a:pt x="96" y="152"/>
                  </a:cubicBezTo>
                  <a:cubicBezTo>
                    <a:pt x="98" y="151"/>
                    <a:pt x="98" y="149"/>
                    <a:pt x="98" y="148"/>
                  </a:cubicBezTo>
                  <a:lnTo>
                    <a:pt x="98" y="145"/>
                  </a:lnTo>
                  <a:close/>
                  <a:moveTo>
                    <a:pt x="60" y="142"/>
                  </a:moveTo>
                  <a:lnTo>
                    <a:pt x="60" y="142"/>
                  </a:lnTo>
                  <a:lnTo>
                    <a:pt x="98" y="142"/>
                  </a:lnTo>
                  <a:lnTo>
                    <a:pt x="98" y="133"/>
                  </a:lnTo>
                  <a:lnTo>
                    <a:pt x="98" y="133"/>
                  </a:lnTo>
                  <a:lnTo>
                    <a:pt x="92" y="133"/>
                  </a:lnTo>
                  <a:lnTo>
                    <a:pt x="66" y="133"/>
                  </a:lnTo>
                  <a:lnTo>
                    <a:pt x="60" y="133"/>
                  </a:lnTo>
                  <a:lnTo>
                    <a:pt x="60" y="133"/>
                  </a:lnTo>
                  <a:lnTo>
                    <a:pt x="60" y="142"/>
                  </a:lnTo>
                  <a:close/>
                  <a:moveTo>
                    <a:pt x="80" y="18"/>
                  </a:moveTo>
                  <a:lnTo>
                    <a:pt x="80" y="18"/>
                  </a:lnTo>
                  <a:cubicBezTo>
                    <a:pt x="80" y="19"/>
                    <a:pt x="80" y="20"/>
                    <a:pt x="79" y="20"/>
                  </a:cubicBezTo>
                  <a:cubicBezTo>
                    <a:pt x="78" y="20"/>
                    <a:pt x="77" y="19"/>
                    <a:pt x="77" y="18"/>
                  </a:cubicBezTo>
                  <a:lnTo>
                    <a:pt x="77" y="1"/>
                  </a:lnTo>
                  <a:cubicBezTo>
                    <a:pt x="77" y="1"/>
                    <a:pt x="78" y="0"/>
                    <a:pt x="79" y="0"/>
                  </a:cubicBezTo>
                  <a:cubicBezTo>
                    <a:pt x="80" y="0"/>
                    <a:pt x="80" y="1"/>
                    <a:pt x="80" y="1"/>
                  </a:cubicBezTo>
                  <a:lnTo>
                    <a:pt x="80" y="18"/>
                  </a:lnTo>
                  <a:close/>
                  <a:moveTo>
                    <a:pt x="139" y="79"/>
                  </a:moveTo>
                  <a:lnTo>
                    <a:pt x="139" y="79"/>
                  </a:lnTo>
                  <a:cubicBezTo>
                    <a:pt x="138" y="79"/>
                    <a:pt x="137" y="79"/>
                    <a:pt x="137" y="78"/>
                  </a:cubicBezTo>
                  <a:cubicBezTo>
                    <a:pt x="137" y="77"/>
                    <a:pt x="138" y="76"/>
                    <a:pt x="139" y="76"/>
                  </a:cubicBezTo>
                  <a:lnTo>
                    <a:pt x="156" y="76"/>
                  </a:lnTo>
                  <a:cubicBezTo>
                    <a:pt x="157" y="76"/>
                    <a:pt x="158" y="77"/>
                    <a:pt x="158" y="78"/>
                  </a:cubicBezTo>
                  <a:cubicBezTo>
                    <a:pt x="158" y="79"/>
                    <a:pt x="157" y="79"/>
                    <a:pt x="156" y="79"/>
                  </a:cubicBezTo>
                  <a:lnTo>
                    <a:pt x="139" y="79"/>
                  </a:lnTo>
                  <a:close/>
                  <a:moveTo>
                    <a:pt x="19" y="76"/>
                  </a:moveTo>
                  <a:lnTo>
                    <a:pt x="19" y="76"/>
                  </a:lnTo>
                  <a:cubicBezTo>
                    <a:pt x="20" y="76"/>
                    <a:pt x="21" y="77"/>
                    <a:pt x="21" y="78"/>
                  </a:cubicBezTo>
                  <a:cubicBezTo>
                    <a:pt x="21" y="79"/>
                    <a:pt x="20" y="79"/>
                    <a:pt x="19" y="79"/>
                  </a:cubicBezTo>
                  <a:lnTo>
                    <a:pt x="1" y="79"/>
                  </a:lnTo>
                  <a:cubicBezTo>
                    <a:pt x="1" y="79"/>
                    <a:pt x="0" y="79"/>
                    <a:pt x="0" y="78"/>
                  </a:cubicBezTo>
                  <a:cubicBezTo>
                    <a:pt x="0" y="77"/>
                    <a:pt x="1" y="76"/>
                    <a:pt x="1" y="76"/>
                  </a:cubicBezTo>
                  <a:lnTo>
                    <a:pt x="19" y="76"/>
                  </a:lnTo>
                  <a:close/>
                  <a:moveTo>
                    <a:pt x="122" y="37"/>
                  </a:moveTo>
                  <a:lnTo>
                    <a:pt x="122" y="37"/>
                  </a:lnTo>
                  <a:lnTo>
                    <a:pt x="135" y="24"/>
                  </a:lnTo>
                  <a:cubicBezTo>
                    <a:pt x="135" y="24"/>
                    <a:pt x="135" y="23"/>
                    <a:pt x="135" y="22"/>
                  </a:cubicBezTo>
                  <a:cubicBezTo>
                    <a:pt x="134" y="21"/>
                    <a:pt x="133" y="21"/>
                    <a:pt x="133" y="22"/>
                  </a:cubicBezTo>
                  <a:lnTo>
                    <a:pt x="120" y="35"/>
                  </a:lnTo>
                  <a:cubicBezTo>
                    <a:pt x="119" y="35"/>
                    <a:pt x="119" y="36"/>
                    <a:pt x="120" y="37"/>
                  </a:cubicBezTo>
                  <a:cubicBezTo>
                    <a:pt x="121" y="37"/>
                    <a:pt x="122" y="37"/>
                    <a:pt x="122" y="37"/>
                  </a:cubicBezTo>
                  <a:close/>
                  <a:moveTo>
                    <a:pt x="38" y="35"/>
                  </a:moveTo>
                  <a:lnTo>
                    <a:pt x="38" y="35"/>
                  </a:lnTo>
                  <a:lnTo>
                    <a:pt x="25" y="22"/>
                  </a:lnTo>
                  <a:cubicBezTo>
                    <a:pt x="25" y="21"/>
                    <a:pt x="24" y="21"/>
                    <a:pt x="23" y="22"/>
                  </a:cubicBezTo>
                  <a:cubicBezTo>
                    <a:pt x="22" y="23"/>
                    <a:pt x="22" y="24"/>
                    <a:pt x="23" y="24"/>
                  </a:cubicBezTo>
                  <a:lnTo>
                    <a:pt x="36" y="37"/>
                  </a:lnTo>
                  <a:cubicBezTo>
                    <a:pt x="36" y="37"/>
                    <a:pt x="37" y="37"/>
                    <a:pt x="38" y="37"/>
                  </a:cubicBezTo>
                  <a:cubicBezTo>
                    <a:pt x="38" y="36"/>
                    <a:pt x="38" y="35"/>
                    <a:pt x="38" y="35"/>
                  </a:cubicBezTo>
                  <a:close/>
                  <a:moveTo>
                    <a:pt x="79" y="34"/>
                  </a:moveTo>
                  <a:lnTo>
                    <a:pt x="79" y="34"/>
                  </a:lnTo>
                  <a:cubicBezTo>
                    <a:pt x="91" y="34"/>
                    <a:pt x="102" y="39"/>
                    <a:pt x="110" y="47"/>
                  </a:cubicBezTo>
                  <a:cubicBezTo>
                    <a:pt x="118" y="55"/>
                    <a:pt x="123" y="66"/>
                    <a:pt x="123" y="78"/>
                  </a:cubicBezTo>
                  <a:cubicBezTo>
                    <a:pt x="123" y="85"/>
                    <a:pt x="122" y="91"/>
                    <a:pt x="119" y="97"/>
                  </a:cubicBezTo>
                  <a:cubicBezTo>
                    <a:pt x="116" y="103"/>
                    <a:pt x="112" y="108"/>
                    <a:pt x="107" y="112"/>
                  </a:cubicBezTo>
                  <a:lnTo>
                    <a:pt x="107" y="124"/>
                  </a:lnTo>
                  <a:cubicBezTo>
                    <a:pt x="107" y="127"/>
                    <a:pt x="106" y="129"/>
                    <a:pt x="104" y="131"/>
                  </a:cubicBezTo>
                  <a:cubicBezTo>
                    <a:pt x="104" y="131"/>
                    <a:pt x="102" y="132"/>
                    <a:pt x="101" y="133"/>
                  </a:cubicBezTo>
                  <a:lnTo>
                    <a:pt x="101" y="148"/>
                  </a:lnTo>
                  <a:cubicBezTo>
                    <a:pt x="101" y="150"/>
                    <a:pt x="100" y="153"/>
                    <a:pt x="99" y="154"/>
                  </a:cubicBezTo>
                  <a:cubicBezTo>
                    <a:pt x="97" y="156"/>
                    <a:pt x="95" y="157"/>
                    <a:pt x="92" y="157"/>
                  </a:cubicBezTo>
                  <a:lnTo>
                    <a:pt x="89" y="157"/>
                  </a:lnTo>
                  <a:lnTo>
                    <a:pt x="89" y="163"/>
                  </a:lnTo>
                  <a:cubicBezTo>
                    <a:pt x="89" y="164"/>
                    <a:pt x="88" y="164"/>
                    <a:pt x="87" y="164"/>
                  </a:cubicBezTo>
                  <a:lnTo>
                    <a:pt x="71" y="164"/>
                  </a:lnTo>
                  <a:cubicBezTo>
                    <a:pt x="70" y="164"/>
                    <a:pt x="69" y="164"/>
                    <a:pt x="69" y="163"/>
                  </a:cubicBezTo>
                  <a:lnTo>
                    <a:pt x="69" y="157"/>
                  </a:lnTo>
                  <a:lnTo>
                    <a:pt x="66" y="157"/>
                  </a:lnTo>
                  <a:cubicBezTo>
                    <a:pt x="63" y="157"/>
                    <a:pt x="61" y="156"/>
                    <a:pt x="59" y="154"/>
                  </a:cubicBezTo>
                  <a:lnTo>
                    <a:pt x="59" y="154"/>
                  </a:lnTo>
                  <a:lnTo>
                    <a:pt x="59" y="154"/>
                  </a:lnTo>
                  <a:cubicBezTo>
                    <a:pt x="57" y="153"/>
                    <a:pt x="56" y="150"/>
                    <a:pt x="56" y="148"/>
                  </a:cubicBezTo>
                  <a:lnTo>
                    <a:pt x="56" y="144"/>
                  </a:lnTo>
                  <a:lnTo>
                    <a:pt x="56" y="133"/>
                  </a:lnTo>
                  <a:cubicBezTo>
                    <a:pt x="55" y="132"/>
                    <a:pt x="54" y="131"/>
                    <a:pt x="53" y="131"/>
                  </a:cubicBezTo>
                  <a:lnTo>
                    <a:pt x="53" y="131"/>
                  </a:lnTo>
                  <a:lnTo>
                    <a:pt x="53" y="131"/>
                  </a:lnTo>
                  <a:cubicBezTo>
                    <a:pt x="52" y="129"/>
                    <a:pt x="51" y="127"/>
                    <a:pt x="51" y="124"/>
                  </a:cubicBezTo>
                  <a:lnTo>
                    <a:pt x="51" y="112"/>
                  </a:lnTo>
                  <a:cubicBezTo>
                    <a:pt x="46" y="108"/>
                    <a:pt x="42" y="103"/>
                    <a:pt x="39" y="97"/>
                  </a:cubicBezTo>
                  <a:cubicBezTo>
                    <a:pt x="36" y="91"/>
                    <a:pt x="35" y="85"/>
                    <a:pt x="35" y="78"/>
                  </a:cubicBezTo>
                  <a:cubicBezTo>
                    <a:pt x="35" y="66"/>
                    <a:pt x="40" y="55"/>
                    <a:pt x="48" y="47"/>
                  </a:cubicBezTo>
                  <a:cubicBezTo>
                    <a:pt x="56" y="39"/>
                    <a:pt x="67" y="34"/>
                    <a:pt x="79" y="3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A8CC2415-FF4C-4FB9-B82B-9136B808B92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000082" y="2224069"/>
              <a:ext cx="369574" cy="269914"/>
            </a:xfrm>
            <a:custGeom>
              <a:avLst/>
              <a:gdLst>
                <a:gd name="T0" fmla="*/ 11 w 176"/>
                <a:gd name="T1" fmla="*/ 116 h 128"/>
                <a:gd name="T2" fmla="*/ 129 w 176"/>
                <a:gd name="T3" fmla="*/ 124 h 128"/>
                <a:gd name="T4" fmla="*/ 129 w 176"/>
                <a:gd name="T5" fmla="*/ 124 h 128"/>
                <a:gd name="T6" fmla="*/ 148 w 176"/>
                <a:gd name="T7" fmla="*/ 116 h 128"/>
                <a:gd name="T8" fmla="*/ 156 w 176"/>
                <a:gd name="T9" fmla="*/ 98 h 128"/>
                <a:gd name="T10" fmla="*/ 149 w 176"/>
                <a:gd name="T11" fmla="*/ 80 h 128"/>
                <a:gd name="T12" fmla="*/ 131 w 176"/>
                <a:gd name="T13" fmla="*/ 70 h 128"/>
                <a:gd name="T14" fmla="*/ 106 w 176"/>
                <a:gd name="T15" fmla="*/ 52 h 128"/>
                <a:gd name="T16" fmla="*/ 98 w 176"/>
                <a:gd name="T17" fmla="*/ 53 h 128"/>
                <a:gd name="T18" fmla="*/ 96 w 176"/>
                <a:gd name="T19" fmla="*/ 53 h 128"/>
                <a:gd name="T20" fmla="*/ 65 w 176"/>
                <a:gd name="T21" fmla="*/ 36 h 128"/>
                <a:gd name="T22" fmla="*/ 27 w 176"/>
                <a:gd name="T23" fmla="*/ 70 h 128"/>
                <a:gd name="T24" fmla="*/ 9 w 176"/>
                <a:gd name="T25" fmla="*/ 80 h 128"/>
                <a:gd name="T26" fmla="*/ 9 w 176"/>
                <a:gd name="T27" fmla="*/ 80 h 128"/>
                <a:gd name="T28" fmla="*/ 11 w 176"/>
                <a:gd name="T29" fmla="*/ 116 h 128"/>
                <a:gd name="T30" fmla="*/ 130 w 176"/>
                <a:gd name="T31" fmla="*/ 38 h 128"/>
                <a:gd name="T32" fmla="*/ 152 w 176"/>
                <a:gd name="T33" fmla="*/ 52 h 128"/>
                <a:gd name="T34" fmla="*/ 107 w 176"/>
                <a:gd name="T35" fmla="*/ 26 h 128"/>
                <a:gd name="T36" fmla="*/ 130 w 176"/>
                <a:gd name="T37" fmla="*/ 38 h 128"/>
                <a:gd name="T38" fmla="*/ 142 w 176"/>
                <a:gd name="T39" fmla="*/ 57 h 128"/>
                <a:gd name="T40" fmla="*/ 144 w 176"/>
                <a:gd name="T41" fmla="*/ 58 h 128"/>
                <a:gd name="T42" fmla="*/ 155 w 176"/>
                <a:gd name="T43" fmla="*/ 54 h 128"/>
                <a:gd name="T44" fmla="*/ 136 w 176"/>
                <a:gd name="T45" fmla="*/ 28 h 128"/>
                <a:gd name="T46" fmla="*/ 105 w 176"/>
                <a:gd name="T47" fmla="*/ 23 h 128"/>
                <a:gd name="T48" fmla="*/ 106 w 176"/>
                <a:gd name="T49" fmla="*/ 36 h 128"/>
                <a:gd name="T50" fmla="*/ 128 w 176"/>
                <a:gd name="T51" fmla="*/ 41 h 128"/>
                <a:gd name="T52" fmla="*/ 174 w 176"/>
                <a:gd name="T53" fmla="*/ 49 h 128"/>
                <a:gd name="T54" fmla="*/ 176 w 176"/>
                <a:gd name="T55" fmla="*/ 47 h 128"/>
                <a:gd name="T56" fmla="*/ 176 w 176"/>
                <a:gd name="T57" fmla="*/ 47 h 128"/>
                <a:gd name="T58" fmla="*/ 99 w 176"/>
                <a:gd name="T59" fmla="*/ 3 h 128"/>
                <a:gd name="T60" fmla="*/ 98 w 176"/>
                <a:gd name="T61" fmla="*/ 5 h 128"/>
                <a:gd name="T62" fmla="*/ 103 w 176"/>
                <a:gd name="T63" fmla="*/ 18 h 128"/>
                <a:gd name="T64" fmla="*/ 138 w 176"/>
                <a:gd name="T65" fmla="*/ 23 h 128"/>
                <a:gd name="T66" fmla="*/ 164 w 176"/>
                <a:gd name="T67" fmla="*/ 53 h 128"/>
                <a:gd name="T68" fmla="*/ 164 w 176"/>
                <a:gd name="T69" fmla="*/ 49 h 128"/>
                <a:gd name="T70" fmla="*/ 172 w 176"/>
                <a:gd name="T71" fmla="*/ 47 h 128"/>
                <a:gd name="T72" fmla="*/ 102 w 176"/>
                <a:gd name="T73" fmla="*/ 6 h 128"/>
                <a:gd name="T74" fmla="*/ 140 w 176"/>
                <a:gd name="T75" fmla="*/ 20 h 128"/>
                <a:gd name="T76" fmla="*/ 29 w 176"/>
                <a:gd name="T77" fmla="*/ 127 h 128"/>
                <a:gd name="T78" fmla="*/ 8 w 176"/>
                <a:gd name="T79" fmla="*/ 119 h 128"/>
                <a:gd name="T80" fmla="*/ 7 w 176"/>
                <a:gd name="T81" fmla="*/ 78 h 128"/>
                <a:gd name="T82" fmla="*/ 24 w 176"/>
                <a:gd name="T83" fmla="*/ 68 h 128"/>
                <a:gd name="T84" fmla="*/ 65 w 176"/>
                <a:gd name="T85" fmla="*/ 33 h 128"/>
                <a:gd name="T86" fmla="*/ 99 w 176"/>
                <a:gd name="T87" fmla="*/ 50 h 128"/>
                <a:gd name="T88" fmla="*/ 106 w 176"/>
                <a:gd name="T89" fmla="*/ 49 h 128"/>
                <a:gd name="T90" fmla="*/ 134 w 176"/>
                <a:gd name="T91" fmla="*/ 68 h 128"/>
                <a:gd name="T92" fmla="*/ 159 w 176"/>
                <a:gd name="T93" fmla="*/ 98 h 128"/>
                <a:gd name="T94" fmla="*/ 159 w 176"/>
                <a:gd name="T95" fmla="*/ 98 h 128"/>
                <a:gd name="T96" fmla="*/ 129 w 176"/>
                <a:gd name="T97" fmla="*/ 128 h 128"/>
                <a:gd name="T98" fmla="*/ 129 w 176"/>
                <a:gd name="T99" fmla="*/ 128 h 128"/>
                <a:gd name="T100" fmla="*/ 29 w 176"/>
                <a:gd name="T101" fmla="*/ 12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6" h="128">
                  <a:moveTo>
                    <a:pt x="11" y="116"/>
                  </a:moveTo>
                  <a:lnTo>
                    <a:pt x="11" y="116"/>
                  </a:lnTo>
                  <a:cubicBezTo>
                    <a:pt x="16" y="121"/>
                    <a:pt x="22" y="124"/>
                    <a:pt x="29" y="124"/>
                  </a:cubicBezTo>
                  <a:lnTo>
                    <a:pt x="129" y="124"/>
                  </a:lnTo>
                  <a:lnTo>
                    <a:pt x="129" y="124"/>
                  </a:lnTo>
                  <a:lnTo>
                    <a:pt x="129" y="124"/>
                  </a:lnTo>
                  <a:lnTo>
                    <a:pt x="129" y="124"/>
                  </a:lnTo>
                  <a:cubicBezTo>
                    <a:pt x="137" y="124"/>
                    <a:pt x="143" y="121"/>
                    <a:pt x="148" y="116"/>
                  </a:cubicBezTo>
                  <a:cubicBezTo>
                    <a:pt x="153" y="112"/>
                    <a:pt x="156" y="105"/>
                    <a:pt x="156" y="98"/>
                  </a:cubicBezTo>
                  <a:lnTo>
                    <a:pt x="156" y="98"/>
                  </a:lnTo>
                  <a:lnTo>
                    <a:pt x="156" y="98"/>
                  </a:lnTo>
                  <a:cubicBezTo>
                    <a:pt x="156" y="91"/>
                    <a:pt x="153" y="85"/>
                    <a:pt x="149" y="80"/>
                  </a:cubicBezTo>
                  <a:cubicBezTo>
                    <a:pt x="145" y="75"/>
                    <a:pt x="139" y="72"/>
                    <a:pt x="132" y="71"/>
                  </a:cubicBezTo>
                  <a:cubicBezTo>
                    <a:pt x="132" y="71"/>
                    <a:pt x="131" y="71"/>
                    <a:pt x="131" y="70"/>
                  </a:cubicBezTo>
                  <a:cubicBezTo>
                    <a:pt x="129" y="65"/>
                    <a:pt x="126" y="60"/>
                    <a:pt x="121" y="57"/>
                  </a:cubicBezTo>
                  <a:cubicBezTo>
                    <a:pt x="117" y="54"/>
                    <a:pt x="112" y="52"/>
                    <a:pt x="106" y="52"/>
                  </a:cubicBezTo>
                  <a:cubicBezTo>
                    <a:pt x="105" y="52"/>
                    <a:pt x="103" y="52"/>
                    <a:pt x="102" y="53"/>
                  </a:cubicBezTo>
                  <a:cubicBezTo>
                    <a:pt x="101" y="53"/>
                    <a:pt x="100" y="53"/>
                    <a:pt x="98" y="53"/>
                  </a:cubicBezTo>
                  <a:lnTo>
                    <a:pt x="98" y="53"/>
                  </a:lnTo>
                  <a:cubicBezTo>
                    <a:pt x="98" y="54"/>
                    <a:pt x="97" y="53"/>
                    <a:pt x="96" y="53"/>
                  </a:cubicBezTo>
                  <a:cubicBezTo>
                    <a:pt x="93" y="48"/>
                    <a:pt x="88" y="44"/>
                    <a:pt x="83" y="41"/>
                  </a:cubicBezTo>
                  <a:cubicBezTo>
                    <a:pt x="77" y="38"/>
                    <a:pt x="71" y="36"/>
                    <a:pt x="65" y="36"/>
                  </a:cubicBezTo>
                  <a:cubicBezTo>
                    <a:pt x="55" y="36"/>
                    <a:pt x="46" y="40"/>
                    <a:pt x="40" y="46"/>
                  </a:cubicBezTo>
                  <a:cubicBezTo>
                    <a:pt x="33" y="52"/>
                    <a:pt x="28" y="60"/>
                    <a:pt x="27" y="70"/>
                  </a:cubicBezTo>
                  <a:cubicBezTo>
                    <a:pt x="27" y="71"/>
                    <a:pt x="26" y="71"/>
                    <a:pt x="25" y="71"/>
                  </a:cubicBezTo>
                  <a:cubicBezTo>
                    <a:pt x="19" y="72"/>
                    <a:pt x="13" y="76"/>
                    <a:pt x="9" y="80"/>
                  </a:cubicBezTo>
                  <a:lnTo>
                    <a:pt x="9" y="80"/>
                  </a:lnTo>
                  <a:lnTo>
                    <a:pt x="9" y="80"/>
                  </a:lnTo>
                  <a:cubicBezTo>
                    <a:pt x="5" y="85"/>
                    <a:pt x="3" y="91"/>
                    <a:pt x="3" y="98"/>
                  </a:cubicBezTo>
                  <a:cubicBezTo>
                    <a:pt x="3" y="105"/>
                    <a:pt x="6" y="112"/>
                    <a:pt x="11" y="116"/>
                  </a:cubicBezTo>
                  <a:close/>
                  <a:moveTo>
                    <a:pt x="130" y="38"/>
                  </a:moveTo>
                  <a:lnTo>
                    <a:pt x="130" y="38"/>
                  </a:lnTo>
                  <a:cubicBezTo>
                    <a:pt x="136" y="42"/>
                    <a:pt x="142" y="47"/>
                    <a:pt x="145" y="54"/>
                  </a:cubicBezTo>
                  <a:lnTo>
                    <a:pt x="152" y="52"/>
                  </a:lnTo>
                  <a:cubicBezTo>
                    <a:pt x="149" y="43"/>
                    <a:pt x="142" y="36"/>
                    <a:pt x="134" y="31"/>
                  </a:cubicBezTo>
                  <a:cubicBezTo>
                    <a:pt x="126" y="26"/>
                    <a:pt x="117" y="24"/>
                    <a:pt x="107" y="26"/>
                  </a:cubicBezTo>
                  <a:lnTo>
                    <a:pt x="109" y="34"/>
                  </a:lnTo>
                  <a:cubicBezTo>
                    <a:pt x="116" y="33"/>
                    <a:pt x="124" y="34"/>
                    <a:pt x="130" y="38"/>
                  </a:cubicBezTo>
                  <a:close/>
                  <a:moveTo>
                    <a:pt x="142" y="57"/>
                  </a:moveTo>
                  <a:lnTo>
                    <a:pt x="142" y="57"/>
                  </a:lnTo>
                  <a:lnTo>
                    <a:pt x="142" y="57"/>
                  </a:lnTo>
                  <a:cubicBezTo>
                    <a:pt x="142" y="58"/>
                    <a:pt x="143" y="58"/>
                    <a:pt x="144" y="58"/>
                  </a:cubicBezTo>
                  <a:lnTo>
                    <a:pt x="155" y="54"/>
                  </a:lnTo>
                  <a:lnTo>
                    <a:pt x="155" y="54"/>
                  </a:lnTo>
                  <a:cubicBezTo>
                    <a:pt x="156" y="54"/>
                    <a:pt x="156" y="53"/>
                    <a:pt x="156" y="52"/>
                  </a:cubicBezTo>
                  <a:cubicBezTo>
                    <a:pt x="152" y="42"/>
                    <a:pt x="145" y="33"/>
                    <a:pt x="136" y="28"/>
                  </a:cubicBezTo>
                  <a:cubicBezTo>
                    <a:pt x="127" y="23"/>
                    <a:pt x="116" y="21"/>
                    <a:pt x="105" y="23"/>
                  </a:cubicBezTo>
                  <a:lnTo>
                    <a:pt x="105" y="23"/>
                  </a:lnTo>
                  <a:cubicBezTo>
                    <a:pt x="104" y="23"/>
                    <a:pt x="103" y="24"/>
                    <a:pt x="103" y="25"/>
                  </a:cubicBezTo>
                  <a:lnTo>
                    <a:pt x="106" y="36"/>
                  </a:lnTo>
                  <a:cubicBezTo>
                    <a:pt x="106" y="37"/>
                    <a:pt x="107" y="37"/>
                    <a:pt x="108" y="37"/>
                  </a:cubicBezTo>
                  <a:cubicBezTo>
                    <a:pt x="115" y="36"/>
                    <a:pt x="122" y="37"/>
                    <a:pt x="128" y="41"/>
                  </a:cubicBezTo>
                  <a:cubicBezTo>
                    <a:pt x="134" y="44"/>
                    <a:pt x="139" y="50"/>
                    <a:pt x="142" y="57"/>
                  </a:cubicBezTo>
                  <a:close/>
                  <a:moveTo>
                    <a:pt x="174" y="49"/>
                  </a:moveTo>
                  <a:lnTo>
                    <a:pt x="174" y="49"/>
                  </a:lnTo>
                  <a:cubicBezTo>
                    <a:pt x="175" y="49"/>
                    <a:pt x="176" y="48"/>
                    <a:pt x="176" y="47"/>
                  </a:cubicBezTo>
                  <a:lnTo>
                    <a:pt x="176" y="47"/>
                  </a:lnTo>
                  <a:lnTo>
                    <a:pt x="176" y="47"/>
                  </a:lnTo>
                  <a:cubicBezTo>
                    <a:pt x="170" y="31"/>
                    <a:pt x="159" y="18"/>
                    <a:pt x="146" y="11"/>
                  </a:cubicBezTo>
                  <a:cubicBezTo>
                    <a:pt x="132" y="3"/>
                    <a:pt x="116" y="0"/>
                    <a:pt x="99" y="3"/>
                  </a:cubicBezTo>
                  <a:cubicBezTo>
                    <a:pt x="98" y="3"/>
                    <a:pt x="98" y="4"/>
                    <a:pt x="98" y="5"/>
                  </a:cubicBezTo>
                  <a:lnTo>
                    <a:pt x="98" y="5"/>
                  </a:lnTo>
                  <a:lnTo>
                    <a:pt x="101" y="16"/>
                  </a:lnTo>
                  <a:cubicBezTo>
                    <a:pt x="101" y="17"/>
                    <a:pt x="102" y="18"/>
                    <a:pt x="103" y="18"/>
                  </a:cubicBezTo>
                  <a:lnTo>
                    <a:pt x="103" y="18"/>
                  </a:lnTo>
                  <a:cubicBezTo>
                    <a:pt x="115" y="15"/>
                    <a:pt x="128" y="17"/>
                    <a:pt x="138" y="23"/>
                  </a:cubicBezTo>
                  <a:cubicBezTo>
                    <a:pt x="149" y="30"/>
                    <a:pt x="157" y="39"/>
                    <a:pt x="161" y="52"/>
                  </a:cubicBezTo>
                  <a:cubicBezTo>
                    <a:pt x="162" y="52"/>
                    <a:pt x="163" y="53"/>
                    <a:pt x="164" y="53"/>
                  </a:cubicBezTo>
                  <a:lnTo>
                    <a:pt x="174" y="49"/>
                  </a:lnTo>
                  <a:close/>
                  <a:moveTo>
                    <a:pt x="164" y="49"/>
                  </a:moveTo>
                  <a:lnTo>
                    <a:pt x="164" y="49"/>
                  </a:lnTo>
                  <a:lnTo>
                    <a:pt x="172" y="47"/>
                  </a:lnTo>
                  <a:cubicBezTo>
                    <a:pt x="167" y="32"/>
                    <a:pt x="157" y="21"/>
                    <a:pt x="144" y="14"/>
                  </a:cubicBezTo>
                  <a:cubicBezTo>
                    <a:pt x="132" y="6"/>
                    <a:pt x="117" y="3"/>
                    <a:pt x="102" y="6"/>
                  </a:cubicBezTo>
                  <a:lnTo>
                    <a:pt x="103" y="14"/>
                  </a:lnTo>
                  <a:cubicBezTo>
                    <a:pt x="116" y="12"/>
                    <a:pt x="129" y="14"/>
                    <a:pt x="140" y="20"/>
                  </a:cubicBezTo>
                  <a:cubicBezTo>
                    <a:pt x="151" y="27"/>
                    <a:pt x="160" y="37"/>
                    <a:pt x="164" y="49"/>
                  </a:cubicBezTo>
                  <a:close/>
                  <a:moveTo>
                    <a:pt x="29" y="127"/>
                  </a:moveTo>
                  <a:lnTo>
                    <a:pt x="29" y="127"/>
                  </a:lnTo>
                  <a:cubicBezTo>
                    <a:pt x="21" y="127"/>
                    <a:pt x="14" y="124"/>
                    <a:pt x="8" y="119"/>
                  </a:cubicBezTo>
                  <a:cubicBezTo>
                    <a:pt x="3" y="113"/>
                    <a:pt x="0" y="106"/>
                    <a:pt x="0" y="98"/>
                  </a:cubicBezTo>
                  <a:cubicBezTo>
                    <a:pt x="0" y="90"/>
                    <a:pt x="2" y="83"/>
                    <a:pt x="7" y="78"/>
                  </a:cubicBezTo>
                  <a:lnTo>
                    <a:pt x="7" y="78"/>
                  </a:lnTo>
                  <a:cubicBezTo>
                    <a:pt x="11" y="73"/>
                    <a:pt x="17" y="70"/>
                    <a:pt x="24" y="68"/>
                  </a:cubicBezTo>
                  <a:cubicBezTo>
                    <a:pt x="25" y="58"/>
                    <a:pt x="30" y="50"/>
                    <a:pt x="37" y="43"/>
                  </a:cubicBezTo>
                  <a:cubicBezTo>
                    <a:pt x="45" y="37"/>
                    <a:pt x="55" y="33"/>
                    <a:pt x="65" y="33"/>
                  </a:cubicBezTo>
                  <a:cubicBezTo>
                    <a:pt x="72" y="33"/>
                    <a:pt x="79" y="35"/>
                    <a:pt x="84" y="38"/>
                  </a:cubicBezTo>
                  <a:cubicBezTo>
                    <a:pt x="90" y="41"/>
                    <a:pt x="95" y="45"/>
                    <a:pt x="99" y="50"/>
                  </a:cubicBezTo>
                  <a:cubicBezTo>
                    <a:pt x="100" y="50"/>
                    <a:pt x="101" y="49"/>
                    <a:pt x="102" y="49"/>
                  </a:cubicBezTo>
                  <a:cubicBezTo>
                    <a:pt x="103" y="49"/>
                    <a:pt x="104" y="49"/>
                    <a:pt x="106" y="49"/>
                  </a:cubicBezTo>
                  <a:cubicBezTo>
                    <a:pt x="112" y="49"/>
                    <a:pt x="118" y="51"/>
                    <a:pt x="123" y="54"/>
                  </a:cubicBezTo>
                  <a:cubicBezTo>
                    <a:pt x="128" y="58"/>
                    <a:pt x="132" y="63"/>
                    <a:pt x="134" y="68"/>
                  </a:cubicBezTo>
                  <a:cubicBezTo>
                    <a:pt x="141" y="69"/>
                    <a:pt x="147" y="73"/>
                    <a:pt x="152" y="78"/>
                  </a:cubicBezTo>
                  <a:cubicBezTo>
                    <a:pt x="157" y="83"/>
                    <a:pt x="159" y="90"/>
                    <a:pt x="159" y="98"/>
                  </a:cubicBezTo>
                  <a:lnTo>
                    <a:pt x="159" y="98"/>
                  </a:lnTo>
                  <a:lnTo>
                    <a:pt x="159" y="98"/>
                  </a:lnTo>
                  <a:cubicBezTo>
                    <a:pt x="159" y="106"/>
                    <a:pt x="156" y="113"/>
                    <a:pt x="151" y="119"/>
                  </a:cubicBezTo>
                  <a:cubicBezTo>
                    <a:pt x="145" y="124"/>
                    <a:pt x="138" y="128"/>
                    <a:pt x="129" y="128"/>
                  </a:cubicBezTo>
                  <a:lnTo>
                    <a:pt x="129" y="128"/>
                  </a:lnTo>
                  <a:lnTo>
                    <a:pt x="129" y="128"/>
                  </a:lnTo>
                  <a:lnTo>
                    <a:pt x="129" y="128"/>
                  </a:lnTo>
                  <a:lnTo>
                    <a:pt x="29" y="127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88F7D640-30BE-4BC8-8C73-F8E7EE9351F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23412" y="2223391"/>
              <a:ext cx="274066" cy="271990"/>
            </a:xfrm>
            <a:custGeom>
              <a:avLst/>
              <a:gdLst>
                <a:gd name="T0" fmla="*/ 92 w 130"/>
                <a:gd name="T1" fmla="*/ 61 h 129"/>
                <a:gd name="T2" fmla="*/ 112 w 130"/>
                <a:gd name="T3" fmla="*/ 35 h 129"/>
                <a:gd name="T4" fmla="*/ 101 w 130"/>
                <a:gd name="T5" fmla="*/ 19 h 129"/>
                <a:gd name="T6" fmla="*/ 82 w 130"/>
                <a:gd name="T7" fmla="*/ 23 h 129"/>
                <a:gd name="T8" fmla="*/ 54 w 130"/>
                <a:gd name="T9" fmla="*/ 58 h 129"/>
                <a:gd name="T10" fmla="*/ 60 w 130"/>
                <a:gd name="T11" fmla="*/ 70 h 129"/>
                <a:gd name="T12" fmla="*/ 68 w 130"/>
                <a:gd name="T13" fmla="*/ 81 h 129"/>
                <a:gd name="T14" fmla="*/ 49 w 130"/>
                <a:gd name="T15" fmla="*/ 80 h 129"/>
                <a:gd name="T16" fmla="*/ 40 w 130"/>
                <a:gd name="T17" fmla="*/ 63 h 129"/>
                <a:gd name="T18" fmla="*/ 49 w 130"/>
                <a:gd name="T19" fmla="*/ 35 h 129"/>
                <a:gd name="T20" fmla="*/ 94 w 130"/>
                <a:gd name="T21" fmla="*/ 3 h 129"/>
                <a:gd name="T22" fmla="*/ 126 w 130"/>
                <a:gd name="T23" fmla="*/ 35 h 129"/>
                <a:gd name="T24" fmla="*/ 117 w 130"/>
                <a:gd name="T25" fmla="*/ 58 h 129"/>
                <a:gd name="T26" fmla="*/ 93 w 130"/>
                <a:gd name="T27" fmla="*/ 76 h 129"/>
                <a:gd name="T28" fmla="*/ 93 w 130"/>
                <a:gd name="T29" fmla="*/ 76 h 129"/>
                <a:gd name="T30" fmla="*/ 41 w 130"/>
                <a:gd name="T31" fmla="*/ 40 h 129"/>
                <a:gd name="T32" fmla="*/ 70 w 130"/>
                <a:gd name="T33" fmla="*/ 10 h 129"/>
                <a:gd name="T34" fmla="*/ 108 w 130"/>
                <a:gd name="T35" fmla="*/ 2 h 129"/>
                <a:gd name="T36" fmla="*/ 130 w 130"/>
                <a:gd name="T37" fmla="*/ 35 h 129"/>
                <a:gd name="T38" fmla="*/ 97 w 130"/>
                <a:gd name="T39" fmla="*/ 83 h 129"/>
                <a:gd name="T40" fmla="*/ 83 w 130"/>
                <a:gd name="T41" fmla="*/ 96 h 129"/>
                <a:gd name="T42" fmla="*/ 49 w 130"/>
                <a:gd name="T43" fmla="*/ 127 h 129"/>
                <a:gd name="T44" fmla="*/ 3 w 130"/>
                <a:gd name="T45" fmla="*/ 107 h 129"/>
                <a:gd name="T46" fmla="*/ 11 w 130"/>
                <a:gd name="T47" fmla="*/ 69 h 129"/>
                <a:gd name="T48" fmla="*/ 41 w 130"/>
                <a:gd name="T49" fmla="*/ 40 h 129"/>
                <a:gd name="T50" fmla="*/ 38 w 130"/>
                <a:gd name="T51" fmla="*/ 67 h 129"/>
                <a:gd name="T52" fmla="*/ 18 w 130"/>
                <a:gd name="T53" fmla="*/ 94 h 129"/>
                <a:gd name="T54" fmla="*/ 23 w 130"/>
                <a:gd name="T55" fmla="*/ 106 h 129"/>
                <a:gd name="T56" fmla="*/ 42 w 130"/>
                <a:gd name="T57" fmla="*/ 110 h 129"/>
                <a:gd name="T58" fmla="*/ 74 w 130"/>
                <a:gd name="T59" fmla="*/ 78 h 129"/>
                <a:gd name="T60" fmla="*/ 71 w 130"/>
                <a:gd name="T61" fmla="*/ 59 h 129"/>
                <a:gd name="T62" fmla="*/ 59 w 130"/>
                <a:gd name="T63" fmla="*/ 52 h 129"/>
                <a:gd name="T64" fmla="*/ 75 w 130"/>
                <a:gd name="T65" fmla="*/ 44 h 129"/>
                <a:gd name="T66" fmla="*/ 89 w 130"/>
                <a:gd name="T67" fmla="*/ 61 h 129"/>
                <a:gd name="T68" fmla="*/ 81 w 130"/>
                <a:gd name="T69" fmla="*/ 94 h 129"/>
                <a:gd name="T70" fmla="*/ 48 w 130"/>
                <a:gd name="T71" fmla="*/ 123 h 129"/>
                <a:gd name="T72" fmla="*/ 6 w 130"/>
                <a:gd name="T73" fmla="*/ 106 h 129"/>
                <a:gd name="T74" fmla="*/ 13 w 130"/>
                <a:gd name="T75" fmla="*/ 71 h 129"/>
                <a:gd name="T76" fmla="*/ 37 w 130"/>
                <a:gd name="T77" fmla="*/ 49 h 129"/>
                <a:gd name="T78" fmla="*/ 37 w 130"/>
                <a:gd name="T79" fmla="*/ 52 h 129"/>
                <a:gd name="T80" fmla="*/ 37 w 130"/>
                <a:gd name="T81" fmla="*/ 53 h 129"/>
                <a:gd name="T82" fmla="*/ 36 w 130"/>
                <a:gd name="T83" fmla="*/ 58 h 129"/>
                <a:gd name="T84" fmla="*/ 47 w 130"/>
                <a:gd name="T85" fmla="*/ 83 h 129"/>
                <a:gd name="T86" fmla="*/ 26 w 130"/>
                <a:gd name="T87" fmla="*/ 84 h 129"/>
                <a:gd name="T88" fmla="*/ 23 w 130"/>
                <a:gd name="T89" fmla="*/ 99 h 129"/>
                <a:gd name="T90" fmla="*/ 36 w 130"/>
                <a:gd name="T91" fmla="*/ 108 h 129"/>
                <a:gd name="T92" fmla="*/ 45 w 130"/>
                <a:gd name="T93" fmla="*/ 104 h 129"/>
                <a:gd name="T94" fmla="*/ 58 w 130"/>
                <a:gd name="T95" fmla="*/ 57 h 129"/>
                <a:gd name="T96" fmla="*/ 71 w 130"/>
                <a:gd name="T97" fmla="*/ 66 h 129"/>
                <a:gd name="T98" fmla="*/ 66 w 130"/>
                <a:gd name="T99" fmla="*/ 70 h 129"/>
                <a:gd name="T100" fmla="*/ 58 w 130"/>
                <a:gd name="T101" fmla="*/ 58 h 129"/>
                <a:gd name="T102" fmla="*/ 107 w 130"/>
                <a:gd name="T103" fmla="*/ 40 h 129"/>
                <a:gd name="T104" fmla="*/ 104 w 130"/>
                <a:gd name="T105" fmla="*/ 25 h 129"/>
                <a:gd name="T106" fmla="*/ 89 w 130"/>
                <a:gd name="T107" fmla="*/ 22 h 129"/>
                <a:gd name="T108" fmla="*/ 77 w 130"/>
                <a:gd name="T109" fmla="*/ 41 h 129"/>
                <a:gd name="T110" fmla="*/ 104 w 130"/>
                <a:gd name="T111" fmla="*/ 4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30" h="129">
                  <a:moveTo>
                    <a:pt x="94" y="71"/>
                  </a:moveTo>
                  <a:lnTo>
                    <a:pt x="94" y="71"/>
                  </a:lnTo>
                  <a:cubicBezTo>
                    <a:pt x="94" y="69"/>
                    <a:pt x="94" y="67"/>
                    <a:pt x="93" y="66"/>
                  </a:cubicBezTo>
                  <a:cubicBezTo>
                    <a:pt x="93" y="64"/>
                    <a:pt x="93" y="63"/>
                    <a:pt x="92" y="61"/>
                  </a:cubicBezTo>
                  <a:lnTo>
                    <a:pt x="107" y="47"/>
                  </a:lnTo>
                  <a:lnTo>
                    <a:pt x="107" y="47"/>
                  </a:lnTo>
                  <a:cubicBezTo>
                    <a:pt x="108" y="46"/>
                    <a:pt x="110" y="44"/>
                    <a:pt x="110" y="42"/>
                  </a:cubicBezTo>
                  <a:cubicBezTo>
                    <a:pt x="111" y="39"/>
                    <a:pt x="112" y="37"/>
                    <a:pt x="112" y="35"/>
                  </a:cubicBezTo>
                  <a:cubicBezTo>
                    <a:pt x="112" y="33"/>
                    <a:pt x="111" y="30"/>
                    <a:pt x="110" y="28"/>
                  </a:cubicBezTo>
                  <a:cubicBezTo>
                    <a:pt x="110" y="26"/>
                    <a:pt x="108" y="24"/>
                    <a:pt x="107" y="23"/>
                  </a:cubicBezTo>
                  <a:lnTo>
                    <a:pt x="107" y="23"/>
                  </a:lnTo>
                  <a:cubicBezTo>
                    <a:pt x="105" y="21"/>
                    <a:pt x="103" y="20"/>
                    <a:pt x="101" y="19"/>
                  </a:cubicBezTo>
                  <a:cubicBezTo>
                    <a:pt x="99" y="18"/>
                    <a:pt x="97" y="18"/>
                    <a:pt x="94" y="18"/>
                  </a:cubicBezTo>
                  <a:cubicBezTo>
                    <a:pt x="92" y="18"/>
                    <a:pt x="90" y="18"/>
                    <a:pt x="88" y="19"/>
                  </a:cubicBezTo>
                  <a:lnTo>
                    <a:pt x="88" y="19"/>
                  </a:lnTo>
                  <a:cubicBezTo>
                    <a:pt x="86" y="20"/>
                    <a:pt x="84" y="21"/>
                    <a:pt x="82" y="23"/>
                  </a:cubicBezTo>
                  <a:lnTo>
                    <a:pt x="59" y="46"/>
                  </a:lnTo>
                  <a:cubicBezTo>
                    <a:pt x="58" y="47"/>
                    <a:pt x="57" y="49"/>
                    <a:pt x="56" y="51"/>
                  </a:cubicBezTo>
                  <a:lnTo>
                    <a:pt x="56" y="51"/>
                  </a:lnTo>
                  <a:cubicBezTo>
                    <a:pt x="55" y="53"/>
                    <a:pt x="54" y="56"/>
                    <a:pt x="54" y="58"/>
                  </a:cubicBezTo>
                  <a:cubicBezTo>
                    <a:pt x="54" y="60"/>
                    <a:pt x="55" y="62"/>
                    <a:pt x="56" y="64"/>
                  </a:cubicBezTo>
                  <a:cubicBezTo>
                    <a:pt x="57" y="66"/>
                    <a:pt x="58" y="68"/>
                    <a:pt x="59" y="70"/>
                  </a:cubicBezTo>
                  <a:lnTo>
                    <a:pt x="59" y="70"/>
                  </a:lnTo>
                  <a:lnTo>
                    <a:pt x="60" y="70"/>
                  </a:lnTo>
                  <a:cubicBezTo>
                    <a:pt x="61" y="72"/>
                    <a:pt x="63" y="73"/>
                    <a:pt x="65" y="74"/>
                  </a:cubicBezTo>
                  <a:cubicBezTo>
                    <a:pt x="67" y="75"/>
                    <a:pt x="69" y="75"/>
                    <a:pt x="72" y="75"/>
                  </a:cubicBezTo>
                  <a:cubicBezTo>
                    <a:pt x="71" y="76"/>
                    <a:pt x="71" y="77"/>
                    <a:pt x="71" y="77"/>
                  </a:cubicBezTo>
                  <a:cubicBezTo>
                    <a:pt x="70" y="79"/>
                    <a:pt x="69" y="80"/>
                    <a:pt x="68" y="81"/>
                  </a:cubicBezTo>
                  <a:lnTo>
                    <a:pt x="68" y="81"/>
                  </a:lnTo>
                  <a:lnTo>
                    <a:pt x="61" y="88"/>
                  </a:lnTo>
                  <a:cubicBezTo>
                    <a:pt x="59" y="87"/>
                    <a:pt x="57" y="86"/>
                    <a:pt x="55" y="85"/>
                  </a:cubicBezTo>
                  <a:cubicBezTo>
                    <a:pt x="53" y="84"/>
                    <a:pt x="51" y="82"/>
                    <a:pt x="49" y="80"/>
                  </a:cubicBezTo>
                  <a:cubicBezTo>
                    <a:pt x="46" y="77"/>
                    <a:pt x="44" y="74"/>
                    <a:pt x="42" y="70"/>
                  </a:cubicBezTo>
                  <a:cubicBezTo>
                    <a:pt x="42" y="69"/>
                    <a:pt x="42" y="68"/>
                    <a:pt x="41" y="67"/>
                  </a:cubicBezTo>
                  <a:lnTo>
                    <a:pt x="41" y="67"/>
                  </a:lnTo>
                  <a:cubicBezTo>
                    <a:pt x="41" y="66"/>
                    <a:pt x="40" y="64"/>
                    <a:pt x="40" y="63"/>
                  </a:cubicBezTo>
                  <a:cubicBezTo>
                    <a:pt x="40" y="61"/>
                    <a:pt x="40" y="59"/>
                    <a:pt x="40" y="58"/>
                  </a:cubicBezTo>
                  <a:cubicBezTo>
                    <a:pt x="40" y="54"/>
                    <a:pt x="41" y="49"/>
                    <a:pt x="42" y="45"/>
                  </a:cubicBezTo>
                  <a:cubicBezTo>
                    <a:pt x="44" y="42"/>
                    <a:pt x="46" y="38"/>
                    <a:pt x="49" y="35"/>
                  </a:cubicBezTo>
                  <a:lnTo>
                    <a:pt x="49" y="35"/>
                  </a:lnTo>
                  <a:lnTo>
                    <a:pt x="72" y="12"/>
                  </a:lnTo>
                  <a:lnTo>
                    <a:pt x="72" y="12"/>
                  </a:lnTo>
                  <a:cubicBezTo>
                    <a:pt x="75" y="9"/>
                    <a:pt x="78" y="7"/>
                    <a:pt x="82" y="5"/>
                  </a:cubicBezTo>
                  <a:cubicBezTo>
                    <a:pt x="86" y="4"/>
                    <a:pt x="90" y="3"/>
                    <a:pt x="94" y="3"/>
                  </a:cubicBezTo>
                  <a:cubicBezTo>
                    <a:pt x="99" y="3"/>
                    <a:pt x="103" y="4"/>
                    <a:pt x="107" y="5"/>
                  </a:cubicBezTo>
                  <a:cubicBezTo>
                    <a:pt x="110" y="7"/>
                    <a:pt x="114" y="9"/>
                    <a:pt x="117" y="12"/>
                  </a:cubicBezTo>
                  <a:cubicBezTo>
                    <a:pt x="120" y="15"/>
                    <a:pt x="122" y="19"/>
                    <a:pt x="124" y="23"/>
                  </a:cubicBezTo>
                  <a:cubicBezTo>
                    <a:pt x="126" y="27"/>
                    <a:pt x="126" y="31"/>
                    <a:pt x="126" y="35"/>
                  </a:cubicBezTo>
                  <a:lnTo>
                    <a:pt x="126" y="35"/>
                  </a:lnTo>
                  <a:cubicBezTo>
                    <a:pt x="126" y="39"/>
                    <a:pt x="126" y="43"/>
                    <a:pt x="124" y="47"/>
                  </a:cubicBezTo>
                  <a:cubicBezTo>
                    <a:pt x="122" y="51"/>
                    <a:pt x="120" y="55"/>
                    <a:pt x="117" y="58"/>
                  </a:cubicBezTo>
                  <a:lnTo>
                    <a:pt x="117" y="58"/>
                  </a:lnTo>
                  <a:lnTo>
                    <a:pt x="94" y="80"/>
                  </a:lnTo>
                  <a:cubicBezTo>
                    <a:pt x="94" y="81"/>
                    <a:pt x="93" y="82"/>
                    <a:pt x="92" y="83"/>
                  </a:cubicBezTo>
                  <a:cubicBezTo>
                    <a:pt x="92" y="82"/>
                    <a:pt x="92" y="81"/>
                    <a:pt x="93" y="80"/>
                  </a:cubicBezTo>
                  <a:cubicBezTo>
                    <a:pt x="93" y="79"/>
                    <a:pt x="93" y="78"/>
                    <a:pt x="93" y="76"/>
                  </a:cubicBez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cubicBezTo>
                    <a:pt x="94" y="74"/>
                    <a:pt x="94" y="73"/>
                    <a:pt x="94" y="71"/>
                  </a:cubicBezTo>
                  <a:close/>
                  <a:moveTo>
                    <a:pt x="41" y="40"/>
                  </a:moveTo>
                  <a:lnTo>
                    <a:pt x="41" y="40"/>
                  </a:lnTo>
                  <a:cubicBezTo>
                    <a:pt x="42" y="38"/>
                    <a:pt x="44" y="35"/>
                    <a:pt x="47" y="33"/>
                  </a:cubicBezTo>
                  <a:lnTo>
                    <a:pt x="69" y="10"/>
                  </a:lnTo>
                  <a:lnTo>
                    <a:pt x="70" y="10"/>
                  </a:lnTo>
                  <a:cubicBezTo>
                    <a:pt x="73" y="7"/>
                    <a:pt x="77" y="4"/>
                    <a:pt x="81" y="2"/>
                  </a:cubicBezTo>
                  <a:cubicBezTo>
                    <a:pt x="85" y="0"/>
                    <a:pt x="90" y="0"/>
                    <a:pt x="94" y="0"/>
                  </a:cubicBezTo>
                  <a:lnTo>
                    <a:pt x="94" y="0"/>
                  </a:lnTo>
                  <a:cubicBezTo>
                    <a:pt x="99" y="0"/>
                    <a:pt x="104" y="0"/>
                    <a:pt x="108" y="2"/>
                  </a:cubicBezTo>
                  <a:cubicBezTo>
                    <a:pt x="112" y="4"/>
                    <a:pt x="116" y="7"/>
                    <a:pt x="120" y="10"/>
                  </a:cubicBezTo>
                  <a:cubicBezTo>
                    <a:pt x="123" y="13"/>
                    <a:pt x="125" y="17"/>
                    <a:pt x="127" y="21"/>
                  </a:cubicBezTo>
                  <a:cubicBezTo>
                    <a:pt x="129" y="26"/>
                    <a:pt x="130" y="30"/>
                    <a:pt x="130" y="35"/>
                  </a:cubicBezTo>
                  <a:lnTo>
                    <a:pt x="130" y="35"/>
                  </a:lnTo>
                  <a:cubicBezTo>
                    <a:pt x="130" y="40"/>
                    <a:pt x="129" y="44"/>
                    <a:pt x="127" y="49"/>
                  </a:cubicBezTo>
                  <a:cubicBezTo>
                    <a:pt x="125" y="53"/>
                    <a:pt x="123" y="57"/>
                    <a:pt x="120" y="60"/>
                  </a:cubicBezTo>
                  <a:lnTo>
                    <a:pt x="119" y="60"/>
                  </a:lnTo>
                  <a:lnTo>
                    <a:pt x="97" y="83"/>
                  </a:lnTo>
                  <a:cubicBezTo>
                    <a:pt x="96" y="84"/>
                    <a:pt x="94" y="85"/>
                    <a:pt x="93" y="86"/>
                  </a:cubicBezTo>
                  <a:cubicBezTo>
                    <a:pt x="92" y="87"/>
                    <a:pt x="90" y="88"/>
                    <a:pt x="89" y="89"/>
                  </a:cubicBezTo>
                  <a:cubicBezTo>
                    <a:pt x="88" y="91"/>
                    <a:pt x="86" y="94"/>
                    <a:pt x="83" y="96"/>
                  </a:cubicBezTo>
                  <a:lnTo>
                    <a:pt x="83" y="96"/>
                  </a:lnTo>
                  <a:lnTo>
                    <a:pt x="83" y="96"/>
                  </a:lnTo>
                  <a:lnTo>
                    <a:pt x="61" y="119"/>
                  </a:lnTo>
                  <a:lnTo>
                    <a:pt x="61" y="119"/>
                  </a:lnTo>
                  <a:cubicBezTo>
                    <a:pt x="57" y="122"/>
                    <a:pt x="53" y="125"/>
                    <a:pt x="49" y="127"/>
                  </a:cubicBezTo>
                  <a:cubicBezTo>
                    <a:pt x="45" y="128"/>
                    <a:pt x="40" y="129"/>
                    <a:pt x="36" y="129"/>
                  </a:cubicBezTo>
                  <a:cubicBezTo>
                    <a:pt x="31" y="129"/>
                    <a:pt x="26" y="128"/>
                    <a:pt x="22" y="127"/>
                  </a:cubicBezTo>
                  <a:cubicBezTo>
                    <a:pt x="18" y="125"/>
                    <a:pt x="14" y="122"/>
                    <a:pt x="11" y="119"/>
                  </a:cubicBezTo>
                  <a:cubicBezTo>
                    <a:pt x="7" y="116"/>
                    <a:pt x="5" y="112"/>
                    <a:pt x="3" y="107"/>
                  </a:cubicBezTo>
                  <a:cubicBezTo>
                    <a:pt x="1" y="103"/>
                    <a:pt x="0" y="98"/>
                    <a:pt x="0" y="94"/>
                  </a:cubicBezTo>
                  <a:lnTo>
                    <a:pt x="0" y="94"/>
                  </a:lnTo>
                  <a:cubicBezTo>
                    <a:pt x="0" y="89"/>
                    <a:pt x="1" y="85"/>
                    <a:pt x="3" y="80"/>
                  </a:cubicBezTo>
                  <a:cubicBezTo>
                    <a:pt x="5" y="76"/>
                    <a:pt x="7" y="72"/>
                    <a:pt x="11" y="69"/>
                  </a:cubicBezTo>
                  <a:lnTo>
                    <a:pt x="11" y="69"/>
                  </a:lnTo>
                  <a:lnTo>
                    <a:pt x="33" y="46"/>
                  </a:lnTo>
                  <a:cubicBezTo>
                    <a:pt x="35" y="45"/>
                    <a:pt x="36" y="44"/>
                    <a:pt x="37" y="43"/>
                  </a:cubicBezTo>
                  <a:cubicBezTo>
                    <a:pt x="38" y="42"/>
                    <a:pt x="40" y="41"/>
                    <a:pt x="41" y="40"/>
                  </a:cubicBezTo>
                  <a:close/>
                  <a:moveTo>
                    <a:pt x="36" y="58"/>
                  </a:moveTo>
                  <a:lnTo>
                    <a:pt x="36" y="58"/>
                  </a:lnTo>
                  <a:cubicBezTo>
                    <a:pt x="36" y="60"/>
                    <a:pt x="36" y="61"/>
                    <a:pt x="37" y="63"/>
                  </a:cubicBezTo>
                  <a:cubicBezTo>
                    <a:pt x="37" y="65"/>
                    <a:pt x="37" y="66"/>
                    <a:pt x="38" y="67"/>
                  </a:cubicBezTo>
                  <a:lnTo>
                    <a:pt x="23" y="82"/>
                  </a:lnTo>
                  <a:lnTo>
                    <a:pt x="23" y="82"/>
                  </a:lnTo>
                  <a:cubicBezTo>
                    <a:pt x="22" y="83"/>
                    <a:pt x="21" y="85"/>
                    <a:pt x="20" y="87"/>
                  </a:cubicBezTo>
                  <a:cubicBezTo>
                    <a:pt x="19" y="89"/>
                    <a:pt x="18" y="92"/>
                    <a:pt x="18" y="94"/>
                  </a:cubicBezTo>
                  <a:lnTo>
                    <a:pt x="18" y="94"/>
                  </a:lnTo>
                  <a:cubicBezTo>
                    <a:pt x="18" y="96"/>
                    <a:pt x="19" y="98"/>
                    <a:pt x="20" y="101"/>
                  </a:cubicBezTo>
                  <a:cubicBezTo>
                    <a:pt x="21" y="103"/>
                    <a:pt x="22" y="104"/>
                    <a:pt x="23" y="106"/>
                  </a:cubicBezTo>
                  <a:lnTo>
                    <a:pt x="23" y="106"/>
                  </a:lnTo>
                  <a:cubicBezTo>
                    <a:pt x="25" y="108"/>
                    <a:pt x="27" y="109"/>
                    <a:pt x="29" y="110"/>
                  </a:cubicBezTo>
                  <a:cubicBezTo>
                    <a:pt x="31" y="111"/>
                    <a:pt x="33" y="111"/>
                    <a:pt x="36" y="111"/>
                  </a:cubicBezTo>
                  <a:cubicBezTo>
                    <a:pt x="38" y="111"/>
                    <a:pt x="40" y="111"/>
                    <a:pt x="42" y="110"/>
                  </a:cubicBezTo>
                  <a:lnTo>
                    <a:pt x="42" y="110"/>
                  </a:lnTo>
                  <a:cubicBezTo>
                    <a:pt x="44" y="109"/>
                    <a:pt x="46" y="108"/>
                    <a:pt x="48" y="106"/>
                  </a:cubicBezTo>
                  <a:lnTo>
                    <a:pt x="71" y="83"/>
                  </a:lnTo>
                  <a:cubicBezTo>
                    <a:pt x="72" y="82"/>
                    <a:pt x="73" y="80"/>
                    <a:pt x="74" y="78"/>
                  </a:cubicBezTo>
                  <a:lnTo>
                    <a:pt x="74" y="78"/>
                  </a:lnTo>
                  <a:cubicBezTo>
                    <a:pt x="75" y="76"/>
                    <a:pt x="76" y="73"/>
                    <a:pt x="76" y="71"/>
                  </a:cubicBezTo>
                  <a:cubicBezTo>
                    <a:pt x="76" y="69"/>
                    <a:pt x="75" y="67"/>
                    <a:pt x="74" y="64"/>
                  </a:cubicBezTo>
                  <a:cubicBezTo>
                    <a:pt x="73" y="62"/>
                    <a:pt x="72" y="61"/>
                    <a:pt x="71" y="59"/>
                  </a:cubicBezTo>
                  <a:lnTo>
                    <a:pt x="71" y="59"/>
                  </a:lnTo>
                  <a:lnTo>
                    <a:pt x="71" y="59"/>
                  </a:lnTo>
                  <a:cubicBezTo>
                    <a:pt x="69" y="57"/>
                    <a:pt x="67" y="56"/>
                    <a:pt x="65" y="55"/>
                  </a:cubicBezTo>
                  <a:cubicBezTo>
                    <a:pt x="63" y="54"/>
                    <a:pt x="61" y="54"/>
                    <a:pt x="58" y="54"/>
                  </a:cubicBezTo>
                  <a:cubicBezTo>
                    <a:pt x="59" y="53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lnTo>
                    <a:pt x="62" y="48"/>
                  </a:lnTo>
                  <a:lnTo>
                    <a:pt x="69" y="41"/>
                  </a:lnTo>
                  <a:cubicBezTo>
                    <a:pt x="71" y="42"/>
                    <a:pt x="73" y="43"/>
                    <a:pt x="75" y="44"/>
                  </a:cubicBezTo>
                  <a:cubicBezTo>
                    <a:pt x="77" y="45"/>
                    <a:pt x="79" y="47"/>
                    <a:pt x="81" y="48"/>
                  </a:cubicBezTo>
                  <a:cubicBezTo>
                    <a:pt x="84" y="52"/>
                    <a:pt x="86" y="55"/>
                    <a:pt x="88" y="59"/>
                  </a:cubicBezTo>
                  <a:cubicBezTo>
                    <a:pt x="88" y="60"/>
                    <a:pt x="89" y="61"/>
                    <a:pt x="89" y="61"/>
                  </a:cubicBezTo>
                  <a:lnTo>
                    <a:pt x="89" y="61"/>
                  </a:lnTo>
                  <a:cubicBezTo>
                    <a:pt x="89" y="63"/>
                    <a:pt x="90" y="65"/>
                    <a:pt x="90" y="66"/>
                  </a:cubicBezTo>
                  <a:cubicBezTo>
                    <a:pt x="90" y="68"/>
                    <a:pt x="90" y="69"/>
                    <a:pt x="90" y="71"/>
                  </a:cubicBezTo>
                  <a:cubicBezTo>
                    <a:pt x="90" y="75"/>
                    <a:pt x="90" y="79"/>
                    <a:pt x="88" y="83"/>
                  </a:cubicBezTo>
                  <a:cubicBezTo>
                    <a:pt x="86" y="87"/>
                    <a:pt x="84" y="91"/>
                    <a:pt x="81" y="94"/>
                  </a:cubicBezTo>
                  <a:lnTo>
                    <a:pt x="81" y="94"/>
                  </a:lnTo>
                  <a:lnTo>
                    <a:pt x="58" y="116"/>
                  </a:lnTo>
                  <a:lnTo>
                    <a:pt x="58" y="117"/>
                  </a:lnTo>
                  <a:cubicBezTo>
                    <a:pt x="55" y="120"/>
                    <a:pt x="52" y="122"/>
                    <a:pt x="48" y="123"/>
                  </a:cubicBezTo>
                  <a:cubicBezTo>
                    <a:pt x="44" y="125"/>
                    <a:pt x="40" y="126"/>
                    <a:pt x="36" y="126"/>
                  </a:cubicBezTo>
                  <a:cubicBezTo>
                    <a:pt x="31" y="126"/>
                    <a:pt x="27" y="125"/>
                    <a:pt x="23" y="123"/>
                  </a:cubicBezTo>
                  <a:cubicBezTo>
                    <a:pt x="20" y="122"/>
                    <a:pt x="16" y="120"/>
                    <a:pt x="13" y="116"/>
                  </a:cubicBezTo>
                  <a:cubicBezTo>
                    <a:pt x="10" y="113"/>
                    <a:pt x="8" y="110"/>
                    <a:pt x="6" y="106"/>
                  </a:cubicBezTo>
                  <a:cubicBezTo>
                    <a:pt x="4" y="102"/>
                    <a:pt x="4" y="98"/>
                    <a:pt x="4" y="94"/>
                  </a:cubicBezTo>
                  <a:lnTo>
                    <a:pt x="4" y="94"/>
                  </a:lnTo>
                  <a:cubicBezTo>
                    <a:pt x="4" y="90"/>
                    <a:pt x="4" y="86"/>
                    <a:pt x="6" y="82"/>
                  </a:cubicBezTo>
                  <a:cubicBezTo>
                    <a:pt x="8" y="78"/>
                    <a:pt x="10" y="74"/>
                    <a:pt x="13" y="71"/>
                  </a:cubicBezTo>
                  <a:lnTo>
                    <a:pt x="13" y="71"/>
                  </a:lnTo>
                  <a:lnTo>
                    <a:pt x="36" y="48"/>
                  </a:lnTo>
                  <a:cubicBezTo>
                    <a:pt x="37" y="48"/>
                    <a:pt x="37" y="47"/>
                    <a:pt x="38" y="46"/>
                  </a:cubicBezTo>
                  <a:cubicBezTo>
                    <a:pt x="38" y="47"/>
                    <a:pt x="38" y="48"/>
                    <a:pt x="37" y="49"/>
                  </a:cubicBezTo>
                  <a:cubicBezTo>
                    <a:pt x="37" y="50"/>
                    <a:pt x="37" y="51"/>
                    <a:pt x="37" y="52"/>
                  </a:cubicBezTo>
                  <a:lnTo>
                    <a:pt x="37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cubicBezTo>
                    <a:pt x="36" y="55"/>
                    <a:pt x="36" y="56"/>
                    <a:pt x="36" y="58"/>
                  </a:cubicBezTo>
                  <a:close/>
                  <a:moveTo>
                    <a:pt x="58" y="91"/>
                  </a:moveTo>
                  <a:lnTo>
                    <a:pt x="58" y="91"/>
                  </a:lnTo>
                  <a:cubicBezTo>
                    <a:pt x="57" y="90"/>
                    <a:pt x="55" y="89"/>
                    <a:pt x="53" y="88"/>
                  </a:cubicBezTo>
                  <a:cubicBezTo>
                    <a:pt x="51" y="87"/>
                    <a:pt x="49" y="85"/>
                    <a:pt x="47" y="83"/>
                  </a:cubicBezTo>
                  <a:cubicBezTo>
                    <a:pt x="43" y="79"/>
                    <a:pt x="41" y="76"/>
                    <a:pt x="39" y="71"/>
                  </a:cubicBezTo>
                  <a:lnTo>
                    <a:pt x="39" y="71"/>
                  </a:lnTo>
                  <a:lnTo>
                    <a:pt x="26" y="84"/>
                  </a:lnTo>
                  <a:lnTo>
                    <a:pt x="26" y="84"/>
                  </a:lnTo>
                  <a:cubicBezTo>
                    <a:pt x="25" y="85"/>
                    <a:pt x="24" y="87"/>
                    <a:pt x="23" y="89"/>
                  </a:cubicBezTo>
                  <a:cubicBezTo>
                    <a:pt x="22" y="90"/>
                    <a:pt x="22" y="92"/>
                    <a:pt x="22" y="94"/>
                  </a:cubicBezTo>
                  <a:lnTo>
                    <a:pt x="22" y="94"/>
                  </a:lnTo>
                  <a:cubicBezTo>
                    <a:pt x="22" y="96"/>
                    <a:pt x="22" y="97"/>
                    <a:pt x="23" y="99"/>
                  </a:cubicBezTo>
                  <a:cubicBezTo>
                    <a:pt x="24" y="101"/>
                    <a:pt x="25" y="102"/>
                    <a:pt x="26" y="104"/>
                  </a:cubicBezTo>
                  <a:lnTo>
                    <a:pt x="26" y="104"/>
                  </a:lnTo>
                  <a:cubicBezTo>
                    <a:pt x="27" y="105"/>
                    <a:pt x="29" y="106"/>
                    <a:pt x="30" y="107"/>
                  </a:cubicBezTo>
                  <a:cubicBezTo>
                    <a:pt x="32" y="107"/>
                    <a:pt x="34" y="108"/>
                    <a:pt x="36" y="108"/>
                  </a:cubicBezTo>
                  <a:cubicBezTo>
                    <a:pt x="37" y="108"/>
                    <a:pt x="39" y="107"/>
                    <a:pt x="41" y="107"/>
                  </a:cubicBezTo>
                  <a:lnTo>
                    <a:pt x="41" y="107"/>
                  </a:lnTo>
                  <a:lnTo>
                    <a:pt x="41" y="107"/>
                  </a:lnTo>
                  <a:cubicBezTo>
                    <a:pt x="43" y="106"/>
                    <a:pt x="44" y="105"/>
                    <a:pt x="45" y="104"/>
                  </a:cubicBezTo>
                  <a:lnTo>
                    <a:pt x="58" y="91"/>
                  </a:lnTo>
                  <a:close/>
                  <a:moveTo>
                    <a:pt x="58" y="57"/>
                  </a:moveTo>
                  <a:lnTo>
                    <a:pt x="58" y="57"/>
                  </a:lnTo>
                  <a:lnTo>
                    <a:pt x="58" y="57"/>
                  </a:lnTo>
                  <a:cubicBezTo>
                    <a:pt x="60" y="57"/>
                    <a:pt x="62" y="58"/>
                    <a:pt x="64" y="58"/>
                  </a:cubicBezTo>
                  <a:cubicBezTo>
                    <a:pt x="65" y="59"/>
                    <a:pt x="67" y="60"/>
                    <a:pt x="68" y="61"/>
                  </a:cubicBezTo>
                  <a:lnTo>
                    <a:pt x="68" y="61"/>
                  </a:lnTo>
                  <a:cubicBezTo>
                    <a:pt x="69" y="63"/>
                    <a:pt x="70" y="64"/>
                    <a:pt x="71" y="66"/>
                  </a:cubicBezTo>
                  <a:cubicBezTo>
                    <a:pt x="72" y="67"/>
                    <a:pt x="72" y="69"/>
                    <a:pt x="72" y="71"/>
                  </a:cubicBezTo>
                  <a:lnTo>
                    <a:pt x="72" y="72"/>
                  </a:lnTo>
                  <a:lnTo>
                    <a:pt x="72" y="72"/>
                  </a:lnTo>
                  <a:cubicBezTo>
                    <a:pt x="70" y="72"/>
                    <a:pt x="68" y="71"/>
                    <a:pt x="66" y="70"/>
                  </a:cubicBezTo>
                  <a:cubicBezTo>
                    <a:pt x="65" y="70"/>
                    <a:pt x="63" y="69"/>
                    <a:pt x="62" y="68"/>
                  </a:cubicBezTo>
                  <a:lnTo>
                    <a:pt x="62" y="68"/>
                  </a:lnTo>
                  <a:cubicBezTo>
                    <a:pt x="61" y="66"/>
                    <a:pt x="60" y="65"/>
                    <a:pt x="59" y="63"/>
                  </a:cubicBezTo>
                  <a:cubicBezTo>
                    <a:pt x="58" y="61"/>
                    <a:pt x="58" y="60"/>
                    <a:pt x="58" y="58"/>
                  </a:cubicBezTo>
                  <a:lnTo>
                    <a:pt x="58" y="57"/>
                  </a:lnTo>
                  <a:close/>
                  <a:moveTo>
                    <a:pt x="104" y="45"/>
                  </a:moveTo>
                  <a:lnTo>
                    <a:pt x="104" y="45"/>
                  </a:lnTo>
                  <a:cubicBezTo>
                    <a:pt x="106" y="43"/>
                    <a:pt x="107" y="42"/>
                    <a:pt x="107" y="40"/>
                  </a:cubicBezTo>
                  <a:cubicBezTo>
                    <a:pt x="108" y="39"/>
                    <a:pt x="108" y="37"/>
                    <a:pt x="108" y="35"/>
                  </a:cubicBezTo>
                  <a:lnTo>
                    <a:pt x="108" y="35"/>
                  </a:lnTo>
                  <a:cubicBezTo>
                    <a:pt x="108" y="33"/>
                    <a:pt x="108" y="31"/>
                    <a:pt x="107" y="30"/>
                  </a:cubicBezTo>
                  <a:cubicBezTo>
                    <a:pt x="107" y="28"/>
                    <a:pt x="106" y="27"/>
                    <a:pt x="104" y="25"/>
                  </a:cubicBezTo>
                  <a:lnTo>
                    <a:pt x="104" y="25"/>
                  </a:lnTo>
                  <a:cubicBezTo>
                    <a:pt x="103" y="24"/>
                    <a:pt x="101" y="23"/>
                    <a:pt x="100" y="22"/>
                  </a:cubicBezTo>
                  <a:cubicBezTo>
                    <a:pt x="98" y="22"/>
                    <a:pt x="96" y="21"/>
                    <a:pt x="94" y="21"/>
                  </a:cubicBezTo>
                  <a:cubicBezTo>
                    <a:pt x="93" y="21"/>
                    <a:pt x="91" y="22"/>
                    <a:pt x="89" y="22"/>
                  </a:cubicBezTo>
                  <a:lnTo>
                    <a:pt x="89" y="22"/>
                  </a:lnTo>
                  <a:cubicBezTo>
                    <a:pt x="88" y="23"/>
                    <a:pt x="86" y="24"/>
                    <a:pt x="85" y="25"/>
                  </a:cubicBezTo>
                  <a:lnTo>
                    <a:pt x="72" y="38"/>
                  </a:lnTo>
                  <a:cubicBezTo>
                    <a:pt x="73" y="39"/>
                    <a:pt x="75" y="40"/>
                    <a:pt x="77" y="41"/>
                  </a:cubicBezTo>
                  <a:cubicBezTo>
                    <a:pt x="79" y="42"/>
                    <a:pt x="81" y="44"/>
                    <a:pt x="83" y="46"/>
                  </a:cubicBezTo>
                  <a:cubicBezTo>
                    <a:pt x="87" y="49"/>
                    <a:pt x="89" y="53"/>
                    <a:pt x="91" y="58"/>
                  </a:cubicBezTo>
                  <a:lnTo>
                    <a:pt x="91" y="58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91" name="Freeform 70">
              <a:extLst>
                <a:ext uri="{FF2B5EF4-FFF2-40B4-BE49-F238E27FC236}">
                  <a16:creationId xmlns:a16="http://schemas.microsoft.com/office/drawing/2014/main" id="{2BED2FA2-318C-4D42-8F8F-9EC17FA8B73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471594" y="2211187"/>
              <a:ext cx="394488" cy="309361"/>
            </a:xfrm>
            <a:custGeom>
              <a:avLst/>
              <a:gdLst>
                <a:gd name="T0" fmla="*/ 90 w 188"/>
                <a:gd name="T1" fmla="*/ 18 h 147"/>
                <a:gd name="T2" fmla="*/ 6 w 188"/>
                <a:gd name="T3" fmla="*/ 32 h 147"/>
                <a:gd name="T4" fmla="*/ 90 w 188"/>
                <a:gd name="T5" fmla="*/ 18 h 147"/>
                <a:gd name="T6" fmla="*/ 127 w 188"/>
                <a:gd name="T7" fmla="*/ 92 h 147"/>
                <a:gd name="T8" fmla="*/ 153 w 188"/>
                <a:gd name="T9" fmla="*/ 50 h 147"/>
                <a:gd name="T10" fmla="*/ 127 w 188"/>
                <a:gd name="T11" fmla="*/ 92 h 147"/>
                <a:gd name="T12" fmla="*/ 153 w 188"/>
                <a:gd name="T13" fmla="*/ 46 h 147"/>
                <a:gd name="T14" fmla="*/ 127 w 188"/>
                <a:gd name="T15" fmla="*/ 4 h 147"/>
                <a:gd name="T16" fmla="*/ 153 w 188"/>
                <a:gd name="T17" fmla="*/ 46 h 147"/>
                <a:gd name="T18" fmla="*/ 92 w 188"/>
                <a:gd name="T19" fmla="*/ 75 h 147"/>
                <a:gd name="T20" fmla="*/ 92 w 188"/>
                <a:gd name="T21" fmla="*/ 21 h 147"/>
                <a:gd name="T22" fmla="*/ 96 w 188"/>
                <a:gd name="T23" fmla="*/ 21 h 147"/>
                <a:gd name="T24" fmla="*/ 96 w 188"/>
                <a:gd name="T25" fmla="*/ 75 h 147"/>
                <a:gd name="T26" fmla="*/ 96 w 188"/>
                <a:gd name="T27" fmla="*/ 21 h 147"/>
                <a:gd name="T28" fmla="*/ 158 w 188"/>
                <a:gd name="T29" fmla="*/ 80 h 147"/>
                <a:gd name="T30" fmla="*/ 157 w 188"/>
                <a:gd name="T31" fmla="*/ 115 h 147"/>
                <a:gd name="T32" fmla="*/ 99 w 188"/>
                <a:gd name="T33" fmla="*/ 146 h 147"/>
                <a:gd name="T34" fmla="*/ 89 w 188"/>
                <a:gd name="T35" fmla="*/ 146 h 147"/>
                <a:gd name="T36" fmla="*/ 31 w 188"/>
                <a:gd name="T37" fmla="*/ 115 h 147"/>
                <a:gd name="T38" fmla="*/ 30 w 188"/>
                <a:gd name="T39" fmla="*/ 80 h 147"/>
                <a:gd name="T40" fmla="*/ 1 w 188"/>
                <a:gd name="T41" fmla="*/ 65 h 147"/>
                <a:gd name="T42" fmla="*/ 31 w 188"/>
                <a:gd name="T43" fmla="*/ 48 h 147"/>
                <a:gd name="T44" fmla="*/ 1 w 188"/>
                <a:gd name="T45" fmla="*/ 32 h 147"/>
                <a:gd name="T46" fmla="*/ 61 w 188"/>
                <a:gd name="T47" fmla="*/ 0 h 147"/>
                <a:gd name="T48" fmla="*/ 94 w 188"/>
                <a:gd name="T49" fmla="*/ 16 h 147"/>
                <a:gd name="T50" fmla="*/ 127 w 188"/>
                <a:gd name="T51" fmla="*/ 0 h 147"/>
                <a:gd name="T52" fmla="*/ 187 w 188"/>
                <a:gd name="T53" fmla="*/ 31 h 147"/>
                <a:gd name="T54" fmla="*/ 157 w 188"/>
                <a:gd name="T55" fmla="*/ 48 h 147"/>
                <a:gd name="T56" fmla="*/ 187 w 188"/>
                <a:gd name="T57" fmla="*/ 63 h 147"/>
                <a:gd name="T58" fmla="*/ 158 w 188"/>
                <a:gd name="T59" fmla="*/ 80 h 147"/>
                <a:gd name="T60" fmla="*/ 96 w 188"/>
                <a:gd name="T61" fmla="*/ 80 h 147"/>
                <a:gd name="T62" fmla="*/ 97 w 188"/>
                <a:gd name="T63" fmla="*/ 143 h 147"/>
                <a:gd name="T64" fmla="*/ 154 w 188"/>
                <a:gd name="T65" fmla="*/ 113 h 147"/>
                <a:gd name="T66" fmla="*/ 155 w 188"/>
                <a:gd name="T67" fmla="*/ 82 h 147"/>
                <a:gd name="T68" fmla="*/ 126 w 188"/>
                <a:gd name="T69" fmla="*/ 95 h 147"/>
                <a:gd name="T70" fmla="*/ 92 w 188"/>
                <a:gd name="T71" fmla="*/ 143 h 147"/>
                <a:gd name="T72" fmla="*/ 91 w 188"/>
                <a:gd name="T73" fmla="*/ 143 h 147"/>
                <a:gd name="T74" fmla="*/ 34 w 188"/>
                <a:gd name="T75" fmla="*/ 113 h 147"/>
                <a:gd name="T76" fmla="*/ 33 w 188"/>
                <a:gd name="T77" fmla="*/ 82 h 147"/>
                <a:gd name="T78" fmla="*/ 62 w 188"/>
                <a:gd name="T79" fmla="*/ 95 h 147"/>
                <a:gd name="T80" fmla="*/ 92 w 188"/>
                <a:gd name="T81" fmla="*/ 143 h 147"/>
                <a:gd name="T82" fmla="*/ 6 w 188"/>
                <a:gd name="T83" fmla="*/ 64 h 147"/>
                <a:gd name="T84" fmla="*/ 90 w 188"/>
                <a:gd name="T85" fmla="*/ 77 h 147"/>
                <a:gd name="T86" fmla="*/ 6 w 188"/>
                <a:gd name="T87" fmla="*/ 64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8" h="147">
                  <a:moveTo>
                    <a:pt x="90" y="18"/>
                  </a:moveTo>
                  <a:lnTo>
                    <a:pt x="90" y="18"/>
                  </a:lnTo>
                  <a:lnTo>
                    <a:pt x="61" y="4"/>
                  </a:lnTo>
                  <a:lnTo>
                    <a:pt x="6" y="32"/>
                  </a:lnTo>
                  <a:lnTo>
                    <a:pt x="35" y="46"/>
                  </a:lnTo>
                  <a:lnTo>
                    <a:pt x="90" y="18"/>
                  </a:lnTo>
                  <a:close/>
                  <a:moveTo>
                    <a:pt x="127" y="92"/>
                  </a:moveTo>
                  <a:lnTo>
                    <a:pt x="127" y="92"/>
                  </a:lnTo>
                  <a:lnTo>
                    <a:pt x="98" y="77"/>
                  </a:lnTo>
                  <a:lnTo>
                    <a:pt x="153" y="50"/>
                  </a:lnTo>
                  <a:lnTo>
                    <a:pt x="182" y="64"/>
                  </a:lnTo>
                  <a:lnTo>
                    <a:pt x="127" y="92"/>
                  </a:lnTo>
                  <a:close/>
                  <a:moveTo>
                    <a:pt x="153" y="46"/>
                  </a:moveTo>
                  <a:lnTo>
                    <a:pt x="153" y="46"/>
                  </a:lnTo>
                  <a:lnTo>
                    <a:pt x="182" y="32"/>
                  </a:lnTo>
                  <a:lnTo>
                    <a:pt x="127" y="4"/>
                  </a:lnTo>
                  <a:lnTo>
                    <a:pt x="98" y="18"/>
                  </a:lnTo>
                  <a:lnTo>
                    <a:pt x="153" y="46"/>
                  </a:lnTo>
                  <a:close/>
                  <a:moveTo>
                    <a:pt x="92" y="75"/>
                  </a:moveTo>
                  <a:lnTo>
                    <a:pt x="92" y="75"/>
                  </a:lnTo>
                  <a:lnTo>
                    <a:pt x="39" y="48"/>
                  </a:lnTo>
                  <a:lnTo>
                    <a:pt x="92" y="21"/>
                  </a:lnTo>
                  <a:lnTo>
                    <a:pt x="92" y="75"/>
                  </a:lnTo>
                  <a:close/>
                  <a:moveTo>
                    <a:pt x="96" y="21"/>
                  </a:moveTo>
                  <a:lnTo>
                    <a:pt x="96" y="21"/>
                  </a:lnTo>
                  <a:lnTo>
                    <a:pt x="96" y="75"/>
                  </a:lnTo>
                  <a:lnTo>
                    <a:pt x="149" y="48"/>
                  </a:lnTo>
                  <a:lnTo>
                    <a:pt x="96" y="21"/>
                  </a:lnTo>
                  <a:close/>
                  <a:moveTo>
                    <a:pt x="158" y="80"/>
                  </a:moveTo>
                  <a:lnTo>
                    <a:pt x="158" y="80"/>
                  </a:lnTo>
                  <a:lnTo>
                    <a:pt x="158" y="110"/>
                  </a:lnTo>
                  <a:cubicBezTo>
                    <a:pt x="158" y="112"/>
                    <a:pt x="158" y="113"/>
                    <a:pt x="157" y="115"/>
                  </a:cubicBezTo>
                  <a:cubicBezTo>
                    <a:pt x="156" y="117"/>
                    <a:pt x="154" y="118"/>
                    <a:pt x="153" y="119"/>
                  </a:cubicBezTo>
                  <a:lnTo>
                    <a:pt x="99" y="146"/>
                  </a:lnTo>
                  <a:cubicBezTo>
                    <a:pt x="97" y="147"/>
                    <a:pt x="96" y="147"/>
                    <a:pt x="94" y="147"/>
                  </a:cubicBezTo>
                  <a:cubicBezTo>
                    <a:pt x="93" y="147"/>
                    <a:pt x="91" y="147"/>
                    <a:pt x="89" y="146"/>
                  </a:cubicBezTo>
                  <a:lnTo>
                    <a:pt x="36" y="119"/>
                  </a:lnTo>
                  <a:cubicBezTo>
                    <a:pt x="34" y="118"/>
                    <a:pt x="32" y="117"/>
                    <a:pt x="31" y="115"/>
                  </a:cubicBezTo>
                  <a:cubicBezTo>
                    <a:pt x="30" y="113"/>
                    <a:pt x="30" y="112"/>
                    <a:pt x="30" y="110"/>
                  </a:cubicBezTo>
                  <a:lnTo>
                    <a:pt x="30" y="80"/>
                  </a:lnTo>
                  <a:lnTo>
                    <a:pt x="2" y="66"/>
                  </a:lnTo>
                  <a:cubicBezTo>
                    <a:pt x="1" y="66"/>
                    <a:pt x="1" y="65"/>
                    <a:pt x="1" y="65"/>
                  </a:cubicBezTo>
                  <a:cubicBezTo>
                    <a:pt x="0" y="64"/>
                    <a:pt x="1" y="63"/>
                    <a:pt x="2" y="63"/>
                  </a:cubicBezTo>
                  <a:lnTo>
                    <a:pt x="31" y="48"/>
                  </a:lnTo>
                  <a:lnTo>
                    <a:pt x="2" y="33"/>
                  </a:lnTo>
                  <a:cubicBezTo>
                    <a:pt x="1" y="33"/>
                    <a:pt x="1" y="33"/>
                    <a:pt x="1" y="32"/>
                  </a:cubicBezTo>
                  <a:cubicBezTo>
                    <a:pt x="0" y="31"/>
                    <a:pt x="1" y="30"/>
                    <a:pt x="2" y="30"/>
                  </a:cubicBezTo>
                  <a:lnTo>
                    <a:pt x="61" y="0"/>
                  </a:lnTo>
                  <a:cubicBezTo>
                    <a:pt x="61" y="0"/>
                    <a:pt x="62" y="0"/>
                    <a:pt x="62" y="0"/>
                  </a:cubicBezTo>
                  <a:lnTo>
                    <a:pt x="94" y="16"/>
                  </a:lnTo>
                  <a:lnTo>
                    <a:pt x="126" y="0"/>
                  </a:lnTo>
                  <a:cubicBezTo>
                    <a:pt x="126" y="0"/>
                    <a:pt x="127" y="0"/>
                    <a:pt x="127" y="0"/>
                  </a:cubicBezTo>
                  <a:lnTo>
                    <a:pt x="187" y="30"/>
                  </a:lnTo>
                  <a:cubicBezTo>
                    <a:pt x="187" y="30"/>
                    <a:pt x="187" y="30"/>
                    <a:pt x="187" y="31"/>
                  </a:cubicBezTo>
                  <a:cubicBezTo>
                    <a:pt x="188" y="32"/>
                    <a:pt x="187" y="33"/>
                    <a:pt x="187" y="33"/>
                  </a:cubicBezTo>
                  <a:lnTo>
                    <a:pt x="157" y="48"/>
                  </a:lnTo>
                  <a:lnTo>
                    <a:pt x="187" y="63"/>
                  </a:lnTo>
                  <a:cubicBezTo>
                    <a:pt x="187" y="63"/>
                    <a:pt x="187" y="63"/>
                    <a:pt x="187" y="63"/>
                  </a:cubicBezTo>
                  <a:cubicBezTo>
                    <a:pt x="188" y="64"/>
                    <a:pt x="187" y="65"/>
                    <a:pt x="187" y="66"/>
                  </a:cubicBezTo>
                  <a:lnTo>
                    <a:pt x="158" y="80"/>
                  </a:lnTo>
                  <a:close/>
                  <a:moveTo>
                    <a:pt x="96" y="80"/>
                  </a:moveTo>
                  <a:lnTo>
                    <a:pt x="96" y="80"/>
                  </a:lnTo>
                  <a:lnTo>
                    <a:pt x="96" y="143"/>
                  </a:lnTo>
                  <a:cubicBezTo>
                    <a:pt x="96" y="143"/>
                    <a:pt x="97" y="143"/>
                    <a:pt x="97" y="143"/>
                  </a:cubicBezTo>
                  <a:lnTo>
                    <a:pt x="151" y="116"/>
                  </a:lnTo>
                  <a:cubicBezTo>
                    <a:pt x="152" y="115"/>
                    <a:pt x="153" y="114"/>
                    <a:pt x="154" y="113"/>
                  </a:cubicBezTo>
                  <a:cubicBezTo>
                    <a:pt x="155" y="112"/>
                    <a:pt x="155" y="111"/>
                    <a:pt x="155" y="110"/>
                  </a:cubicBezTo>
                  <a:lnTo>
                    <a:pt x="155" y="82"/>
                  </a:lnTo>
                  <a:lnTo>
                    <a:pt x="127" y="95"/>
                  </a:lnTo>
                  <a:cubicBezTo>
                    <a:pt x="127" y="96"/>
                    <a:pt x="126" y="96"/>
                    <a:pt x="126" y="95"/>
                  </a:cubicBezTo>
                  <a:lnTo>
                    <a:pt x="96" y="80"/>
                  </a:lnTo>
                  <a:close/>
                  <a:moveTo>
                    <a:pt x="92" y="143"/>
                  </a:moveTo>
                  <a:lnTo>
                    <a:pt x="92" y="143"/>
                  </a:lnTo>
                  <a:cubicBezTo>
                    <a:pt x="92" y="143"/>
                    <a:pt x="91" y="143"/>
                    <a:pt x="91" y="143"/>
                  </a:cubicBezTo>
                  <a:lnTo>
                    <a:pt x="37" y="116"/>
                  </a:lnTo>
                  <a:cubicBezTo>
                    <a:pt x="36" y="115"/>
                    <a:pt x="35" y="114"/>
                    <a:pt x="34" y="113"/>
                  </a:cubicBezTo>
                  <a:cubicBezTo>
                    <a:pt x="34" y="112"/>
                    <a:pt x="33" y="111"/>
                    <a:pt x="33" y="110"/>
                  </a:cubicBezTo>
                  <a:lnTo>
                    <a:pt x="33" y="82"/>
                  </a:lnTo>
                  <a:lnTo>
                    <a:pt x="61" y="95"/>
                  </a:lnTo>
                  <a:cubicBezTo>
                    <a:pt x="61" y="96"/>
                    <a:pt x="62" y="96"/>
                    <a:pt x="62" y="95"/>
                  </a:cubicBezTo>
                  <a:lnTo>
                    <a:pt x="92" y="80"/>
                  </a:lnTo>
                  <a:lnTo>
                    <a:pt x="92" y="143"/>
                  </a:lnTo>
                  <a:close/>
                  <a:moveTo>
                    <a:pt x="6" y="64"/>
                  </a:moveTo>
                  <a:lnTo>
                    <a:pt x="6" y="64"/>
                  </a:lnTo>
                  <a:lnTo>
                    <a:pt x="61" y="92"/>
                  </a:lnTo>
                  <a:lnTo>
                    <a:pt x="90" y="77"/>
                  </a:lnTo>
                  <a:lnTo>
                    <a:pt x="35" y="50"/>
                  </a:lnTo>
                  <a:lnTo>
                    <a:pt x="6" y="64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grpSp>
          <p:nvGrpSpPr>
            <p:cNvPr id="92" name="Gruppieren 424">
              <a:extLst>
                <a:ext uri="{FF2B5EF4-FFF2-40B4-BE49-F238E27FC236}">
                  <a16:creationId xmlns:a16="http://schemas.microsoft.com/office/drawing/2014/main" id="{C975C2BA-2203-4739-B308-8FCDB9B176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977019" y="2218059"/>
              <a:ext cx="278277" cy="280298"/>
              <a:chOff x="6790951" y="5776560"/>
              <a:chExt cx="187131" cy="188487"/>
            </a:xfrm>
            <a:solidFill>
              <a:srgbClr val="0070C0"/>
            </a:solidFill>
          </p:grpSpPr>
          <p:sp>
            <p:nvSpPr>
              <p:cNvPr id="93" name="Freeform 97">
                <a:extLst>
                  <a:ext uri="{FF2B5EF4-FFF2-40B4-BE49-F238E27FC236}">
                    <a16:creationId xmlns:a16="http://schemas.microsoft.com/office/drawing/2014/main" id="{780AFA50-D4AD-4BDB-ADEF-0D29C436A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4684" y="5829445"/>
                <a:ext cx="54241" cy="82717"/>
              </a:xfrm>
              <a:custGeom>
                <a:avLst/>
                <a:gdLst>
                  <a:gd name="T0" fmla="*/ 38 w 39"/>
                  <a:gd name="T1" fmla="*/ 0 h 61"/>
                  <a:gd name="T2" fmla="*/ 38 w 39"/>
                  <a:gd name="T3" fmla="*/ 0 h 61"/>
                  <a:gd name="T4" fmla="*/ 39 w 39"/>
                  <a:gd name="T5" fmla="*/ 2 h 61"/>
                  <a:gd name="T6" fmla="*/ 38 w 39"/>
                  <a:gd name="T7" fmla="*/ 3 h 61"/>
                  <a:gd name="T8" fmla="*/ 25 w 39"/>
                  <a:gd name="T9" fmla="*/ 3 h 61"/>
                  <a:gd name="T10" fmla="*/ 10 w 39"/>
                  <a:gd name="T11" fmla="*/ 10 h 61"/>
                  <a:gd name="T12" fmla="*/ 3 w 39"/>
                  <a:gd name="T13" fmla="*/ 25 h 61"/>
                  <a:gd name="T14" fmla="*/ 3 w 39"/>
                  <a:gd name="T15" fmla="*/ 36 h 61"/>
                  <a:gd name="T16" fmla="*/ 10 w 39"/>
                  <a:gd name="T17" fmla="*/ 51 h 61"/>
                  <a:gd name="T18" fmla="*/ 25 w 39"/>
                  <a:gd name="T19" fmla="*/ 58 h 61"/>
                  <a:gd name="T20" fmla="*/ 38 w 39"/>
                  <a:gd name="T21" fmla="*/ 58 h 61"/>
                  <a:gd name="T22" fmla="*/ 39 w 39"/>
                  <a:gd name="T23" fmla="*/ 59 h 61"/>
                  <a:gd name="T24" fmla="*/ 38 w 39"/>
                  <a:gd name="T25" fmla="*/ 61 h 61"/>
                  <a:gd name="T26" fmla="*/ 25 w 39"/>
                  <a:gd name="T27" fmla="*/ 61 h 61"/>
                  <a:gd name="T28" fmla="*/ 7 w 39"/>
                  <a:gd name="T29" fmla="*/ 54 h 61"/>
                  <a:gd name="T30" fmla="*/ 0 w 39"/>
                  <a:gd name="T31" fmla="*/ 36 h 61"/>
                  <a:gd name="T32" fmla="*/ 0 w 39"/>
                  <a:gd name="T33" fmla="*/ 25 h 61"/>
                  <a:gd name="T34" fmla="*/ 7 w 39"/>
                  <a:gd name="T35" fmla="*/ 7 h 61"/>
                  <a:gd name="T36" fmla="*/ 25 w 39"/>
                  <a:gd name="T37" fmla="*/ 0 h 61"/>
                  <a:gd name="T38" fmla="*/ 38 w 39"/>
                  <a:gd name="T39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9" h="61">
                    <a:moveTo>
                      <a:pt x="38" y="0"/>
                    </a:moveTo>
                    <a:lnTo>
                      <a:pt x="38" y="0"/>
                    </a:lnTo>
                    <a:cubicBezTo>
                      <a:pt x="38" y="0"/>
                      <a:pt x="39" y="1"/>
                      <a:pt x="39" y="2"/>
                    </a:cubicBezTo>
                    <a:cubicBezTo>
                      <a:pt x="39" y="3"/>
                      <a:pt x="38" y="3"/>
                      <a:pt x="38" y="3"/>
                    </a:cubicBezTo>
                    <a:lnTo>
                      <a:pt x="25" y="3"/>
                    </a:lnTo>
                    <a:cubicBezTo>
                      <a:pt x="19" y="3"/>
                      <a:pt x="14" y="6"/>
                      <a:pt x="10" y="10"/>
                    </a:cubicBezTo>
                    <a:cubicBezTo>
                      <a:pt x="6" y="13"/>
                      <a:pt x="3" y="19"/>
                      <a:pt x="3" y="25"/>
                    </a:cubicBezTo>
                    <a:lnTo>
                      <a:pt x="3" y="36"/>
                    </a:lnTo>
                    <a:cubicBezTo>
                      <a:pt x="3" y="42"/>
                      <a:pt x="6" y="47"/>
                      <a:pt x="10" y="51"/>
                    </a:cubicBezTo>
                    <a:cubicBezTo>
                      <a:pt x="14" y="55"/>
                      <a:pt x="19" y="58"/>
                      <a:pt x="25" y="58"/>
                    </a:cubicBezTo>
                    <a:lnTo>
                      <a:pt x="38" y="58"/>
                    </a:lnTo>
                    <a:cubicBezTo>
                      <a:pt x="38" y="58"/>
                      <a:pt x="39" y="58"/>
                      <a:pt x="39" y="59"/>
                    </a:cubicBezTo>
                    <a:cubicBezTo>
                      <a:pt x="39" y="60"/>
                      <a:pt x="38" y="61"/>
                      <a:pt x="38" y="61"/>
                    </a:cubicBezTo>
                    <a:lnTo>
                      <a:pt x="25" y="61"/>
                    </a:lnTo>
                    <a:cubicBezTo>
                      <a:pt x="18" y="61"/>
                      <a:pt x="12" y="58"/>
                      <a:pt x="7" y="54"/>
                    </a:cubicBezTo>
                    <a:cubicBezTo>
                      <a:pt x="3" y="49"/>
                      <a:pt x="0" y="43"/>
                      <a:pt x="0" y="36"/>
                    </a:cubicBezTo>
                    <a:lnTo>
                      <a:pt x="0" y="25"/>
                    </a:lnTo>
                    <a:cubicBezTo>
                      <a:pt x="0" y="18"/>
                      <a:pt x="3" y="12"/>
                      <a:pt x="7" y="7"/>
                    </a:cubicBezTo>
                    <a:cubicBezTo>
                      <a:pt x="12" y="3"/>
                      <a:pt x="18" y="0"/>
                      <a:pt x="25" y="0"/>
                    </a:cubicBez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2213" tIns="31106" rIns="62213" bIns="3110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26"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94" name="Freeform 98">
                <a:extLst>
                  <a:ext uri="{FF2B5EF4-FFF2-40B4-BE49-F238E27FC236}">
                    <a16:creationId xmlns:a16="http://schemas.microsoft.com/office/drawing/2014/main" id="{04CC3C8E-68D7-4012-9895-90D2D31D5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8411" y="5875549"/>
                <a:ext cx="67801" cy="4068"/>
              </a:xfrm>
              <a:custGeom>
                <a:avLst/>
                <a:gdLst>
                  <a:gd name="T0" fmla="*/ 2 w 49"/>
                  <a:gd name="T1" fmla="*/ 3 h 3"/>
                  <a:gd name="T2" fmla="*/ 2 w 49"/>
                  <a:gd name="T3" fmla="*/ 3 h 3"/>
                  <a:gd name="T4" fmla="*/ 0 w 49"/>
                  <a:gd name="T5" fmla="*/ 2 h 3"/>
                  <a:gd name="T6" fmla="*/ 2 w 49"/>
                  <a:gd name="T7" fmla="*/ 0 h 3"/>
                  <a:gd name="T8" fmla="*/ 47 w 49"/>
                  <a:gd name="T9" fmla="*/ 0 h 3"/>
                  <a:gd name="T10" fmla="*/ 49 w 49"/>
                  <a:gd name="T11" fmla="*/ 2 h 3"/>
                  <a:gd name="T12" fmla="*/ 47 w 49"/>
                  <a:gd name="T13" fmla="*/ 3 h 3"/>
                  <a:gd name="T14" fmla="*/ 2 w 49"/>
                  <a:gd name="T1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3">
                    <a:moveTo>
                      <a:pt x="2" y="3"/>
                    </a:moveTo>
                    <a:lnTo>
                      <a:pt x="2" y="3"/>
                    </a:ln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47" y="0"/>
                    </a:lnTo>
                    <a:cubicBezTo>
                      <a:pt x="48" y="0"/>
                      <a:pt x="49" y="1"/>
                      <a:pt x="49" y="2"/>
                    </a:cubicBezTo>
                    <a:cubicBezTo>
                      <a:pt x="49" y="3"/>
                      <a:pt x="48" y="3"/>
                      <a:pt x="47" y="3"/>
                    </a:cubicBezTo>
                    <a:lnTo>
                      <a:pt x="2" y="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2213" tIns="31106" rIns="62213" bIns="3110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26"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95" name="Freeform 99">
                <a:extLst>
                  <a:ext uri="{FF2B5EF4-FFF2-40B4-BE49-F238E27FC236}">
                    <a16:creationId xmlns:a16="http://schemas.microsoft.com/office/drawing/2014/main" id="{4A239558-6FF2-4A69-999E-4585D2B8C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8411" y="5860633"/>
                <a:ext cx="67801" cy="5424"/>
              </a:xfrm>
              <a:custGeom>
                <a:avLst/>
                <a:gdLst>
                  <a:gd name="T0" fmla="*/ 2 w 49"/>
                  <a:gd name="T1" fmla="*/ 4 h 4"/>
                  <a:gd name="T2" fmla="*/ 2 w 49"/>
                  <a:gd name="T3" fmla="*/ 4 h 4"/>
                  <a:gd name="T4" fmla="*/ 0 w 49"/>
                  <a:gd name="T5" fmla="*/ 2 h 4"/>
                  <a:gd name="T6" fmla="*/ 2 w 49"/>
                  <a:gd name="T7" fmla="*/ 0 h 4"/>
                  <a:gd name="T8" fmla="*/ 47 w 49"/>
                  <a:gd name="T9" fmla="*/ 0 h 4"/>
                  <a:gd name="T10" fmla="*/ 49 w 49"/>
                  <a:gd name="T11" fmla="*/ 2 h 4"/>
                  <a:gd name="T12" fmla="*/ 47 w 49"/>
                  <a:gd name="T13" fmla="*/ 4 h 4"/>
                  <a:gd name="T14" fmla="*/ 2 w 49"/>
                  <a:gd name="T1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9" h="4">
                    <a:moveTo>
                      <a:pt x="2" y="4"/>
                    </a:moveTo>
                    <a:lnTo>
                      <a:pt x="2" y="4"/>
                    </a:ln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lnTo>
                      <a:pt x="47" y="0"/>
                    </a:lnTo>
                    <a:cubicBezTo>
                      <a:pt x="48" y="0"/>
                      <a:pt x="49" y="1"/>
                      <a:pt x="49" y="2"/>
                    </a:cubicBezTo>
                    <a:cubicBezTo>
                      <a:pt x="49" y="3"/>
                      <a:pt x="48" y="4"/>
                      <a:pt x="47" y="4"/>
                    </a:cubicBezTo>
                    <a:lnTo>
                      <a:pt x="2" y="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2213" tIns="31106" rIns="62213" bIns="3110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26"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96" name="Freeform 100">
                <a:extLst>
                  <a:ext uri="{FF2B5EF4-FFF2-40B4-BE49-F238E27FC236}">
                    <a16:creationId xmlns:a16="http://schemas.microsoft.com/office/drawing/2014/main" id="{4E3D9A99-D970-4FC0-94A1-152CACBF9EE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790951" y="5776560"/>
                <a:ext cx="187131" cy="188487"/>
              </a:xfrm>
              <a:custGeom>
                <a:avLst/>
                <a:gdLst>
                  <a:gd name="T0" fmla="*/ 20 w 137"/>
                  <a:gd name="T1" fmla="*/ 20 h 137"/>
                  <a:gd name="T2" fmla="*/ 20 w 137"/>
                  <a:gd name="T3" fmla="*/ 20 h 137"/>
                  <a:gd name="T4" fmla="*/ 68 w 137"/>
                  <a:gd name="T5" fmla="*/ 0 h 137"/>
                  <a:gd name="T6" fmla="*/ 117 w 137"/>
                  <a:gd name="T7" fmla="*/ 20 h 137"/>
                  <a:gd name="T8" fmla="*/ 137 w 137"/>
                  <a:gd name="T9" fmla="*/ 68 h 137"/>
                  <a:gd name="T10" fmla="*/ 117 w 137"/>
                  <a:gd name="T11" fmla="*/ 117 h 137"/>
                  <a:gd name="T12" fmla="*/ 68 w 137"/>
                  <a:gd name="T13" fmla="*/ 137 h 137"/>
                  <a:gd name="T14" fmla="*/ 20 w 137"/>
                  <a:gd name="T15" fmla="*/ 117 h 137"/>
                  <a:gd name="T16" fmla="*/ 0 w 137"/>
                  <a:gd name="T17" fmla="*/ 68 h 137"/>
                  <a:gd name="T18" fmla="*/ 20 w 137"/>
                  <a:gd name="T19" fmla="*/ 20 h 137"/>
                  <a:gd name="T20" fmla="*/ 68 w 137"/>
                  <a:gd name="T21" fmla="*/ 4 h 137"/>
                  <a:gd name="T22" fmla="*/ 68 w 137"/>
                  <a:gd name="T23" fmla="*/ 4 h 137"/>
                  <a:gd name="T24" fmla="*/ 23 w 137"/>
                  <a:gd name="T25" fmla="*/ 23 h 137"/>
                  <a:gd name="T26" fmla="*/ 4 w 137"/>
                  <a:gd name="T27" fmla="*/ 68 h 137"/>
                  <a:gd name="T28" fmla="*/ 23 w 137"/>
                  <a:gd name="T29" fmla="*/ 114 h 137"/>
                  <a:gd name="T30" fmla="*/ 68 w 137"/>
                  <a:gd name="T31" fmla="*/ 133 h 137"/>
                  <a:gd name="T32" fmla="*/ 114 w 137"/>
                  <a:gd name="T33" fmla="*/ 114 h 137"/>
                  <a:gd name="T34" fmla="*/ 133 w 137"/>
                  <a:gd name="T35" fmla="*/ 68 h 137"/>
                  <a:gd name="T36" fmla="*/ 114 w 137"/>
                  <a:gd name="T37" fmla="*/ 23 h 137"/>
                  <a:gd name="T38" fmla="*/ 68 w 137"/>
                  <a:gd name="T39" fmla="*/ 4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37" h="137">
                    <a:moveTo>
                      <a:pt x="20" y="20"/>
                    </a:moveTo>
                    <a:lnTo>
                      <a:pt x="20" y="20"/>
                    </a:lnTo>
                    <a:cubicBezTo>
                      <a:pt x="32" y="8"/>
                      <a:pt x="50" y="0"/>
                      <a:pt x="68" y="0"/>
                    </a:cubicBezTo>
                    <a:cubicBezTo>
                      <a:pt x="87" y="0"/>
                      <a:pt x="104" y="8"/>
                      <a:pt x="117" y="20"/>
                    </a:cubicBezTo>
                    <a:cubicBezTo>
                      <a:pt x="129" y="32"/>
                      <a:pt x="137" y="50"/>
                      <a:pt x="137" y="68"/>
                    </a:cubicBezTo>
                    <a:cubicBezTo>
                      <a:pt x="137" y="87"/>
                      <a:pt x="129" y="104"/>
                      <a:pt x="117" y="117"/>
                    </a:cubicBezTo>
                    <a:cubicBezTo>
                      <a:pt x="104" y="129"/>
                      <a:pt x="87" y="137"/>
                      <a:pt x="68" y="137"/>
                    </a:cubicBezTo>
                    <a:cubicBezTo>
                      <a:pt x="50" y="137"/>
                      <a:pt x="32" y="129"/>
                      <a:pt x="20" y="117"/>
                    </a:cubicBezTo>
                    <a:cubicBezTo>
                      <a:pt x="8" y="104"/>
                      <a:pt x="0" y="87"/>
                      <a:pt x="0" y="68"/>
                    </a:cubicBezTo>
                    <a:cubicBezTo>
                      <a:pt x="0" y="50"/>
                      <a:pt x="8" y="32"/>
                      <a:pt x="20" y="20"/>
                    </a:cubicBezTo>
                    <a:close/>
                    <a:moveTo>
                      <a:pt x="68" y="4"/>
                    </a:moveTo>
                    <a:lnTo>
                      <a:pt x="68" y="4"/>
                    </a:lnTo>
                    <a:cubicBezTo>
                      <a:pt x="51" y="4"/>
                      <a:pt x="34" y="11"/>
                      <a:pt x="23" y="23"/>
                    </a:cubicBezTo>
                    <a:cubicBezTo>
                      <a:pt x="11" y="34"/>
                      <a:pt x="4" y="51"/>
                      <a:pt x="4" y="68"/>
                    </a:cubicBezTo>
                    <a:cubicBezTo>
                      <a:pt x="4" y="86"/>
                      <a:pt x="11" y="103"/>
                      <a:pt x="23" y="114"/>
                    </a:cubicBezTo>
                    <a:cubicBezTo>
                      <a:pt x="34" y="126"/>
                      <a:pt x="51" y="133"/>
                      <a:pt x="68" y="133"/>
                    </a:cubicBezTo>
                    <a:cubicBezTo>
                      <a:pt x="86" y="133"/>
                      <a:pt x="103" y="126"/>
                      <a:pt x="114" y="114"/>
                    </a:cubicBezTo>
                    <a:cubicBezTo>
                      <a:pt x="126" y="103"/>
                      <a:pt x="133" y="86"/>
                      <a:pt x="133" y="68"/>
                    </a:cubicBezTo>
                    <a:cubicBezTo>
                      <a:pt x="133" y="51"/>
                      <a:pt x="126" y="34"/>
                      <a:pt x="114" y="23"/>
                    </a:cubicBezTo>
                    <a:cubicBezTo>
                      <a:pt x="103" y="11"/>
                      <a:pt x="86" y="4"/>
                      <a:pt x="68" y="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2213" tIns="31106" rIns="62213" bIns="3110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26"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97" name="Freeform 101">
                <a:extLst>
                  <a:ext uri="{FF2B5EF4-FFF2-40B4-BE49-F238E27FC236}">
                    <a16:creationId xmlns:a16="http://schemas.microsoft.com/office/drawing/2014/main" id="{99ADD0E4-1785-45AE-8147-380B5A91E4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2647" y="5798256"/>
                <a:ext cx="143738" cy="143738"/>
              </a:xfrm>
              <a:custGeom>
                <a:avLst/>
                <a:gdLst>
                  <a:gd name="T0" fmla="*/ 73 w 105"/>
                  <a:gd name="T1" fmla="*/ 101 h 105"/>
                  <a:gd name="T2" fmla="*/ 73 w 105"/>
                  <a:gd name="T3" fmla="*/ 101 h 105"/>
                  <a:gd name="T4" fmla="*/ 52 w 105"/>
                  <a:gd name="T5" fmla="*/ 105 h 105"/>
                  <a:gd name="T6" fmla="*/ 32 w 105"/>
                  <a:gd name="T7" fmla="*/ 101 h 105"/>
                  <a:gd name="T8" fmla="*/ 15 w 105"/>
                  <a:gd name="T9" fmla="*/ 90 h 105"/>
                  <a:gd name="T10" fmla="*/ 4 w 105"/>
                  <a:gd name="T11" fmla="*/ 72 h 105"/>
                  <a:gd name="T12" fmla="*/ 0 w 105"/>
                  <a:gd name="T13" fmla="*/ 52 h 105"/>
                  <a:gd name="T14" fmla="*/ 4 w 105"/>
                  <a:gd name="T15" fmla="*/ 32 h 105"/>
                  <a:gd name="T16" fmla="*/ 15 w 105"/>
                  <a:gd name="T17" fmla="*/ 15 h 105"/>
                  <a:gd name="T18" fmla="*/ 32 w 105"/>
                  <a:gd name="T19" fmla="*/ 4 h 105"/>
                  <a:gd name="T20" fmla="*/ 52 w 105"/>
                  <a:gd name="T21" fmla="*/ 0 h 105"/>
                  <a:gd name="T22" fmla="*/ 73 w 105"/>
                  <a:gd name="T23" fmla="*/ 4 h 105"/>
                  <a:gd name="T24" fmla="*/ 90 w 105"/>
                  <a:gd name="T25" fmla="*/ 15 h 105"/>
                  <a:gd name="T26" fmla="*/ 101 w 105"/>
                  <a:gd name="T27" fmla="*/ 32 h 105"/>
                  <a:gd name="T28" fmla="*/ 105 w 105"/>
                  <a:gd name="T29" fmla="*/ 52 h 105"/>
                  <a:gd name="T30" fmla="*/ 101 w 105"/>
                  <a:gd name="T31" fmla="*/ 72 h 105"/>
                  <a:gd name="T32" fmla="*/ 90 w 105"/>
                  <a:gd name="T33" fmla="*/ 90 h 105"/>
                  <a:gd name="T34" fmla="*/ 73 w 105"/>
                  <a:gd name="T35" fmla="*/ 101 h 105"/>
                  <a:gd name="T36" fmla="*/ 52 w 105"/>
                  <a:gd name="T37" fmla="*/ 101 h 105"/>
                  <a:gd name="T38" fmla="*/ 52 w 105"/>
                  <a:gd name="T39" fmla="*/ 101 h 105"/>
                  <a:gd name="T40" fmla="*/ 71 w 105"/>
                  <a:gd name="T41" fmla="*/ 98 h 105"/>
                  <a:gd name="T42" fmla="*/ 87 w 105"/>
                  <a:gd name="T43" fmla="*/ 87 h 105"/>
                  <a:gd name="T44" fmla="*/ 98 w 105"/>
                  <a:gd name="T45" fmla="*/ 71 h 105"/>
                  <a:gd name="T46" fmla="*/ 101 w 105"/>
                  <a:gd name="T47" fmla="*/ 52 h 105"/>
                  <a:gd name="T48" fmla="*/ 98 w 105"/>
                  <a:gd name="T49" fmla="*/ 34 h 105"/>
                  <a:gd name="T50" fmla="*/ 87 w 105"/>
                  <a:gd name="T51" fmla="*/ 18 h 105"/>
                  <a:gd name="T52" fmla="*/ 71 w 105"/>
                  <a:gd name="T53" fmla="*/ 7 h 105"/>
                  <a:gd name="T54" fmla="*/ 52 w 105"/>
                  <a:gd name="T55" fmla="*/ 3 h 105"/>
                  <a:gd name="T56" fmla="*/ 34 w 105"/>
                  <a:gd name="T57" fmla="*/ 7 h 105"/>
                  <a:gd name="T58" fmla="*/ 18 w 105"/>
                  <a:gd name="T59" fmla="*/ 18 h 105"/>
                  <a:gd name="T60" fmla="*/ 7 w 105"/>
                  <a:gd name="T61" fmla="*/ 34 h 105"/>
                  <a:gd name="T62" fmla="*/ 3 w 105"/>
                  <a:gd name="T63" fmla="*/ 52 h 105"/>
                  <a:gd name="T64" fmla="*/ 7 w 105"/>
                  <a:gd name="T65" fmla="*/ 71 h 105"/>
                  <a:gd name="T66" fmla="*/ 18 w 105"/>
                  <a:gd name="T67" fmla="*/ 87 h 105"/>
                  <a:gd name="T68" fmla="*/ 34 w 105"/>
                  <a:gd name="T69" fmla="*/ 98 h 105"/>
                  <a:gd name="T70" fmla="*/ 52 w 105"/>
                  <a:gd name="T71" fmla="*/ 10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5" h="105">
                    <a:moveTo>
                      <a:pt x="73" y="101"/>
                    </a:moveTo>
                    <a:lnTo>
                      <a:pt x="73" y="101"/>
                    </a:lnTo>
                    <a:cubicBezTo>
                      <a:pt x="66" y="103"/>
                      <a:pt x="60" y="105"/>
                      <a:pt x="52" y="105"/>
                    </a:cubicBezTo>
                    <a:cubicBezTo>
                      <a:pt x="45" y="105"/>
                      <a:pt x="39" y="103"/>
                      <a:pt x="32" y="101"/>
                    </a:cubicBezTo>
                    <a:cubicBezTo>
                      <a:pt x="26" y="98"/>
                      <a:pt x="20" y="94"/>
                      <a:pt x="15" y="90"/>
                    </a:cubicBezTo>
                    <a:cubicBezTo>
                      <a:pt x="11" y="85"/>
                      <a:pt x="7" y="79"/>
                      <a:pt x="4" y="72"/>
                    </a:cubicBezTo>
                    <a:cubicBezTo>
                      <a:pt x="1" y="66"/>
                      <a:pt x="0" y="60"/>
                      <a:pt x="0" y="52"/>
                    </a:cubicBezTo>
                    <a:cubicBezTo>
                      <a:pt x="0" y="45"/>
                      <a:pt x="1" y="39"/>
                      <a:pt x="4" y="32"/>
                    </a:cubicBezTo>
                    <a:cubicBezTo>
                      <a:pt x="7" y="26"/>
                      <a:pt x="11" y="20"/>
                      <a:pt x="15" y="15"/>
                    </a:cubicBezTo>
                    <a:cubicBezTo>
                      <a:pt x="20" y="10"/>
                      <a:pt x="26" y="7"/>
                      <a:pt x="32" y="4"/>
                    </a:cubicBezTo>
                    <a:cubicBezTo>
                      <a:pt x="39" y="1"/>
                      <a:pt x="45" y="0"/>
                      <a:pt x="52" y="0"/>
                    </a:cubicBezTo>
                    <a:cubicBezTo>
                      <a:pt x="60" y="0"/>
                      <a:pt x="66" y="1"/>
                      <a:pt x="73" y="4"/>
                    </a:cubicBezTo>
                    <a:cubicBezTo>
                      <a:pt x="79" y="7"/>
                      <a:pt x="85" y="10"/>
                      <a:pt x="90" y="15"/>
                    </a:cubicBezTo>
                    <a:cubicBezTo>
                      <a:pt x="94" y="20"/>
                      <a:pt x="98" y="26"/>
                      <a:pt x="101" y="32"/>
                    </a:cubicBezTo>
                    <a:cubicBezTo>
                      <a:pt x="104" y="39"/>
                      <a:pt x="105" y="45"/>
                      <a:pt x="105" y="52"/>
                    </a:cubicBezTo>
                    <a:cubicBezTo>
                      <a:pt x="105" y="60"/>
                      <a:pt x="104" y="66"/>
                      <a:pt x="101" y="72"/>
                    </a:cubicBezTo>
                    <a:cubicBezTo>
                      <a:pt x="98" y="79"/>
                      <a:pt x="94" y="85"/>
                      <a:pt x="90" y="90"/>
                    </a:cubicBezTo>
                    <a:cubicBezTo>
                      <a:pt x="85" y="94"/>
                      <a:pt x="79" y="98"/>
                      <a:pt x="73" y="101"/>
                    </a:cubicBezTo>
                    <a:close/>
                    <a:moveTo>
                      <a:pt x="52" y="101"/>
                    </a:moveTo>
                    <a:lnTo>
                      <a:pt x="52" y="101"/>
                    </a:lnTo>
                    <a:cubicBezTo>
                      <a:pt x="59" y="101"/>
                      <a:pt x="65" y="100"/>
                      <a:pt x="71" y="98"/>
                    </a:cubicBezTo>
                    <a:cubicBezTo>
                      <a:pt x="77" y="95"/>
                      <a:pt x="83" y="92"/>
                      <a:pt x="87" y="87"/>
                    </a:cubicBezTo>
                    <a:cubicBezTo>
                      <a:pt x="92" y="83"/>
                      <a:pt x="95" y="77"/>
                      <a:pt x="98" y="71"/>
                    </a:cubicBezTo>
                    <a:cubicBezTo>
                      <a:pt x="100" y="65"/>
                      <a:pt x="101" y="59"/>
                      <a:pt x="101" y="52"/>
                    </a:cubicBezTo>
                    <a:cubicBezTo>
                      <a:pt x="101" y="46"/>
                      <a:pt x="100" y="39"/>
                      <a:pt x="98" y="34"/>
                    </a:cubicBezTo>
                    <a:cubicBezTo>
                      <a:pt x="95" y="28"/>
                      <a:pt x="92" y="22"/>
                      <a:pt x="87" y="18"/>
                    </a:cubicBezTo>
                    <a:cubicBezTo>
                      <a:pt x="83" y="13"/>
                      <a:pt x="77" y="10"/>
                      <a:pt x="71" y="7"/>
                    </a:cubicBezTo>
                    <a:cubicBezTo>
                      <a:pt x="65" y="5"/>
                      <a:pt x="59" y="3"/>
                      <a:pt x="52" y="3"/>
                    </a:cubicBezTo>
                    <a:cubicBezTo>
                      <a:pt x="46" y="3"/>
                      <a:pt x="39" y="5"/>
                      <a:pt x="34" y="7"/>
                    </a:cubicBezTo>
                    <a:cubicBezTo>
                      <a:pt x="28" y="10"/>
                      <a:pt x="22" y="13"/>
                      <a:pt x="18" y="18"/>
                    </a:cubicBezTo>
                    <a:cubicBezTo>
                      <a:pt x="13" y="22"/>
                      <a:pt x="10" y="28"/>
                      <a:pt x="7" y="34"/>
                    </a:cubicBezTo>
                    <a:cubicBezTo>
                      <a:pt x="5" y="39"/>
                      <a:pt x="3" y="46"/>
                      <a:pt x="3" y="52"/>
                    </a:cubicBezTo>
                    <a:cubicBezTo>
                      <a:pt x="3" y="59"/>
                      <a:pt x="5" y="65"/>
                      <a:pt x="7" y="71"/>
                    </a:cubicBezTo>
                    <a:cubicBezTo>
                      <a:pt x="10" y="77"/>
                      <a:pt x="13" y="83"/>
                      <a:pt x="18" y="87"/>
                    </a:cubicBezTo>
                    <a:cubicBezTo>
                      <a:pt x="22" y="92"/>
                      <a:pt x="28" y="95"/>
                      <a:pt x="34" y="98"/>
                    </a:cubicBezTo>
                    <a:cubicBezTo>
                      <a:pt x="39" y="100"/>
                      <a:pt x="46" y="101"/>
                      <a:pt x="52" y="10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2213" tIns="31106" rIns="62213" bIns="3110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26">
                  <a:latin typeface="+mn-lt"/>
                  <a:cs typeface="Deutsche Bank Text" panose="020B0503020202030204" pitchFamily="34" charset="0"/>
                </a:endParaRPr>
              </a:p>
            </p:txBody>
          </p:sp>
        </p:grpSp>
      </p:grpSp>
      <p:grpSp>
        <p:nvGrpSpPr>
          <p:cNvPr id="98" name="Gruppieren 9">
            <a:extLst>
              <a:ext uri="{FF2B5EF4-FFF2-40B4-BE49-F238E27FC236}">
                <a16:creationId xmlns:a16="http://schemas.microsoft.com/office/drawing/2014/main" id="{79213AE3-4FFF-42F4-84B3-914DDB2228A5}"/>
              </a:ext>
            </a:extLst>
          </p:cNvPr>
          <p:cNvGrpSpPr/>
          <p:nvPr userDrawn="1"/>
        </p:nvGrpSpPr>
        <p:grpSpPr>
          <a:xfrm>
            <a:off x="2621444" y="3680696"/>
            <a:ext cx="3524804" cy="537138"/>
            <a:chOff x="506882" y="2044770"/>
            <a:chExt cx="3524804" cy="537138"/>
          </a:xfrm>
        </p:grpSpPr>
        <p:cxnSp>
          <p:nvCxnSpPr>
            <p:cNvPr id="99" name="Gerader Verbinder 401">
              <a:extLst>
                <a:ext uri="{FF2B5EF4-FFF2-40B4-BE49-F238E27FC236}">
                  <a16:creationId xmlns:a16="http://schemas.microsoft.com/office/drawing/2014/main" id="{E1D8CEEC-295D-41C4-8D79-934A7101CE4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079840" y="2289818"/>
              <a:ext cx="4020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100" name="Freeform 5">
              <a:extLst>
                <a:ext uri="{FF2B5EF4-FFF2-40B4-BE49-F238E27FC236}">
                  <a16:creationId xmlns:a16="http://schemas.microsoft.com/office/drawing/2014/main" id="{BC703CE2-8146-4B4A-9C59-8373E21020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882" y="2044770"/>
              <a:ext cx="507321" cy="490098"/>
            </a:xfrm>
            <a:custGeom>
              <a:avLst/>
              <a:gdLst>
                <a:gd name="T0" fmla="*/ 185 w 188"/>
                <a:gd name="T1" fmla="*/ 167 h 187"/>
                <a:gd name="T2" fmla="*/ 185 w 188"/>
                <a:gd name="T3" fmla="*/ 167 h 187"/>
                <a:gd name="T4" fmla="*/ 142 w 188"/>
                <a:gd name="T5" fmla="*/ 183 h 187"/>
                <a:gd name="T6" fmla="*/ 142 w 188"/>
                <a:gd name="T7" fmla="*/ 20 h 187"/>
                <a:gd name="T8" fmla="*/ 185 w 188"/>
                <a:gd name="T9" fmla="*/ 4 h 187"/>
                <a:gd name="T10" fmla="*/ 185 w 188"/>
                <a:gd name="T11" fmla="*/ 167 h 187"/>
                <a:gd name="T12" fmla="*/ 95 w 188"/>
                <a:gd name="T13" fmla="*/ 4 h 187"/>
                <a:gd name="T14" fmla="*/ 95 w 188"/>
                <a:gd name="T15" fmla="*/ 4 h 187"/>
                <a:gd name="T16" fmla="*/ 138 w 188"/>
                <a:gd name="T17" fmla="*/ 20 h 187"/>
                <a:gd name="T18" fmla="*/ 138 w 188"/>
                <a:gd name="T19" fmla="*/ 183 h 187"/>
                <a:gd name="T20" fmla="*/ 95 w 188"/>
                <a:gd name="T21" fmla="*/ 167 h 187"/>
                <a:gd name="T22" fmla="*/ 95 w 188"/>
                <a:gd name="T23" fmla="*/ 4 h 187"/>
                <a:gd name="T24" fmla="*/ 49 w 188"/>
                <a:gd name="T25" fmla="*/ 20 h 187"/>
                <a:gd name="T26" fmla="*/ 49 w 188"/>
                <a:gd name="T27" fmla="*/ 20 h 187"/>
                <a:gd name="T28" fmla="*/ 92 w 188"/>
                <a:gd name="T29" fmla="*/ 4 h 187"/>
                <a:gd name="T30" fmla="*/ 92 w 188"/>
                <a:gd name="T31" fmla="*/ 167 h 187"/>
                <a:gd name="T32" fmla="*/ 49 w 188"/>
                <a:gd name="T33" fmla="*/ 183 h 187"/>
                <a:gd name="T34" fmla="*/ 49 w 188"/>
                <a:gd name="T35" fmla="*/ 20 h 187"/>
                <a:gd name="T36" fmla="*/ 3 w 188"/>
                <a:gd name="T37" fmla="*/ 4 h 187"/>
                <a:gd name="T38" fmla="*/ 3 w 188"/>
                <a:gd name="T39" fmla="*/ 4 h 187"/>
                <a:gd name="T40" fmla="*/ 46 w 188"/>
                <a:gd name="T41" fmla="*/ 20 h 187"/>
                <a:gd name="T42" fmla="*/ 46 w 188"/>
                <a:gd name="T43" fmla="*/ 183 h 187"/>
                <a:gd name="T44" fmla="*/ 3 w 188"/>
                <a:gd name="T45" fmla="*/ 167 h 187"/>
                <a:gd name="T46" fmla="*/ 3 w 188"/>
                <a:gd name="T47" fmla="*/ 4 h 187"/>
                <a:gd name="T48" fmla="*/ 187 w 188"/>
                <a:gd name="T49" fmla="*/ 0 h 187"/>
                <a:gd name="T50" fmla="*/ 187 w 188"/>
                <a:gd name="T51" fmla="*/ 0 h 187"/>
                <a:gd name="T52" fmla="*/ 186 w 188"/>
                <a:gd name="T53" fmla="*/ 0 h 187"/>
                <a:gd name="T54" fmla="*/ 140 w 188"/>
                <a:gd name="T55" fmla="*/ 16 h 187"/>
                <a:gd name="T56" fmla="*/ 94 w 188"/>
                <a:gd name="T57" fmla="*/ 0 h 187"/>
                <a:gd name="T58" fmla="*/ 94 w 188"/>
                <a:gd name="T59" fmla="*/ 0 h 187"/>
                <a:gd name="T60" fmla="*/ 93 w 188"/>
                <a:gd name="T61" fmla="*/ 0 h 187"/>
                <a:gd name="T62" fmla="*/ 47 w 188"/>
                <a:gd name="T63" fmla="*/ 16 h 187"/>
                <a:gd name="T64" fmla="*/ 2 w 188"/>
                <a:gd name="T65" fmla="*/ 0 h 187"/>
                <a:gd name="T66" fmla="*/ 0 w 188"/>
                <a:gd name="T67" fmla="*/ 0 h 187"/>
                <a:gd name="T68" fmla="*/ 0 w 188"/>
                <a:gd name="T69" fmla="*/ 2 h 187"/>
                <a:gd name="T70" fmla="*/ 0 w 188"/>
                <a:gd name="T71" fmla="*/ 168 h 187"/>
                <a:gd name="T72" fmla="*/ 1 w 188"/>
                <a:gd name="T73" fmla="*/ 170 h 187"/>
                <a:gd name="T74" fmla="*/ 47 w 188"/>
                <a:gd name="T75" fmla="*/ 187 h 187"/>
                <a:gd name="T76" fmla="*/ 47 w 188"/>
                <a:gd name="T77" fmla="*/ 187 h 187"/>
                <a:gd name="T78" fmla="*/ 48 w 188"/>
                <a:gd name="T79" fmla="*/ 187 h 187"/>
                <a:gd name="T80" fmla="*/ 94 w 188"/>
                <a:gd name="T81" fmla="*/ 170 h 187"/>
                <a:gd name="T82" fmla="*/ 139 w 188"/>
                <a:gd name="T83" fmla="*/ 187 h 187"/>
                <a:gd name="T84" fmla="*/ 140 w 188"/>
                <a:gd name="T85" fmla="*/ 187 h 187"/>
                <a:gd name="T86" fmla="*/ 141 w 188"/>
                <a:gd name="T87" fmla="*/ 187 h 187"/>
                <a:gd name="T88" fmla="*/ 187 w 188"/>
                <a:gd name="T89" fmla="*/ 170 h 187"/>
                <a:gd name="T90" fmla="*/ 188 w 188"/>
                <a:gd name="T91" fmla="*/ 168 h 187"/>
                <a:gd name="T92" fmla="*/ 188 w 188"/>
                <a:gd name="T93" fmla="*/ 2 h 187"/>
                <a:gd name="T94" fmla="*/ 187 w 188"/>
                <a:gd name="T9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7">
                  <a:moveTo>
                    <a:pt x="185" y="167"/>
                  </a:moveTo>
                  <a:lnTo>
                    <a:pt x="185" y="167"/>
                  </a:lnTo>
                  <a:lnTo>
                    <a:pt x="142" y="183"/>
                  </a:lnTo>
                  <a:lnTo>
                    <a:pt x="142" y="20"/>
                  </a:lnTo>
                  <a:lnTo>
                    <a:pt x="185" y="4"/>
                  </a:lnTo>
                  <a:lnTo>
                    <a:pt x="185" y="167"/>
                  </a:lnTo>
                  <a:close/>
                  <a:moveTo>
                    <a:pt x="95" y="4"/>
                  </a:moveTo>
                  <a:lnTo>
                    <a:pt x="95" y="4"/>
                  </a:lnTo>
                  <a:lnTo>
                    <a:pt x="138" y="20"/>
                  </a:lnTo>
                  <a:lnTo>
                    <a:pt x="138" y="183"/>
                  </a:lnTo>
                  <a:lnTo>
                    <a:pt x="95" y="167"/>
                  </a:lnTo>
                  <a:lnTo>
                    <a:pt x="95" y="4"/>
                  </a:lnTo>
                  <a:close/>
                  <a:moveTo>
                    <a:pt x="49" y="20"/>
                  </a:moveTo>
                  <a:lnTo>
                    <a:pt x="49" y="20"/>
                  </a:lnTo>
                  <a:lnTo>
                    <a:pt x="92" y="4"/>
                  </a:lnTo>
                  <a:lnTo>
                    <a:pt x="92" y="167"/>
                  </a:lnTo>
                  <a:lnTo>
                    <a:pt x="49" y="183"/>
                  </a:lnTo>
                  <a:lnTo>
                    <a:pt x="49" y="20"/>
                  </a:lnTo>
                  <a:close/>
                  <a:moveTo>
                    <a:pt x="3" y="4"/>
                  </a:moveTo>
                  <a:lnTo>
                    <a:pt x="3" y="4"/>
                  </a:lnTo>
                  <a:lnTo>
                    <a:pt x="46" y="20"/>
                  </a:lnTo>
                  <a:lnTo>
                    <a:pt x="46" y="183"/>
                  </a:lnTo>
                  <a:lnTo>
                    <a:pt x="3" y="167"/>
                  </a:lnTo>
                  <a:lnTo>
                    <a:pt x="3" y="4"/>
                  </a:lnTo>
                  <a:close/>
                  <a:moveTo>
                    <a:pt x="187" y="0"/>
                  </a:moveTo>
                  <a:lnTo>
                    <a:pt x="187" y="0"/>
                  </a:lnTo>
                  <a:cubicBezTo>
                    <a:pt x="187" y="0"/>
                    <a:pt x="186" y="0"/>
                    <a:pt x="186" y="0"/>
                  </a:cubicBezTo>
                  <a:lnTo>
                    <a:pt x="140" y="16"/>
                  </a:lnTo>
                  <a:lnTo>
                    <a:pt x="94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3" y="0"/>
                    <a:pt x="93" y="0"/>
                  </a:cubicBezTo>
                  <a:lnTo>
                    <a:pt x="47" y="16"/>
                  </a:lnTo>
                  <a:lnTo>
                    <a:pt x="2" y="0"/>
                  </a:ln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lnTo>
                    <a:pt x="0" y="168"/>
                  </a:lnTo>
                  <a:cubicBezTo>
                    <a:pt x="0" y="169"/>
                    <a:pt x="0" y="170"/>
                    <a:pt x="1" y="170"/>
                  </a:cubicBezTo>
                  <a:lnTo>
                    <a:pt x="47" y="187"/>
                  </a:lnTo>
                  <a:cubicBezTo>
                    <a:pt x="47" y="187"/>
                    <a:pt x="47" y="187"/>
                    <a:pt x="47" y="187"/>
                  </a:cubicBezTo>
                  <a:cubicBezTo>
                    <a:pt x="48" y="187"/>
                    <a:pt x="48" y="187"/>
                    <a:pt x="48" y="187"/>
                  </a:cubicBezTo>
                  <a:lnTo>
                    <a:pt x="94" y="170"/>
                  </a:lnTo>
                  <a:lnTo>
                    <a:pt x="139" y="187"/>
                  </a:lnTo>
                  <a:cubicBezTo>
                    <a:pt x="140" y="187"/>
                    <a:pt x="140" y="187"/>
                    <a:pt x="140" y="187"/>
                  </a:cubicBezTo>
                  <a:cubicBezTo>
                    <a:pt x="140" y="187"/>
                    <a:pt x="140" y="187"/>
                    <a:pt x="141" y="187"/>
                  </a:cubicBezTo>
                  <a:lnTo>
                    <a:pt x="187" y="170"/>
                  </a:lnTo>
                  <a:cubicBezTo>
                    <a:pt x="188" y="170"/>
                    <a:pt x="188" y="169"/>
                    <a:pt x="188" y="168"/>
                  </a:cubicBezTo>
                  <a:lnTo>
                    <a:pt x="188" y="2"/>
                  </a:lnTo>
                  <a:cubicBezTo>
                    <a:pt x="188" y="1"/>
                    <a:pt x="188" y="1"/>
                    <a:pt x="187" y="0"/>
                  </a:cubicBezTo>
                  <a:close/>
                </a:path>
              </a:pathLst>
            </a:custGeom>
            <a:solidFill>
              <a:srgbClr val="E4002B"/>
            </a:solidFill>
            <a:ln w="3175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6C33C6C5-9718-4014-B8A1-0417015404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532" y="2072745"/>
              <a:ext cx="420872" cy="434145"/>
            </a:xfrm>
            <a:custGeom>
              <a:avLst/>
              <a:gdLst>
                <a:gd name="T0" fmla="*/ 67 w 154"/>
                <a:gd name="T1" fmla="*/ 68 h 154"/>
                <a:gd name="T2" fmla="*/ 86 w 154"/>
                <a:gd name="T3" fmla="*/ 87 h 154"/>
                <a:gd name="T4" fmla="*/ 65 w 154"/>
                <a:gd name="T5" fmla="*/ 65 h 154"/>
                <a:gd name="T6" fmla="*/ 77 w 154"/>
                <a:gd name="T7" fmla="*/ 95 h 154"/>
                <a:gd name="T8" fmla="*/ 77 w 154"/>
                <a:gd name="T9" fmla="*/ 60 h 154"/>
                <a:gd name="T10" fmla="*/ 102 w 154"/>
                <a:gd name="T11" fmla="*/ 25 h 154"/>
                <a:gd name="T12" fmla="*/ 92 w 154"/>
                <a:gd name="T13" fmla="*/ 19 h 154"/>
                <a:gd name="T14" fmla="*/ 68 w 154"/>
                <a:gd name="T15" fmla="*/ 4 h 154"/>
                <a:gd name="T16" fmla="*/ 60 w 154"/>
                <a:gd name="T17" fmla="*/ 21 h 154"/>
                <a:gd name="T18" fmla="*/ 52 w 154"/>
                <a:gd name="T19" fmla="*/ 25 h 154"/>
                <a:gd name="T20" fmla="*/ 31 w 154"/>
                <a:gd name="T21" fmla="*/ 19 h 154"/>
                <a:gd name="T22" fmla="*/ 18 w 154"/>
                <a:gd name="T23" fmla="*/ 35 h 154"/>
                <a:gd name="T24" fmla="*/ 20 w 154"/>
                <a:gd name="T25" fmla="*/ 60 h 154"/>
                <a:gd name="T26" fmla="*/ 4 w 154"/>
                <a:gd name="T27" fmla="*/ 67 h 154"/>
                <a:gd name="T28" fmla="*/ 5 w 154"/>
                <a:gd name="T29" fmla="*/ 89 h 154"/>
                <a:gd name="T30" fmla="*/ 25 w 154"/>
                <a:gd name="T31" fmla="*/ 105 h 154"/>
                <a:gd name="T32" fmla="*/ 18 w 154"/>
                <a:gd name="T33" fmla="*/ 123 h 154"/>
                <a:gd name="T34" fmla="*/ 49 w 154"/>
                <a:gd name="T35" fmla="*/ 129 h 154"/>
                <a:gd name="T36" fmla="*/ 61 w 154"/>
                <a:gd name="T37" fmla="*/ 136 h 154"/>
                <a:gd name="T38" fmla="*/ 86 w 154"/>
                <a:gd name="T39" fmla="*/ 151 h 154"/>
                <a:gd name="T40" fmla="*/ 94 w 154"/>
                <a:gd name="T41" fmla="*/ 134 h 154"/>
                <a:gd name="T42" fmla="*/ 119 w 154"/>
                <a:gd name="T43" fmla="*/ 136 h 154"/>
                <a:gd name="T44" fmla="*/ 136 w 154"/>
                <a:gd name="T45" fmla="*/ 120 h 154"/>
                <a:gd name="T46" fmla="*/ 131 w 154"/>
                <a:gd name="T47" fmla="*/ 97 h 154"/>
                <a:gd name="T48" fmla="*/ 150 w 154"/>
                <a:gd name="T49" fmla="*/ 88 h 154"/>
                <a:gd name="T50" fmla="*/ 150 w 154"/>
                <a:gd name="T51" fmla="*/ 67 h 154"/>
                <a:gd name="T52" fmla="*/ 129 w 154"/>
                <a:gd name="T53" fmla="*/ 52 h 154"/>
                <a:gd name="T54" fmla="*/ 135 w 154"/>
                <a:gd name="T55" fmla="*/ 32 h 154"/>
                <a:gd name="T56" fmla="*/ 107 w 154"/>
                <a:gd name="T57" fmla="*/ 25 h 154"/>
                <a:gd name="T58" fmla="*/ 106 w 154"/>
                <a:gd name="T59" fmla="*/ 107 h 154"/>
                <a:gd name="T60" fmla="*/ 35 w 154"/>
                <a:gd name="T61" fmla="*/ 77 h 154"/>
                <a:gd name="T62" fmla="*/ 77 w 154"/>
                <a:gd name="T63" fmla="*/ 115 h 154"/>
                <a:gd name="T64" fmla="*/ 50 w 154"/>
                <a:gd name="T65" fmla="*/ 51 h 154"/>
                <a:gd name="T66" fmla="*/ 97 w 154"/>
                <a:gd name="T67" fmla="*/ 20 h 154"/>
                <a:gd name="T68" fmla="*/ 105 w 154"/>
                <a:gd name="T69" fmla="*/ 22 h 154"/>
                <a:gd name="T70" fmla="*/ 125 w 154"/>
                <a:gd name="T71" fmla="*/ 17 h 154"/>
                <a:gd name="T72" fmla="*/ 132 w 154"/>
                <a:gd name="T73" fmla="*/ 50 h 154"/>
                <a:gd name="T74" fmla="*/ 149 w 154"/>
                <a:gd name="T75" fmla="*/ 63 h 154"/>
                <a:gd name="T76" fmla="*/ 153 w 154"/>
                <a:gd name="T77" fmla="*/ 90 h 154"/>
                <a:gd name="T78" fmla="*/ 135 w 154"/>
                <a:gd name="T79" fmla="*/ 97 h 154"/>
                <a:gd name="T80" fmla="*/ 132 w 154"/>
                <a:gd name="T81" fmla="*/ 106 h 154"/>
                <a:gd name="T82" fmla="*/ 121 w 154"/>
                <a:gd name="T83" fmla="*/ 140 h 154"/>
                <a:gd name="T84" fmla="*/ 97 w 154"/>
                <a:gd name="T85" fmla="*/ 135 h 154"/>
                <a:gd name="T86" fmla="*/ 89 w 154"/>
                <a:gd name="T87" fmla="*/ 153 h 154"/>
                <a:gd name="T88" fmla="*/ 62 w 154"/>
                <a:gd name="T89" fmla="*/ 150 h 154"/>
                <a:gd name="T90" fmla="*/ 50 w 154"/>
                <a:gd name="T91" fmla="*/ 133 h 154"/>
                <a:gd name="T92" fmla="*/ 29 w 154"/>
                <a:gd name="T93" fmla="*/ 138 h 154"/>
                <a:gd name="T94" fmla="*/ 21 w 154"/>
                <a:gd name="T95" fmla="*/ 106 h 154"/>
                <a:gd name="T96" fmla="*/ 17 w 154"/>
                <a:gd name="T97" fmla="*/ 96 h 154"/>
                <a:gd name="T98" fmla="*/ 0 w 154"/>
                <a:gd name="T99" fmla="*/ 68 h 154"/>
                <a:gd name="T100" fmla="*/ 17 w 154"/>
                <a:gd name="T101" fmla="*/ 58 h 154"/>
                <a:gd name="T102" fmla="*/ 21 w 154"/>
                <a:gd name="T103" fmla="*/ 50 h 154"/>
                <a:gd name="T104" fmla="*/ 16 w 154"/>
                <a:gd name="T105" fmla="*/ 29 h 154"/>
                <a:gd name="T106" fmla="*/ 49 w 154"/>
                <a:gd name="T107" fmla="*/ 22 h 154"/>
                <a:gd name="T108" fmla="*/ 57 w 154"/>
                <a:gd name="T109" fmla="*/ 19 h 154"/>
                <a:gd name="T110" fmla="*/ 64 w 154"/>
                <a:gd name="T111" fmla="*/ 2 h 154"/>
                <a:gd name="T112" fmla="*/ 92 w 154"/>
                <a:gd name="T11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4" h="154">
                  <a:moveTo>
                    <a:pt x="86" y="68"/>
                  </a:moveTo>
                  <a:lnTo>
                    <a:pt x="86" y="68"/>
                  </a:lnTo>
                  <a:cubicBezTo>
                    <a:pt x="84" y="65"/>
                    <a:pt x="81" y="64"/>
                    <a:pt x="77" y="64"/>
                  </a:cubicBezTo>
                  <a:cubicBezTo>
                    <a:pt x="73" y="64"/>
                    <a:pt x="69" y="65"/>
                    <a:pt x="67" y="68"/>
                  </a:cubicBezTo>
                  <a:lnTo>
                    <a:pt x="67" y="68"/>
                  </a:lnTo>
                  <a:cubicBezTo>
                    <a:pt x="65" y="70"/>
                    <a:pt x="63" y="74"/>
                    <a:pt x="63" y="77"/>
                  </a:cubicBezTo>
                  <a:cubicBezTo>
                    <a:pt x="63" y="81"/>
                    <a:pt x="65" y="85"/>
                    <a:pt x="67" y="87"/>
                  </a:cubicBezTo>
                  <a:cubicBezTo>
                    <a:pt x="69" y="90"/>
                    <a:pt x="73" y="91"/>
                    <a:pt x="77" y="91"/>
                  </a:cubicBezTo>
                  <a:cubicBezTo>
                    <a:pt x="80" y="91"/>
                    <a:pt x="84" y="90"/>
                    <a:pt x="86" y="87"/>
                  </a:cubicBezTo>
                  <a:lnTo>
                    <a:pt x="86" y="87"/>
                  </a:lnTo>
                  <a:cubicBezTo>
                    <a:pt x="89" y="85"/>
                    <a:pt x="90" y="81"/>
                    <a:pt x="90" y="77"/>
                  </a:cubicBezTo>
                  <a:cubicBezTo>
                    <a:pt x="90" y="74"/>
                    <a:pt x="89" y="70"/>
                    <a:pt x="86" y="68"/>
                  </a:cubicBezTo>
                  <a:close/>
                  <a:moveTo>
                    <a:pt x="77" y="60"/>
                  </a:moveTo>
                  <a:lnTo>
                    <a:pt x="77" y="60"/>
                  </a:lnTo>
                  <a:cubicBezTo>
                    <a:pt x="72" y="60"/>
                    <a:pt x="68" y="62"/>
                    <a:pt x="65" y="65"/>
                  </a:cubicBezTo>
                  <a:lnTo>
                    <a:pt x="65" y="65"/>
                  </a:lnTo>
                  <a:lnTo>
                    <a:pt x="65" y="65"/>
                  </a:lnTo>
                  <a:cubicBezTo>
                    <a:pt x="61" y="68"/>
                    <a:pt x="60" y="73"/>
                    <a:pt x="60" y="77"/>
                  </a:cubicBezTo>
                  <a:cubicBezTo>
                    <a:pt x="60" y="82"/>
                    <a:pt x="61" y="86"/>
                    <a:pt x="65" y="90"/>
                  </a:cubicBezTo>
                  <a:cubicBezTo>
                    <a:pt x="68" y="93"/>
                    <a:pt x="72" y="95"/>
                    <a:pt x="77" y="95"/>
                  </a:cubicBezTo>
                  <a:cubicBezTo>
                    <a:pt x="81" y="95"/>
                    <a:pt x="86" y="93"/>
                    <a:pt x="89" y="90"/>
                  </a:cubicBezTo>
                  <a:lnTo>
                    <a:pt x="89" y="90"/>
                  </a:lnTo>
                  <a:cubicBezTo>
                    <a:pt x="92" y="86"/>
                    <a:pt x="94" y="82"/>
                    <a:pt x="94" y="77"/>
                  </a:cubicBezTo>
                  <a:cubicBezTo>
                    <a:pt x="94" y="73"/>
                    <a:pt x="92" y="68"/>
                    <a:pt x="89" y="65"/>
                  </a:cubicBezTo>
                  <a:cubicBezTo>
                    <a:pt x="86" y="62"/>
                    <a:pt x="81" y="60"/>
                    <a:pt x="77" y="60"/>
                  </a:cubicBezTo>
                  <a:close/>
                  <a:moveTo>
                    <a:pt x="92" y="5"/>
                  </a:moveTo>
                  <a:lnTo>
                    <a:pt x="92" y="5"/>
                  </a:lnTo>
                  <a:lnTo>
                    <a:pt x="90" y="7"/>
                  </a:lnTo>
                  <a:cubicBezTo>
                    <a:pt x="91" y="7"/>
                    <a:pt x="92" y="6"/>
                    <a:pt x="92" y="5"/>
                  </a:cubicBezTo>
                  <a:close/>
                  <a:moveTo>
                    <a:pt x="102" y="25"/>
                  </a:moveTo>
                  <a:lnTo>
                    <a:pt x="102" y="25"/>
                  </a:lnTo>
                  <a:lnTo>
                    <a:pt x="96" y="23"/>
                  </a:lnTo>
                  <a:lnTo>
                    <a:pt x="96" y="23"/>
                  </a:lnTo>
                  <a:cubicBezTo>
                    <a:pt x="95" y="22"/>
                    <a:pt x="94" y="22"/>
                    <a:pt x="94" y="21"/>
                  </a:cubicBezTo>
                  <a:cubicBezTo>
                    <a:pt x="93" y="21"/>
                    <a:pt x="93" y="20"/>
                    <a:pt x="92" y="19"/>
                  </a:cubicBezTo>
                  <a:lnTo>
                    <a:pt x="88" y="6"/>
                  </a:lnTo>
                  <a:lnTo>
                    <a:pt x="88" y="6"/>
                  </a:lnTo>
                  <a:cubicBezTo>
                    <a:pt x="88" y="5"/>
                    <a:pt x="88" y="5"/>
                    <a:pt x="87" y="4"/>
                  </a:cubicBezTo>
                  <a:cubicBezTo>
                    <a:pt x="87" y="4"/>
                    <a:pt x="86" y="4"/>
                    <a:pt x="86" y="4"/>
                  </a:cubicBezTo>
                  <a:lnTo>
                    <a:pt x="68" y="4"/>
                  </a:lnTo>
                  <a:cubicBezTo>
                    <a:pt x="67" y="4"/>
                    <a:pt x="67" y="4"/>
                    <a:pt x="66" y="4"/>
                  </a:cubicBezTo>
                  <a:cubicBezTo>
                    <a:pt x="66" y="5"/>
                    <a:pt x="65" y="5"/>
                    <a:pt x="65" y="6"/>
                  </a:cubicBezTo>
                  <a:lnTo>
                    <a:pt x="61" y="19"/>
                  </a:lnTo>
                  <a:lnTo>
                    <a:pt x="61" y="19"/>
                  </a:lnTo>
                  <a:cubicBezTo>
                    <a:pt x="61" y="20"/>
                    <a:pt x="60" y="21"/>
                    <a:pt x="60" y="21"/>
                  </a:cubicBezTo>
                  <a:cubicBezTo>
                    <a:pt x="59" y="22"/>
                    <a:pt x="58" y="22"/>
                    <a:pt x="58" y="23"/>
                  </a:cubicBezTo>
                  <a:lnTo>
                    <a:pt x="58" y="23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52" y="25"/>
                  </a:lnTo>
                  <a:cubicBezTo>
                    <a:pt x="51" y="25"/>
                    <a:pt x="50" y="26"/>
                    <a:pt x="49" y="26"/>
                  </a:cubicBezTo>
                  <a:cubicBezTo>
                    <a:pt x="48" y="26"/>
                    <a:pt x="47" y="25"/>
                    <a:pt x="47" y="25"/>
                  </a:cubicBezTo>
                  <a:lnTo>
                    <a:pt x="34" y="19"/>
                  </a:lnTo>
                  <a:cubicBezTo>
                    <a:pt x="34" y="18"/>
                    <a:pt x="33" y="18"/>
                    <a:pt x="33" y="18"/>
                  </a:cubicBezTo>
                  <a:cubicBezTo>
                    <a:pt x="32" y="18"/>
                    <a:pt x="32" y="19"/>
                    <a:pt x="31" y="19"/>
                  </a:cubicBezTo>
                  <a:lnTo>
                    <a:pt x="18" y="32"/>
                  </a:lnTo>
                  <a:lnTo>
                    <a:pt x="18" y="32"/>
                  </a:lnTo>
                  <a:lnTo>
                    <a:pt x="18" y="32"/>
                  </a:lnTo>
                  <a:cubicBezTo>
                    <a:pt x="18" y="32"/>
                    <a:pt x="18" y="33"/>
                    <a:pt x="18" y="33"/>
                  </a:cubicBezTo>
                  <a:cubicBezTo>
                    <a:pt x="17" y="34"/>
                    <a:pt x="18" y="34"/>
                    <a:pt x="18" y="35"/>
                  </a:cubicBezTo>
                  <a:lnTo>
                    <a:pt x="24" y="47"/>
                  </a:lnTo>
                  <a:cubicBezTo>
                    <a:pt x="25" y="48"/>
                    <a:pt x="25" y="49"/>
                    <a:pt x="25" y="50"/>
                  </a:cubicBezTo>
                  <a:cubicBezTo>
                    <a:pt x="25" y="51"/>
                    <a:pt x="25" y="51"/>
                    <a:pt x="24" y="52"/>
                  </a:cubicBezTo>
                  <a:lnTo>
                    <a:pt x="22" y="58"/>
                  </a:lnTo>
                  <a:cubicBezTo>
                    <a:pt x="22" y="59"/>
                    <a:pt x="21" y="60"/>
                    <a:pt x="20" y="60"/>
                  </a:cubicBezTo>
                  <a:cubicBezTo>
                    <a:pt x="20" y="61"/>
                    <a:pt x="19" y="61"/>
                    <a:pt x="18" y="62"/>
                  </a:cubicBezTo>
                  <a:lnTo>
                    <a:pt x="18" y="62"/>
                  </a:lnTo>
                  <a:lnTo>
                    <a:pt x="5" y="66"/>
                  </a:lnTo>
                  <a:cubicBezTo>
                    <a:pt x="4" y="66"/>
                    <a:pt x="4" y="66"/>
                    <a:pt x="4" y="67"/>
                  </a:cubicBezTo>
                  <a:lnTo>
                    <a:pt x="4" y="67"/>
                  </a:lnTo>
                  <a:cubicBezTo>
                    <a:pt x="3" y="67"/>
                    <a:pt x="3" y="68"/>
                    <a:pt x="3" y="68"/>
                  </a:cubicBezTo>
                  <a:lnTo>
                    <a:pt x="3" y="87"/>
                  </a:lnTo>
                  <a:cubicBezTo>
                    <a:pt x="3" y="87"/>
                    <a:pt x="3" y="88"/>
                    <a:pt x="4" y="88"/>
                  </a:cubicBezTo>
                  <a:lnTo>
                    <a:pt x="4" y="88"/>
                  </a:lnTo>
                  <a:cubicBezTo>
                    <a:pt x="4" y="88"/>
                    <a:pt x="4" y="89"/>
                    <a:pt x="5" y="89"/>
                  </a:cubicBezTo>
                  <a:lnTo>
                    <a:pt x="18" y="93"/>
                  </a:lnTo>
                  <a:cubicBezTo>
                    <a:pt x="19" y="93"/>
                    <a:pt x="20" y="94"/>
                    <a:pt x="20" y="94"/>
                  </a:cubicBezTo>
                  <a:cubicBezTo>
                    <a:pt x="21" y="95"/>
                    <a:pt x="22" y="96"/>
                    <a:pt x="22" y="97"/>
                  </a:cubicBezTo>
                  <a:lnTo>
                    <a:pt x="24" y="103"/>
                  </a:lnTo>
                  <a:cubicBezTo>
                    <a:pt x="25" y="103"/>
                    <a:pt x="25" y="104"/>
                    <a:pt x="25" y="105"/>
                  </a:cubicBezTo>
                  <a:cubicBezTo>
                    <a:pt x="25" y="106"/>
                    <a:pt x="25" y="107"/>
                    <a:pt x="24" y="108"/>
                  </a:cubicBezTo>
                  <a:lnTo>
                    <a:pt x="18" y="120"/>
                  </a:lnTo>
                  <a:cubicBezTo>
                    <a:pt x="18" y="120"/>
                    <a:pt x="17" y="121"/>
                    <a:pt x="18" y="122"/>
                  </a:cubicBezTo>
                  <a:cubicBezTo>
                    <a:pt x="18" y="122"/>
                    <a:pt x="18" y="123"/>
                    <a:pt x="18" y="123"/>
                  </a:cubicBezTo>
                  <a:lnTo>
                    <a:pt x="18" y="123"/>
                  </a:lnTo>
                  <a:lnTo>
                    <a:pt x="31" y="136"/>
                  </a:lnTo>
                  <a:cubicBezTo>
                    <a:pt x="32" y="136"/>
                    <a:pt x="32" y="137"/>
                    <a:pt x="33" y="137"/>
                  </a:cubicBezTo>
                  <a:cubicBezTo>
                    <a:pt x="33" y="137"/>
                    <a:pt x="34" y="137"/>
                    <a:pt x="34" y="136"/>
                  </a:cubicBezTo>
                  <a:lnTo>
                    <a:pt x="47" y="130"/>
                  </a:lnTo>
                  <a:cubicBezTo>
                    <a:pt x="47" y="130"/>
                    <a:pt x="48" y="129"/>
                    <a:pt x="49" y="129"/>
                  </a:cubicBezTo>
                  <a:cubicBezTo>
                    <a:pt x="50" y="129"/>
                    <a:pt x="51" y="129"/>
                    <a:pt x="52" y="130"/>
                  </a:cubicBezTo>
                  <a:lnTo>
                    <a:pt x="57" y="132"/>
                  </a:lnTo>
                  <a:lnTo>
                    <a:pt x="58" y="132"/>
                  </a:lnTo>
                  <a:cubicBezTo>
                    <a:pt x="58" y="133"/>
                    <a:pt x="59" y="133"/>
                    <a:pt x="60" y="134"/>
                  </a:cubicBezTo>
                  <a:cubicBezTo>
                    <a:pt x="60" y="134"/>
                    <a:pt x="61" y="135"/>
                    <a:pt x="61" y="136"/>
                  </a:cubicBezTo>
                  <a:lnTo>
                    <a:pt x="65" y="149"/>
                  </a:lnTo>
                  <a:lnTo>
                    <a:pt x="65" y="149"/>
                  </a:lnTo>
                  <a:cubicBezTo>
                    <a:pt x="65" y="150"/>
                    <a:pt x="66" y="150"/>
                    <a:pt x="66" y="150"/>
                  </a:cubicBezTo>
                  <a:cubicBezTo>
                    <a:pt x="67" y="151"/>
                    <a:pt x="67" y="151"/>
                    <a:pt x="68" y="151"/>
                  </a:cubicBezTo>
                  <a:lnTo>
                    <a:pt x="86" y="151"/>
                  </a:lnTo>
                  <a:cubicBezTo>
                    <a:pt x="86" y="151"/>
                    <a:pt x="87" y="151"/>
                    <a:pt x="87" y="150"/>
                  </a:cubicBezTo>
                  <a:cubicBezTo>
                    <a:pt x="88" y="150"/>
                    <a:pt x="88" y="150"/>
                    <a:pt x="88" y="149"/>
                  </a:cubicBezTo>
                  <a:lnTo>
                    <a:pt x="88" y="149"/>
                  </a:lnTo>
                  <a:lnTo>
                    <a:pt x="92" y="136"/>
                  </a:lnTo>
                  <a:cubicBezTo>
                    <a:pt x="93" y="135"/>
                    <a:pt x="93" y="134"/>
                    <a:pt x="94" y="134"/>
                  </a:cubicBezTo>
                  <a:cubicBezTo>
                    <a:pt x="94" y="133"/>
                    <a:pt x="95" y="133"/>
                    <a:pt x="96" y="132"/>
                  </a:cubicBezTo>
                  <a:lnTo>
                    <a:pt x="102" y="130"/>
                  </a:lnTo>
                  <a:cubicBezTo>
                    <a:pt x="103" y="129"/>
                    <a:pt x="104" y="129"/>
                    <a:pt x="104" y="129"/>
                  </a:cubicBezTo>
                  <a:cubicBezTo>
                    <a:pt x="105" y="129"/>
                    <a:pt x="106" y="130"/>
                    <a:pt x="107" y="130"/>
                  </a:cubicBezTo>
                  <a:lnTo>
                    <a:pt x="119" y="136"/>
                  </a:lnTo>
                  <a:cubicBezTo>
                    <a:pt x="120" y="137"/>
                    <a:pt x="120" y="137"/>
                    <a:pt x="121" y="137"/>
                  </a:cubicBezTo>
                  <a:cubicBezTo>
                    <a:pt x="121" y="137"/>
                    <a:pt x="122" y="136"/>
                    <a:pt x="122" y="136"/>
                  </a:cubicBezTo>
                  <a:lnTo>
                    <a:pt x="135" y="123"/>
                  </a:lnTo>
                  <a:cubicBezTo>
                    <a:pt x="136" y="123"/>
                    <a:pt x="136" y="122"/>
                    <a:pt x="136" y="122"/>
                  </a:cubicBezTo>
                  <a:cubicBezTo>
                    <a:pt x="136" y="121"/>
                    <a:pt x="136" y="120"/>
                    <a:pt x="136" y="120"/>
                  </a:cubicBezTo>
                  <a:lnTo>
                    <a:pt x="129" y="108"/>
                  </a:lnTo>
                  <a:cubicBezTo>
                    <a:pt x="129" y="107"/>
                    <a:pt x="129" y="106"/>
                    <a:pt x="129" y="105"/>
                  </a:cubicBezTo>
                  <a:cubicBezTo>
                    <a:pt x="129" y="104"/>
                    <a:pt x="129" y="103"/>
                    <a:pt x="129" y="103"/>
                  </a:cubicBezTo>
                  <a:lnTo>
                    <a:pt x="131" y="97"/>
                  </a:lnTo>
                  <a:lnTo>
                    <a:pt x="131" y="97"/>
                  </a:lnTo>
                  <a:cubicBezTo>
                    <a:pt x="132" y="96"/>
                    <a:pt x="132" y="95"/>
                    <a:pt x="133" y="94"/>
                  </a:cubicBezTo>
                  <a:cubicBezTo>
                    <a:pt x="134" y="94"/>
                    <a:pt x="134" y="93"/>
                    <a:pt x="135" y="93"/>
                  </a:cubicBezTo>
                  <a:lnTo>
                    <a:pt x="148" y="89"/>
                  </a:lnTo>
                  <a:cubicBezTo>
                    <a:pt x="149" y="89"/>
                    <a:pt x="149" y="88"/>
                    <a:pt x="150" y="88"/>
                  </a:cubicBezTo>
                  <a:lnTo>
                    <a:pt x="150" y="88"/>
                  </a:lnTo>
                  <a:cubicBezTo>
                    <a:pt x="150" y="88"/>
                    <a:pt x="150" y="87"/>
                    <a:pt x="150" y="87"/>
                  </a:cubicBezTo>
                  <a:lnTo>
                    <a:pt x="150" y="68"/>
                  </a:lnTo>
                  <a:cubicBezTo>
                    <a:pt x="150" y="68"/>
                    <a:pt x="150" y="67"/>
                    <a:pt x="150" y="67"/>
                  </a:cubicBezTo>
                  <a:lnTo>
                    <a:pt x="150" y="67"/>
                  </a:lnTo>
                  <a:lnTo>
                    <a:pt x="150" y="67"/>
                  </a:lnTo>
                  <a:cubicBezTo>
                    <a:pt x="149" y="66"/>
                    <a:pt x="149" y="66"/>
                    <a:pt x="148" y="66"/>
                  </a:cubicBezTo>
                  <a:lnTo>
                    <a:pt x="135" y="62"/>
                  </a:lnTo>
                  <a:cubicBezTo>
                    <a:pt x="134" y="61"/>
                    <a:pt x="134" y="61"/>
                    <a:pt x="133" y="60"/>
                  </a:cubicBezTo>
                  <a:cubicBezTo>
                    <a:pt x="132" y="60"/>
                    <a:pt x="132" y="59"/>
                    <a:pt x="131" y="58"/>
                  </a:cubicBezTo>
                  <a:lnTo>
                    <a:pt x="129" y="52"/>
                  </a:lnTo>
                  <a:cubicBezTo>
                    <a:pt x="129" y="51"/>
                    <a:pt x="129" y="51"/>
                    <a:pt x="129" y="50"/>
                  </a:cubicBezTo>
                  <a:cubicBezTo>
                    <a:pt x="129" y="49"/>
                    <a:pt x="129" y="48"/>
                    <a:pt x="129" y="47"/>
                  </a:cubicBezTo>
                  <a:lnTo>
                    <a:pt x="136" y="35"/>
                  </a:lnTo>
                  <a:cubicBezTo>
                    <a:pt x="136" y="34"/>
                    <a:pt x="136" y="34"/>
                    <a:pt x="136" y="33"/>
                  </a:cubicBezTo>
                  <a:cubicBezTo>
                    <a:pt x="136" y="33"/>
                    <a:pt x="136" y="32"/>
                    <a:pt x="135" y="32"/>
                  </a:cubicBezTo>
                  <a:lnTo>
                    <a:pt x="122" y="19"/>
                  </a:lnTo>
                  <a:lnTo>
                    <a:pt x="122" y="19"/>
                  </a:lnTo>
                  <a:cubicBezTo>
                    <a:pt x="122" y="19"/>
                    <a:pt x="121" y="18"/>
                    <a:pt x="121" y="18"/>
                  </a:cubicBezTo>
                  <a:cubicBezTo>
                    <a:pt x="120" y="18"/>
                    <a:pt x="120" y="18"/>
                    <a:pt x="119" y="19"/>
                  </a:cubicBezTo>
                  <a:lnTo>
                    <a:pt x="107" y="25"/>
                  </a:lnTo>
                  <a:cubicBezTo>
                    <a:pt x="106" y="25"/>
                    <a:pt x="105" y="26"/>
                    <a:pt x="104" y="26"/>
                  </a:cubicBezTo>
                  <a:cubicBezTo>
                    <a:pt x="104" y="26"/>
                    <a:pt x="103" y="25"/>
                    <a:pt x="102" y="25"/>
                  </a:cubicBezTo>
                  <a:lnTo>
                    <a:pt x="102" y="25"/>
                  </a:lnTo>
                  <a:close/>
                  <a:moveTo>
                    <a:pt x="106" y="107"/>
                  </a:moveTo>
                  <a:lnTo>
                    <a:pt x="106" y="107"/>
                  </a:lnTo>
                  <a:cubicBezTo>
                    <a:pt x="113" y="99"/>
                    <a:pt x="118" y="89"/>
                    <a:pt x="118" y="77"/>
                  </a:cubicBezTo>
                  <a:cubicBezTo>
                    <a:pt x="118" y="66"/>
                    <a:pt x="113" y="56"/>
                    <a:pt x="106" y="48"/>
                  </a:cubicBezTo>
                  <a:cubicBezTo>
                    <a:pt x="98" y="41"/>
                    <a:pt x="88" y="36"/>
                    <a:pt x="77" y="36"/>
                  </a:cubicBezTo>
                  <a:cubicBezTo>
                    <a:pt x="65" y="36"/>
                    <a:pt x="55" y="41"/>
                    <a:pt x="48" y="48"/>
                  </a:cubicBezTo>
                  <a:cubicBezTo>
                    <a:pt x="40" y="56"/>
                    <a:pt x="35" y="66"/>
                    <a:pt x="35" y="77"/>
                  </a:cubicBezTo>
                  <a:cubicBezTo>
                    <a:pt x="35" y="89"/>
                    <a:pt x="40" y="99"/>
                    <a:pt x="48" y="107"/>
                  </a:cubicBezTo>
                  <a:cubicBezTo>
                    <a:pt x="55" y="114"/>
                    <a:pt x="65" y="119"/>
                    <a:pt x="77" y="119"/>
                  </a:cubicBezTo>
                  <a:cubicBezTo>
                    <a:pt x="88" y="119"/>
                    <a:pt x="98" y="114"/>
                    <a:pt x="106" y="107"/>
                  </a:cubicBezTo>
                  <a:close/>
                  <a:moveTo>
                    <a:pt x="77" y="115"/>
                  </a:moveTo>
                  <a:lnTo>
                    <a:pt x="77" y="115"/>
                  </a:lnTo>
                  <a:cubicBezTo>
                    <a:pt x="87" y="115"/>
                    <a:pt x="97" y="111"/>
                    <a:pt x="103" y="104"/>
                  </a:cubicBezTo>
                  <a:cubicBezTo>
                    <a:pt x="110" y="97"/>
                    <a:pt x="115" y="88"/>
                    <a:pt x="115" y="77"/>
                  </a:cubicBezTo>
                  <a:cubicBezTo>
                    <a:pt x="115" y="67"/>
                    <a:pt x="110" y="58"/>
                    <a:pt x="103" y="51"/>
                  </a:cubicBezTo>
                  <a:cubicBezTo>
                    <a:pt x="97" y="44"/>
                    <a:pt x="87" y="40"/>
                    <a:pt x="77" y="40"/>
                  </a:cubicBezTo>
                  <a:cubicBezTo>
                    <a:pt x="66" y="40"/>
                    <a:pt x="57" y="44"/>
                    <a:pt x="50" y="51"/>
                  </a:cubicBezTo>
                  <a:cubicBezTo>
                    <a:pt x="43" y="58"/>
                    <a:pt x="39" y="67"/>
                    <a:pt x="39" y="77"/>
                  </a:cubicBezTo>
                  <a:cubicBezTo>
                    <a:pt x="39" y="88"/>
                    <a:pt x="43" y="97"/>
                    <a:pt x="50" y="104"/>
                  </a:cubicBezTo>
                  <a:cubicBezTo>
                    <a:pt x="57" y="111"/>
                    <a:pt x="66" y="115"/>
                    <a:pt x="77" y="115"/>
                  </a:cubicBezTo>
                  <a:close/>
                  <a:moveTo>
                    <a:pt x="97" y="20"/>
                  </a:moveTo>
                  <a:lnTo>
                    <a:pt x="97" y="20"/>
                  </a:lnTo>
                  <a:lnTo>
                    <a:pt x="103" y="22"/>
                  </a:lnTo>
                  <a:lnTo>
                    <a:pt x="103" y="22"/>
                  </a:lnTo>
                  <a:lnTo>
                    <a:pt x="103" y="22"/>
                  </a:lnTo>
                  <a:cubicBezTo>
                    <a:pt x="104" y="22"/>
                    <a:pt x="104" y="22"/>
                    <a:pt x="104" y="22"/>
                  </a:cubicBezTo>
                  <a:cubicBezTo>
                    <a:pt x="105" y="22"/>
                    <a:pt x="105" y="22"/>
                    <a:pt x="105" y="22"/>
                  </a:cubicBezTo>
                  <a:lnTo>
                    <a:pt x="118" y="15"/>
                  </a:lnTo>
                  <a:cubicBezTo>
                    <a:pt x="119" y="15"/>
                    <a:pt x="120" y="15"/>
                    <a:pt x="121" y="15"/>
                  </a:cubicBezTo>
                  <a:cubicBezTo>
                    <a:pt x="123" y="15"/>
                    <a:pt x="124" y="16"/>
                    <a:pt x="125" y="17"/>
                  </a:cubicBezTo>
                  <a:lnTo>
                    <a:pt x="125" y="17"/>
                  </a:lnTo>
                  <a:lnTo>
                    <a:pt x="125" y="17"/>
                  </a:lnTo>
                  <a:lnTo>
                    <a:pt x="138" y="29"/>
                  </a:lnTo>
                  <a:cubicBezTo>
                    <a:pt x="138" y="30"/>
                    <a:pt x="139" y="32"/>
                    <a:pt x="139" y="33"/>
                  </a:cubicBezTo>
                  <a:cubicBezTo>
                    <a:pt x="139" y="34"/>
                    <a:pt x="139" y="35"/>
                    <a:pt x="139" y="36"/>
                  </a:cubicBezTo>
                  <a:lnTo>
                    <a:pt x="132" y="49"/>
                  </a:lnTo>
                  <a:cubicBezTo>
                    <a:pt x="132" y="49"/>
                    <a:pt x="132" y="50"/>
                    <a:pt x="132" y="50"/>
                  </a:cubicBezTo>
                  <a:cubicBezTo>
                    <a:pt x="132" y="50"/>
                    <a:pt x="132" y="51"/>
                    <a:pt x="132" y="51"/>
                  </a:cubicBezTo>
                  <a:lnTo>
                    <a:pt x="135" y="57"/>
                  </a:lnTo>
                  <a:cubicBezTo>
                    <a:pt x="135" y="57"/>
                    <a:pt x="135" y="58"/>
                    <a:pt x="135" y="58"/>
                  </a:cubicBezTo>
                  <a:cubicBezTo>
                    <a:pt x="136" y="58"/>
                    <a:pt x="136" y="58"/>
                    <a:pt x="136" y="58"/>
                  </a:cubicBezTo>
                  <a:lnTo>
                    <a:pt x="149" y="63"/>
                  </a:lnTo>
                  <a:cubicBezTo>
                    <a:pt x="151" y="63"/>
                    <a:pt x="152" y="64"/>
                    <a:pt x="153" y="65"/>
                  </a:cubicBezTo>
                  <a:lnTo>
                    <a:pt x="153" y="65"/>
                  </a:lnTo>
                  <a:cubicBezTo>
                    <a:pt x="153" y="66"/>
                    <a:pt x="154" y="67"/>
                    <a:pt x="154" y="68"/>
                  </a:cubicBezTo>
                  <a:lnTo>
                    <a:pt x="154" y="87"/>
                  </a:lnTo>
                  <a:cubicBezTo>
                    <a:pt x="154" y="88"/>
                    <a:pt x="153" y="89"/>
                    <a:pt x="153" y="90"/>
                  </a:cubicBezTo>
                  <a:lnTo>
                    <a:pt x="153" y="90"/>
                  </a:lnTo>
                  <a:lnTo>
                    <a:pt x="153" y="90"/>
                  </a:lnTo>
                  <a:cubicBezTo>
                    <a:pt x="152" y="91"/>
                    <a:pt x="151" y="92"/>
                    <a:pt x="149" y="92"/>
                  </a:cubicBezTo>
                  <a:lnTo>
                    <a:pt x="136" y="96"/>
                  </a:lnTo>
                  <a:cubicBezTo>
                    <a:pt x="136" y="97"/>
                    <a:pt x="136" y="97"/>
                    <a:pt x="135" y="97"/>
                  </a:cubicBezTo>
                  <a:cubicBezTo>
                    <a:pt x="135" y="97"/>
                    <a:pt x="135" y="98"/>
                    <a:pt x="135" y="98"/>
                  </a:cubicBezTo>
                  <a:lnTo>
                    <a:pt x="135" y="98"/>
                  </a:lnTo>
                  <a:lnTo>
                    <a:pt x="132" y="104"/>
                  </a:lnTo>
                  <a:cubicBezTo>
                    <a:pt x="132" y="104"/>
                    <a:pt x="132" y="105"/>
                    <a:pt x="132" y="105"/>
                  </a:cubicBezTo>
                  <a:cubicBezTo>
                    <a:pt x="132" y="105"/>
                    <a:pt x="132" y="106"/>
                    <a:pt x="132" y="106"/>
                  </a:cubicBezTo>
                  <a:lnTo>
                    <a:pt x="139" y="118"/>
                  </a:lnTo>
                  <a:cubicBezTo>
                    <a:pt x="139" y="120"/>
                    <a:pt x="139" y="121"/>
                    <a:pt x="139" y="122"/>
                  </a:cubicBezTo>
                  <a:cubicBezTo>
                    <a:pt x="139" y="123"/>
                    <a:pt x="138" y="124"/>
                    <a:pt x="138" y="125"/>
                  </a:cubicBezTo>
                  <a:lnTo>
                    <a:pt x="125" y="138"/>
                  </a:lnTo>
                  <a:cubicBezTo>
                    <a:pt x="124" y="139"/>
                    <a:pt x="123" y="140"/>
                    <a:pt x="121" y="140"/>
                  </a:cubicBezTo>
                  <a:cubicBezTo>
                    <a:pt x="120" y="140"/>
                    <a:pt x="119" y="140"/>
                    <a:pt x="118" y="139"/>
                  </a:cubicBezTo>
                  <a:lnTo>
                    <a:pt x="105" y="133"/>
                  </a:lnTo>
                  <a:cubicBezTo>
                    <a:pt x="105" y="133"/>
                    <a:pt x="105" y="133"/>
                    <a:pt x="104" y="133"/>
                  </a:cubicBezTo>
                  <a:cubicBezTo>
                    <a:pt x="104" y="133"/>
                    <a:pt x="104" y="133"/>
                    <a:pt x="103" y="133"/>
                  </a:cubicBezTo>
                  <a:lnTo>
                    <a:pt x="97" y="135"/>
                  </a:lnTo>
                  <a:cubicBezTo>
                    <a:pt x="97" y="136"/>
                    <a:pt x="97" y="136"/>
                    <a:pt x="96" y="136"/>
                  </a:cubicBezTo>
                  <a:cubicBezTo>
                    <a:pt x="96" y="136"/>
                    <a:pt x="96" y="137"/>
                    <a:pt x="96" y="137"/>
                  </a:cubicBezTo>
                  <a:lnTo>
                    <a:pt x="92" y="150"/>
                  </a:lnTo>
                  <a:lnTo>
                    <a:pt x="92" y="150"/>
                  </a:lnTo>
                  <a:cubicBezTo>
                    <a:pt x="91" y="151"/>
                    <a:pt x="90" y="152"/>
                    <a:pt x="89" y="153"/>
                  </a:cubicBezTo>
                  <a:cubicBezTo>
                    <a:pt x="88" y="154"/>
                    <a:pt x="87" y="154"/>
                    <a:pt x="86" y="154"/>
                  </a:cubicBezTo>
                  <a:lnTo>
                    <a:pt x="68" y="154"/>
                  </a:lnTo>
                  <a:cubicBezTo>
                    <a:pt x="66" y="154"/>
                    <a:pt x="65" y="154"/>
                    <a:pt x="64" y="153"/>
                  </a:cubicBezTo>
                  <a:cubicBezTo>
                    <a:pt x="63" y="152"/>
                    <a:pt x="62" y="151"/>
                    <a:pt x="62" y="150"/>
                  </a:cubicBezTo>
                  <a:lnTo>
                    <a:pt x="62" y="150"/>
                  </a:lnTo>
                  <a:lnTo>
                    <a:pt x="58" y="137"/>
                  </a:lnTo>
                  <a:cubicBezTo>
                    <a:pt x="58" y="137"/>
                    <a:pt x="57" y="136"/>
                    <a:pt x="57" y="136"/>
                  </a:cubicBezTo>
                  <a:cubicBezTo>
                    <a:pt x="57" y="136"/>
                    <a:pt x="57" y="136"/>
                    <a:pt x="56" y="135"/>
                  </a:cubicBezTo>
                  <a:lnTo>
                    <a:pt x="56" y="135"/>
                  </a:lnTo>
                  <a:lnTo>
                    <a:pt x="50" y="133"/>
                  </a:lnTo>
                  <a:cubicBezTo>
                    <a:pt x="50" y="133"/>
                    <a:pt x="50" y="133"/>
                    <a:pt x="49" y="133"/>
                  </a:cubicBezTo>
                  <a:cubicBezTo>
                    <a:pt x="49" y="133"/>
                    <a:pt x="48" y="133"/>
                    <a:pt x="48" y="133"/>
                  </a:cubicBezTo>
                  <a:lnTo>
                    <a:pt x="36" y="139"/>
                  </a:lnTo>
                  <a:cubicBezTo>
                    <a:pt x="35" y="140"/>
                    <a:pt x="33" y="140"/>
                    <a:pt x="32" y="140"/>
                  </a:cubicBezTo>
                  <a:cubicBezTo>
                    <a:pt x="31" y="140"/>
                    <a:pt x="30" y="139"/>
                    <a:pt x="29" y="138"/>
                  </a:cubicBezTo>
                  <a:lnTo>
                    <a:pt x="16" y="125"/>
                  </a:lnTo>
                  <a:lnTo>
                    <a:pt x="16" y="125"/>
                  </a:lnTo>
                  <a:cubicBezTo>
                    <a:pt x="15" y="124"/>
                    <a:pt x="14" y="123"/>
                    <a:pt x="14" y="122"/>
                  </a:cubicBezTo>
                  <a:cubicBezTo>
                    <a:pt x="14" y="121"/>
                    <a:pt x="14" y="120"/>
                    <a:pt x="15" y="118"/>
                  </a:cubicBezTo>
                  <a:lnTo>
                    <a:pt x="21" y="106"/>
                  </a:lnTo>
                  <a:cubicBezTo>
                    <a:pt x="21" y="106"/>
                    <a:pt x="21" y="105"/>
                    <a:pt x="21" y="105"/>
                  </a:cubicBezTo>
                  <a:cubicBezTo>
                    <a:pt x="21" y="105"/>
                    <a:pt x="21" y="104"/>
                    <a:pt x="21" y="104"/>
                  </a:cubicBezTo>
                  <a:lnTo>
                    <a:pt x="19" y="98"/>
                  </a:lnTo>
                  <a:cubicBezTo>
                    <a:pt x="19" y="98"/>
                    <a:pt x="18" y="97"/>
                    <a:pt x="18" y="97"/>
                  </a:cubicBezTo>
                  <a:cubicBezTo>
                    <a:pt x="18" y="97"/>
                    <a:pt x="18" y="97"/>
                    <a:pt x="17" y="96"/>
                  </a:cubicBezTo>
                  <a:lnTo>
                    <a:pt x="4" y="92"/>
                  </a:lnTo>
                  <a:cubicBezTo>
                    <a:pt x="3" y="92"/>
                    <a:pt x="2" y="91"/>
                    <a:pt x="1" y="90"/>
                  </a:cubicBezTo>
                  <a:lnTo>
                    <a:pt x="1" y="90"/>
                  </a:lnTo>
                  <a:cubicBezTo>
                    <a:pt x="0" y="89"/>
                    <a:pt x="0" y="88"/>
                    <a:pt x="0" y="87"/>
                  </a:cubicBezTo>
                  <a:lnTo>
                    <a:pt x="0" y="68"/>
                  </a:lnTo>
                  <a:cubicBezTo>
                    <a:pt x="0" y="67"/>
                    <a:pt x="0" y="66"/>
                    <a:pt x="1" y="65"/>
                  </a:cubicBezTo>
                  <a:lnTo>
                    <a:pt x="1" y="65"/>
                  </a:lnTo>
                  <a:lnTo>
                    <a:pt x="1" y="65"/>
                  </a:lnTo>
                  <a:cubicBezTo>
                    <a:pt x="2" y="64"/>
                    <a:pt x="3" y="63"/>
                    <a:pt x="4" y="63"/>
                  </a:cubicBezTo>
                  <a:lnTo>
                    <a:pt x="17" y="58"/>
                  </a:lnTo>
                  <a:lnTo>
                    <a:pt x="17" y="58"/>
                  </a:lnTo>
                  <a:cubicBezTo>
                    <a:pt x="18" y="58"/>
                    <a:pt x="18" y="58"/>
                    <a:pt x="18" y="58"/>
                  </a:cubicBezTo>
                  <a:cubicBezTo>
                    <a:pt x="18" y="58"/>
                    <a:pt x="19" y="57"/>
                    <a:pt x="19" y="57"/>
                  </a:cubicBezTo>
                  <a:lnTo>
                    <a:pt x="21" y="51"/>
                  </a:lnTo>
                  <a:cubicBezTo>
                    <a:pt x="21" y="51"/>
                    <a:pt x="21" y="50"/>
                    <a:pt x="21" y="50"/>
                  </a:cubicBezTo>
                  <a:cubicBezTo>
                    <a:pt x="21" y="50"/>
                    <a:pt x="21" y="49"/>
                    <a:pt x="21" y="49"/>
                  </a:cubicBezTo>
                  <a:lnTo>
                    <a:pt x="15" y="36"/>
                  </a:lnTo>
                  <a:cubicBezTo>
                    <a:pt x="14" y="35"/>
                    <a:pt x="14" y="34"/>
                    <a:pt x="14" y="33"/>
                  </a:cubicBezTo>
                  <a:cubicBezTo>
                    <a:pt x="14" y="32"/>
                    <a:pt x="15" y="30"/>
                    <a:pt x="16" y="29"/>
                  </a:cubicBezTo>
                  <a:lnTo>
                    <a:pt x="16" y="29"/>
                  </a:lnTo>
                  <a:lnTo>
                    <a:pt x="29" y="17"/>
                  </a:lnTo>
                  <a:cubicBezTo>
                    <a:pt x="30" y="16"/>
                    <a:pt x="31" y="15"/>
                    <a:pt x="32" y="15"/>
                  </a:cubicBezTo>
                  <a:cubicBezTo>
                    <a:pt x="33" y="15"/>
                    <a:pt x="35" y="15"/>
                    <a:pt x="36" y="15"/>
                  </a:cubicBezTo>
                  <a:lnTo>
                    <a:pt x="48" y="22"/>
                  </a:lnTo>
                  <a:cubicBezTo>
                    <a:pt x="48" y="22"/>
                    <a:pt x="49" y="22"/>
                    <a:pt x="49" y="22"/>
                  </a:cubicBezTo>
                  <a:cubicBezTo>
                    <a:pt x="50" y="22"/>
                    <a:pt x="50" y="22"/>
                    <a:pt x="50" y="22"/>
                  </a:cubicBezTo>
                  <a:lnTo>
                    <a:pt x="50" y="22"/>
                  </a:lnTo>
                  <a:lnTo>
                    <a:pt x="56" y="19"/>
                  </a:lnTo>
                  <a:lnTo>
                    <a:pt x="56" y="19"/>
                  </a:lnTo>
                  <a:cubicBezTo>
                    <a:pt x="57" y="19"/>
                    <a:pt x="57" y="19"/>
                    <a:pt x="57" y="19"/>
                  </a:cubicBezTo>
                  <a:cubicBezTo>
                    <a:pt x="57" y="19"/>
                    <a:pt x="58" y="18"/>
                    <a:pt x="58" y="18"/>
                  </a:cubicBezTo>
                  <a:lnTo>
                    <a:pt x="58" y="18"/>
                  </a:lnTo>
                  <a:lnTo>
                    <a:pt x="62" y="5"/>
                  </a:lnTo>
                  <a:lnTo>
                    <a:pt x="62" y="5"/>
                  </a:lnTo>
                  <a:cubicBezTo>
                    <a:pt x="62" y="3"/>
                    <a:pt x="63" y="2"/>
                    <a:pt x="64" y="2"/>
                  </a:cubicBezTo>
                  <a:cubicBezTo>
                    <a:pt x="65" y="1"/>
                    <a:pt x="66" y="0"/>
                    <a:pt x="68" y="0"/>
                  </a:cubicBezTo>
                  <a:lnTo>
                    <a:pt x="86" y="0"/>
                  </a:lnTo>
                  <a:cubicBezTo>
                    <a:pt x="87" y="0"/>
                    <a:pt x="88" y="1"/>
                    <a:pt x="89" y="2"/>
                  </a:cubicBezTo>
                  <a:cubicBezTo>
                    <a:pt x="90" y="2"/>
                    <a:pt x="91" y="3"/>
                    <a:pt x="92" y="5"/>
                  </a:cubicBezTo>
                  <a:lnTo>
                    <a:pt x="92" y="5"/>
                  </a:lnTo>
                  <a:lnTo>
                    <a:pt x="96" y="18"/>
                  </a:ln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7" y="19"/>
                    <a:pt x="97" y="19"/>
                  </a:cubicBezTo>
                  <a:lnTo>
                    <a:pt x="97" y="20"/>
                  </a:lnTo>
                  <a:close/>
                </a:path>
              </a:pathLst>
            </a:custGeom>
            <a:solidFill>
              <a:srgbClr val="07792B"/>
            </a:solidFill>
            <a:ln w="3175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102" name="Freeform 17">
              <a:extLst>
                <a:ext uri="{FF2B5EF4-FFF2-40B4-BE49-F238E27FC236}">
                  <a16:creationId xmlns:a16="http://schemas.microsoft.com/office/drawing/2014/main" id="{1CE24198-7ECA-4CD0-8E8E-3C00994B6A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1732" y="2065049"/>
              <a:ext cx="456254" cy="449537"/>
            </a:xfrm>
            <a:custGeom>
              <a:avLst/>
              <a:gdLst>
                <a:gd name="T0" fmla="*/ 92 w 130"/>
                <a:gd name="T1" fmla="*/ 61 h 129"/>
                <a:gd name="T2" fmla="*/ 112 w 130"/>
                <a:gd name="T3" fmla="*/ 35 h 129"/>
                <a:gd name="T4" fmla="*/ 101 w 130"/>
                <a:gd name="T5" fmla="*/ 19 h 129"/>
                <a:gd name="T6" fmla="*/ 82 w 130"/>
                <a:gd name="T7" fmla="*/ 23 h 129"/>
                <a:gd name="T8" fmla="*/ 54 w 130"/>
                <a:gd name="T9" fmla="*/ 58 h 129"/>
                <a:gd name="T10" fmla="*/ 60 w 130"/>
                <a:gd name="T11" fmla="*/ 70 h 129"/>
                <a:gd name="T12" fmla="*/ 68 w 130"/>
                <a:gd name="T13" fmla="*/ 81 h 129"/>
                <a:gd name="T14" fmla="*/ 49 w 130"/>
                <a:gd name="T15" fmla="*/ 80 h 129"/>
                <a:gd name="T16" fmla="*/ 40 w 130"/>
                <a:gd name="T17" fmla="*/ 63 h 129"/>
                <a:gd name="T18" fmla="*/ 49 w 130"/>
                <a:gd name="T19" fmla="*/ 35 h 129"/>
                <a:gd name="T20" fmla="*/ 94 w 130"/>
                <a:gd name="T21" fmla="*/ 3 h 129"/>
                <a:gd name="T22" fmla="*/ 126 w 130"/>
                <a:gd name="T23" fmla="*/ 35 h 129"/>
                <a:gd name="T24" fmla="*/ 117 w 130"/>
                <a:gd name="T25" fmla="*/ 58 h 129"/>
                <a:gd name="T26" fmla="*/ 93 w 130"/>
                <a:gd name="T27" fmla="*/ 76 h 129"/>
                <a:gd name="T28" fmla="*/ 93 w 130"/>
                <a:gd name="T29" fmla="*/ 76 h 129"/>
                <a:gd name="T30" fmla="*/ 41 w 130"/>
                <a:gd name="T31" fmla="*/ 40 h 129"/>
                <a:gd name="T32" fmla="*/ 70 w 130"/>
                <a:gd name="T33" fmla="*/ 10 h 129"/>
                <a:gd name="T34" fmla="*/ 108 w 130"/>
                <a:gd name="T35" fmla="*/ 2 h 129"/>
                <a:gd name="T36" fmla="*/ 130 w 130"/>
                <a:gd name="T37" fmla="*/ 35 h 129"/>
                <a:gd name="T38" fmla="*/ 97 w 130"/>
                <a:gd name="T39" fmla="*/ 83 h 129"/>
                <a:gd name="T40" fmla="*/ 83 w 130"/>
                <a:gd name="T41" fmla="*/ 96 h 129"/>
                <a:gd name="T42" fmla="*/ 49 w 130"/>
                <a:gd name="T43" fmla="*/ 127 h 129"/>
                <a:gd name="T44" fmla="*/ 3 w 130"/>
                <a:gd name="T45" fmla="*/ 107 h 129"/>
                <a:gd name="T46" fmla="*/ 11 w 130"/>
                <a:gd name="T47" fmla="*/ 69 h 129"/>
                <a:gd name="T48" fmla="*/ 41 w 130"/>
                <a:gd name="T49" fmla="*/ 40 h 129"/>
                <a:gd name="T50" fmla="*/ 38 w 130"/>
                <a:gd name="T51" fmla="*/ 67 h 129"/>
                <a:gd name="T52" fmla="*/ 18 w 130"/>
                <a:gd name="T53" fmla="*/ 94 h 129"/>
                <a:gd name="T54" fmla="*/ 23 w 130"/>
                <a:gd name="T55" fmla="*/ 106 h 129"/>
                <a:gd name="T56" fmla="*/ 42 w 130"/>
                <a:gd name="T57" fmla="*/ 110 h 129"/>
                <a:gd name="T58" fmla="*/ 74 w 130"/>
                <a:gd name="T59" fmla="*/ 78 h 129"/>
                <a:gd name="T60" fmla="*/ 71 w 130"/>
                <a:gd name="T61" fmla="*/ 59 h 129"/>
                <a:gd name="T62" fmla="*/ 59 w 130"/>
                <a:gd name="T63" fmla="*/ 52 h 129"/>
                <a:gd name="T64" fmla="*/ 75 w 130"/>
                <a:gd name="T65" fmla="*/ 44 h 129"/>
                <a:gd name="T66" fmla="*/ 89 w 130"/>
                <a:gd name="T67" fmla="*/ 61 h 129"/>
                <a:gd name="T68" fmla="*/ 81 w 130"/>
                <a:gd name="T69" fmla="*/ 94 h 129"/>
                <a:gd name="T70" fmla="*/ 48 w 130"/>
                <a:gd name="T71" fmla="*/ 123 h 129"/>
                <a:gd name="T72" fmla="*/ 6 w 130"/>
                <a:gd name="T73" fmla="*/ 106 h 129"/>
                <a:gd name="T74" fmla="*/ 13 w 130"/>
                <a:gd name="T75" fmla="*/ 71 h 129"/>
                <a:gd name="T76" fmla="*/ 37 w 130"/>
                <a:gd name="T77" fmla="*/ 49 h 129"/>
                <a:gd name="T78" fmla="*/ 37 w 130"/>
                <a:gd name="T79" fmla="*/ 52 h 129"/>
                <a:gd name="T80" fmla="*/ 37 w 130"/>
                <a:gd name="T81" fmla="*/ 53 h 129"/>
                <a:gd name="T82" fmla="*/ 36 w 130"/>
                <a:gd name="T83" fmla="*/ 58 h 129"/>
                <a:gd name="T84" fmla="*/ 47 w 130"/>
                <a:gd name="T85" fmla="*/ 83 h 129"/>
                <a:gd name="T86" fmla="*/ 26 w 130"/>
                <a:gd name="T87" fmla="*/ 84 h 129"/>
                <a:gd name="T88" fmla="*/ 23 w 130"/>
                <a:gd name="T89" fmla="*/ 99 h 129"/>
                <a:gd name="T90" fmla="*/ 36 w 130"/>
                <a:gd name="T91" fmla="*/ 108 h 129"/>
                <a:gd name="T92" fmla="*/ 45 w 130"/>
                <a:gd name="T93" fmla="*/ 104 h 129"/>
                <a:gd name="T94" fmla="*/ 58 w 130"/>
                <a:gd name="T95" fmla="*/ 57 h 129"/>
                <a:gd name="T96" fmla="*/ 71 w 130"/>
                <a:gd name="T97" fmla="*/ 66 h 129"/>
                <a:gd name="T98" fmla="*/ 66 w 130"/>
                <a:gd name="T99" fmla="*/ 70 h 129"/>
                <a:gd name="T100" fmla="*/ 58 w 130"/>
                <a:gd name="T101" fmla="*/ 58 h 129"/>
                <a:gd name="T102" fmla="*/ 107 w 130"/>
                <a:gd name="T103" fmla="*/ 40 h 129"/>
                <a:gd name="T104" fmla="*/ 104 w 130"/>
                <a:gd name="T105" fmla="*/ 25 h 129"/>
                <a:gd name="T106" fmla="*/ 89 w 130"/>
                <a:gd name="T107" fmla="*/ 22 h 129"/>
                <a:gd name="T108" fmla="*/ 77 w 130"/>
                <a:gd name="T109" fmla="*/ 41 h 129"/>
                <a:gd name="T110" fmla="*/ 104 w 130"/>
                <a:gd name="T111" fmla="*/ 45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30" h="129">
                  <a:moveTo>
                    <a:pt x="94" y="71"/>
                  </a:moveTo>
                  <a:lnTo>
                    <a:pt x="94" y="71"/>
                  </a:lnTo>
                  <a:cubicBezTo>
                    <a:pt x="94" y="69"/>
                    <a:pt x="94" y="67"/>
                    <a:pt x="93" y="66"/>
                  </a:cubicBezTo>
                  <a:cubicBezTo>
                    <a:pt x="93" y="64"/>
                    <a:pt x="93" y="63"/>
                    <a:pt x="92" y="61"/>
                  </a:cubicBezTo>
                  <a:lnTo>
                    <a:pt x="107" y="47"/>
                  </a:lnTo>
                  <a:lnTo>
                    <a:pt x="107" y="47"/>
                  </a:lnTo>
                  <a:cubicBezTo>
                    <a:pt x="108" y="46"/>
                    <a:pt x="110" y="44"/>
                    <a:pt x="110" y="42"/>
                  </a:cubicBezTo>
                  <a:cubicBezTo>
                    <a:pt x="111" y="39"/>
                    <a:pt x="112" y="37"/>
                    <a:pt x="112" y="35"/>
                  </a:cubicBezTo>
                  <a:cubicBezTo>
                    <a:pt x="112" y="33"/>
                    <a:pt x="111" y="30"/>
                    <a:pt x="110" y="28"/>
                  </a:cubicBezTo>
                  <a:cubicBezTo>
                    <a:pt x="110" y="26"/>
                    <a:pt x="108" y="24"/>
                    <a:pt x="107" y="23"/>
                  </a:cubicBezTo>
                  <a:lnTo>
                    <a:pt x="107" y="23"/>
                  </a:lnTo>
                  <a:cubicBezTo>
                    <a:pt x="105" y="21"/>
                    <a:pt x="103" y="20"/>
                    <a:pt x="101" y="19"/>
                  </a:cubicBezTo>
                  <a:cubicBezTo>
                    <a:pt x="99" y="18"/>
                    <a:pt x="97" y="18"/>
                    <a:pt x="94" y="18"/>
                  </a:cubicBezTo>
                  <a:cubicBezTo>
                    <a:pt x="92" y="18"/>
                    <a:pt x="90" y="18"/>
                    <a:pt x="88" y="19"/>
                  </a:cubicBezTo>
                  <a:lnTo>
                    <a:pt x="88" y="19"/>
                  </a:lnTo>
                  <a:cubicBezTo>
                    <a:pt x="86" y="20"/>
                    <a:pt x="84" y="21"/>
                    <a:pt x="82" y="23"/>
                  </a:cubicBezTo>
                  <a:lnTo>
                    <a:pt x="59" y="46"/>
                  </a:lnTo>
                  <a:cubicBezTo>
                    <a:pt x="58" y="47"/>
                    <a:pt x="57" y="49"/>
                    <a:pt x="56" y="51"/>
                  </a:cubicBezTo>
                  <a:lnTo>
                    <a:pt x="56" y="51"/>
                  </a:lnTo>
                  <a:cubicBezTo>
                    <a:pt x="55" y="53"/>
                    <a:pt x="54" y="56"/>
                    <a:pt x="54" y="58"/>
                  </a:cubicBezTo>
                  <a:cubicBezTo>
                    <a:pt x="54" y="60"/>
                    <a:pt x="55" y="62"/>
                    <a:pt x="56" y="64"/>
                  </a:cubicBezTo>
                  <a:cubicBezTo>
                    <a:pt x="57" y="66"/>
                    <a:pt x="58" y="68"/>
                    <a:pt x="59" y="70"/>
                  </a:cubicBezTo>
                  <a:lnTo>
                    <a:pt x="59" y="70"/>
                  </a:lnTo>
                  <a:lnTo>
                    <a:pt x="60" y="70"/>
                  </a:lnTo>
                  <a:cubicBezTo>
                    <a:pt x="61" y="72"/>
                    <a:pt x="63" y="73"/>
                    <a:pt x="65" y="74"/>
                  </a:cubicBezTo>
                  <a:cubicBezTo>
                    <a:pt x="67" y="75"/>
                    <a:pt x="69" y="75"/>
                    <a:pt x="72" y="75"/>
                  </a:cubicBezTo>
                  <a:cubicBezTo>
                    <a:pt x="71" y="76"/>
                    <a:pt x="71" y="77"/>
                    <a:pt x="71" y="77"/>
                  </a:cubicBezTo>
                  <a:cubicBezTo>
                    <a:pt x="70" y="79"/>
                    <a:pt x="69" y="80"/>
                    <a:pt x="68" y="81"/>
                  </a:cubicBezTo>
                  <a:lnTo>
                    <a:pt x="68" y="81"/>
                  </a:lnTo>
                  <a:lnTo>
                    <a:pt x="61" y="88"/>
                  </a:lnTo>
                  <a:cubicBezTo>
                    <a:pt x="59" y="87"/>
                    <a:pt x="57" y="86"/>
                    <a:pt x="55" y="85"/>
                  </a:cubicBezTo>
                  <a:cubicBezTo>
                    <a:pt x="53" y="84"/>
                    <a:pt x="51" y="82"/>
                    <a:pt x="49" y="80"/>
                  </a:cubicBezTo>
                  <a:cubicBezTo>
                    <a:pt x="46" y="77"/>
                    <a:pt x="44" y="74"/>
                    <a:pt x="42" y="70"/>
                  </a:cubicBezTo>
                  <a:cubicBezTo>
                    <a:pt x="42" y="69"/>
                    <a:pt x="42" y="68"/>
                    <a:pt x="41" y="67"/>
                  </a:cubicBezTo>
                  <a:lnTo>
                    <a:pt x="41" y="67"/>
                  </a:lnTo>
                  <a:cubicBezTo>
                    <a:pt x="41" y="66"/>
                    <a:pt x="40" y="64"/>
                    <a:pt x="40" y="63"/>
                  </a:cubicBezTo>
                  <a:cubicBezTo>
                    <a:pt x="40" y="61"/>
                    <a:pt x="40" y="59"/>
                    <a:pt x="40" y="58"/>
                  </a:cubicBezTo>
                  <a:cubicBezTo>
                    <a:pt x="40" y="54"/>
                    <a:pt x="41" y="49"/>
                    <a:pt x="42" y="45"/>
                  </a:cubicBezTo>
                  <a:cubicBezTo>
                    <a:pt x="44" y="42"/>
                    <a:pt x="46" y="38"/>
                    <a:pt x="49" y="35"/>
                  </a:cubicBezTo>
                  <a:lnTo>
                    <a:pt x="49" y="35"/>
                  </a:lnTo>
                  <a:lnTo>
                    <a:pt x="72" y="12"/>
                  </a:lnTo>
                  <a:lnTo>
                    <a:pt x="72" y="12"/>
                  </a:lnTo>
                  <a:cubicBezTo>
                    <a:pt x="75" y="9"/>
                    <a:pt x="78" y="7"/>
                    <a:pt x="82" y="5"/>
                  </a:cubicBezTo>
                  <a:cubicBezTo>
                    <a:pt x="86" y="4"/>
                    <a:pt x="90" y="3"/>
                    <a:pt x="94" y="3"/>
                  </a:cubicBezTo>
                  <a:cubicBezTo>
                    <a:pt x="99" y="3"/>
                    <a:pt x="103" y="4"/>
                    <a:pt x="107" y="5"/>
                  </a:cubicBezTo>
                  <a:cubicBezTo>
                    <a:pt x="110" y="7"/>
                    <a:pt x="114" y="9"/>
                    <a:pt x="117" y="12"/>
                  </a:cubicBezTo>
                  <a:cubicBezTo>
                    <a:pt x="120" y="15"/>
                    <a:pt x="122" y="19"/>
                    <a:pt x="124" y="23"/>
                  </a:cubicBezTo>
                  <a:cubicBezTo>
                    <a:pt x="126" y="27"/>
                    <a:pt x="126" y="31"/>
                    <a:pt x="126" y="35"/>
                  </a:cubicBezTo>
                  <a:lnTo>
                    <a:pt x="126" y="35"/>
                  </a:lnTo>
                  <a:cubicBezTo>
                    <a:pt x="126" y="39"/>
                    <a:pt x="126" y="43"/>
                    <a:pt x="124" y="47"/>
                  </a:cubicBezTo>
                  <a:cubicBezTo>
                    <a:pt x="122" y="51"/>
                    <a:pt x="120" y="55"/>
                    <a:pt x="117" y="58"/>
                  </a:cubicBezTo>
                  <a:lnTo>
                    <a:pt x="117" y="58"/>
                  </a:lnTo>
                  <a:lnTo>
                    <a:pt x="94" y="80"/>
                  </a:lnTo>
                  <a:cubicBezTo>
                    <a:pt x="94" y="81"/>
                    <a:pt x="93" y="82"/>
                    <a:pt x="92" y="83"/>
                  </a:cubicBezTo>
                  <a:cubicBezTo>
                    <a:pt x="92" y="82"/>
                    <a:pt x="92" y="81"/>
                    <a:pt x="93" y="80"/>
                  </a:cubicBezTo>
                  <a:cubicBezTo>
                    <a:pt x="93" y="79"/>
                    <a:pt x="93" y="78"/>
                    <a:pt x="93" y="76"/>
                  </a:cubicBez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93" y="76"/>
                  </a:lnTo>
                  <a:cubicBezTo>
                    <a:pt x="94" y="74"/>
                    <a:pt x="94" y="73"/>
                    <a:pt x="94" y="71"/>
                  </a:cubicBezTo>
                  <a:close/>
                  <a:moveTo>
                    <a:pt x="41" y="40"/>
                  </a:moveTo>
                  <a:lnTo>
                    <a:pt x="41" y="40"/>
                  </a:lnTo>
                  <a:cubicBezTo>
                    <a:pt x="42" y="38"/>
                    <a:pt x="44" y="35"/>
                    <a:pt x="47" y="33"/>
                  </a:cubicBezTo>
                  <a:lnTo>
                    <a:pt x="69" y="10"/>
                  </a:lnTo>
                  <a:lnTo>
                    <a:pt x="70" y="10"/>
                  </a:lnTo>
                  <a:cubicBezTo>
                    <a:pt x="73" y="7"/>
                    <a:pt x="77" y="4"/>
                    <a:pt x="81" y="2"/>
                  </a:cubicBezTo>
                  <a:cubicBezTo>
                    <a:pt x="85" y="0"/>
                    <a:pt x="90" y="0"/>
                    <a:pt x="94" y="0"/>
                  </a:cubicBezTo>
                  <a:lnTo>
                    <a:pt x="94" y="0"/>
                  </a:lnTo>
                  <a:cubicBezTo>
                    <a:pt x="99" y="0"/>
                    <a:pt x="104" y="0"/>
                    <a:pt x="108" y="2"/>
                  </a:cubicBezTo>
                  <a:cubicBezTo>
                    <a:pt x="112" y="4"/>
                    <a:pt x="116" y="7"/>
                    <a:pt x="120" y="10"/>
                  </a:cubicBezTo>
                  <a:cubicBezTo>
                    <a:pt x="123" y="13"/>
                    <a:pt x="125" y="17"/>
                    <a:pt x="127" y="21"/>
                  </a:cubicBezTo>
                  <a:cubicBezTo>
                    <a:pt x="129" y="26"/>
                    <a:pt x="130" y="30"/>
                    <a:pt x="130" y="35"/>
                  </a:cubicBezTo>
                  <a:lnTo>
                    <a:pt x="130" y="35"/>
                  </a:lnTo>
                  <a:cubicBezTo>
                    <a:pt x="130" y="40"/>
                    <a:pt x="129" y="44"/>
                    <a:pt x="127" y="49"/>
                  </a:cubicBezTo>
                  <a:cubicBezTo>
                    <a:pt x="125" y="53"/>
                    <a:pt x="123" y="57"/>
                    <a:pt x="120" y="60"/>
                  </a:cubicBezTo>
                  <a:lnTo>
                    <a:pt x="119" y="60"/>
                  </a:lnTo>
                  <a:lnTo>
                    <a:pt x="97" y="83"/>
                  </a:lnTo>
                  <a:cubicBezTo>
                    <a:pt x="96" y="84"/>
                    <a:pt x="94" y="85"/>
                    <a:pt x="93" y="86"/>
                  </a:cubicBezTo>
                  <a:cubicBezTo>
                    <a:pt x="92" y="87"/>
                    <a:pt x="90" y="88"/>
                    <a:pt x="89" y="89"/>
                  </a:cubicBezTo>
                  <a:cubicBezTo>
                    <a:pt x="88" y="91"/>
                    <a:pt x="86" y="94"/>
                    <a:pt x="83" y="96"/>
                  </a:cubicBezTo>
                  <a:lnTo>
                    <a:pt x="83" y="96"/>
                  </a:lnTo>
                  <a:lnTo>
                    <a:pt x="83" y="96"/>
                  </a:lnTo>
                  <a:lnTo>
                    <a:pt x="61" y="119"/>
                  </a:lnTo>
                  <a:lnTo>
                    <a:pt x="61" y="119"/>
                  </a:lnTo>
                  <a:cubicBezTo>
                    <a:pt x="57" y="122"/>
                    <a:pt x="53" y="125"/>
                    <a:pt x="49" y="127"/>
                  </a:cubicBezTo>
                  <a:cubicBezTo>
                    <a:pt x="45" y="128"/>
                    <a:pt x="40" y="129"/>
                    <a:pt x="36" y="129"/>
                  </a:cubicBezTo>
                  <a:cubicBezTo>
                    <a:pt x="31" y="129"/>
                    <a:pt x="26" y="128"/>
                    <a:pt x="22" y="127"/>
                  </a:cubicBezTo>
                  <a:cubicBezTo>
                    <a:pt x="18" y="125"/>
                    <a:pt x="14" y="122"/>
                    <a:pt x="11" y="119"/>
                  </a:cubicBezTo>
                  <a:cubicBezTo>
                    <a:pt x="7" y="116"/>
                    <a:pt x="5" y="112"/>
                    <a:pt x="3" y="107"/>
                  </a:cubicBezTo>
                  <a:cubicBezTo>
                    <a:pt x="1" y="103"/>
                    <a:pt x="0" y="98"/>
                    <a:pt x="0" y="94"/>
                  </a:cubicBezTo>
                  <a:lnTo>
                    <a:pt x="0" y="94"/>
                  </a:lnTo>
                  <a:cubicBezTo>
                    <a:pt x="0" y="89"/>
                    <a:pt x="1" y="85"/>
                    <a:pt x="3" y="80"/>
                  </a:cubicBezTo>
                  <a:cubicBezTo>
                    <a:pt x="5" y="76"/>
                    <a:pt x="7" y="72"/>
                    <a:pt x="11" y="69"/>
                  </a:cubicBezTo>
                  <a:lnTo>
                    <a:pt x="11" y="69"/>
                  </a:lnTo>
                  <a:lnTo>
                    <a:pt x="33" y="46"/>
                  </a:lnTo>
                  <a:cubicBezTo>
                    <a:pt x="35" y="45"/>
                    <a:pt x="36" y="44"/>
                    <a:pt x="37" y="43"/>
                  </a:cubicBezTo>
                  <a:cubicBezTo>
                    <a:pt x="38" y="42"/>
                    <a:pt x="40" y="41"/>
                    <a:pt x="41" y="40"/>
                  </a:cubicBezTo>
                  <a:close/>
                  <a:moveTo>
                    <a:pt x="36" y="58"/>
                  </a:moveTo>
                  <a:lnTo>
                    <a:pt x="36" y="58"/>
                  </a:lnTo>
                  <a:cubicBezTo>
                    <a:pt x="36" y="60"/>
                    <a:pt x="36" y="61"/>
                    <a:pt x="37" y="63"/>
                  </a:cubicBezTo>
                  <a:cubicBezTo>
                    <a:pt x="37" y="65"/>
                    <a:pt x="37" y="66"/>
                    <a:pt x="38" y="67"/>
                  </a:cubicBezTo>
                  <a:lnTo>
                    <a:pt x="23" y="82"/>
                  </a:lnTo>
                  <a:lnTo>
                    <a:pt x="23" y="82"/>
                  </a:lnTo>
                  <a:cubicBezTo>
                    <a:pt x="22" y="83"/>
                    <a:pt x="21" y="85"/>
                    <a:pt x="20" y="87"/>
                  </a:cubicBezTo>
                  <a:cubicBezTo>
                    <a:pt x="19" y="89"/>
                    <a:pt x="18" y="92"/>
                    <a:pt x="18" y="94"/>
                  </a:cubicBezTo>
                  <a:lnTo>
                    <a:pt x="18" y="94"/>
                  </a:lnTo>
                  <a:cubicBezTo>
                    <a:pt x="18" y="96"/>
                    <a:pt x="19" y="98"/>
                    <a:pt x="20" y="101"/>
                  </a:cubicBezTo>
                  <a:cubicBezTo>
                    <a:pt x="21" y="103"/>
                    <a:pt x="22" y="104"/>
                    <a:pt x="23" y="106"/>
                  </a:cubicBezTo>
                  <a:lnTo>
                    <a:pt x="23" y="106"/>
                  </a:lnTo>
                  <a:cubicBezTo>
                    <a:pt x="25" y="108"/>
                    <a:pt x="27" y="109"/>
                    <a:pt x="29" y="110"/>
                  </a:cubicBezTo>
                  <a:cubicBezTo>
                    <a:pt x="31" y="111"/>
                    <a:pt x="33" y="111"/>
                    <a:pt x="36" y="111"/>
                  </a:cubicBezTo>
                  <a:cubicBezTo>
                    <a:pt x="38" y="111"/>
                    <a:pt x="40" y="111"/>
                    <a:pt x="42" y="110"/>
                  </a:cubicBezTo>
                  <a:lnTo>
                    <a:pt x="42" y="110"/>
                  </a:lnTo>
                  <a:cubicBezTo>
                    <a:pt x="44" y="109"/>
                    <a:pt x="46" y="108"/>
                    <a:pt x="48" y="106"/>
                  </a:cubicBezTo>
                  <a:lnTo>
                    <a:pt x="71" y="83"/>
                  </a:lnTo>
                  <a:cubicBezTo>
                    <a:pt x="72" y="82"/>
                    <a:pt x="73" y="80"/>
                    <a:pt x="74" y="78"/>
                  </a:cubicBezTo>
                  <a:lnTo>
                    <a:pt x="74" y="78"/>
                  </a:lnTo>
                  <a:cubicBezTo>
                    <a:pt x="75" y="76"/>
                    <a:pt x="76" y="73"/>
                    <a:pt x="76" y="71"/>
                  </a:cubicBezTo>
                  <a:cubicBezTo>
                    <a:pt x="76" y="69"/>
                    <a:pt x="75" y="67"/>
                    <a:pt x="74" y="64"/>
                  </a:cubicBezTo>
                  <a:cubicBezTo>
                    <a:pt x="73" y="62"/>
                    <a:pt x="72" y="61"/>
                    <a:pt x="71" y="59"/>
                  </a:cubicBezTo>
                  <a:lnTo>
                    <a:pt x="71" y="59"/>
                  </a:lnTo>
                  <a:lnTo>
                    <a:pt x="71" y="59"/>
                  </a:lnTo>
                  <a:cubicBezTo>
                    <a:pt x="69" y="57"/>
                    <a:pt x="67" y="56"/>
                    <a:pt x="65" y="55"/>
                  </a:cubicBezTo>
                  <a:cubicBezTo>
                    <a:pt x="63" y="54"/>
                    <a:pt x="61" y="54"/>
                    <a:pt x="58" y="54"/>
                  </a:cubicBezTo>
                  <a:cubicBezTo>
                    <a:pt x="59" y="53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lnTo>
                    <a:pt x="62" y="48"/>
                  </a:lnTo>
                  <a:lnTo>
                    <a:pt x="69" y="41"/>
                  </a:lnTo>
                  <a:cubicBezTo>
                    <a:pt x="71" y="42"/>
                    <a:pt x="73" y="43"/>
                    <a:pt x="75" y="44"/>
                  </a:cubicBezTo>
                  <a:cubicBezTo>
                    <a:pt x="77" y="45"/>
                    <a:pt x="79" y="47"/>
                    <a:pt x="81" y="48"/>
                  </a:cubicBezTo>
                  <a:cubicBezTo>
                    <a:pt x="84" y="52"/>
                    <a:pt x="86" y="55"/>
                    <a:pt x="88" y="59"/>
                  </a:cubicBezTo>
                  <a:cubicBezTo>
                    <a:pt x="88" y="60"/>
                    <a:pt x="89" y="61"/>
                    <a:pt x="89" y="61"/>
                  </a:cubicBezTo>
                  <a:lnTo>
                    <a:pt x="89" y="61"/>
                  </a:lnTo>
                  <a:cubicBezTo>
                    <a:pt x="89" y="63"/>
                    <a:pt x="90" y="65"/>
                    <a:pt x="90" y="66"/>
                  </a:cubicBezTo>
                  <a:cubicBezTo>
                    <a:pt x="90" y="68"/>
                    <a:pt x="90" y="69"/>
                    <a:pt x="90" y="71"/>
                  </a:cubicBezTo>
                  <a:cubicBezTo>
                    <a:pt x="90" y="75"/>
                    <a:pt x="90" y="79"/>
                    <a:pt x="88" y="83"/>
                  </a:cubicBezTo>
                  <a:cubicBezTo>
                    <a:pt x="86" y="87"/>
                    <a:pt x="84" y="91"/>
                    <a:pt x="81" y="94"/>
                  </a:cubicBezTo>
                  <a:lnTo>
                    <a:pt x="81" y="94"/>
                  </a:lnTo>
                  <a:lnTo>
                    <a:pt x="58" y="116"/>
                  </a:lnTo>
                  <a:lnTo>
                    <a:pt x="58" y="117"/>
                  </a:lnTo>
                  <a:cubicBezTo>
                    <a:pt x="55" y="120"/>
                    <a:pt x="52" y="122"/>
                    <a:pt x="48" y="123"/>
                  </a:cubicBezTo>
                  <a:cubicBezTo>
                    <a:pt x="44" y="125"/>
                    <a:pt x="40" y="126"/>
                    <a:pt x="36" y="126"/>
                  </a:cubicBezTo>
                  <a:cubicBezTo>
                    <a:pt x="31" y="126"/>
                    <a:pt x="27" y="125"/>
                    <a:pt x="23" y="123"/>
                  </a:cubicBezTo>
                  <a:cubicBezTo>
                    <a:pt x="20" y="122"/>
                    <a:pt x="16" y="120"/>
                    <a:pt x="13" y="116"/>
                  </a:cubicBezTo>
                  <a:cubicBezTo>
                    <a:pt x="10" y="113"/>
                    <a:pt x="8" y="110"/>
                    <a:pt x="6" y="106"/>
                  </a:cubicBezTo>
                  <a:cubicBezTo>
                    <a:pt x="4" y="102"/>
                    <a:pt x="4" y="98"/>
                    <a:pt x="4" y="94"/>
                  </a:cubicBezTo>
                  <a:lnTo>
                    <a:pt x="4" y="94"/>
                  </a:lnTo>
                  <a:cubicBezTo>
                    <a:pt x="4" y="90"/>
                    <a:pt x="4" y="86"/>
                    <a:pt x="6" y="82"/>
                  </a:cubicBezTo>
                  <a:cubicBezTo>
                    <a:pt x="8" y="78"/>
                    <a:pt x="10" y="74"/>
                    <a:pt x="13" y="71"/>
                  </a:cubicBezTo>
                  <a:lnTo>
                    <a:pt x="13" y="71"/>
                  </a:lnTo>
                  <a:lnTo>
                    <a:pt x="36" y="48"/>
                  </a:lnTo>
                  <a:cubicBezTo>
                    <a:pt x="37" y="48"/>
                    <a:pt x="37" y="47"/>
                    <a:pt x="38" y="46"/>
                  </a:cubicBezTo>
                  <a:cubicBezTo>
                    <a:pt x="38" y="47"/>
                    <a:pt x="38" y="48"/>
                    <a:pt x="37" y="49"/>
                  </a:cubicBezTo>
                  <a:cubicBezTo>
                    <a:pt x="37" y="50"/>
                    <a:pt x="37" y="51"/>
                    <a:pt x="37" y="52"/>
                  </a:cubicBezTo>
                  <a:lnTo>
                    <a:pt x="37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37" y="53"/>
                  </a:lnTo>
                  <a:cubicBezTo>
                    <a:pt x="36" y="55"/>
                    <a:pt x="36" y="56"/>
                    <a:pt x="36" y="58"/>
                  </a:cubicBezTo>
                  <a:close/>
                  <a:moveTo>
                    <a:pt x="58" y="91"/>
                  </a:moveTo>
                  <a:lnTo>
                    <a:pt x="58" y="91"/>
                  </a:lnTo>
                  <a:cubicBezTo>
                    <a:pt x="57" y="90"/>
                    <a:pt x="55" y="89"/>
                    <a:pt x="53" y="88"/>
                  </a:cubicBezTo>
                  <a:cubicBezTo>
                    <a:pt x="51" y="87"/>
                    <a:pt x="49" y="85"/>
                    <a:pt x="47" y="83"/>
                  </a:cubicBezTo>
                  <a:cubicBezTo>
                    <a:pt x="43" y="79"/>
                    <a:pt x="41" y="76"/>
                    <a:pt x="39" y="71"/>
                  </a:cubicBezTo>
                  <a:lnTo>
                    <a:pt x="39" y="71"/>
                  </a:lnTo>
                  <a:lnTo>
                    <a:pt x="26" y="84"/>
                  </a:lnTo>
                  <a:lnTo>
                    <a:pt x="26" y="84"/>
                  </a:lnTo>
                  <a:cubicBezTo>
                    <a:pt x="25" y="85"/>
                    <a:pt x="24" y="87"/>
                    <a:pt x="23" y="89"/>
                  </a:cubicBezTo>
                  <a:cubicBezTo>
                    <a:pt x="22" y="90"/>
                    <a:pt x="22" y="92"/>
                    <a:pt x="22" y="94"/>
                  </a:cubicBezTo>
                  <a:lnTo>
                    <a:pt x="22" y="94"/>
                  </a:lnTo>
                  <a:cubicBezTo>
                    <a:pt x="22" y="96"/>
                    <a:pt x="22" y="97"/>
                    <a:pt x="23" y="99"/>
                  </a:cubicBezTo>
                  <a:cubicBezTo>
                    <a:pt x="24" y="101"/>
                    <a:pt x="25" y="102"/>
                    <a:pt x="26" y="104"/>
                  </a:cubicBezTo>
                  <a:lnTo>
                    <a:pt x="26" y="104"/>
                  </a:lnTo>
                  <a:cubicBezTo>
                    <a:pt x="27" y="105"/>
                    <a:pt x="29" y="106"/>
                    <a:pt x="30" y="107"/>
                  </a:cubicBezTo>
                  <a:cubicBezTo>
                    <a:pt x="32" y="107"/>
                    <a:pt x="34" y="108"/>
                    <a:pt x="36" y="108"/>
                  </a:cubicBezTo>
                  <a:cubicBezTo>
                    <a:pt x="37" y="108"/>
                    <a:pt x="39" y="107"/>
                    <a:pt x="41" y="107"/>
                  </a:cubicBezTo>
                  <a:lnTo>
                    <a:pt x="41" y="107"/>
                  </a:lnTo>
                  <a:lnTo>
                    <a:pt x="41" y="107"/>
                  </a:lnTo>
                  <a:cubicBezTo>
                    <a:pt x="43" y="106"/>
                    <a:pt x="44" y="105"/>
                    <a:pt x="45" y="104"/>
                  </a:cubicBezTo>
                  <a:lnTo>
                    <a:pt x="58" y="91"/>
                  </a:lnTo>
                  <a:close/>
                  <a:moveTo>
                    <a:pt x="58" y="57"/>
                  </a:moveTo>
                  <a:lnTo>
                    <a:pt x="58" y="57"/>
                  </a:lnTo>
                  <a:lnTo>
                    <a:pt x="58" y="57"/>
                  </a:lnTo>
                  <a:cubicBezTo>
                    <a:pt x="60" y="57"/>
                    <a:pt x="62" y="58"/>
                    <a:pt x="64" y="58"/>
                  </a:cubicBezTo>
                  <a:cubicBezTo>
                    <a:pt x="65" y="59"/>
                    <a:pt x="67" y="60"/>
                    <a:pt x="68" y="61"/>
                  </a:cubicBezTo>
                  <a:lnTo>
                    <a:pt x="68" y="61"/>
                  </a:lnTo>
                  <a:cubicBezTo>
                    <a:pt x="69" y="63"/>
                    <a:pt x="70" y="64"/>
                    <a:pt x="71" y="66"/>
                  </a:cubicBezTo>
                  <a:cubicBezTo>
                    <a:pt x="72" y="67"/>
                    <a:pt x="72" y="69"/>
                    <a:pt x="72" y="71"/>
                  </a:cubicBezTo>
                  <a:lnTo>
                    <a:pt x="72" y="72"/>
                  </a:lnTo>
                  <a:lnTo>
                    <a:pt x="72" y="72"/>
                  </a:lnTo>
                  <a:cubicBezTo>
                    <a:pt x="70" y="72"/>
                    <a:pt x="68" y="71"/>
                    <a:pt x="66" y="70"/>
                  </a:cubicBezTo>
                  <a:cubicBezTo>
                    <a:pt x="65" y="70"/>
                    <a:pt x="63" y="69"/>
                    <a:pt x="62" y="68"/>
                  </a:cubicBezTo>
                  <a:lnTo>
                    <a:pt x="62" y="68"/>
                  </a:lnTo>
                  <a:cubicBezTo>
                    <a:pt x="61" y="66"/>
                    <a:pt x="60" y="65"/>
                    <a:pt x="59" y="63"/>
                  </a:cubicBezTo>
                  <a:cubicBezTo>
                    <a:pt x="58" y="61"/>
                    <a:pt x="58" y="60"/>
                    <a:pt x="58" y="58"/>
                  </a:cubicBezTo>
                  <a:lnTo>
                    <a:pt x="58" y="57"/>
                  </a:lnTo>
                  <a:close/>
                  <a:moveTo>
                    <a:pt x="104" y="45"/>
                  </a:moveTo>
                  <a:lnTo>
                    <a:pt x="104" y="45"/>
                  </a:lnTo>
                  <a:cubicBezTo>
                    <a:pt x="106" y="43"/>
                    <a:pt x="107" y="42"/>
                    <a:pt x="107" y="40"/>
                  </a:cubicBezTo>
                  <a:cubicBezTo>
                    <a:pt x="108" y="39"/>
                    <a:pt x="108" y="37"/>
                    <a:pt x="108" y="35"/>
                  </a:cubicBezTo>
                  <a:lnTo>
                    <a:pt x="108" y="35"/>
                  </a:lnTo>
                  <a:cubicBezTo>
                    <a:pt x="108" y="33"/>
                    <a:pt x="108" y="31"/>
                    <a:pt x="107" y="30"/>
                  </a:cubicBezTo>
                  <a:cubicBezTo>
                    <a:pt x="107" y="28"/>
                    <a:pt x="106" y="27"/>
                    <a:pt x="104" y="25"/>
                  </a:cubicBezTo>
                  <a:lnTo>
                    <a:pt x="104" y="25"/>
                  </a:lnTo>
                  <a:cubicBezTo>
                    <a:pt x="103" y="24"/>
                    <a:pt x="101" y="23"/>
                    <a:pt x="100" y="22"/>
                  </a:cubicBezTo>
                  <a:cubicBezTo>
                    <a:pt x="98" y="22"/>
                    <a:pt x="96" y="21"/>
                    <a:pt x="94" y="21"/>
                  </a:cubicBezTo>
                  <a:cubicBezTo>
                    <a:pt x="93" y="21"/>
                    <a:pt x="91" y="22"/>
                    <a:pt x="89" y="22"/>
                  </a:cubicBezTo>
                  <a:lnTo>
                    <a:pt x="89" y="22"/>
                  </a:lnTo>
                  <a:cubicBezTo>
                    <a:pt x="88" y="23"/>
                    <a:pt x="86" y="24"/>
                    <a:pt x="85" y="25"/>
                  </a:cubicBezTo>
                  <a:lnTo>
                    <a:pt x="72" y="38"/>
                  </a:lnTo>
                  <a:cubicBezTo>
                    <a:pt x="73" y="39"/>
                    <a:pt x="75" y="40"/>
                    <a:pt x="77" y="41"/>
                  </a:cubicBezTo>
                  <a:cubicBezTo>
                    <a:pt x="79" y="42"/>
                    <a:pt x="81" y="44"/>
                    <a:pt x="83" y="46"/>
                  </a:cubicBezTo>
                  <a:cubicBezTo>
                    <a:pt x="87" y="49"/>
                    <a:pt x="89" y="53"/>
                    <a:pt x="91" y="58"/>
                  </a:cubicBezTo>
                  <a:lnTo>
                    <a:pt x="91" y="58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close/>
                </a:path>
              </a:pathLst>
            </a:custGeom>
            <a:solidFill>
              <a:srgbClr val="0070C0"/>
            </a:solidFill>
            <a:ln w="3175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40686484-088F-4893-9A42-D8121BD5F9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9347" y="2070960"/>
              <a:ext cx="502339" cy="510948"/>
            </a:xfrm>
            <a:custGeom>
              <a:avLst/>
              <a:gdLst>
                <a:gd name="T0" fmla="*/ 106 w 141"/>
                <a:gd name="T1" fmla="*/ 93 h 141"/>
                <a:gd name="T2" fmla="*/ 93 w 141"/>
                <a:gd name="T3" fmla="*/ 106 h 141"/>
                <a:gd name="T4" fmla="*/ 122 w 141"/>
                <a:gd name="T5" fmla="*/ 135 h 141"/>
                <a:gd name="T6" fmla="*/ 132 w 141"/>
                <a:gd name="T7" fmla="*/ 135 h 141"/>
                <a:gd name="T8" fmla="*/ 135 w 141"/>
                <a:gd name="T9" fmla="*/ 132 h 141"/>
                <a:gd name="T10" fmla="*/ 136 w 141"/>
                <a:gd name="T11" fmla="*/ 122 h 141"/>
                <a:gd name="T12" fmla="*/ 106 w 141"/>
                <a:gd name="T13" fmla="*/ 93 h 141"/>
                <a:gd name="T14" fmla="*/ 89 w 141"/>
                <a:gd name="T15" fmla="*/ 104 h 141"/>
                <a:gd name="T16" fmla="*/ 89 w 141"/>
                <a:gd name="T17" fmla="*/ 104 h 141"/>
                <a:gd name="T18" fmla="*/ 89 w 141"/>
                <a:gd name="T19" fmla="*/ 104 h 141"/>
                <a:gd name="T20" fmla="*/ 98 w 141"/>
                <a:gd name="T21" fmla="*/ 97 h 141"/>
                <a:gd name="T22" fmla="*/ 99 w 141"/>
                <a:gd name="T23" fmla="*/ 96 h 141"/>
                <a:gd name="T24" fmla="*/ 101 w 141"/>
                <a:gd name="T25" fmla="*/ 94 h 141"/>
                <a:gd name="T26" fmla="*/ 114 w 141"/>
                <a:gd name="T27" fmla="*/ 59 h 141"/>
                <a:gd name="T28" fmla="*/ 58 w 141"/>
                <a:gd name="T29" fmla="*/ 3 h 141"/>
                <a:gd name="T30" fmla="*/ 3 w 141"/>
                <a:gd name="T31" fmla="*/ 59 h 141"/>
                <a:gd name="T32" fmla="*/ 58 w 141"/>
                <a:gd name="T33" fmla="*/ 114 h 141"/>
                <a:gd name="T34" fmla="*/ 75 w 141"/>
                <a:gd name="T35" fmla="*/ 18 h 141"/>
                <a:gd name="T36" fmla="*/ 58 w 141"/>
                <a:gd name="T37" fmla="*/ 15 h 141"/>
                <a:gd name="T38" fmla="*/ 27 w 141"/>
                <a:gd name="T39" fmla="*/ 28 h 141"/>
                <a:gd name="T40" fmla="*/ 15 w 141"/>
                <a:gd name="T41" fmla="*/ 59 h 141"/>
                <a:gd name="T42" fmla="*/ 27 w 141"/>
                <a:gd name="T43" fmla="*/ 90 h 141"/>
                <a:gd name="T44" fmla="*/ 42 w 141"/>
                <a:gd name="T45" fmla="*/ 99 h 141"/>
                <a:gd name="T46" fmla="*/ 75 w 141"/>
                <a:gd name="T47" fmla="*/ 99 h 141"/>
                <a:gd name="T48" fmla="*/ 89 w 141"/>
                <a:gd name="T49" fmla="*/ 90 h 141"/>
                <a:gd name="T50" fmla="*/ 102 w 141"/>
                <a:gd name="T51" fmla="*/ 59 h 141"/>
                <a:gd name="T52" fmla="*/ 89 w 141"/>
                <a:gd name="T53" fmla="*/ 28 h 141"/>
                <a:gd name="T54" fmla="*/ 87 w 141"/>
                <a:gd name="T55" fmla="*/ 30 h 141"/>
                <a:gd name="T56" fmla="*/ 74 w 141"/>
                <a:gd name="T57" fmla="*/ 21 h 141"/>
                <a:gd name="T58" fmla="*/ 43 w 141"/>
                <a:gd name="T59" fmla="*/ 21 h 141"/>
                <a:gd name="T60" fmla="*/ 21 w 141"/>
                <a:gd name="T61" fmla="*/ 43 h 141"/>
                <a:gd name="T62" fmla="*/ 21 w 141"/>
                <a:gd name="T63" fmla="*/ 74 h 141"/>
                <a:gd name="T64" fmla="*/ 30 w 141"/>
                <a:gd name="T65" fmla="*/ 87 h 141"/>
                <a:gd name="T66" fmla="*/ 43 w 141"/>
                <a:gd name="T67" fmla="*/ 96 h 141"/>
                <a:gd name="T68" fmla="*/ 74 w 141"/>
                <a:gd name="T69" fmla="*/ 96 h 141"/>
                <a:gd name="T70" fmla="*/ 87 w 141"/>
                <a:gd name="T71" fmla="*/ 87 h 141"/>
                <a:gd name="T72" fmla="*/ 96 w 141"/>
                <a:gd name="T73" fmla="*/ 74 h 141"/>
                <a:gd name="T74" fmla="*/ 96 w 141"/>
                <a:gd name="T75" fmla="*/ 43 h 141"/>
                <a:gd name="T76" fmla="*/ 108 w 141"/>
                <a:gd name="T77" fmla="*/ 90 h 141"/>
                <a:gd name="T78" fmla="*/ 138 w 141"/>
                <a:gd name="T79" fmla="*/ 120 h 141"/>
                <a:gd name="T80" fmla="*/ 141 w 141"/>
                <a:gd name="T81" fmla="*/ 127 h 141"/>
                <a:gd name="T82" fmla="*/ 138 w 141"/>
                <a:gd name="T83" fmla="*/ 134 h 141"/>
                <a:gd name="T84" fmla="*/ 127 w 141"/>
                <a:gd name="T85" fmla="*/ 141 h 141"/>
                <a:gd name="T86" fmla="*/ 120 w 141"/>
                <a:gd name="T87" fmla="*/ 138 h 141"/>
                <a:gd name="T88" fmla="*/ 58 w 141"/>
                <a:gd name="T89" fmla="*/ 117 h 141"/>
                <a:gd name="T90" fmla="*/ 0 w 141"/>
                <a:gd name="T91" fmla="*/ 59 h 141"/>
                <a:gd name="T92" fmla="*/ 58 w 141"/>
                <a:gd name="T93" fmla="*/ 0 h 141"/>
                <a:gd name="T94" fmla="*/ 117 w 141"/>
                <a:gd name="T95" fmla="*/ 5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1" h="141">
                  <a:moveTo>
                    <a:pt x="106" y="93"/>
                  </a:moveTo>
                  <a:lnTo>
                    <a:pt x="106" y="93"/>
                  </a:lnTo>
                  <a:cubicBezTo>
                    <a:pt x="104" y="95"/>
                    <a:pt x="102" y="98"/>
                    <a:pt x="100" y="100"/>
                  </a:cubicBezTo>
                  <a:cubicBezTo>
                    <a:pt x="98" y="102"/>
                    <a:pt x="95" y="104"/>
                    <a:pt x="93" y="106"/>
                  </a:cubicBezTo>
                  <a:lnTo>
                    <a:pt x="122" y="135"/>
                  </a:lnTo>
                  <a:lnTo>
                    <a:pt x="122" y="135"/>
                  </a:lnTo>
                  <a:cubicBezTo>
                    <a:pt x="123" y="137"/>
                    <a:pt x="125" y="137"/>
                    <a:pt x="127" y="137"/>
                  </a:cubicBezTo>
                  <a:cubicBezTo>
                    <a:pt x="129" y="137"/>
                    <a:pt x="130" y="137"/>
                    <a:pt x="132" y="135"/>
                  </a:cubicBezTo>
                  <a:lnTo>
                    <a:pt x="135" y="132"/>
                  </a:lnTo>
                  <a:lnTo>
                    <a:pt x="135" y="132"/>
                  </a:lnTo>
                  <a:cubicBezTo>
                    <a:pt x="137" y="130"/>
                    <a:pt x="137" y="129"/>
                    <a:pt x="137" y="127"/>
                  </a:cubicBezTo>
                  <a:cubicBezTo>
                    <a:pt x="137" y="125"/>
                    <a:pt x="137" y="123"/>
                    <a:pt x="136" y="122"/>
                  </a:cubicBezTo>
                  <a:lnTo>
                    <a:pt x="135" y="122"/>
                  </a:lnTo>
                  <a:lnTo>
                    <a:pt x="106" y="93"/>
                  </a:lnTo>
                  <a:close/>
                  <a:moveTo>
                    <a:pt x="89" y="104"/>
                  </a:move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89" y="104"/>
                  </a:lnTo>
                  <a:cubicBezTo>
                    <a:pt x="92" y="102"/>
                    <a:pt x="95" y="100"/>
                    <a:pt x="97" y="98"/>
                  </a:cubicBezTo>
                  <a:lnTo>
                    <a:pt x="98" y="97"/>
                  </a:lnTo>
                  <a:cubicBezTo>
                    <a:pt x="98" y="97"/>
                    <a:pt x="99" y="96"/>
                    <a:pt x="99" y="96"/>
                  </a:cubicBezTo>
                  <a:lnTo>
                    <a:pt x="99" y="96"/>
                  </a:lnTo>
                  <a:cubicBezTo>
                    <a:pt x="100" y="95"/>
                    <a:pt x="100" y="95"/>
                    <a:pt x="101" y="94"/>
                  </a:cubicBezTo>
                  <a:lnTo>
                    <a:pt x="101" y="94"/>
                  </a:lnTo>
                  <a:lnTo>
                    <a:pt x="101" y="94"/>
                  </a:lnTo>
                  <a:cubicBezTo>
                    <a:pt x="109" y="84"/>
                    <a:pt x="114" y="72"/>
                    <a:pt x="114" y="59"/>
                  </a:cubicBezTo>
                  <a:cubicBezTo>
                    <a:pt x="114" y="43"/>
                    <a:pt x="107" y="30"/>
                    <a:pt x="97" y="20"/>
                  </a:cubicBezTo>
                  <a:cubicBezTo>
                    <a:pt x="87" y="10"/>
                    <a:pt x="74" y="3"/>
                    <a:pt x="58" y="3"/>
                  </a:cubicBezTo>
                  <a:cubicBezTo>
                    <a:pt x="43" y="3"/>
                    <a:pt x="29" y="10"/>
                    <a:pt x="19" y="20"/>
                  </a:cubicBezTo>
                  <a:cubicBezTo>
                    <a:pt x="9" y="30"/>
                    <a:pt x="3" y="43"/>
                    <a:pt x="3" y="59"/>
                  </a:cubicBezTo>
                  <a:cubicBezTo>
                    <a:pt x="3" y="74"/>
                    <a:pt x="9" y="88"/>
                    <a:pt x="19" y="98"/>
                  </a:cubicBezTo>
                  <a:cubicBezTo>
                    <a:pt x="29" y="108"/>
                    <a:pt x="43" y="114"/>
                    <a:pt x="58" y="114"/>
                  </a:cubicBezTo>
                  <a:cubicBezTo>
                    <a:pt x="70" y="114"/>
                    <a:pt x="80" y="110"/>
                    <a:pt x="89" y="104"/>
                  </a:cubicBezTo>
                  <a:close/>
                  <a:moveTo>
                    <a:pt x="75" y="18"/>
                  </a:moveTo>
                  <a:lnTo>
                    <a:pt x="75" y="18"/>
                  </a:lnTo>
                  <a:cubicBezTo>
                    <a:pt x="70" y="16"/>
                    <a:pt x="64" y="15"/>
                    <a:pt x="58" y="15"/>
                  </a:cubicBezTo>
                  <a:cubicBezTo>
                    <a:pt x="53" y="15"/>
                    <a:pt x="47" y="16"/>
                    <a:pt x="42" y="18"/>
                  </a:cubicBezTo>
                  <a:cubicBezTo>
                    <a:pt x="36" y="20"/>
                    <a:pt x="32" y="24"/>
                    <a:pt x="27" y="28"/>
                  </a:cubicBezTo>
                  <a:cubicBezTo>
                    <a:pt x="23" y="32"/>
                    <a:pt x="20" y="36"/>
                    <a:pt x="18" y="42"/>
                  </a:cubicBezTo>
                  <a:cubicBezTo>
                    <a:pt x="16" y="47"/>
                    <a:pt x="15" y="53"/>
                    <a:pt x="15" y="59"/>
                  </a:cubicBezTo>
                  <a:cubicBezTo>
                    <a:pt x="15" y="64"/>
                    <a:pt x="16" y="70"/>
                    <a:pt x="18" y="75"/>
                  </a:cubicBezTo>
                  <a:cubicBezTo>
                    <a:pt x="20" y="81"/>
                    <a:pt x="23" y="85"/>
                    <a:pt x="27" y="90"/>
                  </a:cubicBezTo>
                  <a:lnTo>
                    <a:pt x="27" y="90"/>
                  </a:lnTo>
                  <a:cubicBezTo>
                    <a:pt x="32" y="94"/>
                    <a:pt x="36" y="97"/>
                    <a:pt x="42" y="99"/>
                  </a:cubicBezTo>
                  <a:cubicBezTo>
                    <a:pt x="47" y="101"/>
                    <a:pt x="53" y="102"/>
                    <a:pt x="58" y="102"/>
                  </a:cubicBezTo>
                  <a:cubicBezTo>
                    <a:pt x="64" y="102"/>
                    <a:pt x="70" y="101"/>
                    <a:pt x="75" y="99"/>
                  </a:cubicBezTo>
                  <a:cubicBezTo>
                    <a:pt x="81" y="97"/>
                    <a:pt x="85" y="94"/>
                    <a:pt x="89" y="90"/>
                  </a:cubicBezTo>
                  <a:lnTo>
                    <a:pt x="89" y="90"/>
                  </a:lnTo>
                  <a:cubicBezTo>
                    <a:pt x="94" y="85"/>
                    <a:pt x="97" y="81"/>
                    <a:pt x="99" y="75"/>
                  </a:cubicBezTo>
                  <a:cubicBezTo>
                    <a:pt x="101" y="70"/>
                    <a:pt x="102" y="64"/>
                    <a:pt x="102" y="59"/>
                  </a:cubicBezTo>
                  <a:cubicBezTo>
                    <a:pt x="102" y="53"/>
                    <a:pt x="101" y="47"/>
                    <a:pt x="99" y="42"/>
                  </a:cubicBezTo>
                  <a:cubicBezTo>
                    <a:pt x="97" y="36"/>
                    <a:pt x="94" y="32"/>
                    <a:pt x="89" y="28"/>
                  </a:cubicBezTo>
                  <a:cubicBezTo>
                    <a:pt x="85" y="24"/>
                    <a:pt x="81" y="20"/>
                    <a:pt x="75" y="18"/>
                  </a:cubicBezTo>
                  <a:close/>
                  <a:moveTo>
                    <a:pt x="87" y="30"/>
                  </a:moveTo>
                  <a:lnTo>
                    <a:pt x="87" y="30"/>
                  </a:lnTo>
                  <a:cubicBezTo>
                    <a:pt x="83" y="26"/>
                    <a:pt x="79" y="23"/>
                    <a:pt x="74" y="21"/>
                  </a:cubicBezTo>
                  <a:cubicBezTo>
                    <a:pt x="69" y="19"/>
                    <a:pt x="64" y="18"/>
                    <a:pt x="58" y="18"/>
                  </a:cubicBezTo>
                  <a:cubicBezTo>
                    <a:pt x="53" y="18"/>
                    <a:pt x="48" y="19"/>
                    <a:pt x="43" y="21"/>
                  </a:cubicBezTo>
                  <a:cubicBezTo>
                    <a:pt x="38" y="23"/>
                    <a:pt x="34" y="26"/>
                    <a:pt x="30" y="30"/>
                  </a:cubicBezTo>
                  <a:cubicBezTo>
                    <a:pt x="26" y="34"/>
                    <a:pt x="23" y="38"/>
                    <a:pt x="21" y="43"/>
                  </a:cubicBezTo>
                  <a:cubicBezTo>
                    <a:pt x="19" y="48"/>
                    <a:pt x="18" y="53"/>
                    <a:pt x="18" y="59"/>
                  </a:cubicBezTo>
                  <a:cubicBezTo>
                    <a:pt x="18" y="64"/>
                    <a:pt x="19" y="69"/>
                    <a:pt x="21" y="74"/>
                  </a:cubicBezTo>
                  <a:cubicBezTo>
                    <a:pt x="23" y="79"/>
                    <a:pt x="26" y="83"/>
                    <a:pt x="30" y="87"/>
                  </a:cubicBezTo>
                  <a:lnTo>
                    <a:pt x="30" y="87"/>
                  </a:lnTo>
                  <a:lnTo>
                    <a:pt x="30" y="87"/>
                  </a:lnTo>
                  <a:cubicBezTo>
                    <a:pt x="34" y="91"/>
                    <a:pt x="38" y="94"/>
                    <a:pt x="43" y="96"/>
                  </a:cubicBezTo>
                  <a:cubicBezTo>
                    <a:pt x="48" y="98"/>
                    <a:pt x="53" y="99"/>
                    <a:pt x="58" y="99"/>
                  </a:cubicBezTo>
                  <a:cubicBezTo>
                    <a:pt x="64" y="99"/>
                    <a:pt x="69" y="98"/>
                    <a:pt x="74" y="96"/>
                  </a:cubicBezTo>
                  <a:cubicBezTo>
                    <a:pt x="79" y="94"/>
                    <a:pt x="83" y="91"/>
                    <a:pt x="87" y="87"/>
                  </a:cubicBezTo>
                  <a:lnTo>
                    <a:pt x="87" y="87"/>
                  </a:lnTo>
                  <a:lnTo>
                    <a:pt x="87" y="87"/>
                  </a:lnTo>
                  <a:cubicBezTo>
                    <a:pt x="91" y="83"/>
                    <a:pt x="94" y="79"/>
                    <a:pt x="96" y="74"/>
                  </a:cubicBezTo>
                  <a:cubicBezTo>
                    <a:pt x="98" y="69"/>
                    <a:pt x="99" y="64"/>
                    <a:pt x="99" y="59"/>
                  </a:cubicBezTo>
                  <a:cubicBezTo>
                    <a:pt x="99" y="53"/>
                    <a:pt x="98" y="48"/>
                    <a:pt x="96" y="43"/>
                  </a:cubicBezTo>
                  <a:cubicBezTo>
                    <a:pt x="94" y="38"/>
                    <a:pt x="91" y="34"/>
                    <a:pt x="87" y="30"/>
                  </a:cubicBezTo>
                  <a:close/>
                  <a:moveTo>
                    <a:pt x="108" y="90"/>
                  </a:moveTo>
                  <a:lnTo>
                    <a:pt x="108" y="90"/>
                  </a:lnTo>
                  <a:lnTo>
                    <a:pt x="138" y="120"/>
                  </a:lnTo>
                  <a:lnTo>
                    <a:pt x="138" y="120"/>
                  </a:lnTo>
                  <a:cubicBezTo>
                    <a:pt x="140" y="122"/>
                    <a:pt x="141" y="124"/>
                    <a:pt x="141" y="127"/>
                  </a:cubicBezTo>
                  <a:cubicBezTo>
                    <a:pt x="141" y="130"/>
                    <a:pt x="140" y="132"/>
                    <a:pt x="138" y="134"/>
                  </a:cubicBezTo>
                  <a:lnTo>
                    <a:pt x="138" y="134"/>
                  </a:lnTo>
                  <a:lnTo>
                    <a:pt x="134" y="138"/>
                  </a:lnTo>
                  <a:cubicBezTo>
                    <a:pt x="132" y="140"/>
                    <a:pt x="130" y="141"/>
                    <a:pt x="127" y="141"/>
                  </a:cubicBezTo>
                  <a:cubicBezTo>
                    <a:pt x="124" y="141"/>
                    <a:pt x="122" y="140"/>
                    <a:pt x="120" y="138"/>
                  </a:cubicBezTo>
                  <a:lnTo>
                    <a:pt x="120" y="138"/>
                  </a:lnTo>
                  <a:lnTo>
                    <a:pt x="90" y="108"/>
                  </a:lnTo>
                  <a:cubicBezTo>
                    <a:pt x="81" y="114"/>
                    <a:pt x="70" y="117"/>
                    <a:pt x="58" y="117"/>
                  </a:cubicBezTo>
                  <a:cubicBezTo>
                    <a:pt x="42" y="117"/>
                    <a:pt x="28" y="111"/>
                    <a:pt x="17" y="100"/>
                  </a:cubicBezTo>
                  <a:cubicBezTo>
                    <a:pt x="6" y="89"/>
                    <a:pt x="0" y="75"/>
                    <a:pt x="0" y="59"/>
                  </a:cubicBezTo>
                  <a:cubicBezTo>
                    <a:pt x="0" y="42"/>
                    <a:pt x="6" y="28"/>
                    <a:pt x="17" y="17"/>
                  </a:cubicBezTo>
                  <a:cubicBezTo>
                    <a:pt x="28" y="6"/>
                    <a:pt x="42" y="0"/>
                    <a:pt x="58" y="0"/>
                  </a:cubicBezTo>
                  <a:cubicBezTo>
                    <a:pt x="75" y="0"/>
                    <a:pt x="89" y="6"/>
                    <a:pt x="100" y="17"/>
                  </a:cubicBezTo>
                  <a:cubicBezTo>
                    <a:pt x="111" y="28"/>
                    <a:pt x="117" y="42"/>
                    <a:pt x="117" y="59"/>
                  </a:cubicBezTo>
                  <a:cubicBezTo>
                    <a:pt x="117" y="70"/>
                    <a:pt x="114" y="81"/>
                    <a:pt x="108" y="90"/>
                  </a:cubicBezTo>
                  <a:close/>
                </a:path>
              </a:pathLst>
            </a:custGeom>
            <a:solidFill>
              <a:srgbClr val="671E75"/>
            </a:solidFill>
            <a:ln w="3175">
              <a:noFill/>
              <a:prstDash val="solid"/>
              <a:round/>
              <a:headEnd/>
              <a:tailEnd/>
            </a:ln>
          </p:spPr>
          <p:txBody>
            <a:bodyPr vert="horz" wrap="square" lIns="62213" tIns="31106" rIns="62213" bIns="31106" numCol="1" anchor="t" anchorCtr="0" compatLnSpc="1">
              <a:prstTxWarp prst="textNoShape">
                <a:avLst/>
              </a:prstTxWarp>
            </a:bodyPr>
            <a:lstStyle/>
            <a:p>
              <a:endParaRPr lang="en-GB" sz="926">
                <a:latin typeface="+mn-lt"/>
                <a:cs typeface="Deutsche Bank Text" panose="020B0503020202030204" pitchFamily="34" charset="0"/>
              </a:endParaRPr>
            </a:p>
          </p:txBody>
        </p:sp>
        <p:cxnSp>
          <p:nvCxnSpPr>
            <p:cNvPr id="104" name="Gerader Verbinder 427">
              <a:extLst>
                <a:ext uri="{FF2B5EF4-FFF2-40B4-BE49-F238E27FC236}">
                  <a16:creationId xmlns:a16="http://schemas.microsoft.com/office/drawing/2014/main" id="{ACA443B0-3CA9-4FB2-9270-E75464D4183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034040" y="2289818"/>
              <a:ext cx="4020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5" name="Gerader Verbinder 428">
              <a:extLst>
                <a:ext uri="{FF2B5EF4-FFF2-40B4-BE49-F238E27FC236}">
                  <a16:creationId xmlns:a16="http://schemas.microsoft.com/office/drawing/2014/main" id="{CCAB17F5-BB5B-42C8-A359-906EADB15DC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023619" y="2289818"/>
              <a:ext cx="4298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6" name="Gruppieren 286">
            <a:extLst>
              <a:ext uri="{FF2B5EF4-FFF2-40B4-BE49-F238E27FC236}">
                <a16:creationId xmlns:a16="http://schemas.microsoft.com/office/drawing/2014/main" id="{2744C07C-79A9-4071-B419-F69C07FDC774}"/>
              </a:ext>
            </a:extLst>
          </p:cNvPr>
          <p:cNvGrpSpPr/>
          <p:nvPr userDrawn="1"/>
        </p:nvGrpSpPr>
        <p:grpSpPr>
          <a:xfrm>
            <a:off x="5774425" y="637413"/>
            <a:ext cx="2185036" cy="2031780"/>
            <a:chOff x="4190808" y="1566643"/>
            <a:chExt cx="2482138" cy="2308043"/>
          </a:xfrm>
        </p:grpSpPr>
        <p:grpSp>
          <p:nvGrpSpPr>
            <p:cNvPr id="107" name="Gruppieren 288">
              <a:extLst>
                <a:ext uri="{FF2B5EF4-FFF2-40B4-BE49-F238E27FC236}">
                  <a16:creationId xmlns:a16="http://schemas.microsoft.com/office/drawing/2014/main" id="{D4A7077B-A1AD-4B70-8212-37779F84DA28}"/>
                </a:ext>
              </a:extLst>
            </p:cNvPr>
            <p:cNvGrpSpPr/>
            <p:nvPr/>
          </p:nvGrpSpPr>
          <p:grpSpPr>
            <a:xfrm>
              <a:off x="4190808" y="1566643"/>
              <a:ext cx="2482138" cy="2308043"/>
              <a:chOff x="2305307" y="2613007"/>
              <a:chExt cx="1976165" cy="1837559"/>
            </a:xfrm>
          </p:grpSpPr>
          <p:sp>
            <p:nvSpPr>
              <p:cNvPr id="109" name="Ellipse 290">
                <a:extLst>
                  <a:ext uri="{FF2B5EF4-FFF2-40B4-BE49-F238E27FC236}">
                    <a16:creationId xmlns:a16="http://schemas.microsoft.com/office/drawing/2014/main" id="{AEB624AC-F47D-4CDF-8055-26F62D88CA82}"/>
                  </a:ext>
                </a:extLst>
              </p:cNvPr>
              <p:cNvSpPr/>
              <p:nvPr/>
            </p:nvSpPr>
            <p:spPr bwMode="auto">
              <a:xfrm>
                <a:off x="2305307" y="2613007"/>
                <a:ext cx="1155077" cy="1155077"/>
              </a:xfrm>
              <a:prstGeom prst="ellipse">
                <a:avLst/>
              </a:prstGeom>
              <a:solidFill>
                <a:srgbClr val="002A55">
                  <a:alpha val="69804"/>
                </a:srgbClr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 algn="ctr" defTabSz="653632" eaLnBrk="0" hangingPunct="0">
                  <a:tabLst>
                    <a:tab pos="852843" algn="l"/>
                  </a:tabLst>
                </a:pPr>
                <a:endParaRPr lang="en-GB" sz="1357">
                  <a:solidFill>
                    <a:srgbClr val="FFFFFF"/>
                  </a:solidFill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110" name="Ellipse 291">
                <a:extLst>
                  <a:ext uri="{FF2B5EF4-FFF2-40B4-BE49-F238E27FC236}">
                    <a16:creationId xmlns:a16="http://schemas.microsoft.com/office/drawing/2014/main" id="{BD3FC9CB-A8C8-4228-9F8F-BD6CD18C2455}"/>
                  </a:ext>
                </a:extLst>
              </p:cNvPr>
              <p:cNvSpPr/>
              <p:nvPr/>
            </p:nvSpPr>
            <p:spPr bwMode="auto">
              <a:xfrm>
                <a:off x="3126395" y="2620699"/>
                <a:ext cx="1155077" cy="1155077"/>
              </a:xfrm>
              <a:prstGeom prst="ellipse">
                <a:avLst/>
              </a:prstGeom>
              <a:solidFill>
                <a:srgbClr val="FF0000">
                  <a:alpha val="69804"/>
                </a:srgbClr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 algn="ctr" defTabSz="653632" eaLnBrk="0" hangingPunct="0">
                  <a:tabLst>
                    <a:tab pos="852843" algn="l"/>
                  </a:tabLst>
                </a:pPr>
                <a:endParaRPr lang="en-GB" sz="1357">
                  <a:solidFill>
                    <a:srgbClr val="FFFFFF"/>
                  </a:solidFill>
                  <a:latin typeface="+mn-lt"/>
                  <a:cs typeface="Deutsche Bank Text" panose="020B0503020202030204" pitchFamily="34" charset="0"/>
                </a:endParaRPr>
              </a:p>
            </p:txBody>
          </p:sp>
          <p:sp>
            <p:nvSpPr>
              <p:cNvPr id="111" name="Ellipse 292">
                <a:extLst>
                  <a:ext uri="{FF2B5EF4-FFF2-40B4-BE49-F238E27FC236}">
                    <a16:creationId xmlns:a16="http://schemas.microsoft.com/office/drawing/2014/main" id="{A418E348-7A6E-4718-9CB6-D928B2D58B84}"/>
                  </a:ext>
                </a:extLst>
              </p:cNvPr>
              <p:cNvSpPr/>
              <p:nvPr/>
            </p:nvSpPr>
            <p:spPr bwMode="auto">
              <a:xfrm>
                <a:off x="2715851" y="3295489"/>
                <a:ext cx="1155077" cy="1155077"/>
              </a:xfrm>
              <a:prstGeom prst="ellipse">
                <a:avLst/>
              </a:prstGeom>
              <a:solidFill>
                <a:srgbClr val="4AC9E3">
                  <a:alpha val="69804"/>
                </a:srgbClr>
              </a:solidFill>
              <a:ln w="6350">
                <a:noFill/>
                <a:miter lim="800000"/>
                <a:headEnd/>
                <a:tailEnd/>
              </a:ln>
            </p:spPr>
            <p:txBody>
              <a:bodyPr lIns="0" tIns="0" rIns="0" bIns="0" rtlCol="0" anchor="ctr">
                <a:noAutofit/>
              </a:bodyPr>
              <a:lstStyle/>
              <a:p>
                <a:pPr algn="ctr" defTabSz="653632" eaLnBrk="0" hangingPunct="0">
                  <a:tabLst>
                    <a:tab pos="852843" algn="l"/>
                  </a:tabLst>
                </a:pPr>
                <a:endParaRPr lang="en-GB" sz="1357">
                  <a:solidFill>
                    <a:srgbClr val="FFFFFF"/>
                  </a:solidFill>
                  <a:latin typeface="+mn-lt"/>
                  <a:cs typeface="Deutsche Bank Text" panose="020B0503020202030204" pitchFamily="34" charset="0"/>
                </a:endParaRPr>
              </a:p>
            </p:txBody>
          </p:sp>
        </p:grpSp>
        <p:sp>
          <p:nvSpPr>
            <p:cNvPr id="108" name="Textfeld 289">
              <a:extLst>
                <a:ext uri="{FF2B5EF4-FFF2-40B4-BE49-F238E27FC236}">
                  <a16:creationId xmlns:a16="http://schemas.microsoft.com/office/drawing/2014/main" id="{E0CDDE99-CE1A-4B14-8E04-E114E5DB530E}"/>
                </a:ext>
              </a:extLst>
            </p:cNvPr>
            <p:cNvSpPr txBox="1"/>
            <p:nvPr/>
          </p:nvSpPr>
          <p:spPr bwMode="ltGray">
            <a:xfrm>
              <a:off x="4411910" y="1817680"/>
              <a:ext cx="815792" cy="55189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0" tIns="0" rIns="0" bIns="0" rtlCol="0" anchor="ctr">
              <a:spAutoFit/>
            </a:bodyPr>
            <a:lstStyle/>
            <a:p>
              <a:pPr eaLnBrk="0" hangingPunct="0"/>
              <a:r>
                <a:rPr lang="en-GB" sz="900">
                  <a:solidFill>
                    <a:schemeClr val="bg1"/>
                  </a:solidFill>
                  <a:latin typeface="+mn-lt"/>
                  <a:cs typeface="Deutsche Bank Text" panose="020B0503020202030204" pitchFamily="34" charset="0"/>
                </a:rPr>
                <a:t>Lorem ipsum </a:t>
              </a:r>
            </a:p>
            <a:p>
              <a:pPr eaLnBrk="0" hangingPunct="0"/>
              <a:r>
                <a:rPr lang="en-GB" sz="900" err="1">
                  <a:solidFill>
                    <a:schemeClr val="bg1"/>
                  </a:solidFill>
                  <a:latin typeface="+mn-lt"/>
                  <a:cs typeface="Deutsche Bank Text" panose="020B0503020202030204" pitchFamily="34" charset="0"/>
                </a:rPr>
                <a:t>dolor</a:t>
              </a:r>
              <a:r>
                <a:rPr lang="en-GB" sz="900">
                  <a:solidFill>
                    <a:schemeClr val="bg1"/>
                  </a:solidFill>
                  <a:latin typeface="+mn-lt"/>
                  <a:cs typeface="Deutsche Bank Text" panose="020B0503020202030204" pitchFamily="34" charset="0"/>
                </a:rPr>
                <a:t> sit </a:t>
              </a:r>
              <a:r>
                <a:rPr lang="en-GB" sz="900" err="1">
                  <a:solidFill>
                    <a:schemeClr val="bg1"/>
                  </a:solidFill>
                  <a:latin typeface="+mn-lt"/>
                  <a:cs typeface="Deutsche Bank Text" panose="020B0503020202030204" pitchFamily="34" charset="0"/>
                </a:rPr>
                <a:t>amet</a:t>
              </a:r>
              <a:endParaRPr lang="en-GB" sz="9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endParaRPr>
            </a:p>
            <a:p>
              <a:pPr eaLnBrk="0" hangingPunct="0"/>
              <a:r>
                <a:rPr lang="en-GB" sz="1357">
                  <a:solidFill>
                    <a:schemeClr val="bg1"/>
                  </a:solidFill>
                  <a:latin typeface="+mn-lt"/>
                  <a:ea typeface="Deutsche Bank Text" panose="020B0503020202030204" pitchFamily="34" charset="0"/>
                  <a:cs typeface="Deutsche Bank Text" panose="020B0503020202030204" pitchFamily="34" charset="0"/>
                </a:rPr>
                <a:t>130</a:t>
              </a:r>
            </a:p>
          </p:txBody>
        </p:sp>
      </p:grpSp>
      <p:sp>
        <p:nvSpPr>
          <p:cNvPr id="112" name="Fußzeilenplatzhalter 2">
            <a:extLst>
              <a:ext uri="{FF2B5EF4-FFF2-40B4-BE49-F238E27FC236}">
                <a16:creationId xmlns:a16="http://schemas.microsoft.com/office/drawing/2014/main" id="{85FD9F9E-63D2-447F-B631-1793BE496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13" name="clipart_drawncircleorange">
            <a:extLst>
              <a:ext uri="{FF2B5EF4-FFF2-40B4-BE49-F238E27FC236}">
                <a16:creationId xmlns:a16="http://schemas.microsoft.com/office/drawing/2014/main" id="{05D7A9C5-2498-42D5-A85D-2F458C702AA8}"/>
              </a:ext>
            </a:extLst>
          </p:cNvPr>
          <p:cNvSpPr>
            <a:spLocks/>
          </p:cNvSpPr>
          <p:nvPr userDrawn="1"/>
        </p:nvSpPr>
        <p:spPr bwMode="gray">
          <a:xfrm>
            <a:off x="1988081" y="577915"/>
            <a:ext cx="1259682" cy="368727"/>
          </a:xfrm>
          <a:custGeom>
            <a:avLst/>
            <a:gdLst>
              <a:gd name="T0" fmla="*/ 2147483647 w 3884"/>
              <a:gd name="T1" fmla="*/ 2147483647 h 1600"/>
              <a:gd name="T2" fmla="*/ 2147483647 w 3884"/>
              <a:gd name="T3" fmla="*/ 2147483647 h 1600"/>
              <a:gd name="T4" fmla="*/ 2147483647 w 3884"/>
              <a:gd name="T5" fmla="*/ 2147483647 h 1600"/>
              <a:gd name="T6" fmla="*/ 2147483647 w 3884"/>
              <a:gd name="T7" fmla="*/ 2147483647 h 1600"/>
              <a:gd name="T8" fmla="*/ 2147483647 w 3884"/>
              <a:gd name="T9" fmla="*/ 2147483647 h 1600"/>
              <a:gd name="T10" fmla="*/ 2147483647 w 3884"/>
              <a:gd name="T11" fmla="*/ 2147483647 h 1600"/>
              <a:gd name="T12" fmla="*/ 0 w 3884"/>
              <a:gd name="T13" fmla="*/ 2147483647 h 1600"/>
              <a:gd name="T14" fmla="*/ 2147483647 w 3884"/>
              <a:gd name="T15" fmla="*/ 2147483647 h 1600"/>
              <a:gd name="T16" fmla="*/ 2147483647 w 3884"/>
              <a:gd name="T17" fmla="*/ 2147483647 h 1600"/>
              <a:gd name="T18" fmla="*/ 2147483647 w 3884"/>
              <a:gd name="T19" fmla="*/ 2147483647 h 1600"/>
              <a:gd name="T20" fmla="*/ 2147483647 w 3884"/>
              <a:gd name="T21" fmla="*/ 2147483647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E4002B"/>
          </a:solidFill>
          <a:ln w="9525">
            <a:noFill/>
            <a:round/>
            <a:headEnd/>
            <a:tailEnd/>
          </a:ln>
        </p:spPr>
        <p:txBody>
          <a:bodyPr tIns="91153" bIns="91153" anchor="ctr"/>
          <a:lstStyle/>
          <a:p>
            <a:pPr marL="0" marR="0" lvl="0" indent="0" algn="ctr" defTabSz="1008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96" b="0" i="0" u="none" strike="noStrike" kern="0" cap="none" spc="0" normalizeH="0" baseline="0" noProof="0">
              <a:ln>
                <a:noFill/>
              </a:ln>
              <a:solidFill>
                <a:srgbClr val="8794A1"/>
              </a:solidFill>
              <a:effectLst/>
              <a:uLnTx/>
              <a:uFillTx/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14" name="clipart_drawncirclegreen">
            <a:extLst>
              <a:ext uri="{FF2B5EF4-FFF2-40B4-BE49-F238E27FC236}">
                <a16:creationId xmlns:a16="http://schemas.microsoft.com/office/drawing/2014/main" id="{B166DE14-C2B0-47A6-B44F-739A79EE7A6D}"/>
              </a:ext>
            </a:extLst>
          </p:cNvPr>
          <p:cNvSpPr>
            <a:spLocks/>
          </p:cNvSpPr>
          <p:nvPr userDrawn="1"/>
        </p:nvSpPr>
        <p:spPr bwMode="gray">
          <a:xfrm>
            <a:off x="3395432" y="576113"/>
            <a:ext cx="1259682" cy="368727"/>
          </a:xfrm>
          <a:custGeom>
            <a:avLst/>
            <a:gdLst>
              <a:gd name="T0" fmla="*/ 2147483647 w 3884"/>
              <a:gd name="T1" fmla="*/ 2147483647 h 1600"/>
              <a:gd name="T2" fmla="*/ 2147483647 w 3884"/>
              <a:gd name="T3" fmla="*/ 2147483647 h 1600"/>
              <a:gd name="T4" fmla="*/ 2147483647 w 3884"/>
              <a:gd name="T5" fmla="*/ 2147483647 h 1600"/>
              <a:gd name="T6" fmla="*/ 2147483647 w 3884"/>
              <a:gd name="T7" fmla="*/ 2147483647 h 1600"/>
              <a:gd name="T8" fmla="*/ 2147483647 w 3884"/>
              <a:gd name="T9" fmla="*/ 2147483647 h 1600"/>
              <a:gd name="T10" fmla="*/ 2147483647 w 3884"/>
              <a:gd name="T11" fmla="*/ 2147483647 h 1600"/>
              <a:gd name="T12" fmla="*/ 0 w 3884"/>
              <a:gd name="T13" fmla="*/ 2147483647 h 1600"/>
              <a:gd name="T14" fmla="*/ 2147483647 w 3884"/>
              <a:gd name="T15" fmla="*/ 2147483647 h 1600"/>
              <a:gd name="T16" fmla="*/ 2147483647 w 3884"/>
              <a:gd name="T17" fmla="*/ 2147483647 h 1600"/>
              <a:gd name="T18" fmla="*/ 2147483647 w 3884"/>
              <a:gd name="T19" fmla="*/ 2147483647 h 1600"/>
              <a:gd name="T20" fmla="*/ 2147483647 w 3884"/>
              <a:gd name="T21" fmla="*/ 2147483647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06C245"/>
          </a:solidFill>
          <a:ln w="9525">
            <a:noFill/>
            <a:round/>
            <a:headEnd/>
            <a:tailEnd/>
          </a:ln>
        </p:spPr>
        <p:txBody>
          <a:bodyPr tIns="91153" bIns="91153" anchor="ctr"/>
          <a:lstStyle/>
          <a:p>
            <a:pPr marL="0" marR="0" lvl="0" indent="0" algn="ctr" defTabSz="1008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96" b="0" i="0" u="none" strike="noStrike" kern="0" cap="none" spc="0" normalizeH="0" baseline="0" noProof="0">
              <a:ln>
                <a:noFill/>
              </a:ln>
              <a:solidFill>
                <a:srgbClr val="8794A1"/>
              </a:solidFill>
              <a:effectLst/>
              <a:uLnTx/>
              <a:uFillTx/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15" name="clipart_drawncircleyellow">
            <a:extLst>
              <a:ext uri="{FF2B5EF4-FFF2-40B4-BE49-F238E27FC236}">
                <a16:creationId xmlns:a16="http://schemas.microsoft.com/office/drawing/2014/main" id="{B957C5F1-94BA-42F4-B9C0-5AF83AA665CF}"/>
              </a:ext>
            </a:extLst>
          </p:cNvPr>
          <p:cNvSpPr>
            <a:spLocks/>
          </p:cNvSpPr>
          <p:nvPr userDrawn="1"/>
        </p:nvSpPr>
        <p:spPr bwMode="gray">
          <a:xfrm>
            <a:off x="524255" y="577915"/>
            <a:ext cx="1259682" cy="368727"/>
          </a:xfrm>
          <a:custGeom>
            <a:avLst/>
            <a:gdLst>
              <a:gd name="T0" fmla="*/ 2147483647 w 3884"/>
              <a:gd name="T1" fmla="*/ 2147483647 h 1600"/>
              <a:gd name="T2" fmla="*/ 2147483647 w 3884"/>
              <a:gd name="T3" fmla="*/ 2147483647 h 1600"/>
              <a:gd name="T4" fmla="*/ 2147483647 w 3884"/>
              <a:gd name="T5" fmla="*/ 2147483647 h 1600"/>
              <a:gd name="T6" fmla="*/ 2147483647 w 3884"/>
              <a:gd name="T7" fmla="*/ 2147483647 h 1600"/>
              <a:gd name="T8" fmla="*/ 2147483647 w 3884"/>
              <a:gd name="T9" fmla="*/ 2147483647 h 1600"/>
              <a:gd name="T10" fmla="*/ 2147483647 w 3884"/>
              <a:gd name="T11" fmla="*/ 2147483647 h 1600"/>
              <a:gd name="T12" fmla="*/ 0 w 3884"/>
              <a:gd name="T13" fmla="*/ 2147483647 h 1600"/>
              <a:gd name="T14" fmla="*/ 2147483647 w 3884"/>
              <a:gd name="T15" fmla="*/ 2147483647 h 1600"/>
              <a:gd name="T16" fmla="*/ 2147483647 w 3884"/>
              <a:gd name="T17" fmla="*/ 2147483647 h 1600"/>
              <a:gd name="T18" fmla="*/ 2147483647 w 3884"/>
              <a:gd name="T19" fmla="*/ 2147483647 h 1600"/>
              <a:gd name="T20" fmla="*/ 2147483647 w 3884"/>
              <a:gd name="T21" fmla="*/ 2147483647 h 16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884"/>
              <a:gd name="T34" fmla="*/ 0 h 1600"/>
              <a:gd name="T35" fmla="*/ 3884 w 3884"/>
              <a:gd name="T36" fmla="*/ 1600 h 16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884" h="1600">
                <a:moveTo>
                  <a:pt x="297" y="1346"/>
                </a:moveTo>
                <a:cubicBezTo>
                  <a:pt x="918" y="1523"/>
                  <a:pt x="1726" y="1533"/>
                  <a:pt x="2310" y="1448"/>
                </a:cubicBezTo>
                <a:cubicBezTo>
                  <a:pt x="3125" y="1334"/>
                  <a:pt x="3798" y="1192"/>
                  <a:pt x="3810" y="884"/>
                </a:cubicBezTo>
                <a:cubicBezTo>
                  <a:pt x="3822" y="576"/>
                  <a:pt x="3114" y="204"/>
                  <a:pt x="1945" y="137"/>
                </a:cubicBezTo>
                <a:cubicBezTo>
                  <a:pt x="645" y="63"/>
                  <a:pt x="74" y="564"/>
                  <a:pt x="74" y="724"/>
                </a:cubicBezTo>
                <a:cubicBezTo>
                  <a:pt x="74" y="884"/>
                  <a:pt x="394" y="1032"/>
                  <a:pt x="781" y="1072"/>
                </a:cubicBezTo>
                <a:cubicBezTo>
                  <a:pt x="280" y="1135"/>
                  <a:pt x="0" y="912"/>
                  <a:pt x="0" y="724"/>
                </a:cubicBezTo>
                <a:cubicBezTo>
                  <a:pt x="0" y="536"/>
                  <a:pt x="473" y="0"/>
                  <a:pt x="1951" y="68"/>
                </a:cubicBezTo>
                <a:cubicBezTo>
                  <a:pt x="2863" y="110"/>
                  <a:pt x="3884" y="433"/>
                  <a:pt x="3878" y="884"/>
                </a:cubicBezTo>
                <a:cubicBezTo>
                  <a:pt x="3872" y="1335"/>
                  <a:pt x="2873" y="1446"/>
                  <a:pt x="2276" y="1523"/>
                </a:cubicBezTo>
                <a:cubicBezTo>
                  <a:pt x="1679" y="1600"/>
                  <a:pt x="553" y="1580"/>
                  <a:pt x="297" y="1346"/>
                </a:cubicBezTo>
                <a:close/>
              </a:path>
            </a:pathLst>
          </a:custGeom>
          <a:solidFill>
            <a:srgbClr val="FFC845"/>
          </a:solidFill>
          <a:ln w="9525">
            <a:noFill/>
            <a:round/>
            <a:headEnd/>
            <a:tailEnd/>
          </a:ln>
        </p:spPr>
        <p:txBody>
          <a:bodyPr tIns="91153" bIns="91153" anchor="ctr"/>
          <a:lstStyle/>
          <a:p>
            <a:pPr marL="0" marR="0" lvl="0" indent="0" algn="ctr" defTabSz="10080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96" b="0" i="0" u="none" strike="noStrike" kern="0" cap="none" spc="0" normalizeH="0" baseline="0" noProof="0">
              <a:ln>
                <a:noFill/>
              </a:ln>
              <a:solidFill>
                <a:srgbClr val="8794A1"/>
              </a:solidFill>
              <a:effectLst/>
              <a:uLnTx/>
              <a:uFillTx/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16" name="Ellipse 9">
            <a:extLst>
              <a:ext uri="{FF2B5EF4-FFF2-40B4-BE49-F238E27FC236}">
                <a16:creationId xmlns:a16="http://schemas.microsoft.com/office/drawing/2014/main" id="{745EA738-3B77-4D2E-A45B-19F1267F9996}"/>
              </a:ext>
            </a:extLst>
          </p:cNvPr>
          <p:cNvSpPr/>
          <p:nvPr userDrawn="1"/>
        </p:nvSpPr>
        <p:spPr bwMode="auto">
          <a:xfrm rot="10800000">
            <a:off x="8656636" y="3176"/>
            <a:ext cx="499085" cy="481012"/>
          </a:xfrm>
          <a:prstGeom prst="rtTriangle">
            <a:avLst/>
          </a:prstGeom>
          <a:solidFill>
            <a:srgbClr val="0C2340"/>
          </a:solidFill>
          <a:ln w="6350">
            <a:solidFill>
              <a:srgbClr val="0C2340"/>
            </a:solidFill>
            <a:miter lim="800000"/>
            <a:headEnd/>
            <a:tailEnd/>
          </a:ln>
        </p:spPr>
        <p:txBody>
          <a:bodyPr vert="vert270"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GB" sz="1200" b="1">
              <a:solidFill>
                <a:srgbClr val="FFFFFF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17" name="Rectangle 8">
            <a:extLst>
              <a:ext uri="{FF2B5EF4-FFF2-40B4-BE49-F238E27FC236}">
                <a16:creationId xmlns:a16="http://schemas.microsoft.com/office/drawing/2014/main" id="{CCDCD3CF-5B33-4E8B-B072-55B27F790170}"/>
              </a:ext>
            </a:extLst>
          </p:cNvPr>
          <p:cNvSpPr>
            <a:spLocks noChangeArrowheads="1"/>
          </p:cNvSpPr>
          <p:nvPr userDrawn="1"/>
        </p:nvSpPr>
        <p:spPr bwMode="invGray">
          <a:xfrm flipH="1">
            <a:off x="58400" y="40970"/>
            <a:ext cx="144000" cy="144000"/>
          </a:xfrm>
          <a:prstGeom prst="rect">
            <a:avLst/>
          </a:prstGeom>
          <a:solidFill>
            <a:srgbClr val="002A55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49376" tIns="1750" rIns="49376" bIns="1750" anchor="ctr"/>
          <a:lstStyle/>
          <a:p>
            <a:pPr algn="ctr" defTabSz="553111">
              <a:defRPr/>
            </a:pPr>
            <a:r>
              <a:rPr lang="en-GB" sz="9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I</a:t>
            </a:r>
          </a:p>
        </p:txBody>
      </p:sp>
      <p:sp>
        <p:nvSpPr>
          <p:cNvPr id="118" name="Rectangle 8">
            <a:extLst>
              <a:ext uri="{FF2B5EF4-FFF2-40B4-BE49-F238E27FC236}">
                <a16:creationId xmlns:a16="http://schemas.microsoft.com/office/drawing/2014/main" id="{0B169B6C-6A76-4893-AA8F-08170B99EFE7}"/>
              </a:ext>
            </a:extLst>
          </p:cNvPr>
          <p:cNvSpPr>
            <a:spLocks noChangeArrowheads="1"/>
          </p:cNvSpPr>
          <p:nvPr userDrawn="1"/>
        </p:nvSpPr>
        <p:spPr bwMode="invGray">
          <a:xfrm flipH="1">
            <a:off x="197050" y="40970"/>
            <a:ext cx="1368000" cy="144000"/>
          </a:xfrm>
          <a:prstGeom prst="rect">
            <a:avLst/>
          </a:prstGeom>
          <a:solidFill>
            <a:srgbClr val="002A55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lIns="49376" tIns="1750" rIns="49376" bIns="1750" anchor="ctr"/>
          <a:lstStyle/>
          <a:p>
            <a:pPr algn="l" defTabSz="553111">
              <a:defRPr/>
            </a:pPr>
            <a:r>
              <a:rPr lang="en-GB" sz="9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Chapter 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2657C7C-A321-4176-8359-443D638D353F}"/>
              </a:ext>
            </a:extLst>
          </p:cNvPr>
          <p:cNvSpPr/>
          <p:nvPr userDrawn="1"/>
        </p:nvSpPr>
        <p:spPr bwMode="auto">
          <a:xfrm>
            <a:off x="8900476" y="34095"/>
            <a:ext cx="216000" cy="216000"/>
          </a:xfrm>
          <a:prstGeom prst="ellipse">
            <a:avLst/>
          </a:prstGeom>
          <a:solidFill>
            <a:schemeClr val="bg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900" b="1">
                <a:solidFill>
                  <a:srgbClr val="0C2340"/>
                </a:solidFill>
                <a:latin typeface="+mn-lt"/>
                <a:cs typeface="Deutsche Bank Text" panose="020B0503020202030204" pitchFamily="34" charset="0"/>
              </a:rPr>
              <a:t>I</a:t>
            </a:r>
          </a:p>
        </p:txBody>
      </p:sp>
      <p:sp>
        <p:nvSpPr>
          <p:cNvPr id="119" name="clipart_tick">
            <a:extLst>
              <a:ext uri="{FF2B5EF4-FFF2-40B4-BE49-F238E27FC236}">
                <a16:creationId xmlns:a16="http://schemas.microsoft.com/office/drawing/2014/main" id="{02AD0A02-ED74-483C-94FD-E908788B8C17}"/>
              </a:ext>
            </a:extLst>
          </p:cNvPr>
          <p:cNvSpPr>
            <a:spLocks/>
          </p:cNvSpPr>
          <p:nvPr userDrawn="1"/>
        </p:nvSpPr>
        <p:spPr bwMode="gray">
          <a:xfrm>
            <a:off x="674982" y="3905573"/>
            <a:ext cx="405124" cy="471590"/>
          </a:xfrm>
          <a:custGeom>
            <a:avLst/>
            <a:gdLst>
              <a:gd name="T0" fmla="*/ 2147483647 w 352"/>
              <a:gd name="T1" fmla="*/ 2147483647 h 380"/>
              <a:gd name="T2" fmla="*/ 2147483647 w 352"/>
              <a:gd name="T3" fmla="*/ 2147483647 h 380"/>
              <a:gd name="T4" fmla="*/ 2147483647 w 352"/>
              <a:gd name="T5" fmla="*/ 2147483647 h 380"/>
              <a:gd name="T6" fmla="*/ 2147483647 w 352"/>
              <a:gd name="T7" fmla="*/ 2147483647 h 380"/>
              <a:gd name="T8" fmla="*/ 2147483647 w 352"/>
              <a:gd name="T9" fmla="*/ 2147483647 h 380"/>
              <a:gd name="T10" fmla="*/ 2147483647 w 352"/>
              <a:gd name="T11" fmla="*/ 2147483647 h 380"/>
              <a:gd name="T12" fmla="*/ 2147483647 w 352"/>
              <a:gd name="T13" fmla="*/ 2147483647 h 380"/>
              <a:gd name="T14" fmla="*/ 2147483647 w 352"/>
              <a:gd name="T15" fmla="*/ 2147483647 h 3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2"/>
              <a:gd name="T25" fmla="*/ 0 h 380"/>
              <a:gd name="T26" fmla="*/ 352 w 352"/>
              <a:gd name="T27" fmla="*/ 380 h 3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2" h="380">
                <a:moveTo>
                  <a:pt x="2" y="264"/>
                </a:moveTo>
                <a:cubicBezTo>
                  <a:pt x="42" y="304"/>
                  <a:pt x="56" y="361"/>
                  <a:pt x="78" y="380"/>
                </a:cubicBezTo>
                <a:cubicBezTo>
                  <a:pt x="105" y="379"/>
                  <a:pt x="132" y="378"/>
                  <a:pt x="132" y="378"/>
                </a:cubicBezTo>
                <a:cubicBezTo>
                  <a:pt x="190" y="174"/>
                  <a:pt x="352" y="26"/>
                  <a:pt x="352" y="26"/>
                </a:cubicBezTo>
                <a:cubicBezTo>
                  <a:pt x="318" y="0"/>
                  <a:pt x="296" y="14"/>
                  <a:pt x="296" y="14"/>
                </a:cubicBezTo>
                <a:cubicBezTo>
                  <a:pt x="296" y="14"/>
                  <a:pt x="186" y="130"/>
                  <a:pt x="102" y="304"/>
                </a:cubicBezTo>
                <a:cubicBezTo>
                  <a:pt x="86" y="258"/>
                  <a:pt x="28" y="242"/>
                  <a:pt x="28" y="242"/>
                </a:cubicBezTo>
                <a:cubicBezTo>
                  <a:pt x="28" y="242"/>
                  <a:pt x="0" y="246"/>
                  <a:pt x="2" y="264"/>
                </a:cubicBezTo>
                <a:close/>
              </a:path>
            </a:pathLst>
          </a:custGeom>
          <a:solidFill>
            <a:srgbClr val="06C245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85273" tIns="85273" rIns="85273" bIns="85273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94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1907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 del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5150524"/>
              </p:ext>
            </p:extLst>
          </p:nvPr>
        </p:nvGraphicFramePr>
        <p:xfrm>
          <a:off x="1441" y="1077"/>
          <a:ext cx="1441" cy="1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1" y="1077"/>
                        <a:ext cx="1441" cy="1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44045" cy="1076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653610" ea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tabLst>
                <a:tab pos="852815" algn="l"/>
              </a:tabLst>
            </a:pPr>
            <a:endParaRPr lang="en-GB" sz="2449" b="0" i="0" baseline="0">
              <a:latin typeface="Calibri Light" panose="020F0302020204030204" pitchFamily="34" charset="0"/>
              <a:ea typeface="Deutsche Bank Display" panose="020F0403020203030304" pitchFamily="34" charset="0"/>
              <a:cs typeface="Deutsche Bank Text" panose="020B0503020202030204" pitchFamily="34" charset="0"/>
              <a:sym typeface="Calibri Light" panose="020F0302020204030204" pitchFamily="34" charset="0"/>
            </a:endParaRPr>
          </a:p>
        </p:txBody>
      </p:sp>
      <p:grpSp>
        <p:nvGrpSpPr>
          <p:cNvPr id="4" name="Group 10"/>
          <p:cNvGrpSpPr>
            <a:grpSpLocks/>
          </p:cNvGrpSpPr>
          <p:nvPr userDrawn="1"/>
        </p:nvGrpSpPr>
        <p:grpSpPr bwMode="auto">
          <a:xfrm>
            <a:off x="1" y="4775261"/>
            <a:ext cx="1083453" cy="368239"/>
            <a:chOff x="1" y="7040563"/>
            <a:chExt cx="1193829" cy="542925"/>
          </a:xfrm>
        </p:grpSpPr>
        <p:sp>
          <p:nvSpPr>
            <p:cNvPr id="5" name="TextBox 10"/>
            <p:cNvSpPr txBox="1"/>
            <p:nvPr userDrawn="1"/>
          </p:nvSpPr>
          <p:spPr>
            <a:xfrm>
              <a:off x="1" y="7102070"/>
              <a:ext cx="863530" cy="481418"/>
            </a:xfrm>
            <a:prstGeom prst="rect">
              <a:avLst/>
            </a:prstGeom>
            <a:noFill/>
          </p:spPr>
          <p:txBody>
            <a:bodyPr wrap="none" lIns="536400" tIns="0" rIns="0" bIns="230400" anchor="b">
              <a:spAutoFit/>
            </a:bodyPr>
            <a:lstStyle/>
            <a:p>
              <a:pPr>
                <a:defRPr/>
              </a:pPr>
              <a:r>
                <a:rPr lang="en-GB" sz="610">
                  <a:solidFill>
                    <a:srgbClr val="0092D0"/>
                  </a:solidFill>
                  <a:latin typeface="Deutsche Bank Text" panose="020B0503020202030204" pitchFamily="34" charset="0"/>
                  <a:cs typeface="Deutsche Bank Text" panose="020B0503020202030204" pitchFamily="34" charset="0"/>
                </a:rPr>
                <a:t>DMBC</a:t>
              </a:r>
            </a:p>
          </p:txBody>
        </p:sp>
        <p:sp>
          <p:nvSpPr>
            <p:cNvPr id="6" name="TextBox 13"/>
            <p:cNvSpPr txBox="1"/>
            <p:nvPr userDrawn="1"/>
          </p:nvSpPr>
          <p:spPr>
            <a:xfrm>
              <a:off x="1" y="7040563"/>
              <a:ext cx="1193829" cy="197359"/>
            </a:xfrm>
            <a:prstGeom prst="rect">
              <a:avLst/>
            </a:prstGeom>
            <a:noFill/>
          </p:spPr>
          <p:txBody>
            <a:bodyPr wrap="none" lIns="536400" tIns="39600" rIns="0" bIns="0">
              <a:spAutoFit/>
            </a:bodyPr>
            <a:lstStyle/>
            <a:p>
              <a:pPr>
                <a:defRPr/>
              </a:pPr>
              <a:r>
                <a:rPr lang="en-GB" sz="610">
                  <a:solidFill>
                    <a:srgbClr val="0018A8"/>
                  </a:solidFill>
                  <a:latin typeface="Deutsche Bank Text" panose="020B0503020202030204" pitchFamily="34" charset="0"/>
                  <a:cs typeface="Deutsche Bank Text" panose="020B0503020202030204" pitchFamily="34" charset="0"/>
                </a:rPr>
                <a:t>Deutsche Bank</a:t>
              </a: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8315" y="367239"/>
            <a:ext cx="7677618" cy="44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540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cxnSp>
        <p:nvCxnSpPr>
          <p:cNvPr id="12" name="Straight Connector 9"/>
          <p:cNvCxnSpPr>
            <a:cxnSpLocks noChangeShapeType="1"/>
          </p:cNvCxnSpPr>
          <p:nvPr/>
        </p:nvCxnSpPr>
        <p:spPr bwMode="auto">
          <a:xfrm flipH="1">
            <a:off x="488315" y="4776338"/>
            <a:ext cx="8167372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798232234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F5A6861-90C6-1518-7B7A-DEB85F4030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8988007"/>
              </p:ext>
            </p:extLst>
          </p:nvPr>
        </p:nvGraphicFramePr>
        <p:xfrm>
          <a:off x="1441" y="1081"/>
          <a:ext cx="1440" cy="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F5A6861-90C6-1518-7B7A-DEB85F4030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1" y="1081"/>
                        <a:ext cx="1440" cy="1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9">
            <a:extLst>
              <a:ext uri="{FF2B5EF4-FFF2-40B4-BE49-F238E27FC236}">
                <a16:creationId xmlns:a16="http://schemas.microsoft.com/office/drawing/2014/main" id="{6409BDDF-0E7E-48BD-8F2D-75C8F269253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0800000">
            <a:off x="489755" y="4706318"/>
            <a:ext cx="8165932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2" name="Straight Connector 9">
            <a:extLst>
              <a:ext uri="{FF2B5EF4-FFF2-40B4-BE49-F238E27FC236}">
                <a16:creationId xmlns:a16="http://schemas.microsoft.com/office/drawing/2014/main" id="{DE3545D3-8654-4085-A288-10DF5CEAA5F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0800000">
            <a:off x="489755" y="4706318"/>
            <a:ext cx="8165932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FEC54AB3-619C-4F37-9B7C-D50E2295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7238"/>
            <a:ext cx="7673953" cy="433796"/>
          </a:xfrm>
          <a:prstGeom prst="rect">
            <a:avLst/>
          </a:prstGeom>
        </p:spPr>
        <p:txBody>
          <a:bodyPr vert="horz" lIns="0" tIns="0" rIns="54000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69140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10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.21 Sample title with shorter head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556932A-4347-9A60-B72A-A0893B640C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439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6932A-4347-9A60-B72A-A0893B640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6">
            <a:extLst>
              <a:ext uri="{FF2B5EF4-FFF2-40B4-BE49-F238E27FC236}">
                <a16:creationId xmlns:a16="http://schemas.microsoft.com/office/drawing/2014/main" id="{99C4429F-09DA-451A-816C-A3D9B97ACEE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17" name="Freeform 4"/>
          <p:cNvSpPr>
            <a:spLocks noChangeAspect="1" noEditPoints="1"/>
          </p:cNvSpPr>
          <p:nvPr/>
        </p:nvSpPr>
        <p:spPr bwMode="black">
          <a:xfrm>
            <a:off x="8164492" y="366159"/>
            <a:ext cx="489754" cy="366085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357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601" y="2447616"/>
            <a:ext cx="8170405" cy="51608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858" baseline="0">
                <a:solidFill>
                  <a:schemeClr val="bg1"/>
                </a:solidFill>
                <a:latin typeface="Deutsche Bank Display" panose="020F0403020203030304" pitchFamily="34" charset="0"/>
                <a:ea typeface="Deutsche Bank Display" panose="020F0403020203030304" pitchFamily="34" charset="0"/>
                <a:cs typeface="Deutsche Bank Display" panose="020F0403020203030304" pitchFamily="34" charset="0"/>
              </a:defRPr>
            </a:lvl1pPr>
          </a:lstStyle>
          <a:p>
            <a:pPr lvl="0"/>
            <a:r>
              <a:rPr lang="en-GB" noProof="0"/>
              <a:t>Click to edit headline</a:t>
            </a:r>
          </a:p>
        </p:txBody>
      </p:sp>
      <p:sp>
        <p:nvSpPr>
          <p:cNvPr id="12" name="TextBox 19"/>
          <p:cNvSpPr txBox="1"/>
          <p:nvPr userDrawn="1"/>
        </p:nvSpPr>
        <p:spPr bwMode="auto">
          <a:xfrm>
            <a:off x="485378" y="342249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816"/>
              </a:lnSpc>
              <a:defRPr/>
            </a:pPr>
            <a:r>
              <a:rPr lang="en-US" sz="816">
                <a:solidFill>
                  <a:schemeClr val="bg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816"/>
              </a:lnSpc>
              <a:defRPr/>
            </a:pPr>
            <a:r>
              <a:rPr lang="en-US" sz="816">
                <a:solidFill>
                  <a:schemeClr val="accent1"/>
                </a:solidFill>
                <a:latin typeface="Deutsche Bank Text" panose="020B0503020202030204" pitchFamily="34" charset="0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 Management Consulting</a:t>
            </a:r>
          </a:p>
        </p:txBody>
      </p:sp>
    </p:spTree>
    <p:extLst>
      <p:ext uri="{BB962C8B-B14F-4D97-AF65-F5344CB8AC3E}">
        <p14:creationId xmlns:p14="http://schemas.microsoft.com/office/powerpoint/2010/main" val="161171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129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Content +one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CF8889-C069-6C2B-C294-17EAF267B5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2765188"/>
              </p:ext>
            </p:extLst>
          </p:nvPr>
        </p:nvGraphicFramePr>
        <p:xfrm>
          <a:off x="1441" y="1081"/>
          <a:ext cx="1440" cy="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CF8889-C069-6C2B-C294-17EAF267B5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1" y="1081"/>
                        <a:ext cx="1440" cy="1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E77CD041-9DE5-44B2-A35D-0C1ECB19B073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0800000">
            <a:off x="489755" y="4706318"/>
            <a:ext cx="8165932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83C8C3F3-B5D6-4BD5-A567-E1A34BBDD59B}"/>
              </a:ext>
            </a:extLst>
          </p:cNvPr>
          <p:cNvSpPr/>
          <p:nvPr userDrawn="1"/>
        </p:nvSpPr>
        <p:spPr>
          <a:xfrm>
            <a:off x="487669" y="4711141"/>
            <a:ext cx="1798363" cy="311152"/>
          </a:xfrm>
          <a:prstGeom prst="rect">
            <a:avLst/>
          </a:prstGeom>
        </p:spPr>
        <p:txBody>
          <a:bodyPr wrap="none" lIns="0" tIns="61042" rIns="0" bIns="61042">
            <a:noAutofit/>
          </a:bodyPr>
          <a:lstStyle/>
          <a:p>
            <a:pPr marL="0" indent="0">
              <a:lnSpc>
                <a:spcPts val="748"/>
              </a:lnSpc>
              <a:defRPr/>
            </a:pPr>
            <a:r>
              <a:rPr lang="en-US" sz="680">
                <a:solidFill>
                  <a:srgbClr val="0018A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 marL="0" indent="0">
              <a:lnSpc>
                <a:spcPts val="748"/>
              </a:lnSpc>
              <a:defRPr/>
            </a:pPr>
            <a:r>
              <a:rPr lang="en-US" sz="68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Management Consulting</a:t>
            </a:r>
          </a:p>
        </p:txBody>
      </p:sp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1EE56A5F-3E3B-42C2-8E53-BF53C5BBC9E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0800000">
            <a:off x="489755" y="4706318"/>
            <a:ext cx="8165932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D4B8590-3492-4742-A6CE-4EA6AC8085C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89601" y="1101716"/>
            <a:ext cx="8166240" cy="33321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solidFill>
                  <a:srgbClr val="193296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Placeholder 4">
            <a:extLst>
              <a:ext uri="{FF2B5EF4-FFF2-40B4-BE49-F238E27FC236}">
                <a16:creationId xmlns:a16="http://schemas.microsoft.com/office/drawing/2014/main" id="{13126DDE-0F09-4C63-9F2C-5044B768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00" y="367238"/>
            <a:ext cx="7673953" cy="433796"/>
          </a:xfrm>
          <a:prstGeom prst="rect">
            <a:avLst/>
          </a:prstGeom>
        </p:spPr>
        <p:txBody>
          <a:bodyPr vert="horz" lIns="0" tIns="0" rIns="54000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78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10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186C8-B420-B269-49B7-C09A93F35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88290E-0BC0-A162-3E54-239669AAF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9D215A-4F08-75D8-7FCC-F083207E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620C-E5F0-BF41-96E5-2A392F11BB20}" type="datetimeFigureOut">
              <a:rPr lang="de-DE" smtClean="0"/>
              <a:t>01.12.24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5D4AF-9666-C683-ECB1-7A3D62E8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D316AC-2756-1114-5EE7-B593B0C7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22F9-D1DF-1E45-AC96-034013906D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0573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4E8D0-A988-8040-E16F-798DA413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2A0E11-27DB-7DA6-80B3-56CA38D1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620C-E5F0-BF41-96E5-2A392F11BB20}" type="datetimeFigureOut">
              <a:rPr lang="de-DE" smtClean="0"/>
              <a:t>01.12.24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3F7ACE-6763-C8C8-FEFB-906E5920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7B83F3-298F-F88B-7A6D-9D12EDF0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22F9-D1DF-1E45-AC96-034013906D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981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C0FE3-1AD5-BA46-4D14-A9B84C00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8992C4-16A7-E510-E541-482032CFC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5B983D-E8FA-339F-D892-08116E20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620C-E5F0-BF41-96E5-2A392F11BB20}" type="datetimeFigureOut">
              <a:rPr lang="de-DE" smtClean="0"/>
              <a:t>01.12.24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1D8E6-764E-04D4-7232-73720AF2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680828-28F2-FCC8-0BAE-C5FDAC99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622F9-D1DF-1E45-AC96-034013906D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56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59F4C262-94BA-43CB-ADB8-2D01564AB8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479296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06" imgH="306" progId="TCLayout.ActiveDocument.1">
                  <p:embed/>
                </p:oleObj>
              </mc:Choice>
              <mc:Fallback>
                <p:oleObj name="think-cell Slide" r:id="rId3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59F4C262-94BA-43CB-ADB8-2D01564AB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362" y="1347788"/>
            <a:ext cx="8169276" cy="3060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1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2" y="458167"/>
            <a:ext cx="7708369" cy="53998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add title</a:t>
            </a: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8E6FB7A3-91A9-4840-B686-4A36F1DBC61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0800000">
            <a:off x="486000" y="4652963"/>
            <a:ext cx="8172000" cy="0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/>
            <a:tailEnd/>
          </a:ln>
        </p:spPr>
      </p:cxn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1053" y="4652965"/>
            <a:ext cx="6204082" cy="241298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tx1">
                    <a:tint val="75000"/>
                  </a:schemeClr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>
                <a:solidFill>
                  <a:srgbClr val="000000"/>
                </a:solidFill>
                <a:ea typeface="Deutsche Bank Text" panose="020B0503020202030204" pitchFamily="34" charset="0"/>
              </a:rPr>
              <a:t>Notes</a:t>
            </a:r>
            <a:endParaRPr lang="en-GB">
              <a:solidFill>
                <a:srgbClr val="00A3E0"/>
              </a:solidFill>
              <a:ea typeface="Deutsche Bank Text" panose="020B0503020202030204" pitchFamily="34" charset="0"/>
            </a:endParaRPr>
          </a:p>
        </p:txBody>
      </p:sp>
      <p:sp>
        <p:nvSpPr>
          <p:cNvPr id="11" name="Text Box 42">
            <a:extLst>
              <a:ext uri="{FF2B5EF4-FFF2-40B4-BE49-F238E27FC236}">
                <a16:creationId xmlns:a16="http://schemas.microsoft.com/office/drawing/2014/main" id="{5759CB13-9884-4583-AB68-4155FAA239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67038" y="4654226"/>
            <a:ext cx="489600" cy="244800"/>
          </a:xfrm>
          <a:prstGeom prst="rect">
            <a:avLst/>
          </a:prstGeom>
        </p:spPr>
        <p:txBody>
          <a:bodyPr vert="horz" lIns="0" tIns="61200" rIns="0" bIns="0" rtlCol="0" anchor="t" anchorCtr="0"/>
          <a:lstStyle>
            <a:defPPr>
              <a:defRPr lang="en-US"/>
            </a:defPPr>
            <a:lvl1pPr algn="r">
              <a:lnSpc>
                <a:spcPts val="650"/>
              </a:lnSpc>
              <a:defRPr sz="650">
                <a:solidFill>
                  <a:srgbClr val="000000"/>
                </a:solidFill>
                <a:latin typeface="+mn-lt"/>
                <a:ea typeface="Deutsche Bank Text" panose="020B050302020203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F443CE41-C3C7-4D59-B78F-8864938C8310}" type="slidenum">
              <a:rPr lang="de-DE">
                <a:cs typeface="Deutsche Bank Text" panose="020B0503020202030204" pitchFamily="34" charset="0"/>
              </a:rPr>
              <a:pPr lvl="0"/>
              <a:t>‹Nr.›</a:t>
            </a:fld>
            <a:endParaRPr lang="de-DE">
              <a:cs typeface="Deutsche Bank Text" panose="020B0503020202030204" pitchFamily="34" charset="0"/>
            </a:endParaRPr>
          </a:p>
        </p:txBody>
      </p:sp>
      <p:pic>
        <p:nvPicPr>
          <p:cNvPr id="9" name="Picture 8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F1514AC4-45CF-0149-F98D-21EDDAC9E9C8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8167038" y="456905"/>
            <a:ext cx="635274" cy="16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30" r:id="rId1"/>
    <p:sldLayoutId id="2147485431" r:id="rId2"/>
    <p:sldLayoutId id="2147485412" r:id="rId3"/>
    <p:sldLayoutId id="2147485411" r:id="rId4"/>
    <p:sldLayoutId id="2147485421" r:id="rId5"/>
    <p:sldLayoutId id="2147485425" r:id="rId6"/>
    <p:sldLayoutId id="2147485386" r:id="rId7"/>
    <p:sldLayoutId id="2147485424" r:id="rId8"/>
    <p:sldLayoutId id="2147485401" r:id="rId9"/>
    <p:sldLayoutId id="2147485423" r:id="rId10"/>
    <p:sldLayoutId id="2147485434" r:id="rId11"/>
    <p:sldLayoutId id="2147485406" r:id="rId12"/>
    <p:sldLayoutId id="2147485427" r:id="rId13"/>
    <p:sldLayoutId id="2147485428" r:id="rId14"/>
    <p:sldLayoutId id="2147485396" r:id="rId15"/>
    <p:sldLayoutId id="2147485432" r:id="rId16"/>
    <p:sldLayoutId id="2147485433" r:id="rId17"/>
    <p:sldLayoutId id="2147485415" r:id="rId18"/>
    <p:sldLayoutId id="2147485416" r:id="rId19"/>
    <p:sldLayoutId id="2147485419" r:id="rId20"/>
    <p:sldLayoutId id="2147485418" r:id="rId21"/>
    <p:sldLayoutId id="2147485417" r:id="rId22"/>
    <p:sldLayoutId id="2147485414" r:id="rId23"/>
    <p:sldLayoutId id="2147485397" r:id="rId24"/>
    <p:sldLayoutId id="2147485426" r:id="rId25"/>
    <p:sldLayoutId id="2147485436" r:id="rId26"/>
    <p:sldLayoutId id="2147485437" r:id="rId27"/>
    <p:sldLayoutId id="2147485439" r:id="rId28"/>
    <p:sldLayoutId id="2147485441" r:id="rId29"/>
    <p:sldLayoutId id="2147485444" r:id="rId30"/>
    <p:sldLayoutId id="2147485445" r:id="rId31"/>
    <p:sldLayoutId id="2147485446" r:id="rId32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2400" kern="1200" baseline="0">
          <a:solidFill>
            <a:schemeClr val="tx1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ts val="200"/>
        </a:spcBef>
        <a:spcAft>
          <a:spcPts val="20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90000"/>
        </a:lnSpc>
        <a:spcBef>
          <a:spcPts val="200"/>
        </a:spcBef>
        <a:spcAft>
          <a:spcPts val="20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180975" indent="-177800" algn="l" rtl="0" eaLnBrk="1" fontAlgn="base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355600" indent="-174625" algn="l" rtl="0" eaLnBrk="1" fontAlgn="base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bg2"/>
        </a:buClr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538163" indent="-182563" algn="l" rtl="0" eaLnBrk="1" fontAlgn="base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bg2"/>
        </a:buClr>
        <a:buFont typeface="Symbol" panose="05050102010706020507" pitchFamily="18" charset="2"/>
        <a:buChar char="-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53" userDrawn="1">
          <p15:clr>
            <a:srgbClr val="F26B43"/>
          </p15:clr>
        </p15:guide>
        <p15:guide id="12" pos="307" userDrawn="1">
          <p15:clr>
            <a:srgbClr val="F26B43"/>
          </p15:clr>
        </p15:guide>
        <p15:guide id="13" orient="horz" pos="305" userDrawn="1">
          <p15:clr>
            <a:srgbClr val="F26B43"/>
          </p15:clr>
        </p15:guide>
        <p15:guide id="17" orient="horz" pos="849" userDrawn="1">
          <p15:clr>
            <a:srgbClr val="F26B43"/>
          </p15:clr>
        </p15:guide>
        <p15:guide id="18" orient="horz" pos="3083" userDrawn="1">
          <p15:clr>
            <a:srgbClr val="F26B43"/>
          </p15:clr>
        </p15:guide>
        <p15:guide id="19" orient="horz" pos="2777" userDrawn="1">
          <p15:clr>
            <a:srgbClr val="F26B43"/>
          </p15:clr>
        </p15:guide>
        <p15:guide id="21" orient="horz" pos="293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33.xml"/><Relationship Id="rId6" Type="http://schemas.openxmlformats.org/officeDocument/2006/relationships/image" Target="../media/image11.jpg"/><Relationship Id="rId5" Type="http://schemas.openxmlformats.org/officeDocument/2006/relationships/image" Target="../media/image2.pn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oleObject" Target="../embeddings/oleObject3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34.xml"/><Relationship Id="rId6" Type="http://schemas.openxmlformats.org/officeDocument/2006/relationships/image" Target="../media/image13.png"/><Relationship Id="rId5" Type="http://schemas.openxmlformats.org/officeDocument/2006/relationships/image" Target="../media/image12.jfif"/><Relationship Id="rId4" Type="http://schemas.openxmlformats.org/officeDocument/2006/relationships/image" Target="../media/image10.emf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.png"/><Relationship Id="rId3" Type="http://schemas.openxmlformats.org/officeDocument/2006/relationships/oleObject" Target="../embeddings/oleObject33.bin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35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0.emf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36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oleObject" Target="../embeddings/oleObject35.bin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slideLayout" Target="../slideLayouts/slideLayout32.xml"/><Relationship Id="rId16" Type="http://schemas.openxmlformats.org/officeDocument/2006/relationships/image" Target="../media/image36.svg"/><Relationship Id="rId1" Type="http://schemas.openxmlformats.org/officeDocument/2006/relationships/tags" Target="../tags/tag3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10.emf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AA2446-33AE-0B71-1F40-06BD1C76DB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721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4" imgH="533" progId="TCLayout.ActiveDocument.1">
                  <p:embed/>
                </p:oleObj>
              </mc:Choice>
              <mc:Fallback>
                <p:oleObj name="think-cell Slide" r:id="rId3" imgW="534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78A5A1E1-6900-7DA6-EE54-ECA7123DF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9250" y="2657475"/>
            <a:ext cx="6858000" cy="689372"/>
          </a:xfrm>
        </p:spPr>
        <p:txBody>
          <a:bodyPr vert="horz"/>
          <a:lstStyle/>
          <a:p>
            <a:r>
              <a:rPr lang="de-DE" dirty="0"/>
              <a:t>Kolja Söhngen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805D4C-137E-038E-C79A-A5480391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9250" y="3415903"/>
            <a:ext cx="6858000" cy="1241822"/>
          </a:xfrm>
        </p:spPr>
        <p:txBody>
          <a:bodyPr/>
          <a:lstStyle/>
          <a:p>
            <a:r>
              <a:rPr lang="de-DE" dirty="0"/>
              <a:t>Praktikum in der Beratung – BU </a:t>
            </a: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procurement</a:t>
            </a:r>
            <a:endParaRPr lang="de-D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F018F3-4B41-8257-303A-1B7A75577A75}"/>
              </a:ext>
            </a:extLst>
          </p:cNvPr>
          <p:cNvSpPr/>
          <p:nvPr/>
        </p:nvSpPr>
        <p:spPr bwMode="auto">
          <a:xfrm>
            <a:off x="3124200" y="1434305"/>
            <a:ext cx="4514850" cy="214312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2800" b="1" dirty="0">
                <a:solidFill>
                  <a:srgbClr val="5757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Kolja Söhngen</a:t>
            </a:r>
            <a:br>
              <a:rPr lang="de-DE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solidFill>
                  <a:srgbClr val="009F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in der Beratung – </a:t>
            </a:r>
            <a:r>
              <a:rPr lang="de-DE" sz="1400" dirty="0" err="1">
                <a:solidFill>
                  <a:srgbClr val="009F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</a:t>
            </a:r>
            <a:r>
              <a:rPr lang="de-DE" sz="1400" dirty="0">
                <a:solidFill>
                  <a:srgbClr val="009F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solidFill>
                  <a:srgbClr val="009F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procurement</a:t>
            </a:r>
            <a:endParaRPr lang="de-DE" sz="1400" dirty="0">
              <a:solidFill>
                <a:srgbClr val="009F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5484D5E4-CE8F-EF89-CB83-69D1D23BC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4987" y="885825"/>
            <a:ext cx="5876925" cy="1524000"/>
          </a:xfrm>
          <a:prstGeom prst="rect">
            <a:avLst/>
          </a:prstGeom>
        </p:spPr>
      </p:pic>
      <p:pic>
        <p:nvPicPr>
          <p:cNvPr id="6" name="Grafik 5" descr="Ein Bild, das Menschliches Gesicht, Person, Kinn, Kleidung enthält.&#10;&#10;Automatisch generierte Beschreibung">
            <a:extLst>
              <a:ext uri="{FF2B5EF4-FFF2-40B4-BE49-F238E27FC236}">
                <a16:creationId xmlns:a16="http://schemas.microsoft.com/office/drawing/2014/main" id="{AA53CFF5-28EF-6723-5A0E-51C1708E2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558" y="859036"/>
            <a:ext cx="1682607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04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7DAADD8-02D4-705D-F29B-CC642E2020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4434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4" imgH="533" progId="TCLayout.ActiveDocument.1">
                  <p:embed/>
                </p:oleObj>
              </mc:Choice>
              <mc:Fallback>
                <p:oleObj name="think-cell Slide" r:id="rId3" imgW="534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2">
            <a:extLst>
              <a:ext uri="{FF2B5EF4-FFF2-40B4-BE49-F238E27FC236}">
                <a16:creationId xmlns:a16="http://schemas.microsoft.com/office/drawing/2014/main" id="{836F4BDA-48DE-EFCB-C902-56828862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3" y="458167"/>
            <a:ext cx="7590328" cy="539982"/>
          </a:xfrm>
        </p:spPr>
        <p:txBody>
          <a:bodyPr vert="horz"/>
          <a:lstStyle/>
          <a:p>
            <a:r>
              <a:rPr lang="de-DE" b="1" dirty="0"/>
              <a:t>Lebenslauf im Überblick| </a:t>
            </a:r>
            <a:r>
              <a:rPr lang="de-DE" spc="-60" dirty="0"/>
              <a:t>xxx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037D7F4-D2D1-0480-1DB9-7DCE37A914F7}"/>
              </a:ext>
            </a:extLst>
          </p:cNvPr>
          <p:cNvSpPr/>
          <p:nvPr/>
        </p:nvSpPr>
        <p:spPr bwMode="auto">
          <a:xfrm>
            <a:off x="440415" y="1587500"/>
            <a:ext cx="1604906" cy="52628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252000" rIns="36000" bIns="36000" rtlCol="0" anchor="ctr" anchorCtr="0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Ausbildung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 zum Handelsfachwirt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6EF4FE-216E-873F-74E9-111316C1C8F2}"/>
              </a:ext>
            </a:extLst>
          </p:cNvPr>
          <p:cNvSpPr/>
          <p:nvPr/>
        </p:nvSpPr>
        <p:spPr bwMode="auto">
          <a:xfrm>
            <a:off x="3740515" y="1587500"/>
            <a:ext cx="1604906" cy="52628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252000" rIns="36000" bIns="36000" rtlCol="0" anchor="ctr" anchorCtr="0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Praktikum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 im Business Development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D00E12E-C561-BFFB-6CE3-1829C3F3EE97}"/>
              </a:ext>
            </a:extLst>
          </p:cNvPr>
          <p:cNvSpPr/>
          <p:nvPr/>
        </p:nvSpPr>
        <p:spPr bwMode="auto">
          <a:xfrm>
            <a:off x="7040612" y="1587500"/>
            <a:ext cx="1604906" cy="52628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252000" rIns="36000" bIns="36000" rtlCol="0" anchor="ctr" anchorCtr="0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Studium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1100" dirty="0" err="1">
                <a:latin typeface="Arial" panose="020B0604020202020204" pitchFamily="34" charset="0"/>
                <a:cs typeface="Arial" panose="020B0604020202020204" pitchFamily="34" charset="0"/>
              </a:rPr>
              <a:t>vorauss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.):</a:t>
            </a:r>
            <a:b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 MBA-Programm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D3EAA6-3CC2-6A57-5407-B31BA38017F4}"/>
              </a:ext>
            </a:extLst>
          </p:cNvPr>
          <p:cNvSpPr/>
          <p:nvPr/>
        </p:nvSpPr>
        <p:spPr bwMode="auto">
          <a:xfrm>
            <a:off x="2090465" y="3359750"/>
            <a:ext cx="1604906" cy="72647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252000" rIns="36000" bIns="36000" rtlCol="0" anchor="ctr" anchorCtr="0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1100" b="1" spc="-30" dirty="0">
                <a:latin typeface="Arial" panose="020B0604020202020204" pitchFamily="34" charset="0"/>
                <a:cs typeface="Arial" panose="020B0604020202020204" pitchFamily="34" charset="0"/>
              </a:rPr>
              <a:t>Studium</a:t>
            </a:r>
            <a:r>
              <a:rPr lang="de-DE" sz="1100" spc="-30" dirty="0">
                <a:latin typeface="Arial" panose="020B0604020202020204" pitchFamily="34" charset="0"/>
                <a:cs typeface="Arial" panose="020B0604020202020204" pitchFamily="34" charset="0"/>
              </a:rPr>
              <a:t> Betriebswirtschaft &amp; Wirtschaftspsychologie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D69605-6C4E-EDF1-5C71-1AAEB919F48B}"/>
              </a:ext>
            </a:extLst>
          </p:cNvPr>
          <p:cNvSpPr/>
          <p:nvPr/>
        </p:nvSpPr>
        <p:spPr bwMode="auto">
          <a:xfrm>
            <a:off x="5390564" y="3359750"/>
            <a:ext cx="1604906" cy="7264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252000" rIns="36000" bIns="36000" rtlCol="0" anchor="ctr" anchorCtr="0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Werkstudent</a:t>
            </a: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 Einkaufsprozesse &amp; Beschaffung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811DF88-458D-31A2-2FCE-8DC87A8BCF42}"/>
              </a:ext>
            </a:extLst>
          </p:cNvPr>
          <p:cNvGrpSpPr/>
          <p:nvPr/>
        </p:nvGrpSpPr>
        <p:grpSpPr>
          <a:xfrm>
            <a:off x="487363" y="2571750"/>
            <a:ext cx="8169275" cy="261752"/>
            <a:chOff x="487363" y="2571750"/>
            <a:chExt cx="8169275" cy="261752"/>
          </a:xfrm>
          <a:gradFill>
            <a:gsLst>
              <a:gs pos="0">
                <a:srgbClr val="575756"/>
              </a:gs>
              <a:gs pos="83000">
                <a:srgbClr val="0FA1E2"/>
              </a:gs>
            </a:gsLst>
            <a:lin ang="0" scaled="0"/>
          </a:gradFill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1100D04-4494-7986-9B90-D09B752651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7363" y="2708275"/>
              <a:ext cx="8169275" cy="0"/>
            </a:xfrm>
            <a:prstGeom prst="straightConnector1">
              <a:avLst/>
            </a:prstGeom>
            <a:grpFill/>
            <a:ln w="38100">
              <a:gradFill>
                <a:gsLst>
                  <a:gs pos="0">
                    <a:srgbClr val="575756"/>
                  </a:gs>
                  <a:gs pos="100000">
                    <a:srgbClr val="0FA1E2"/>
                  </a:gs>
                </a:gsLst>
                <a:lin ang="0" scaled="0"/>
              </a:gradFill>
              <a:round/>
              <a:headEnd/>
              <a:tailEnd type="triangle"/>
            </a:ln>
          </p:spPr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57EA6E6-41D1-E875-BB2F-3CB659542ADB}"/>
                </a:ext>
              </a:extLst>
            </p:cNvPr>
            <p:cNvSpPr/>
            <p:nvPr/>
          </p:nvSpPr>
          <p:spPr bwMode="auto">
            <a:xfrm>
              <a:off x="856781" y="2571750"/>
              <a:ext cx="772173" cy="261752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2018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E5A02F-C1D1-797F-8D2C-2FE7F77909E6}"/>
                </a:ext>
              </a:extLst>
            </p:cNvPr>
            <p:cNvSpPr/>
            <p:nvPr/>
          </p:nvSpPr>
          <p:spPr bwMode="auto">
            <a:xfrm>
              <a:off x="2506831" y="2571750"/>
              <a:ext cx="772173" cy="261752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72DFCBD-A305-80C8-5FA6-A137F372B6B8}"/>
                </a:ext>
              </a:extLst>
            </p:cNvPr>
            <p:cNvSpPr/>
            <p:nvPr/>
          </p:nvSpPr>
          <p:spPr bwMode="auto">
            <a:xfrm>
              <a:off x="4156881" y="2571750"/>
              <a:ext cx="772173" cy="261752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2022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F219D17-64C0-D4AA-A74E-186955E576E5}"/>
                </a:ext>
              </a:extLst>
            </p:cNvPr>
            <p:cNvSpPr/>
            <p:nvPr/>
          </p:nvSpPr>
          <p:spPr bwMode="auto">
            <a:xfrm>
              <a:off x="7456979" y="2571750"/>
              <a:ext cx="772173" cy="261752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2026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9544212-BECD-9842-289C-AE79F600129B}"/>
                </a:ext>
              </a:extLst>
            </p:cNvPr>
            <p:cNvSpPr/>
            <p:nvPr/>
          </p:nvSpPr>
          <p:spPr bwMode="auto">
            <a:xfrm>
              <a:off x="5806930" y="2571750"/>
              <a:ext cx="772173" cy="261752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2024</a:t>
              </a:r>
            </a:p>
          </p:txBody>
        </p:sp>
      </p:grpSp>
      <p:pic>
        <p:nvPicPr>
          <p:cNvPr id="73" name="Picture 72" descr="A white text on a green background&#10;&#10;Description automatically generated">
            <a:extLst>
              <a:ext uri="{FF2B5EF4-FFF2-40B4-BE49-F238E27FC236}">
                <a16:creationId xmlns:a16="http://schemas.microsoft.com/office/drawing/2014/main" id="{F40716DA-B51E-B13E-093F-D84766A49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1256" y="3281595"/>
            <a:ext cx="283324" cy="283324"/>
          </a:xfrm>
          <a:prstGeom prst="rect">
            <a:avLst/>
          </a:prstGeom>
        </p:spPr>
      </p:pic>
      <p:pic>
        <p:nvPicPr>
          <p:cNvPr id="79" name="Picture 78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41A8D92C-14D2-7D0A-EF1E-CD1C907A9B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494" t="39012" r="9967" b="41097"/>
          <a:stretch/>
        </p:blipFill>
        <p:spPr>
          <a:xfrm>
            <a:off x="910287" y="1671681"/>
            <a:ext cx="665162" cy="110898"/>
          </a:xfrm>
          <a:prstGeom prst="rect">
            <a:avLst/>
          </a:prstGeom>
        </p:spPr>
      </p:pic>
      <p:pic>
        <p:nvPicPr>
          <p:cNvPr id="1030" name="Picture 6" descr="Puch Logo PNG Transparent &amp; SVG Vector - Freebie Supply">
            <a:extLst>
              <a:ext uri="{FF2B5EF4-FFF2-40B4-BE49-F238E27FC236}">
                <a16:creationId xmlns:a16="http://schemas.microsoft.com/office/drawing/2014/main" id="{F95549EA-4DAA-EB68-2D0A-29BB56E8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09" y="1520085"/>
            <a:ext cx="552119" cy="41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ategro wieder unter dem Dach der Nordwest Handel AG - SanitärJournal">
            <a:extLst>
              <a:ext uri="{FF2B5EF4-FFF2-40B4-BE49-F238E27FC236}">
                <a16:creationId xmlns:a16="http://schemas.microsoft.com/office/drawing/2014/main" id="{905AB944-AFFF-65AF-BF39-344DFE1EBA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4" t="42368" r="9967" b="43041"/>
          <a:stretch/>
        </p:blipFill>
        <p:spPr bwMode="auto">
          <a:xfrm>
            <a:off x="5831435" y="3379242"/>
            <a:ext cx="723164" cy="8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12034AB-694F-232A-4FCB-ACE9C372C8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4478" y="1598542"/>
            <a:ext cx="257175" cy="257175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06F5998-953C-E821-EE96-50022D829B4C}"/>
              </a:ext>
            </a:extLst>
          </p:cNvPr>
          <p:cNvCxnSpPr>
            <a:cxnSpLocks/>
            <a:stCxn id="67" idx="0"/>
            <a:endCxn id="62" idx="2"/>
          </p:cNvCxnSpPr>
          <p:nvPr/>
        </p:nvCxnSpPr>
        <p:spPr bwMode="auto">
          <a:xfrm flipV="1">
            <a:off x="1242868" y="2113780"/>
            <a:ext cx="0" cy="4579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1EDE556-3539-2AC8-DC06-E0790DF585A6}"/>
              </a:ext>
            </a:extLst>
          </p:cNvPr>
          <p:cNvCxnSpPr>
            <a:cxnSpLocks/>
          </p:cNvCxnSpPr>
          <p:nvPr/>
        </p:nvCxnSpPr>
        <p:spPr bwMode="auto">
          <a:xfrm flipV="1">
            <a:off x="4530401" y="2113780"/>
            <a:ext cx="0" cy="4579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50CEDA1-FAAA-FE63-D1F3-EFB6418C34B9}"/>
              </a:ext>
            </a:extLst>
          </p:cNvPr>
          <p:cNvCxnSpPr>
            <a:cxnSpLocks/>
            <a:stCxn id="70" idx="0"/>
            <a:endCxn id="64" idx="2"/>
          </p:cNvCxnSpPr>
          <p:nvPr/>
        </p:nvCxnSpPr>
        <p:spPr bwMode="auto">
          <a:xfrm flipH="1" flipV="1">
            <a:off x="7843065" y="2113780"/>
            <a:ext cx="1" cy="4579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1AF76A8-E192-6A7F-FE06-6E9E0F9F317A}"/>
              </a:ext>
            </a:extLst>
          </p:cNvPr>
          <p:cNvCxnSpPr>
            <a:cxnSpLocks/>
            <a:stCxn id="1032" idx="0"/>
            <a:endCxn id="71" idx="2"/>
          </p:cNvCxnSpPr>
          <p:nvPr/>
        </p:nvCxnSpPr>
        <p:spPr bwMode="auto">
          <a:xfrm flipV="1">
            <a:off x="6193017" y="2833502"/>
            <a:ext cx="0" cy="5457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BE689AA-EA87-85A9-2984-FE7F959F1D33}"/>
              </a:ext>
            </a:extLst>
          </p:cNvPr>
          <p:cNvCxnSpPr>
            <a:cxnSpLocks/>
            <a:stCxn id="73" idx="0"/>
            <a:endCxn id="68" idx="2"/>
          </p:cNvCxnSpPr>
          <p:nvPr/>
        </p:nvCxnSpPr>
        <p:spPr bwMode="auto">
          <a:xfrm flipV="1">
            <a:off x="2892918" y="2833502"/>
            <a:ext cx="0" cy="44809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75599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826358B1-25D9-DE0E-24C9-9FF3A6E5AD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52442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4" imgH="533" progId="TCLayout.ActiveDocument.1">
                  <p:embed/>
                </p:oleObj>
              </mc:Choice>
              <mc:Fallback>
                <p:oleObj name="think-cell Slide" r:id="rId3" imgW="534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8396A2E3-22B6-3BF3-90FD-FA21A000FC68}"/>
              </a:ext>
            </a:extLst>
          </p:cNvPr>
          <p:cNvGrpSpPr/>
          <p:nvPr/>
        </p:nvGrpSpPr>
        <p:grpSpPr>
          <a:xfrm>
            <a:off x="1498721" y="1469726"/>
            <a:ext cx="6256217" cy="596265"/>
            <a:chOff x="1498721" y="1469726"/>
            <a:chExt cx="6256217" cy="596265"/>
          </a:xfrm>
        </p:grpSpPr>
        <p:sp>
          <p:nvSpPr>
            <p:cNvPr id="6" name="Abgerundetes Rechteck 5">
              <a:extLst>
                <a:ext uri="{FF2B5EF4-FFF2-40B4-BE49-F238E27FC236}">
                  <a16:creationId xmlns:a16="http://schemas.microsoft.com/office/drawing/2014/main" id="{FEA202C8-4268-5D58-6D2F-7833692F2A1B}"/>
                </a:ext>
              </a:extLst>
            </p:cNvPr>
            <p:cNvSpPr/>
            <p:nvPr/>
          </p:nvSpPr>
          <p:spPr>
            <a:xfrm>
              <a:off x="1925638" y="1504338"/>
              <a:ext cx="5829300" cy="543358"/>
            </a:xfrm>
            <a:prstGeom prst="roundRect">
              <a:avLst/>
            </a:prstGeom>
            <a:noFill/>
            <a:ln>
              <a:solidFill>
                <a:srgbClr val="5757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r>
                <a: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Ausbildung Handelsfachwirt: </a:t>
              </a:r>
              <a:r>
                <a:rPr lang="de-DE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Frühzeitige Übernahme von Verantwortung, verbunden mit der Weiterentwicklung von Kommunikationsstärke und Selbstbewusstsein</a:t>
              </a:r>
              <a:endPara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302CE9-0391-A925-5CB5-84B17DF4DB79}"/>
                </a:ext>
              </a:extLst>
            </p:cNvPr>
            <p:cNvSpPr/>
            <p:nvPr/>
          </p:nvSpPr>
          <p:spPr bwMode="auto">
            <a:xfrm>
              <a:off x="1498721" y="1469726"/>
              <a:ext cx="596265" cy="596265"/>
            </a:xfrm>
            <a:prstGeom prst="ellipse">
              <a:avLst/>
            </a:prstGeom>
            <a:solidFill>
              <a:srgbClr val="019CE2"/>
            </a:solidFill>
            <a:ln w="19050">
              <a:solidFill>
                <a:srgbClr val="575756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de-DE" dirty="0" err="1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5" name="Grafik 4" descr="Bücher im Regal mit einfarbiger Füllung">
              <a:extLst>
                <a:ext uri="{FF2B5EF4-FFF2-40B4-BE49-F238E27FC236}">
                  <a16:creationId xmlns:a16="http://schemas.microsoft.com/office/drawing/2014/main" id="{B487CDBF-C2C8-6F49-4536-ACD2385F8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91869" y="1552386"/>
              <a:ext cx="429018" cy="430944"/>
            </a:xfrm>
            <a:prstGeom prst="rect">
              <a:avLst/>
            </a:prstGeom>
          </p:spPr>
        </p:pic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6777234-A458-2898-A246-F23A52A8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b="1" dirty="0"/>
              <a:t>Lebenslauf im Detail | </a:t>
            </a:r>
            <a:r>
              <a:rPr lang="de-DE" dirty="0" err="1"/>
              <a:t>Learnings</a:t>
            </a:r>
            <a:r>
              <a:rPr lang="de-DE" dirty="0"/>
              <a:t> durch bisherige akademische &amp; berufliche Laufbahn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C985565C-3012-6C19-E6A9-2298C201A899}"/>
              </a:ext>
            </a:extLst>
          </p:cNvPr>
          <p:cNvSpPr/>
          <p:nvPr/>
        </p:nvSpPr>
        <p:spPr>
          <a:xfrm>
            <a:off x="1925638" y="3915842"/>
            <a:ext cx="582930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Einkaufsprozesse und Beschaffung: 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Begleitung des Digitalisierungsprozesses im Einkauf durch die Einführung von Softwarelösungen für Produktkostenanalysen, Beschaffungsmarktreports und Potenzialanalysen zur Optimierung der Effizienz 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7A27CF55-4896-CEE0-E079-CA161657B458}"/>
              </a:ext>
            </a:extLst>
          </p:cNvPr>
          <p:cNvSpPr/>
          <p:nvPr/>
        </p:nvSpPr>
        <p:spPr>
          <a:xfrm>
            <a:off x="1925638" y="3109287"/>
            <a:ext cx="582930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Development: 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Selbstständiges und strategisches Arbeiten, Praktisches Verständnis für die Planung und Umsetzung von Wachstumsstrategien im E-Commerce</a:t>
            </a:r>
            <a:endParaRPr lang="de-DE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81B6D62-CBEF-D6ED-EF86-3AC3C8287698}"/>
              </a:ext>
            </a:extLst>
          </p:cNvPr>
          <p:cNvSpPr/>
          <p:nvPr/>
        </p:nvSpPr>
        <p:spPr>
          <a:xfrm>
            <a:off x="1925638" y="2302733"/>
            <a:ext cx="582930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Studium Wirtschaftspsychologie: 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Verständnis für die Schnittstellen zwischen betriebswirtschaftlichen Prozessen und menschlichem Verhalten in Organisationen</a:t>
            </a:r>
            <a:endParaRPr lang="de-DE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642385D-FB50-FB67-24F2-06FF27C2B515}"/>
              </a:ext>
            </a:extLst>
          </p:cNvPr>
          <p:cNvSpPr/>
          <p:nvPr/>
        </p:nvSpPr>
        <p:spPr bwMode="auto">
          <a:xfrm>
            <a:off x="1498721" y="2276280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1" name="Grafik 10" descr="Abschlusshut mit einfarbiger Füllung">
            <a:extLst>
              <a:ext uri="{FF2B5EF4-FFF2-40B4-BE49-F238E27FC236}">
                <a16:creationId xmlns:a16="http://schemas.microsoft.com/office/drawing/2014/main" id="{35F54763-2AFB-CD0F-308A-CA9CE1CC28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2345" y="2317462"/>
            <a:ext cx="429018" cy="513902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0BD5BE96-157B-8346-2C3B-D28FCAE8EB10}"/>
              </a:ext>
            </a:extLst>
          </p:cNvPr>
          <p:cNvSpPr/>
          <p:nvPr/>
        </p:nvSpPr>
        <p:spPr bwMode="auto">
          <a:xfrm>
            <a:off x="1498721" y="3082834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3" name="Grafik 12" descr="Geschäftswachstum mit einfarbiger Füllung">
            <a:extLst>
              <a:ext uri="{FF2B5EF4-FFF2-40B4-BE49-F238E27FC236}">
                <a16:creationId xmlns:a16="http://schemas.microsoft.com/office/drawing/2014/main" id="{8FA91A60-8B1B-1A58-E78C-880B7D109E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2345" y="3166458"/>
            <a:ext cx="429018" cy="429018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9AA1AFC6-9D08-5C43-EAB2-75B43FF91380}"/>
              </a:ext>
            </a:extLst>
          </p:cNvPr>
          <p:cNvSpPr/>
          <p:nvPr/>
        </p:nvSpPr>
        <p:spPr bwMode="auto">
          <a:xfrm>
            <a:off x="1498721" y="3889388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5" name="Grafik 14" descr="Warenkorb mit einfarbiger Füllung">
            <a:extLst>
              <a:ext uri="{FF2B5EF4-FFF2-40B4-BE49-F238E27FC236}">
                <a16:creationId xmlns:a16="http://schemas.microsoft.com/office/drawing/2014/main" id="{70124FE8-FD0A-1823-1DAE-B4AAD0410B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82345" y="3973011"/>
            <a:ext cx="429018" cy="429018"/>
          </a:xfrm>
          <a:prstGeom prst="rect">
            <a:avLst/>
          </a:prstGeom>
        </p:spPr>
      </p:pic>
      <p:pic>
        <p:nvPicPr>
          <p:cNvPr id="32" name="Picture 31" descr="A black background with blue letters&#10;&#10;Description automatically generated">
            <a:extLst>
              <a:ext uri="{FF2B5EF4-FFF2-40B4-BE49-F238E27FC236}">
                <a16:creationId xmlns:a16="http://schemas.microsoft.com/office/drawing/2014/main" id="{B139B30C-C916-727B-2AD5-26880D7B47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4987" y="885825"/>
            <a:ext cx="5876925" cy="1524000"/>
          </a:xfrm>
          <a:prstGeom prst="rect">
            <a:avLst/>
          </a:prstGeom>
        </p:spPr>
      </p:pic>
      <p:sp>
        <p:nvSpPr>
          <p:cNvPr id="46" name="Flowchart: Extract 45">
            <a:extLst>
              <a:ext uri="{FF2B5EF4-FFF2-40B4-BE49-F238E27FC236}">
                <a16:creationId xmlns:a16="http://schemas.microsoft.com/office/drawing/2014/main" id="{19559178-819F-3A7E-925A-4C0ECE44FA0F}"/>
              </a:ext>
            </a:extLst>
          </p:cNvPr>
          <p:cNvSpPr/>
          <p:nvPr/>
        </p:nvSpPr>
        <p:spPr bwMode="auto">
          <a:xfrm rot="10800000">
            <a:off x="563563" y="1552386"/>
            <a:ext cx="897058" cy="2849643"/>
          </a:xfrm>
          <a:prstGeom prst="flowChartExtract">
            <a:avLst/>
          </a:prstGeom>
          <a:gradFill flip="none" rotWithShape="1">
            <a:gsLst>
              <a:gs pos="73000">
                <a:srgbClr val="575756"/>
              </a:gs>
              <a:gs pos="0">
                <a:srgbClr val="0FA1E2"/>
              </a:gs>
            </a:gsLst>
            <a:lin ang="5400000" scaled="1"/>
            <a:tileRect/>
          </a:gra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338D19-A0DB-1D80-327E-4D2F835200CD}"/>
              </a:ext>
            </a:extLst>
          </p:cNvPr>
          <p:cNvSpPr/>
          <p:nvPr/>
        </p:nvSpPr>
        <p:spPr bwMode="auto">
          <a:xfrm>
            <a:off x="615156" y="1390650"/>
            <a:ext cx="793871" cy="15315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800" i="1" dirty="0">
                <a:latin typeface="Arial" panose="020B0604020202020204" pitchFamily="34" charset="0"/>
                <a:cs typeface="Arial" panose="020B0604020202020204" pitchFamily="34" charset="0"/>
              </a:rPr>
              <a:t>2018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AB1C94-6EC5-95BE-7B0E-353CC959F278}"/>
              </a:ext>
            </a:extLst>
          </p:cNvPr>
          <p:cNvSpPr/>
          <p:nvPr/>
        </p:nvSpPr>
        <p:spPr bwMode="auto">
          <a:xfrm>
            <a:off x="615156" y="4438028"/>
            <a:ext cx="793871" cy="15315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de-DE" sz="800" i="1" dirty="0">
                <a:latin typeface="Arial" panose="020B0604020202020204" pitchFamily="34" charset="0"/>
                <a:cs typeface="Arial" panose="020B0604020202020204" pitchFamily="34" charset="0"/>
              </a:rPr>
              <a:t>2024+</a:t>
            </a:r>
          </a:p>
        </p:txBody>
      </p:sp>
    </p:spTree>
    <p:extLst>
      <p:ext uri="{BB962C8B-B14F-4D97-AF65-F5344CB8AC3E}">
        <p14:creationId xmlns:p14="http://schemas.microsoft.com/office/powerpoint/2010/main" val="35442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FA123D8-CB18-A7E6-BE1E-A8D08BECC2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81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4" imgH="533" progId="TCLayout.ActiveDocument.1">
                  <p:embed/>
                </p:oleObj>
              </mc:Choice>
              <mc:Fallback>
                <p:oleObj name="think-cell Slide" r:id="rId3" imgW="534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047520-BABC-253F-B579-8B296930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b="1" dirty="0"/>
              <a:t>Folgende Punkte zeichnen mich aus  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661EDE9-BF54-7B40-9BC0-A95B3E2D3CD7}"/>
              </a:ext>
            </a:extLst>
          </p:cNvPr>
          <p:cNvGrpSpPr/>
          <p:nvPr/>
        </p:nvGrpSpPr>
        <p:grpSpPr>
          <a:xfrm>
            <a:off x="487363" y="1609725"/>
            <a:ext cx="1595437" cy="3027363"/>
            <a:chOff x="487363" y="1609725"/>
            <a:chExt cx="1595437" cy="3027363"/>
          </a:xfrm>
          <a:gradFill>
            <a:gsLst>
              <a:gs pos="73000">
                <a:srgbClr val="575756"/>
              </a:gs>
              <a:gs pos="0">
                <a:srgbClr val="0FA1E2"/>
              </a:gs>
            </a:gsLst>
            <a:lin ang="5400000" scaled="1"/>
          </a:gra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D65AF6-A3F2-62D5-35EF-4018ED6C195C}"/>
                </a:ext>
              </a:extLst>
            </p:cNvPr>
            <p:cNvSpPr/>
            <p:nvPr/>
          </p:nvSpPr>
          <p:spPr bwMode="auto">
            <a:xfrm>
              <a:off x="487363" y="2252266"/>
              <a:ext cx="1595437" cy="4572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Analytische &amp; logische Herangehensweise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D0A0134-7268-AD98-132D-54F953D5BE1D}"/>
                </a:ext>
              </a:extLst>
            </p:cNvPr>
            <p:cNvSpPr/>
            <p:nvPr/>
          </p:nvSpPr>
          <p:spPr bwMode="auto">
            <a:xfrm>
              <a:off x="487363" y="2894807"/>
              <a:ext cx="1595437" cy="4572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Lernbereitschaft &amp; Wissbegierde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000E2B8-0100-76DD-F2F4-D3832A447699}"/>
                </a:ext>
              </a:extLst>
            </p:cNvPr>
            <p:cNvSpPr/>
            <p:nvPr/>
          </p:nvSpPr>
          <p:spPr bwMode="auto">
            <a:xfrm>
              <a:off x="487363" y="3537348"/>
              <a:ext cx="1595437" cy="4572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Disziplin &amp; Resilienz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88863F7-2A15-045E-79E8-FDC80AB3C634}"/>
                </a:ext>
              </a:extLst>
            </p:cNvPr>
            <p:cNvSpPr/>
            <p:nvPr/>
          </p:nvSpPr>
          <p:spPr bwMode="auto">
            <a:xfrm>
              <a:off x="487363" y="4179888"/>
              <a:ext cx="1595437" cy="4572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Teamfähigkeit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33D4B4-0A09-1233-7BD1-04BE77989D21}"/>
                </a:ext>
              </a:extLst>
            </p:cNvPr>
            <p:cNvSpPr/>
            <p:nvPr/>
          </p:nvSpPr>
          <p:spPr bwMode="auto">
            <a:xfrm>
              <a:off x="487363" y="1609725"/>
              <a:ext cx="1595437" cy="457200"/>
            </a:xfrm>
            <a:prstGeom prst="rect">
              <a:avLst/>
            </a:prstGeom>
            <a:grp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Erfahrung Einkauf &amp; Beschaffung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390CEE0-A6CB-3D8B-83CD-B04A6B6567AB}"/>
              </a:ext>
            </a:extLst>
          </p:cNvPr>
          <p:cNvGrpSpPr/>
          <p:nvPr/>
        </p:nvGrpSpPr>
        <p:grpSpPr>
          <a:xfrm>
            <a:off x="487363" y="1347788"/>
            <a:ext cx="1595436" cy="176212"/>
            <a:chOff x="487363" y="1347788"/>
            <a:chExt cx="1595436" cy="17621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A958C6-F3B0-A50D-9A3F-E3D6C3AD907D}"/>
                </a:ext>
              </a:extLst>
            </p:cNvPr>
            <p:cNvSpPr/>
            <p:nvPr/>
          </p:nvSpPr>
          <p:spPr bwMode="auto">
            <a:xfrm>
              <a:off x="487363" y="1347788"/>
              <a:ext cx="1595436" cy="1762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Kategorie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9335F60-40FF-2B45-FD34-7ED4D411A4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7363" y="1520803"/>
              <a:ext cx="15954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AF11845-D5C1-91E5-1739-03328B952795}"/>
              </a:ext>
            </a:extLst>
          </p:cNvPr>
          <p:cNvSpPr/>
          <p:nvPr/>
        </p:nvSpPr>
        <p:spPr bwMode="auto">
          <a:xfrm>
            <a:off x="2459037" y="1347788"/>
            <a:ext cx="6197601" cy="1762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b="1" dirty="0">
                <a:latin typeface="Arial" panose="020B0604020202020204" pitchFamily="34" charset="0"/>
                <a:cs typeface="Arial" panose="020B0604020202020204" pitchFamily="34" charset="0"/>
              </a:rPr>
              <a:t>Beispiele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1A8FB1-A027-05D7-3FA3-4F0080F2983F}"/>
              </a:ext>
            </a:extLst>
          </p:cNvPr>
          <p:cNvCxnSpPr>
            <a:cxnSpLocks/>
          </p:cNvCxnSpPr>
          <p:nvPr/>
        </p:nvCxnSpPr>
        <p:spPr bwMode="auto">
          <a:xfrm>
            <a:off x="2459037" y="1520803"/>
            <a:ext cx="61976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3D7E18E-7144-1A8F-8FFA-22A7F377F65F}"/>
              </a:ext>
            </a:extLst>
          </p:cNvPr>
          <p:cNvCxnSpPr>
            <a:cxnSpLocks/>
          </p:cNvCxnSpPr>
          <p:nvPr/>
        </p:nvCxnSpPr>
        <p:spPr bwMode="auto">
          <a:xfrm>
            <a:off x="487363" y="2159596"/>
            <a:ext cx="8169275" cy="0"/>
          </a:xfrm>
          <a:prstGeom prst="line">
            <a:avLst/>
          </a:prstGeom>
          <a:noFill/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18034B7-92BA-75B0-2D5E-2079036A69CE}"/>
              </a:ext>
            </a:extLst>
          </p:cNvPr>
          <p:cNvCxnSpPr>
            <a:cxnSpLocks/>
          </p:cNvCxnSpPr>
          <p:nvPr/>
        </p:nvCxnSpPr>
        <p:spPr bwMode="auto">
          <a:xfrm>
            <a:off x="487363" y="2802136"/>
            <a:ext cx="8169275" cy="0"/>
          </a:xfrm>
          <a:prstGeom prst="line">
            <a:avLst/>
          </a:prstGeom>
          <a:noFill/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3B8C154-9F1E-2D05-7A0D-323E2A5845FB}"/>
              </a:ext>
            </a:extLst>
          </p:cNvPr>
          <p:cNvCxnSpPr>
            <a:cxnSpLocks/>
          </p:cNvCxnSpPr>
          <p:nvPr/>
        </p:nvCxnSpPr>
        <p:spPr bwMode="auto">
          <a:xfrm>
            <a:off x="487363" y="3444677"/>
            <a:ext cx="8169275" cy="0"/>
          </a:xfrm>
          <a:prstGeom prst="line">
            <a:avLst/>
          </a:prstGeom>
          <a:noFill/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6568ACF-78B7-03A2-EB97-F4DAD0FF62CD}"/>
              </a:ext>
            </a:extLst>
          </p:cNvPr>
          <p:cNvCxnSpPr>
            <a:cxnSpLocks/>
          </p:cNvCxnSpPr>
          <p:nvPr/>
        </p:nvCxnSpPr>
        <p:spPr bwMode="auto">
          <a:xfrm>
            <a:off x="487363" y="4087218"/>
            <a:ext cx="8169275" cy="0"/>
          </a:xfrm>
          <a:prstGeom prst="line">
            <a:avLst/>
          </a:prstGeom>
          <a:noFill/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924020-7C27-F4A8-B1C4-D28980499433}"/>
              </a:ext>
            </a:extLst>
          </p:cNvPr>
          <p:cNvCxnSpPr>
            <a:cxnSpLocks/>
          </p:cNvCxnSpPr>
          <p:nvPr/>
        </p:nvCxnSpPr>
        <p:spPr bwMode="auto">
          <a:xfrm>
            <a:off x="2256632" y="1520803"/>
            <a:ext cx="0" cy="3116285"/>
          </a:xfrm>
          <a:prstGeom prst="line">
            <a:avLst/>
          </a:prstGeom>
          <a:noFill/>
          <a:ln w="12700">
            <a:solidFill>
              <a:schemeClr val="bg1">
                <a:lumMod val="95000"/>
              </a:schemeClr>
            </a:solidFill>
            <a:round/>
            <a:headEnd/>
            <a:tailEnd/>
          </a:ln>
        </p:spPr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F75637DB-B6B3-37D3-D11C-1DA5A2C572D8}"/>
              </a:ext>
            </a:extLst>
          </p:cNvPr>
          <p:cNvSpPr/>
          <p:nvPr/>
        </p:nvSpPr>
        <p:spPr bwMode="auto">
          <a:xfrm>
            <a:off x="2459037" y="1609725"/>
            <a:ext cx="6197599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Vertieftes Verständnis für einkaufsrelevante Kennzahlen sowie wertvolle Erfahrungen in der Begleitung von Digitalisierungsprozessen im Einkauf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2F167EE-8D47-9031-DBFC-130D9DB0CB91}"/>
              </a:ext>
            </a:extLst>
          </p:cNvPr>
          <p:cNvSpPr/>
          <p:nvPr/>
        </p:nvSpPr>
        <p:spPr bwMode="auto">
          <a:xfrm>
            <a:off x="2459037" y="2252266"/>
            <a:ext cx="6197599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Sehr gutes Verständnis für Statistik und datenbasiertes Arbeiten, wie beispielsweise bei der Erstellung von Auswertungen und Prognosen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846939-B367-2793-C751-672792E6C1C7}"/>
              </a:ext>
            </a:extLst>
          </p:cNvPr>
          <p:cNvSpPr/>
          <p:nvPr/>
        </p:nvSpPr>
        <p:spPr bwMode="auto">
          <a:xfrm>
            <a:off x="2459037" y="2894807"/>
            <a:ext cx="6197599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Bücher und Podcasts zu Persönlichkeitsentwicklung und Business-Themen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C2DD886-7005-0AA3-5029-FDE8AC8582A4}"/>
              </a:ext>
            </a:extLst>
          </p:cNvPr>
          <p:cNvSpPr/>
          <p:nvPr/>
        </p:nvSpPr>
        <p:spPr bwMode="auto">
          <a:xfrm>
            <a:off x="2459037" y="3537348"/>
            <a:ext cx="6197599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Strukturierte Routinen, beispielsweise in den Bereichen Finanzen, Sport und Ernährung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3558504-656E-963F-5C54-E986A964C401}"/>
              </a:ext>
            </a:extLst>
          </p:cNvPr>
          <p:cNvSpPr/>
          <p:nvPr/>
        </p:nvSpPr>
        <p:spPr bwMode="auto">
          <a:xfrm>
            <a:off x="2459037" y="4179888"/>
            <a:ext cx="6197599" cy="4572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lIns="36000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Erfahrungen in der Zusammenarbeit mit vielfältigen Teams und unterschiedlichen Persönlichkeiten, sowohl im beruflichen Kontext als auch im Mannschaftssport</a:t>
            </a:r>
          </a:p>
        </p:txBody>
      </p:sp>
    </p:spTree>
    <p:extLst>
      <p:ext uri="{BB962C8B-B14F-4D97-AF65-F5344CB8AC3E}">
        <p14:creationId xmlns:p14="http://schemas.microsoft.com/office/powerpoint/2010/main" val="568239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8C4750F-2B6C-31D1-B8FC-11D2AE9B35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119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4" imgH="533" progId="TCLayout.ActiveDocument.1">
                  <p:embed/>
                </p:oleObj>
              </mc:Choice>
              <mc:Fallback>
                <p:oleObj name="think-cell Slide" r:id="rId3" imgW="534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B3B5E932-4E31-6727-6C4C-AF2A9E127560}"/>
              </a:ext>
            </a:extLst>
          </p:cNvPr>
          <p:cNvGrpSpPr/>
          <p:nvPr/>
        </p:nvGrpSpPr>
        <p:grpSpPr>
          <a:xfrm>
            <a:off x="888390" y="1709960"/>
            <a:ext cx="3251810" cy="2713953"/>
            <a:chOff x="888390" y="1709960"/>
            <a:chExt cx="3251810" cy="2713953"/>
          </a:xfrm>
        </p:grpSpPr>
        <p:sp>
          <p:nvSpPr>
            <p:cNvPr id="19" name="Abgerundetes Rechteck 5">
              <a:extLst>
                <a:ext uri="{FF2B5EF4-FFF2-40B4-BE49-F238E27FC236}">
                  <a16:creationId xmlns:a16="http://schemas.microsoft.com/office/drawing/2014/main" id="{499BC605-D9EF-DE51-7B9B-97A9BCDF59E7}"/>
                </a:ext>
              </a:extLst>
            </p:cNvPr>
            <p:cNvSpPr/>
            <p:nvPr/>
          </p:nvSpPr>
          <p:spPr>
            <a:xfrm>
              <a:off x="888390" y="1709960"/>
              <a:ext cx="3251810" cy="543358"/>
            </a:xfrm>
            <a:prstGeom prst="roundRect">
              <a:avLst/>
            </a:prstGeom>
            <a:noFill/>
            <a:ln>
              <a:solidFill>
                <a:srgbClr val="5757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r>
                <a: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Smarte &amp; ambitionierte Kollegen mit einem hohen </a:t>
              </a:r>
              <a:r>
                <a:rPr lang="de-DE" sz="11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Drive</a:t>
              </a:r>
            </a:p>
          </p:txBody>
        </p:sp>
        <p:sp>
          <p:nvSpPr>
            <p:cNvPr id="26" name="Abgerundetes Rechteck 5">
              <a:extLst>
                <a:ext uri="{FF2B5EF4-FFF2-40B4-BE49-F238E27FC236}">
                  <a16:creationId xmlns:a16="http://schemas.microsoft.com/office/drawing/2014/main" id="{558230F3-4C55-3727-ADCD-86DCEEA638DF}"/>
                </a:ext>
              </a:extLst>
            </p:cNvPr>
            <p:cNvSpPr/>
            <p:nvPr/>
          </p:nvSpPr>
          <p:spPr>
            <a:xfrm>
              <a:off x="888390" y="2430620"/>
              <a:ext cx="3251810" cy="543358"/>
            </a:xfrm>
            <a:prstGeom prst="roundRect">
              <a:avLst/>
            </a:prstGeom>
            <a:noFill/>
            <a:ln>
              <a:solidFill>
                <a:srgbClr val="5757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r>
                <a: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Steile Lernkurve &amp; Entwicklungsmöglichkeiten</a:t>
              </a:r>
            </a:p>
          </p:txBody>
        </p:sp>
        <p:sp>
          <p:nvSpPr>
            <p:cNvPr id="29" name="Abgerundetes Rechteck 5">
              <a:extLst>
                <a:ext uri="{FF2B5EF4-FFF2-40B4-BE49-F238E27FC236}">
                  <a16:creationId xmlns:a16="http://schemas.microsoft.com/office/drawing/2014/main" id="{E0443A8A-A64E-D050-30A5-D6CD2AB20565}"/>
                </a:ext>
              </a:extLst>
            </p:cNvPr>
            <p:cNvSpPr/>
            <p:nvPr/>
          </p:nvSpPr>
          <p:spPr>
            <a:xfrm>
              <a:off x="888390" y="3151762"/>
              <a:ext cx="3251810" cy="543358"/>
            </a:xfrm>
            <a:prstGeom prst="roundRect">
              <a:avLst/>
            </a:prstGeom>
            <a:noFill/>
            <a:ln>
              <a:solidFill>
                <a:srgbClr val="5757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r>
                <a: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Arbeiten im Team</a:t>
              </a:r>
            </a:p>
          </p:txBody>
        </p:sp>
        <p:sp>
          <p:nvSpPr>
            <p:cNvPr id="32" name="Abgerundetes Rechteck 5">
              <a:extLst>
                <a:ext uri="{FF2B5EF4-FFF2-40B4-BE49-F238E27FC236}">
                  <a16:creationId xmlns:a16="http://schemas.microsoft.com/office/drawing/2014/main" id="{593F2265-6F96-DDC5-F284-7EF4865FA8D0}"/>
                </a:ext>
              </a:extLst>
            </p:cNvPr>
            <p:cNvSpPr/>
            <p:nvPr/>
          </p:nvSpPr>
          <p:spPr>
            <a:xfrm>
              <a:off x="888390" y="3880555"/>
              <a:ext cx="3251810" cy="543358"/>
            </a:xfrm>
            <a:prstGeom prst="roundRect">
              <a:avLst/>
            </a:prstGeom>
            <a:noFill/>
            <a:ln>
              <a:solidFill>
                <a:srgbClr val="5757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rIns="36000" rtlCol="0" anchor="ctr"/>
            <a:lstStyle/>
            <a:p>
              <a:r>
                <a:rPr lang="de-DE" sz="11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Vielfältige Projekte mit direktem Einfluss auf den Erfolg von Unternehmen</a:t>
              </a: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FFCA531-07B1-650F-7F9E-C00769EB4A9D}"/>
              </a:ext>
            </a:extLst>
          </p:cNvPr>
          <p:cNvSpPr/>
          <p:nvPr/>
        </p:nvSpPr>
        <p:spPr bwMode="auto">
          <a:xfrm>
            <a:off x="461473" y="3845943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B7A3E8D-EA13-1611-B706-ABDA2FD4CFCA}"/>
              </a:ext>
            </a:extLst>
          </p:cNvPr>
          <p:cNvSpPr/>
          <p:nvPr/>
        </p:nvSpPr>
        <p:spPr bwMode="auto">
          <a:xfrm>
            <a:off x="461473" y="3117150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02D587-5085-F3E1-E84D-01D5E99664F8}"/>
              </a:ext>
            </a:extLst>
          </p:cNvPr>
          <p:cNvSpPr/>
          <p:nvPr/>
        </p:nvSpPr>
        <p:spPr bwMode="auto">
          <a:xfrm>
            <a:off x="461473" y="2396008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971B32F-F121-898D-8A4F-FF0EABEE9921}"/>
              </a:ext>
            </a:extLst>
          </p:cNvPr>
          <p:cNvSpPr/>
          <p:nvPr/>
        </p:nvSpPr>
        <p:spPr bwMode="auto">
          <a:xfrm>
            <a:off x="461473" y="1675348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Inhaltsplatzhalter 4" descr="Glühbirne und Zahnrad mit einfarbiger Füllung">
            <a:extLst>
              <a:ext uri="{FF2B5EF4-FFF2-40B4-BE49-F238E27FC236}">
                <a16:creationId xmlns:a16="http://schemas.microsoft.com/office/drawing/2014/main" id="{DDDA9479-C6AC-E1B1-63CE-DA0AB28176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096" y="1758972"/>
            <a:ext cx="429018" cy="429018"/>
          </a:xfrm>
          <a:prstGeom prst="rect">
            <a:avLst/>
          </a:prstGeom>
        </p:spPr>
      </p:pic>
      <p:pic>
        <p:nvPicPr>
          <p:cNvPr id="11" name="Grafik 10" descr="Diagramm mit Hockeyschlägerkurve mit einfarbiger Füllung">
            <a:extLst>
              <a:ext uri="{FF2B5EF4-FFF2-40B4-BE49-F238E27FC236}">
                <a16:creationId xmlns:a16="http://schemas.microsoft.com/office/drawing/2014/main" id="{07257B26-F9E9-0A2F-D890-E5D05C1668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5096" y="2479632"/>
            <a:ext cx="429018" cy="429018"/>
          </a:xfrm>
          <a:prstGeom prst="rect">
            <a:avLst/>
          </a:prstGeom>
        </p:spPr>
      </p:pic>
      <p:pic>
        <p:nvPicPr>
          <p:cNvPr id="15" name="Grafik 14" descr="Gruppenbrainstorming mit einfarbiger Füllung">
            <a:extLst>
              <a:ext uri="{FF2B5EF4-FFF2-40B4-BE49-F238E27FC236}">
                <a16:creationId xmlns:a16="http://schemas.microsoft.com/office/drawing/2014/main" id="{66FA9BEB-923E-EFDB-ADF5-7F2A2783D2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5096" y="3200774"/>
            <a:ext cx="429018" cy="429018"/>
          </a:xfrm>
          <a:prstGeom prst="rect">
            <a:avLst/>
          </a:prstGeom>
        </p:spPr>
      </p:pic>
      <p:pic>
        <p:nvPicPr>
          <p:cNvPr id="20" name="Grafik 19" descr="Rakete mit einfarbiger Füllung">
            <a:extLst>
              <a:ext uri="{FF2B5EF4-FFF2-40B4-BE49-F238E27FC236}">
                <a16:creationId xmlns:a16="http://schemas.microsoft.com/office/drawing/2014/main" id="{A2DAFF55-471D-16F7-9C51-155A05B6FB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096" y="3929567"/>
            <a:ext cx="429018" cy="42901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68BFD5-7347-8536-D67E-D4157218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73" y="458167"/>
            <a:ext cx="7482378" cy="539982"/>
          </a:xfrm>
        </p:spPr>
        <p:txBody>
          <a:bodyPr vert="horz"/>
          <a:lstStyle/>
          <a:p>
            <a:r>
              <a:rPr lang="de-DE" b="1" dirty="0"/>
              <a:t>Wieso in die Beratung &amp; wieso bei Kerkhoff Consulting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9C4356-FED0-7D14-88D5-451DED8F4E07}"/>
              </a:ext>
            </a:extLst>
          </p:cNvPr>
          <p:cNvGrpSpPr/>
          <p:nvPr/>
        </p:nvGrpSpPr>
        <p:grpSpPr>
          <a:xfrm>
            <a:off x="487362" y="1347788"/>
            <a:ext cx="3652838" cy="176212"/>
            <a:chOff x="487362" y="1347788"/>
            <a:chExt cx="4084637" cy="17621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B3A077-9982-F1C1-44AD-98614B90B23C}"/>
                </a:ext>
              </a:extLst>
            </p:cNvPr>
            <p:cNvSpPr/>
            <p:nvPr/>
          </p:nvSpPr>
          <p:spPr bwMode="auto">
            <a:xfrm>
              <a:off x="487362" y="1347788"/>
              <a:ext cx="4084637" cy="1762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Gründe für das Berufsbild Unternehmensberatung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A51235-6BCB-9014-D769-A5ADE5FE3EC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7362" y="1520803"/>
              <a:ext cx="40846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FC952C-6412-1445-F59D-A1062E47E140}"/>
              </a:ext>
            </a:extLst>
          </p:cNvPr>
          <p:cNvGrpSpPr/>
          <p:nvPr/>
        </p:nvGrpSpPr>
        <p:grpSpPr>
          <a:xfrm>
            <a:off x="5003800" y="1347788"/>
            <a:ext cx="3652838" cy="176212"/>
            <a:chOff x="487362" y="1347788"/>
            <a:chExt cx="4084637" cy="17621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D701C42-37F1-CABE-73A1-49C9B3C63968}"/>
                </a:ext>
              </a:extLst>
            </p:cNvPr>
            <p:cNvSpPr/>
            <p:nvPr/>
          </p:nvSpPr>
          <p:spPr bwMode="auto">
            <a:xfrm>
              <a:off x="487362" y="1347788"/>
              <a:ext cx="4084637" cy="1762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lIns="36000" tIns="50457" rIns="100913" bIns="50457" rtlCol="0" anchor="ctr">
              <a:noAutofit/>
            </a:bodyPr>
            <a:lstStyle/>
            <a:p>
              <a:pPr defTabSz="963613" eaLnBrk="0" hangingPunct="0">
                <a:tabLst>
                  <a:tab pos="1257300" algn="l"/>
                </a:tabLst>
              </a:pPr>
              <a:r>
                <a:rPr lang="de-DE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Wieso bei Kerkhoff Consulting?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A1A58AF-D751-0EC6-2620-0D1A200F85D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7362" y="1520803"/>
              <a:ext cx="40846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DE5A9B-64BF-0CB6-CC30-D987E58B6A46}"/>
              </a:ext>
            </a:extLst>
          </p:cNvPr>
          <p:cNvCxnSpPr>
            <a:cxnSpLocks/>
          </p:cNvCxnSpPr>
          <p:nvPr/>
        </p:nvCxnSpPr>
        <p:spPr bwMode="auto">
          <a:xfrm>
            <a:off x="4572000" y="1520803"/>
            <a:ext cx="0" cy="2921405"/>
          </a:xfrm>
          <a:prstGeom prst="line">
            <a:avLst/>
          </a:prstGeom>
          <a:noFill/>
          <a:ln w="19050">
            <a:solidFill>
              <a:srgbClr val="575756"/>
            </a:solidFill>
            <a:round/>
            <a:headEnd/>
            <a:tailEnd/>
          </a:ln>
        </p:spPr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B6F67E4-D605-DCD0-AA14-A55C0E2A8154}"/>
              </a:ext>
            </a:extLst>
          </p:cNvPr>
          <p:cNvGrpSpPr/>
          <p:nvPr/>
        </p:nvGrpSpPr>
        <p:grpSpPr>
          <a:xfrm>
            <a:off x="4483893" y="2893399"/>
            <a:ext cx="176213" cy="176213"/>
            <a:chOff x="4657465" y="2589393"/>
            <a:chExt cx="770154" cy="77015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2551D3F-1839-2ADB-D3FF-DFF2FBB59D62}"/>
                </a:ext>
              </a:extLst>
            </p:cNvPr>
            <p:cNvSpPr/>
            <p:nvPr/>
          </p:nvSpPr>
          <p:spPr bwMode="auto">
            <a:xfrm>
              <a:off x="4726606" y="2658534"/>
              <a:ext cx="631872" cy="631872"/>
            </a:xfrm>
            <a:prstGeom prst="ellipse">
              <a:avLst/>
            </a:prstGeom>
            <a:solidFill>
              <a:srgbClr val="019CE2"/>
            </a:solidFill>
            <a:ln w="19050">
              <a:solidFill>
                <a:srgbClr val="575756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de-DE" dirty="0" err="1">
                <a:solidFill>
                  <a:srgbClr val="FFFFFF"/>
                </a:solidFill>
                <a:latin typeface="+mn-lt"/>
              </a:endParaRPr>
            </a:p>
          </p:txBody>
        </p:sp>
        <p:pic>
          <p:nvPicPr>
            <p:cNvPr id="45" name="Graphic 44" descr="Caret Right with solid fill">
              <a:extLst>
                <a:ext uri="{FF2B5EF4-FFF2-40B4-BE49-F238E27FC236}">
                  <a16:creationId xmlns:a16="http://schemas.microsoft.com/office/drawing/2014/main" id="{E83B68EA-CBCA-14B3-2ED9-8011F9A7B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657465" y="2589393"/>
              <a:ext cx="770154" cy="770154"/>
            </a:xfrm>
            <a:prstGeom prst="rect">
              <a:avLst/>
            </a:prstGeom>
          </p:spPr>
        </p:pic>
      </p:grpSp>
      <p:sp>
        <p:nvSpPr>
          <p:cNvPr id="49" name="Abgerundetes Rechteck 5">
            <a:extLst>
              <a:ext uri="{FF2B5EF4-FFF2-40B4-BE49-F238E27FC236}">
                <a16:creationId xmlns:a16="http://schemas.microsoft.com/office/drawing/2014/main" id="{F5140306-4334-66F1-3178-F00C864D36B0}"/>
              </a:ext>
            </a:extLst>
          </p:cNvPr>
          <p:cNvSpPr/>
          <p:nvPr/>
        </p:nvSpPr>
        <p:spPr>
          <a:xfrm>
            <a:off x="5497516" y="1705841"/>
            <a:ext cx="325181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Beratungsschwerpunkt Einkauf mit abwechslungsreichen Projekten</a:t>
            </a:r>
            <a:endParaRPr lang="de-DE" sz="11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Abgerundetes Rechteck 5">
            <a:extLst>
              <a:ext uri="{FF2B5EF4-FFF2-40B4-BE49-F238E27FC236}">
                <a16:creationId xmlns:a16="http://schemas.microsoft.com/office/drawing/2014/main" id="{4611D17D-79F1-6DCB-1F15-38190B249A41}"/>
              </a:ext>
            </a:extLst>
          </p:cNvPr>
          <p:cNvSpPr/>
          <p:nvPr/>
        </p:nvSpPr>
        <p:spPr>
          <a:xfrm>
            <a:off x="5497516" y="2433458"/>
            <a:ext cx="325181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Fokus auf Innovation und Digitalisierung</a:t>
            </a:r>
          </a:p>
        </p:txBody>
      </p:sp>
      <p:sp>
        <p:nvSpPr>
          <p:cNvPr id="51" name="Abgerundetes Rechteck 5">
            <a:extLst>
              <a:ext uri="{FF2B5EF4-FFF2-40B4-BE49-F238E27FC236}">
                <a16:creationId xmlns:a16="http://schemas.microsoft.com/office/drawing/2014/main" id="{6D84E2FC-D730-1A7D-8AA4-6B3053485D65}"/>
              </a:ext>
            </a:extLst>
          </p:cNvPr>
          <p:cNvSpPr/>
          <p:nvPr/>
        </p:nvSpPr>
        <p:spPr>
          <a:xfrm>
            <a:off x="5497516" y="3156891"/>
            <a:ext cx="325181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Kununu Top Company mit starkem Engagement für Mitarbeiterzufriedenheit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AFF7713-4D93-3267-86CF-7D6078729BDC}"/>
              </a:ext>
            </a:extLst>
          </p:cNvPr>
          <p:cNvSpPr/>
          <p:nvPr/>
        </p:nvSpPr>
        <p:spPr bwMode="auto">
          <a:xfrm>
            <a:off x="5070599" y="3122279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12B9E20-8DAD-96F6-A90C-C5CE2B20A575}"/>
              </a:ext>
            </a:extLst>
          </p:cNvPr>
          <p:cNvSpPr/>
          <p:nvPr/>
        </p:nvSpPr>
        <p:spPr bwMode="auto">
          <a:xfrm>
            <a:off x="5070599" y="2398846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C422830-0586-CDF4-24D3-ACB21506B7F1}"/>
              </a:ext>
            </a:extLst>
          </p:cNvPr>
          <p:cNvSpPr/>
          <p:nvPr/>
        </p:nvSpPr>
        <p:spPr bwMode="auto">
          <a:xfrm>
            <a:off x="5070599" y="1671229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1" name="Graphic 60" descr="Checkmark with solid fill">
            <a:extLst>
              <a:ext uri="{FF2B5EF4-FFF2-40B4-BE49-F238E27FC236}">
                <a16:creationId xmlns:a16="http://schemas.microsoft.com/office/drawing/2014/main" id="{F5CDA481-7AD4-42AA-DCEF-2154A5CAEC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54223" y="1754852"/>
            <a:ext cx="429018" cy="429018"/>
          </a:xfrm>
          <a:prstGeom prst="rect">
            <a:avLst/>
          </a:prstGeom>
        </p:spPr>
      </p:pic>
      <p:pic>
        <p:nvPicPr>
          <p:cNvPr id="62" name="Graphic 61" descr="Checkmark with solid fill">
            <a:extLst>
              <a:ext uri="{FF2B5EF4-FFF2-40B4-BE49-F238E27FC236}">
                <a16:creationId xmlns:a16="http://schemas.microsoft.com/office/drawing/2014/main" id="{82F8B710-0A6B-37E3-B8AE-9CC931F10A1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54223" y="3205902"/>
            <a:ext cx="429018" cy="429018"/>
          </a:xfrm>
          <a:prstGeom prst="rect">
            <a:avLst/>
          </a:prstGeom>
        </p:spPr>
      </p:pic>
      <p:pic>
        <p:nvPicPr>
          <p:cNvPr id="63" name="Graphic 62" descr="Checkmark with solid fill">
            <a:extLst>
              <a:ext uri="{FF2B5EF4-FFF2-40B4-BE49-F238E27FC236}">
                <a16:creationId xmlns:a16="http://schemas.microsoft.com/office/drawing/2014/main" id="{CA76F5BB-FE37-242A-AE29-299ED5A81E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54223" y="2482470"/>
            <a:ext cx="429018" cy="429018"/>
          </a:xfrm>
          <a:prstGeom prst="rect">
            <a:avLst/>
          </a:prstGeom>
        </p:spPr>
      </p:pic>
      <p:sp>
        <p:nvSpPr>
          <p:cNvPr id="3" name="Abgerundetes Rechteck 5">
            <a:extLst>
              <a:ext uri="{FF2B5EF4-FFF2-40B4-BE49-F238E27FC236}">
                <a16:creationId xmlns:a16="http://schemas.microsoft.com/office/drawing/2014/main" id="{B70571BE-345D-34AF-7493-F7B8F3865BC6}"/>
              </a:ext>
            </a:extLst>
          </p:cNvPr>
          <p:cNvSpPr/>
          <p:nvPr/>
        </p:nvSpPr>
        <p:spPr>
          <a:xfrm>
            <a:off x="5497516" y="3880555"/>
            <a:ext cx="3251810" cy="543358"/>
          </a:xfrm>
          <a:prstGeom prst="roundRect">
            <a:avLst/>
          </a:prstGeom>
          <a:noFill/>
          <a:ln>
            <a:solidFill>
              <a:srgbClr val="57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36000" rtlCol="0" anchor="ctr"/>
          <a:lstStyle/>
          <a:p>
            <a:r>
              <a:rPr lang="de-DE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Vielfach ausgezeichnetes Unternehmen mit herausragender Reputation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F45CF0-5950-4489-DD41-7029A67EE416}"/>
              </a:ext>
            </a:extLst>
          </p:cNvPr>
          <p:cNvSpPr/>
          <p:nvPr/>
        </p:nvSpPr>
        <p:spPr bwMode="auto">
          <a:xfrm>
            <a:off x="5070599" y="3845943"/>
            <a:ext cx="596265" cy="596265"/>
          </a:xfrm>
          <a:prstGeom prst="ellipse">
            <a:avLst/>
          </a:prstGeom>
          <a:solidFill>
            <a:srgbClr val="019CE2"/>
          </a:solidFill>
          <a:ln w="19050">
            <a:solidFill>
              <a:srgbClr val="57575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de-DE" dirty="0" err="1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" name="Graphic 61" descr="Checkmark with solid fill">
            <a:extLst>
              <a:ext uri="{FF2B5EF4-FFF2-40B4-BE49-F238E27FC236}">
                <a16:creationId xmlns:a16="http://schemas.microsoft.com/office/drawing/2014/main" id="{B4348B6C-0875-B3C2-199E-3C98B53BC5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54223" y="3929566"/>
            <a:ext cx="429018" cy="42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63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0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89999999999999991118E+00&quot;&gt;&lt;m_msothmcolidx val=&quot;0&quot;/&gt;&lt;m_rgb r=&quot;00&quot; g=&quot;18&quot; b=&quot;A8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bleCiGR2m2_s7TSq3Mx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BMC 2022 - 16:9 master">
  <a:themeElements>
    <a:clrScheme name="Custom 1">
      <a:dk1>
        <a:srgbClr val="000000"/>
      </a:dk1>
      <a:lt1>
        <a:srgbClr val="FFFFFF"/>
      </a:lt1>
      <a:dk2>
        <a:srgbClr val="0C2340"/>
      </a:dk2>
      <a:lt2>
        <a:srgbClr val="8794A1"/>
      </a:lt2>
      <a:accent1>
        <a:srgbClr val="4AC9E3"/>
      </a:accent1>
      <a:accent2>
        <a:srgbClr val="FFC845"/>
      </a:accent2>
      <a:accent3>
        <a:srgbClr val="E4002B"/>
      </a:accent3>
      <a:accent4>
        <a:srgbClr val="07792B"/>
      </a:accent4>
      <a:accent5>
        <a:srgbClr val="00A3E0"/>
      </a:accent5>
      <a:accent6>
        <a:srgbClr val="A7D6CD"/>
      </a:accent6>
      <a:hlink>
        <a:srgbClr val="00A3E0"/>
      </a:hlink>
      <a:folHlink>
        <a:srgbClr val="00A3E0"/>
      </a:folHlink>
    </a:clrScheme>
    <a:fontScheme name="Benutzerdefiniert 1">
      <a:majorFont>
        <a:latin typeface="Deutsche Bank Display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ark blue">
      <a:srgbClr val="0C2340"/>
    </a:custClr>
    <a:custClr name="Pale blue">
      <a:srgbClr val="4AC9E3"/>
    </a:custClr>
    <a:custClr name="Yellow">
      <a:srgbClr val="FFC845"/>
    </a:custClr>
    <a:custClr name="Red">
      <a:srgbClr val="E4002B"/>
    </a:custClr>
    <a:custClr name="Dark green">
      <a:srgbClr val="07792B"/>
    </a:custClr>
    <a:custClr name="Blue">
      <a:srgbClr val="00A3E0"/>
    </a:custClr>
    <a:custClr name="Petrol">
      <a:srgbClr val="A7D6CD"/>
    </a:custClr>
    <a:custClr name="Grey 4">
      <a:srgbClr val="8794A1"/>
    </a:custClr>
    <a:custClr name="Deutsche Bank blue">
      <a:srgbClr val="0018A8"/>
    </a:custClr>
    <a:custClr>
      <a:srgbClr val="FFFFFF"/>
    </a:custClr>
    <a:custClr name="Pale violet">
      <a:srgbClr val="C9B7D1"/>
    </a:custClr>
    <a:custClr name="Bright blue 2">
      <a:srgbClr val="99DCF3"/>
    </a:custClr>
    <a:custClr name="Skeen">
      <a:srgbClr val="F29E97"/>
    </a:custClr>
    <a:custClr name="Orange">
      <a:srgbClr val="E57200"/>
    </a:custClr>
    <a:custClr name="Pale green">
      <a:srgbClr val="CEDC00"/>
    </a:custClr>
    <a:custClr name="Grey 1">
      <a:srgbClr val="57646C"/>
    </a:custClr>
    <a:custClr name="Violet">
      <a:srgbClr val="671E75"/>
    </a:custClr>
    <a:custClr name="Neutral grey">
      <a:srgbClr val="D7DEE2"/>
    </a:custClr>
    <a:custClr name="Tower grey">
      <a:srgbClr val="A4BCC2"/>
    </a:custClr>
  </a:custClrLst>
  <a:extLst>
    <a:ext uri="{05A4C25C-085E-4340-85A3-A5531E510DB2}">
      <thm15:themeFamily xmlns:thm15="http://schemas.microsoft.com/office/thememl/2012/main" name="Presentation2" id="{50B90213-F8D5-400C-8678-36C3F19ED3D4}" vid="{AC9D559D-4813-4537-A160-713AF1384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EF84ADD96DC42956FD009080B2DB2" ma:contentTypeVersion="14" ma:contentTypeDescription="Create a new document." ma:contentTypeScope="" ma:versionID="6e5bdf6ba4a49c1f3a0c00ae1b150a6c">
  <xsd:schema xmlns:xsd="http://www.w3.org/2001/XMLSchema" xmlns:xs="http://www.w3.org/2001/XMLSchema" xmlns:p="http://schemas.microsoft.com/office/2006/metadata/properties" xmlns:ns2="bf56336b-6657-43d9-8c30-4cb6e98f4d75" xmlns:ns3="bd8e86a4-e1a7-4ee1-bfb8-d81105368f36" targetNamespace="http://schemas.microsoft.com/office/2006/metadata/properties" ma:root="true" ma:fieldsID="191728d0e97d51adb3b64b6a4138c034" ns2:_="" ns3:_="">
    <xsd:import namespace="bf56336b-6657-43d9-8c30-4cb6e98f4d75"/>
    <xsd:import namespace="bd8e86a4-e1a7-4ee1-bfb8-d81105368f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6336b-6657-43d9-8c30-4cb6e98f4d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fc7666e-d55c-42e6-98c7-52deeb412a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8e86a4-e1a7-4ee1-bfb8-d81105368f3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bb875ce-0194-4005-9764-9567f27586ba}" ma:internalName="TaxCatchAll" ma:showField="CatchAllData" ma:web="bd8e86a4-e1a7-4ee1-bfb8-d81105368f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56336b-6657-43d9-8c30-4cb6e98f4d75">
      <Terms xmlns="http://schemas.microsoft.com/office/infopath/2007/PartnerControls"/>
    </lcf76f155ced4ddcb4097134ff3c332f>
    <TaxCatchAll xmlns="bd8e86a4-e1a7-4ee1-bfb8-d81105368f36" xsi:nil="true"/>
    <SharedWithUsers xmlns="bd8e86a4-e1a7-4ee1-bfb8-d81105368f36">
      <UserInfo>
        <DisplayName>Sydney Gaspar</DisplayName>
        <AccountId>87</AccountId>
        <AccountType/>
      </UserInfo>
      <UserInfo>
        <DisplayName>Carolin Gerlich</DisplayName>
        <AccountId>79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6E29AD8-2513-4AA8-A9F5-CC2B02A6C4C9}">
  <ds:schemaRefs>
    <ds:schemaRef ds:uri="bd8e86a4-e1a7-4ee1-bfb8-d81105368f36"/>
    <ds:schemaRef ds:uri="bf56336b-6657-43d9-8c30-4cb6e98f4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77A4BC6-1810-41B9-BDF7-C039785410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A33FE1-3153-44DF-8842-F54EAEFDE065}">
  <ds:schemaRefs>
    <ds:schemaRef ds:uri="bd8e86a4-e1a7-4ee1-bfb8-d81105368f36"/>
    <ds:schemaRef ds:uri="bf56336b-6657-43d9-8c30-4cb6e98f4d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</Words>
  <Application>Microsoft Macintosh PowerPoint</Application>
  <PresentationFormat>Bildschirmpräsentation (16:9)</PresentationFormat>
  <Paragraphs>45</Paragraphs>
  <Slides>5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4" baseType="lpstr">
      <vt:lpstr>Arial</vt:lpstr>
      <vt:lpstr>Calibri Light</vt:lpstr>
      <vt:lpstr>Deutsche Bank Display</vt:lpstr>
      <vt:lpstr>Deutsche Bank Text</vt:lpstr>
      <vt:lpstr>Symbol</vt:lpstr>
      <vt:lpstr>Tw Cen MT Condensed Extra Bold</vt:lpstr>
      <vt:lpstr>Wingdings</vt:lpstr>
      <vt:lpstr>DBMC 2022 - 16:9 master</vt:lpstr>
      <vt:lpstr>think-cell Slide</vt:lpstr>
      <vt:lpstr>Kolja Söhngen</vt:lpstr>
      <vt:lpstr>Lebenslauf im Überblick| xxx</vt:lpstr>
      <vt:lpstr>Lebenslauf im Detail | Learnings durch bisherige akademische &amp; berufliche Laufbahn</vt:lpstr>
      <vt:lpstr>Folgende Punkte zeichnen mich aus  </vt:lpstr>
      <vt:lpstr>Wieso in die Beratung &amp; wieso bei Kerkhoff Consulting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Lukas Weierts</dc:creator>
  <cp:keywords>Public</cp:keywords>
  <dc:description/>
  <cp:lastModifiedBy>soehngen.kolja@outlook.com</cp:lastModifiedBy>
  <cp:revision>18</cp:revision>
  <dcterms:created xsi:type="dcterms:W3CDTF">2022-01-25T08:06:31Z</dcterms:created>
  <dcterms:modified xsi:type="dcterms:W3CDTF">2024-12-01T16:25:35Z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5e962fd2-02a5-497b-bb62-693abdd4d915</vt:lpwstr>
  </property>
  <property fmtid="{D5CDD505-2E9C-101B-9397-08002B2CF9AE}" pid="3" name="ContentTypeId">
    <vt:lpwstr>0x010100E85EF84ADD96DC42956FD009080B2DB2</vt:lpwstr>
  </property>
  <property fmtid="{D5CDD505-2E9C-101B-9397-08002B2CF9AE}" pid="4" name="MediaServiceImageTags">
    <vt:lpwstr/>
  </property>
  <property fmtid="{D5CDD505-2E9C-101B-9397-08002B2CF9AE}" pid="5" name="MSIP_Label_af1741f6-9e47-426e-a683-937c37d4ebc5_Enabled">
    <vt:lpwstr>true</vt:lpwstr>
  </property>
  <property fmtid="{D5CDD505-2E9C-101B-9397-08002B2CF9AE}" pid="6" name="MSIP_Label_af1741f6-9e47-426e-a683-937c37d4ebc5_SetDate">
    <vt:lpwstr>2024-10-25T07:27:48Z</vt:lpwstr>
  </property>
  <property fmtid="{D5CDD505-2E9C-101B-9397-08002B2CF9AE}" pid="7" name="MSIP_Label_af1741f6-9e47-426e-a683-937c37d4ebc5_Method">
    <vt:lpwstr>Privileged</vt:lpwstr>
  </property>
  <property fmtid="{D5CDD505-2E9C-101B-9397-08002B2CF9AE}" pid="8" name="MSIP_Label_af1741f6-9e47-426e-a683-937c37d4ebc5_Name">
    <vt:lpwstr>af1741f6-9e47-426e-a683-937c37d4ebc5</vt:lpwstr>
  </property>
  <property fmtid="{D5CDD505-2E9C-101B-9397-08002B2CF9AE}" pid="9" name="MSIP_Label_af1741f6-9e47-426e-a683-937c37d4ebc5_SiteId">
    <vt:lpwstr>1e9b61e8-e590-4abc-b1af-24125e330d2a</vt:lpwstr>
  </property>
  <property fmtid="{D5CDD505-2E9C-101B-9397-08002B2CF9AE}" pid="10" name="MSIP_Label_af1741f6-9e47-426e-a683-937c37d4ebc5_ActionId">
    <vt:lpwstr>074c14ad-a35f-4361-a225-aa4f755b2b5e</vt:lpwstr>
  </property>
  <property fmtid="{D5CDD505-2E9C-101B-9397-08002B2CF9AE}" pid="11" name="MSIP_Label_af1741f6-9e47-426e-a683-937c37d4ebc5_ContentBits">
    <vt:lpwstr>3</vt:lpwstr>
  </property>
  <property fmtid="{D5CDD505-2E9C-101B-9397-08002B2CF9AE}" pid="12" name="db.comClassification">
    <vt:lpwstr>For internal use only</vt:lpwstr>
  </property>
</Properties>
</file>
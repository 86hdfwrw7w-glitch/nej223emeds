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60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E6706B-0925-F842-A481-151DB30937A1}" v="45" dt="2026-05-26T22:47:39.3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7"/>
    <p:restoredTop sz="94610"/>
  </p:normalViewPr>
  <p:slideViewPr>
    <p:cSldViewPr snapToGrid="0" snapToObjects="1">
      <p:cViewPr>
        <p:scale>
          <a:sx n="158" d="100"/>
          <a:sy n="158" d="100"/>
        </p:scale>
        <p:origin x="144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hasemili, Aron" userId="ba183540-14f6-4d08-a994-521f2fc38683" providerId="ADAL" clId="{9B090F9F-32F3-5347-A01A-9F4AD652BC28}"/>
    <pc:docChg chg="undo custSel addSld delSld modSld">
      <pc:chgData name="Ghasemili, Aron" userId="ba183540-14f6-4d08-a994-521f2fc38683" providerId="ADAL" clId="{9B090F9F-32F3-5347-A01A-9F4AD652BC28}" dt="2026-05-26T22:55:08.139" v="669" actId="20577"/>
      <pc:docMkLst>
        <pc:docMk/>
      </pc:docMkLst>
      <pc:sldChg chg="addSp delSp modSp del mod">
        <pc:chgData name="Ghasemili, Aron" userId="ba183540-14f6-4d08-a994-521f2fc38683" providerId="ADAL" clId="{9B090F9F-32F3-5347-A01A-9F4AD652BC28}" dt="2026-05-26T21:11:48.373" v="496" actId="2696"/>
        <pc:sldMkLst>
          <pc:docMk/>
          <pc:sldMk cId="0" sldId="256"/>
        </pc:sldMkLst>
        <pc:spChg chg="del mod">
          <ac:chgData name="Ghasemili, Aron" userId="ba183540-14f6-4d08-a994-521f2fc38683" providerId="ADAL" clId="{9B090F9F-32F3-5347-A01A-9F4AD652BC28}" dt="2026-05-26T20:56:22.508" v="358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Ghasemili, Aron" userId="ba183540-14f6-4d08-a994-521f2fc38683" providerId="ADAL" clId="{9B090F9F-32F3-5347-A01A-9F4AD652BC28}" dt="2026-05-26T20:47:29.777" v="252" actId="20577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Ghasemili, Aron" userId="ba183540-14f6-4d08-a994-521f2fc38683" providerId="ADAL" clId="{9B090F9F-32F3-5347-A01A-9F4AD652BC28}" dt="2026-05-26T20:43:42.258" v="219" actId="478"/>
          <ac:spMkLst>
            <pc:docMk/>
            <pc:sldMk cId="0" sldId="256"/>
            <ac:spMk id="6" creationId="{00000000-0000-0000-0000-000000000000}"/>
          </ac:spMkLst>
        </pc:spChg>
        <pc:spChg chg="del">
          <ac:chgData name="Ghasemili, Aron" userId="ba183540-14f6-4d08-a994-521f2fc38683" providerId="ADAL" clId="{9B090F9F-32F3-5347-A01A-9F4AD652BC28}" dt="2026-05-26T20:34:28.169" v="205" actId="478"/>
          <ac:spMkLst>
            <pc:docMk/>
            <pc:sldMk cId="0" sldId="256"/>
            <ac:spMk id="8" creationId="{00000000-0000-0000-0000-000000000000}"/>
          </ac:spMkLst>
        </pc:spChg>
        <pc:spChg chg="del mod">
          <ac:chgData name="Ghasemili, Aron" userId="ba183540-14f6-4d08-a994-521f2fc38683" providerId="ADAL" clId="{9B090F9F-32F3-5347-A01A-9F4AD652BC28}" dt="2026-05-26T20:34:31.989" v="207" actId="478"/>
          <ac:spMkLst>
            <pc:docMk/>
            <pc:sldMk cId="0" sldId="256"/>
            <ac:spMk id="9" creationId="{00000000-0000-0000-0000-000000000000}"/>
          </ac:spMkLst>
        </pc:spChg>
        <pc:spChg chg="del mod">
          <ac:chgData name="Ghasemili, Aron" userId="ba183540-14f6-4d08-a994-521f2fc38683" providerId="ADAL" clId="{9B090F9F-32F3-5347-A01A-9F4AD652BC28}" dt="2026-05-26T20:34:36.695" v="209" actId="478"/>
          <ac:spMkLst>
            <pc:docMk/>
            <pc:sldMk cId="0" sldId="256"/>
            <ac:spMk id="10" creationId="{00000000-0000-0000-0000-000000000000}"/>
          </ac:spMkLst>
        </pc:spChg>
        <pc:spChg chg="del">
          <ac:chgData name="Ghasemili, Aron" userId="ba183540-14f6-4d08-a994-521f2fc38683" providerId="ADAL" clId="{9B090F9F-32F3-5347-A01A-9F4AD652BC28}" dt="2026-05-26T20:34:43.236" v="211" actId="478"/>
          <ac:spMkLst>
            <pc:docMk/>
            <pc:sldMk cId="0" sldId="256"/>
            <ac:spMk id="11" creationId="{00000000-0000-0000-0000-000000000000}"/>
          </ac:spMkLst>
        </pc:spChg>
        <pc:spChg chg="del">
          <ac:chgData name="Ghasemili, Aron" userId="ba183540-14f6-4d08-a994-521f2fc38683" providerId="ADAL" clId="{9B090F9F-32F3-5347-A01A-9F4AD652BC28}" dt="2026-05-26T20:34:40.924" v="210" actId="478"/>
          <ac:spMkLst>
            <pc:docMk/>
            <pc:sldMk cId="0" sldId="256"/>
            <ac:spMk id="12" creationId="{00000000-0000-0000-0000-000000000000}"/>
          </ac:spMkLst>
        </pc:spChg>
        <pc:spChg chg="del">
          <ac:chgData name="Ghasemili, Aron" userId="ba183540-14f6-4d08-a994-521f2fc38683" providerId="ADAL" clId="{9B090F9F-32F3-5347-A01A-9F4AD652BC28}" dt="2026-05-26T20:34:46.684" v="212" actId="478"/>
          <ac:spMkLst>
            <pc:docMk/>
            <pc:sldMk cId="0" sldId="256"/>
            <ac:spMk id="13" creationId="{00000000-0000-0000-0000-000000000000}"/>
          </ac:spMkLst>
        </pc:spChg>
        <pc:spChg chg="del">
          <ac:chgData name="Ghasemili, Aron" userId="ba183540-14f6-4d08-a994-521f2fc38683" providerId="ADAL" clId="{9B090F9F-32F3-5347-A01A-9F4AD652BC28}" dt="2026-05-26T20:43:24.794" v="218" actId="478"/>
          <ac:spMkLst>
            <pc:docMk/>
            <pc:sldMk cId="0" sldId="256"/>
            <ac:spMk id="14" creationId="{00000000-0000-0000-0000-000000000000}"/>
          </ac:spMkLst>
        </pc:spChg>
        <pc:spChg chg="add mod">
          <ac:chgData name="Ghasemili, Aron" userId="ba183540-14f6-4d08-a994-521f2fc38683" providerId="ADAL" clId="{9B090F9F-32F3-5347-A01A-9F4AD652BC28}" dt="2026-05-26T20:45:06.421" v="222"/>
          <ac:spMkLst>
            <pc:docMk/>
            <pc:sldMk cId="0" sldId="256"/>
            <ac:spMk id="23" creationId="{04FC25D4-4908-5D07-7FD8-E5879AE8D15E}"/>
          </ac:spMkLst>
        </pc:spChg>
        <pc:spChg chg="add mod">
          <ac:chgData name="Ghasemili, Aron" userId="ba183540-14f6-4d08-a994-521f2fc38683" providerId="ADAL" clId="{9B090F9F-32F3-5347-A01A-9F4AD652BC28}" dt="2026-05-26T21:07:48.132" v="465" actId="1076"/>
          <ac:spMkLst>
            <pc:docMk/>
            <pc:sldMk cId="0" sldId="256"/>
            <ac:spMk id="24" creationId="{CE051FBE-471C-50A1-EA0B-319DC7594851}"/>
          </ac:spMkLst>
        </pc:spChg>
        <pc:spChg chg="add del mod">
          <ac:chgData name="Ghasemili, Aron" userId="ba183540-14f6-4d08-a994-521f2fc38683" providerId="ADAL" clId="{9B090F9F-32F3-5347-A01A-9F4AD652BC28}" dt="2026-05-26T21:04:44.152" v="405" actId="478"/>
          <ac:spMkLst>
            <pc:docMk/>
            <pc:sldMk cId="0" sldId="256"/>
            <ac:spMk id="25" creationId="{B26262C1-8B4F-0F73-46A2-37DCF9872308}"/>
          </ac:spMkLst>
        </pc:spChg>
        <pc:spChg chg="add mod">
          <ac:chgData name="Ghasemili, Aron" userId="ba183540-14f6-4d08-a994-521f2fc38683" providerId="ADAL" clId="{9B090F9F-32F3-5347-A01A-9F4AD652BC28}" dt="2026-05-26T21:04:45.897" v="406"/>
          <ac:spMkLst>
            <pc:docMk/>
            <pc:sldMk cId="0" sldId="256"/>
            <ac:spMk id="26" creationId="{12B0564C-4910-D4D4-9F21-CDC454832E24}"/>
          </ac:spMkLst>
        </pc:spChg>
        <pc:spChg chg="add mod">
          <ac:chgData name="Ghasemili, Aron" userId="ba183540-14f6-4d08-a994-521f2fc38683" providerId="ADAL" clId="{9B090F9F-32F3-5347-A01A-9F4AD652BC28}" dt="2026-05-26T21:04:58.349" v="407"/>
          <ac:spMkLst>
            <pc:docMk/>
            <pc:sldMk cId="0" sldId="256"/>
            <ac:spMk id="27" creationId="{22A418B5-D8F7-EBA6-038A-D57AF15F7F3E}"/>
          </ac:spMkLst>
        </pc:spChg>
        <pc:spChg chg="add del mod">
          <ac:chgData name="Ghasemili, Aron" userId="ba183540-14f6-4d08-a994-521f2fc38683" providerId="ADAL" clId="{9B090F9F-32F3-5347-A01A-9F4AD652BC28}" dt="2026-05-26T21:05:33.020" v="448" actId="478"/>
          <ac:spMkLst>
            <pc:docMk/>
            <pc:sldMk cId="0" sldId="256"/>
            <ac:spMk id="28" creationId="{19C576BA-56CF-F769-003E-8081E8E7BCF4}"/>
          </ac:spMkLst>
        </pc:spChg>
        <pc:spChg chg="add mod">
          <ac:chgData name="Ghasemili, Aron" userId="ba183540-14f6-4d08-a994-521f2fc38683" providerId="ADAL" clId="{9B090F9F-32F3-5347-A01A-9F4AD652BC28}" dt="2026-05-26T21:05:34.515" v="449"/>
          <ac:spMkLst>
            <pc:docMk/>
            <pc:sldMk cId="0" sldId="256"/>
            <ac:spMk id="29" creationId="{7242C6A3-6F1C-64E3-CF95-8BE5213E5C6A}"/>
          </ac:spMkLst>
        </pc:spChg>
        <pc:spChg chg="add mod">
          <ac:chgData name="Ghasemili, Aron" userId="ba183540-14f6-4d08-a994-521f2fc38683" providerId="ADAL" clId="{9B090F9F-32F3-5347-A01A-9F4AD652BC28}" dt="2026-05-26T21:06:12.300" v="450"/>
          <ac:spMkLst>
            <pc:docMk/>
            <pc:sldMk cId="0" sldId="256"/>
            <ac:spMk id="30" creationId="{F59ABD9E-E7BA-35DE-8C63-A2E147B04F37}"/>
          </ac:spMkLst>
        </pc:spChg>
        <pc:spChg chg="add del mod">
          <ac:chgData name="Ghasemili, Aron" userId="ba183540-14f6-4d08-a994-521f2fc38683" providerId="ADAL" clId="{9B090F9F-32F3-5347-A01A-9F4AD652BC28}" dt="2026-05-26T21:07:55.098" v="468" actId="1076"/>
          <ac:spMkLst>
            <pc:docMk/>
            <pc:sldMk cId="0" sldId="256"/>
            <ac:spMk id="31" creationId="{3A4A295F-4630-353F-42B0-A6B42E07A7C4}"/>
          </ac:spMkLst>
        </pc:spChg>
        <pc:spChg chg="add mod">
          <ac:chgData name="Ghasemili, Aron" userId="ba183540-14f6-4d08-a994-521f2fc38683" providerId="ADAL" clId="{9B090F9F-32F3-5347-A01A-9F4AD652BC28}" dt="2026-05-26T21:07:38.848" v="459" actId="1076"/>
          <ac:spMkLst>
            <pc:docMk/>
            <pc:sldMk cId="0" sldId="256"/>
            <ac:spMk id="32" creationId="{29695D17-F004-9EF3-24D0-55D669173688}"/>
          </ac:spMkLst>
        </pc:spChg>
        <pc:spChg chg="add del mod">
          <ac:chgData name="Ghasemili, Aron" userId="ba183540-14f6-4d08-a994-521f2fc38683" providerId="ADAL" clId="{9B090F9F-32F3-5347-A01A-9F4AD652BC28}" dt="2026-05-26T21:09:06.211" v="472" actId="478"/>
          <ac:spMkLst>
            <pc:docMk/>
            <pc:sldMk cId="0" sldId="256"/>
            <ac:spMk id="33" creationId="{1F49B1D7-7081-C38F-8C98-C9EAF2A0D1B8}"/>
          </ac:spMkLst>
        </pc:spChg>
        <pc:graphicFrameChg chg="del modGraphic">
          <ac:chgData name="Ghasemili, Aron" userId="ba183540-14f6-4d08-a994-521f2fc38683" providerId="ADAL" clId="{9B090F9F-32F3-5347-A01A-9F4AD652BC28}" dt="2026-05-26T20:43:21.907" v="217" actId="478"/>
          <ac:graphicFrameMkLst>
            <pc:docMk/>
            <pc:sldMk cId="0" sldId="256"/>
            <ac:graphicFrameMk id="15" creationId="{00000000-0000-0000-0000-000000000000}"/>
          </ac:graphicFrameMkLst>
        </pc:graphicFrameChg>
        <pc:graphicFrameChg chg="del">
          <ac:chgData name="Ghasemili, Aron" userId="ba183540-14f6-4d08-a994-521f2fc38683" providerId="ADAL" clId="{9B090F9F-32F3-5347-A01A-9F4AD652BC28}" dt="2026-05-26T20:43:04.896" v="215" actId="478"/>
          <ac:graphicFrameMkLst>
            <pc:docMk/>
            <pc:sldMk cId="0" sldId="256"/>
            <ac:graphicFrameMk id="17" creationId="{00000000-0000-0000-0000-000000000000}"/>
          </ac:graphicFrameMkLst>
        </pc:graphicFrameChg>
        <pc:graphicFrameChg chg="add mod">
          <ac:chgData name="Ghasemili, Aron" userId="ba183540-14f6-4d08-a994-521f2fc38683" providerId="ADAL" clId="{9B090F9F-32F3-5347-A01A-9F4AD652BC28}" dt="2026-05-26T20:43:00.673" v="214"/>
          <ac:graphicFrameMkLst>
            <pc:docMk/>
            <pc:sldMk cId="0" sldId="256"/>
            <ac:graphicFrameMk id="20" creationId="{15CC30EC-C1FC-1DE5-AD3B-85E12D1F38C7}"/>
          </ac:graphicFrameMkLst>
        </pc:graphicFrameChg>
        <pc:graphicFrameChg chg="add mod modGraphic">
          <ac:chgData name="Ghasemili, Aron" userId="ba183540-14f6-4d08-a994-521f2fc38683" providerId="ADAL" clId="{9B090F9F-32F3-5347-A01A-9F4AD652BC28}" dt="2026-05-26T20:46:07.613" v="226" actId="2084"/>
          <ac:graphicFrameMkLst>
            <pc:docMk/>
            <pc:sldMk cId="0" sldId="256"/>
            <ac:graphicFrameMk id="21" creationId="{AD0366BC-B05B-2418-EAAF-E5F2DBE85B40}"/>
          </ac:graphicFrameMkLst>
        </pc:graphicFrameChg>
        <pc:graphicFrameChg chg="add mod">
          <ac:chgData name="Ghasemili, Aron" userId="ba183540-14f6-4d08-a994-521f2fc38683" providerId="ADAL" clId="{9B090F9F-32F3-5347-A01A-9F4AD652BC28}" dt="2026-05-26T20:44:42.848" v="221"/>
          <ac:graphicFrameMkLst>
            <pc:docMk/>
            <pc:sldMk cId="0" sldId="256"/>
            <ac:graphicFrameMk id="22" creationId="{77F1479A-73FE-F48E-8716-55B4918035CF}"/>
          </ac:graphicFrameMkLst>
        </pc:graphicFrameChg>
        <pc:picChg chg="del">
          <ac:chgData name="Ghasemili, Aron" userId="ba183540-14f6-4d08-a994-521f2fc38683" providerId="ADAL" clId="{9B090F9F-32F3-5347-A01A-9F4AD652BC28}" dt="2026-05-26T20:22:15.187" v="98" actId="478"/>
          <ac:picMkLst>
            <pc:docMk/>
            <pc:sldMk cId="0" sldId="256"/>
            <ac:picMk id="5" creationId="{00000000-0000-0000-0000-000000000000}"/>
          </ac:picMkLst>
        </pc:picChg>
      </pc:sldChg>
      <pc:sldChg chg="addSp delSp modSp mod">
        <pc:chgData name="Ghasemili, Aron" userId="ba183540-14f6-4d08-a994-521f2fc38683" providerId="ADAL" clId="{9B090F9F-32F3-5347-A01A-9F4AD652BC28}" dt="2026-05-26T22:31:03.078" v="522" actId="20577"/>
        <pc:sldMkLst>
          <pc:docMk/>
          <pc:sldMk cId="0" sldId="257"/>
        </pc:sldMkLst>
        <pc:spChg chg="mod">
          <ac:chgData name="Ghasemili, Aron" userId="ba183540-14f6-4d08-a994-521f2fc38683" providerId="ADAL" clId="{9B090F9F-32F3-5347-A01A-9F4AD652BC28}" dt="2026-05-26T21:10:53.506" v="491" actId="20577"/>
          <ac:spMkLst>
            <pc:docMk/>
            <pc:sldMk cId="0" sldId="257"/>
            <ac:spMk id="4" creationId="{00000000-0000-0000-0000-000000000000}"/>
          </ac:spMkLst>
        </pc:spChg>
        <pc:spChg chg="del">
          <ac:chgData name="Ghasemili, Aron" userId="ba183540-14f6-4d08-a994-521f2fc38683" providerId="ADAL" clId="{9B090F9F-32F3-5347-A01A-9F4AD652BC28}" dt="2026-05-26T21:10:10.770" v="485" actId="478"/>
          <ac:spMkLst>
            <pc:docMk/>
            <pc:sldMk cId="0" sldId="257"/>
            <ac:spMk id="6" creationId="{00000000-0000-0000-0000-000000000000}"/>
          </ac:spMkLst>
        </pc:spChg>
        <pc:spChg chg="del">
          <ac:chgData name="Ghasemili, Aron" userId="ba183540-14f6-4d08-a994-521f2fc38683" providerId="ADAL" clId="{9B090F9F-32F3-5347-A01A-9F4AD652BC28}" dt="2026-05-26T21:09:39.191" v="474" actId="478"/>
          <ac:spMkLst>
            <pc:docMk/>
            <pc:sldMk cId="0" sldId="257"/>
            <ac:spMk id="8" creationId="{00000000-0000-0000-0000-000000000000}"/>
          </ac:spMkLst>
        </pc:spChg>
        <pc:spChg chg="del mod">
          <ac:chgData name="Ghasemili, Aron" userId="ba183540-14f6-4d08-a994-521f2fc38683" providerId="ADAL" clId="{9B090F9F-32F3-5347-A01A-9F4AD652BC28}" dt="2026-05-26T21:09:43.685" v="476" actId="478"/>
          <ac:spMkLst>
            <pc:docMk/>
            <pc:sldMk cId="0" sldId="257"/>
            <ac:spMk id="9" creationId="{00000000-0000-0000-0000-000000000000}"/>
          </ac:spMkLst>
        </pc:spChg>
        <pc:spChg chg="del">
          <ac:chgData name="Ghasemili, Aron" userId="ba183540-14f6-4d08-a994-521f2fc38683" providerId="ADAL" clId="{9B090F9F-32F3-5347-A01A-9F4AD652BC28}" dt="2026-05-26T21:09:46.206" v="477" actId="478"/>
          <ac:spMkLst>
            <pc:docMk/>
            <pc:sldMk cId="0" sldId="257"/>
            <ac:spMk id="10" creationId="{00000000-0000-0000-0000-000000000000}"/>
          </ac:spMkLst>
        </pc:spChg>
        <pc:spChg chg="del">
          <ac:chgData name="Ghasemili, Aron" userId="ba183540-14f6-4d08-a994-521f2fc38683" providerId="ADAL" clId="{9B090F9F-32F3-5347-A01A-9F4AD652BC28}" dt="2026-05-26T21:09:54.894" v="480" actId="478"/>
          <ac:spMkLst>
            <pc:docMk/>
            <pc:sldMk cId="0" sldId="257"/>
            <ac:spMk id="11" creationId="{00000000-0000-0000-0000-000000000000}"/>
          </ac:spMkLst>
        </pc:spChg>
        <pc:spChg chg="del">
          <ac:chgData name="Ghasemili, Aron" userId="ba183540-14f6-4d08-a994-521f2fc38683" providerId="ADAL" clId="{9B090F9F-32F3-5347-A01A-9F4AD652BC28}" dt="2026-05-26T21:09:58.259" v="481" actId="478"/>
          <ac:spMkLst>
            <pc:docMk/>
            <pc:sldMk cId="0" sldId="257"/>
            <ac:spMk id="12" creationId="{00000000-0000-0000-0000-000000000000}"/>
          </ac:spMkLst>
        </pc:spChg>
        <pc:spChg chg="del">
          <ac:chgData name="Ghasemili, Aron" userId="ba183540-14f6-4d08-a994-521f2fc38683" providerId="ADAL" clId="{9B090F9F-32F3-5347-A01A-9F4AD652BC28}" dt="2026-05-26T21:10:00.911" v="482" actId="478"/>
          <ac:spMkLst>
            <pc:docMk/>
            <pc:sldMk cId="0" sldId="257"/>
            <ac:spMk id="13" creationId="{00000000-0000-0000-0000-000000000000}"/>
          </ac:spMkLst>
        </pc:spChg>
        <pc:spChg chg="del">
          <ac:chgData name="Ghasemili, Aron" userId="ba183540-14f6-4d08-a994-521f2fc38683" providerId="ADAL" clId="{9B090F9F-32F3-5347-A01A-9F4AD652BC28}" dt="2026-05-26T21:09:51.802" v="479" actId="478"/>
          <ac:spMkLst>
            <pc:docMk/>
            <pc:sldMk cId="0" sldId="257"/>
            <ac:spMk id="14" creationId="{00000000-0000-0000-0000-000000000000}"/>
          </ac:spMkLst>
        </pc:spChg>
        <pc:spChg chg="del">
          <ac:chgData name="Ghasemili, Aron" userId="ba183540-14f6-4d08-a994-521f2fc38683" providerId="ADAL" clId="{9B090F9F-32F3-5347-A01A-9F4AD652BC28}" dt="2026-05-26T21:10:04.436" v="483" actId="478"/>
          <ac:spMkLst>
            <pc:docMk/>
            <pc:sldMk cId="0" sldId="257"/>
            <ac:spMk id="16" creationId="{00000000-0000-0000-0000-000000000000}"/>
          </ac:spMkLst>
        </pc:spChg>
        <pc:spChg chg="del">
          <ac:chgData name="Ghasemili, Aron" userId="ba183540-14f6-4d08-a994-521f2fc38683" providerId="ADAL" clId="{9B090F9F-32F3-5347-A01A-9F4AD652BC28}" dt="2026-05-26T21:11:11.100" v="492" actId="478"/>
          <ac:spMkLst>
            <pc:docMk/>
            <pc:sldMk cId="0" sldId="257"/>
            <ac:spMk id="18" creationId="{00000000-0000-0000-0000-000000000000}"/>
          </ac:spMkLst>
        </pc:spChg>
        <pc:spChg chg="del mod">
          <ac:chgData name="Ghasemili, Aron" userId="ba183540-14f6-4d08-a994-521f2fc38683" providerId="ADAL" clId="{9B090F9F-32F3-5347-A01A-9F4AD652BC28}" dt="2026-05-26T21:11:14.876" v="493" actId="478"/>
          <ac:spMkLst>
            <pc:docMk/>
            <pc:sldMk cId="0" sldId="257"/>
            <ac:spMk id="19" creationId="{00000000-0000-0000-0000-000000000000}"/>
          </ac:spMkLst>
        </pc:spChg>
        <pc:spChg chg="add mod">
          <ac:chgData name="Ghasemili, Aron" userId="ba183540-14f6-4d08-a994-521f2fc38683" providerId="ADAL" clId="{9B090F9F-32F3-5347-A01A-9F4AD652BC28}" dt="2026-05-26T21:10:18.590" v="486"/>
          <ac:spMkLst>
            <pc:docMk/>
            <pc:sldMk cId="0" sldId="257"/>
            <ac:spMk id="20" creationId="{3BEBDF5A-DD98-72A5-355C-8381A5951645}"/>
          </ac:spMkLst>
        </pc:spChg>
        <pc:spChg chg="add mod">
          <ac:chgData name="Ghasemili, Aron" userId="ba183540-14f6-4d08-a994-521f2fc38683" providerId="ADAL" clId="{9B090F9F-32F3-5347-A01A-9F4AD652BC28}" dt="2026-05-26T21:10:35.721" v="488"/>
          <ac:spMkLst>
            <pc:docMk/>
            <pc:sldMk cId="0" sldId="257"/>
            <ac:spMk id="22" creationId="{CBEB19BA-6CA2-1DA5-709C-38B676360EAB}"/>
          </ac:spMkLst>
        </pc:spChg>
        <pc:spChg chg="add mod">
          <ac:chgData name="Ghasemili, Aron" userId="ba183540-14f6-4d08-a994-521f2fc38683" providerId="ADAL" clId="{9B090F9F-32F3-5347-A01A-9F4AD652BC28}" dt="2026-05-26T21:11:16.164" v="494"/>
          <ac:spMkLst>
            <pc:docMk/>
            <pc:sldMk cId="0" sldId="257"/>
            <ac:spMk id="24" creationId="{E2027593-BE4E-03F2-FFB3-C875F68515E0}"/>
          </ac:spMkLst>
        </pc:spChg>
        <pc:spChg chg="add mod">
          <ac:chgData name="Ghasemili, Aron" userId="ba183540-14f6-4d08-a994-521f2fc38683" providerId="ADAL" clId="{9B090F9F-32F3-5347-A01A-9F4AD652BC28}" dt="2026-05-26T22:31:03.078" v="522" actId="20577"/>
          <ac:spMkLst>
            <pc:docMk/>
            <pc:sldMk cId="0" sldId="257"/>
            <ac:spMk id="25" creationId="{D5C259A7-89B3-D052-0911-95ADC868F324}"/>
          </ac:spMkLst>
        </pc:spChg>
        <pc:graphicFrameChg chg="del">
          <ac:chgData name="Ghasemili, Aron" userId="ba183540-14f6-4d08-a994-521f2fc38683" providerId="ADAL" clId="{9B090F9F-32F3-5347-A01A-9F4AD652BC28}" dt="2026-05-26T21:09:48.932" v="478" actId="478"/>
          <ac:graphicFrameMkLst>
            <pc:docMk/>
            <pc:sldMk cId="0" sldId="257"/>
            <ac:graphicFrameMk id="15" creationId="{00000000-0000-0000-0000-000000000000}"/>
          </ac:graphicFrameMkLst>
        </pc:graphicFrameChg>
        <pc:graphicFrameChg chg="del mod modGraphic">
          <ac:chgData name="Ghasemili, Aron" userId="ba183540-14f6-4d08-a994-521f2fc38683" providerId="ADAL" clId="{9B090F9F-32F3-5347-A01A-9F4AD652BC28}" dt="2026-05-26T21:10:07.048" v="484" actId="478"/>
          <ac:graphicFrameMkLst>
            <pc:docMk/>
            <pc:sldMk cId="0" sldId="257"/>
            <ac:graphicFrameMk id="17" creationId="{00000000-0000-0000-0000-000000000000}"/>
          </ac:graphicFrameMkLst>
        </pc:graphicFrameChg>
        <pc:graphicFrameChg chg="add mod">
          <ac:chgData name="Ghasemili, Aron" userId="ba183540-14f6-4d08-a994-521f2fc38683" providerId="ADAL" clId="{9B090F9F-32F3-5347-A01A-9F4AD652BC28}" dt="2026-05-26T21:10:27.221" v="487"/>
          <ac:graphicFrameMkLst>
            <pc:docMk/>
            <pc:sldMk cId="0" sldId="257"/>
            <ac:graphicFrameMk id="21" creationId="{15B74DDD-316A-6638-CCDC-4B4A807FC4EA}"/>
          </ac:graphicFrameMkLst>
        </pc:graphicFrameChg>
        <pc:graphicFrameChg chg="add mod">
          <ac:chgData name="Ghasemili, Aron" userId="ba183540-14f6-4d08-a994-521f2fc38683" providerId="ADAL" clId="{9B090F9F-32F3-5347-A01A-9F4AD652BC28}" dt="2026-05-26T21:10:46.078" v="489"/>
          <ac:graphicFrameMkLst>
            <pc:docMk/>
            <pc:sldMk cId="0" sldId="257"/>
            <ac:graphicFrameMk id="23" creationId="{951C803A-7EAA-8AF1-6A8A-CB6B37998EF7}"/>
          </ac:graphicFrameMkLst>
        </pc:graphicFrameChg>
        <pc:picChg chg="del">
          <ac:chgData name="Ghasemili, Aron" userId="ba183540-14f6-4d08-a994-521f2fc38683" providerId="ADAL" clId="{9B090F9F-32F3-5347-A01A-9F4AD652BC28}" dt="2026-05-26T20:22:20.720" v="99" actId="478"/>
          <ac:picMkLst>
            <pc:docMk/>
            <pc:sldMk cId="0" sldId="257"/>
            <ac:picMk id="5" creationId="{00000000-0000-0000-0000-000000000000}"/>
          </ac:picMkLst>
        </pc:picChg>
      </pc:sldChg>
      <pc:sldChg chg="delSp modSp mod">
        <pc:chgData name="Ghasemili, Aron" userId="ba183540-14f6-4d08-a994-521f2fc38683" providerId="ADAL" clId="{9B090F9F-32F3-5347-A01A-9F4AD652BC28}" dt="2026-05-26T22:55:08.139" v="669" actId="20577"/>
        <pc:sldMkLst>
          <pc:docMk/>
          <pc:sldMk cId="0" sldId="258"/>
        </pc:sldMkLst>
        <pc:spChg chg="mod">
          <ac:chgData name="Ghasemili, Aron" userId="ba183540-14f6-4d08-a994-521f2fc38683" providerId="ADAL" clId="{9B090F9F-32F3-5347-A01A-9F4AD652BC28}" dt="2026-05-26T20:47:55.545" v="318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Ghasemili, Aron" userId="ba183540-14f6-4d08-a994-521f2fc38683" providerId="ADAL" clId="{9B090F9F-32F3-5347-A01A-9F4AD652BC28}" dt="2026-05-26T22:55:08.139" v="669" actId="20577"/>
          <ac:spMkLst>
            <pc:docMk/>
            <pc:sldMk cId="0" sldId="258"/>
            <ac:spMk id="6" creationId="{00000000-0000-0000-0000-000000000000}"/>
          </ac:spMkLst>
        </pc:spChg>
        <pc:spChg chg="mod">
          <ac:chgData name="Ghasemili, Aron" userId="ba183540-14f6-4d08-a994-521f2fc38683" providerId="ADAL" clId="{9B090F9F-32F3-5347-A01A-9F4AD652BC28}" dt="2026-05-26T22:49:05.180" v="617" actId="20577"/>
          <ac:spMkLst>
            <pc:docMk/>
            <pc:sldMk cId="0" sldId="258"/>
            <ac:spMk id="13" creationId="{00000000-0000-0000-0000-000000000000}"/>
          </ac:spMkLst>
        </pc:spChg>
        <pc:spChg chg="mod">
          <ac:chgData name="Ghasemili, Aron" userId="ba183540-14f6-4d08-a994-521f2fc38683" providerId="ADAL" clId="{9B090F9F-32F3-5347-A01A-9F4AD652BC28}" dt="2026-05-26T22:49:17.536" v="641" actId="20577"/>
          <ac:spMkLst>
            <pc:docMk/>
            <pc:sldMk cId="0" sldId="258"/>
            <ac:spMk id="19" creationId="{00000000-0000-0000-0000-000000000000}"/>
          </ac:spMkLst>
        </pc:spChg>
        <pc:spChg chg="mod">
          <ac:chgData name="Ghasemili, Aron" userId="ba183540-14f6-4d08-a994-521f2fc38683" providerId="ADAL" clId="{9B090F9F-32F3-5347-A01A-9F4AD652BC28}" dt="2026-05-26T22:51:54.146" v="668" actId="20577"/>
          <ac:spMkLst>
            <pc:docMk/>
            <pc:sldMk cId="0" sldId="258"/>
            <ac:spMk id="22" creationId="{00000000-0000-0000-0000-000000000000}"/>
          </ac:spMkLst>
        </pc:spChg>
        <pc:picChg chg="del">
          <ac:chgData name="Ghasemili, Aron" userId="ba183540-14f6-4d08-a994-521f2fc38683" providerId="ADAL" clId="{9B090F9F-32F3-5347-A01A-9F4AD652BC28}" dt="2026-05-26T20:22:26.478" v="100" actId="478"/>
          <ac:picMkLst>
            <pc:docMk/>
            <pc:sldMk cId="0" sldId="258"/>
            <ac:picMk id="5" creationId="{00000000-0000-0000-0000-000000000000}"/>
          </ac:picMkLst>
        </pc:picChg>
      </pc:sldChg>
      <pc:sldChg chg="delSp modSp mod">
        <pc:chgData name="Ghasemili, Aron" userId="ba183540-14f6-4d08-a994-521f2fc38683" providerId="ADAL" clId="{9B090F9F-32F3-5347-A01A-9F4AD652BC28}" dt="2026-05-26T21:05:24.345" v="446" actId="20577"/>
        <pc:sldMkLst>
          <pc:docMk/>
          <pc:sldMk cId="0" sldId="259"/>
        </pc:sldMkLst>
        <pc:spChg chg="mod">
          <ac:chgData name="Ghasemili, Aron" userId="ba183540-14f6-4d08-a994-521f2fc38683" providerId="ADAL" clId="{9B090F9F-32F3-5347-A01A-9F4AD652BC28}" dt="2026-05-26T21:05:24.345" v="446" actId="20577"/>
          <ac:spMkLst>
            <pc:docMk/>
            <pc:sldMk cId="0" sldId="259"/>
            <ac:spMk id="4" creationId="{00000000-0000-0000-0000-000000000000}"/>
          </ac:spMkLst>
        </pc:spChg>
        <pc:spChg chg="mod">
          <ac:chgData name="Ghasemili, Aron" userId="ba183540-14f6-4d08-a994-521f2fc38683" providerId="ADAL" clId="{9B090F9F-32F3-5347-A01A-9F4AD652BC28}" dt="2026-05-26T19:12:45.162" v="0" actId="20577"/>
          <ac:spMkLst>
            <pc:docMk/>
            <pc:sldMk cId="0" sldId="259"/>
            <ac:spMk id="17" creationId="{00000000-0000-0000-0000-000000000000}"/>
          </ac:spMkLst>
        </pc:spChg>
        <pc:spChg chg="mod">
          <ac:chgData name="Ghasemili, Aron" userId="ba183540-14f6-4d08-a994-521f2fc38683" providerId="ADAL" clId="{9B090F9F-32F3-5347-A01A-9F4AD652BC28}" dt="2026-05-26T19:13:20.061" v="27" actId="20577"/>
          <ac:spMkLst>
            <pc:docMk/>
            <pc:sldMk cId="0" sldId="259"/>
            <ac:spMk id="38" creationId="{00000000-0000-0000-0000-000000000000}"/>
          </ac:spMkLst>
        </pc:spChg>
        <pc:picChg chg="del">
          <ac:chgData name="Ghasemili, Aron" userId="ba183540-14f6-4d08-a994-521f2fc38683" providerId="ADAL" clId="{9B090F9F-32F3-5347-A01A-9F4AD652BC28}" dt="2026-05-26T20:22:35.323" v="101" actId="478"/>
          <ac:picMkLst>
            <pc:docMk/>
            <pc:sldMk cId="0" sldId="259"/>
            <ac:picMk id="5" creationId="{00000000-0000-0000-0000-000000000000}"/>
          </ac:picMkLst>
        </pc:picChg>
      </pc:sldChg>
      <pc:sldChg chg="modSp add mod">
        <pc:chgData name="Ghasemili, Aron" userId="ba183540-14f6-4d08-a994-521f2fc38683" providerId="ADAL" clId="{9B090F9F-32F3-5347-A01A-9F4AD652BC28}" dt="2026-05-26T22:30:35.985" v="508" actId="20577"/>
        <pc:sldMkLst>
          <pc:docMk/>
          <pc:sldMk cId="3290835400" sldId="260"/>
        </pc:sldMkLst>
        <pc:spChg chg="mod">
          <ac:chgData name="Ghasemili, Aron" userId="ba183540-14f6-4d08-a994-521f2fc38683" providerId="ADAL" clId="{9B090F9F-32F3-5347-A01A-9F4AD652BC28}" dt="2026-05-26T22:30:35.985" v="508" actId="20577"/>
          <ac:spMkLst>
            <pc:docMk/>
            <pc:sldMk cId="3290835400" sldId="260"/>
            <ac:spMk id="19" creationId="{0A614D6D-E0C4-ACFD-82FD-71656593CCDB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AuM</c:v>
                </c:pt>
              </c:strCache>
            </c:strRef>
          </c:tx>
          <c:spPr>
            <a:solidFill>
              <a:srgbClr val="D4A8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Jan 21</c:v>
                </c:pt>
                <c:pt idx="1">
                  <c:v>Jan 22</c:v>
                </c:pt>
                <c:pt idx="2">
                  <c:v>Jan 23</c:v>
                </c:pt>
                <c:pt idx="3">
                  <c:v>Jan 24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148</c:v>
                </c:pt>
                <c:pt idx="3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13-5E41-878D-F0E3A24C36E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0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ln w="25400" cap="flat">
              <a:solidFill>
                <a:srgbClr val="1A1A1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1A1A"/>
              </a:solidFill>
              <a:ln w="9525" cap="flat">
                <a:solidFill>
                  <a:srgbClr val="1A1A1A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Mrz</c:v>
                </c:pt>
                <c:pt idx="3">
                  <c:v>Apr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Okt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16667</c:v>
                </c:pt>
                <c:pt idx="1">
                  <c:v>17583</c:v>
                </c:pt>
                <c:pt idx="2">
                  <c:v>18083</c:v>
                </c:pt>
                <c:pt idx="3">
                  <c:v>16750</c:v>
                </c:pt>
                <c:pt idx="4">
                  <c:v>17417</c:v>
                </c:pt>
                <c:pt idx="5">
                  <c:v>17917</c:v>
                </c:pt>
                <c:pt idx="6">
                  <c:v>19167</c:v>
                </c:pt>
                <c:pt idx="7">
                  <c:v>19750</c:v>
                </c:pt>
                <c:pt idx="8">
                  <c:v>20417</c:v>
                </c:pt>
                <c:pt idx="9">
                  <c:v>20833</c:v>
                </c:pt>
                <c:pt idx="10">
                  <c:v>21000</c:v>
                </c:pt>
                <c:pt idx="11">
                  <c:v>22167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D61-304E-9B65-2CF6D3E891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2025E</c:v>
                </c:pt>
              </c:strCache>
            </c:strRef>
          </c:tx>
          <c:spPr>
            <a:ln w="25400" cap="flat">
              <a:solidFill>
                <a:srgbClr val="D4A8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4A800"/>
              </a:solidFill>
              <a:ln w="9525" cap="flat">
                <a:solidFill>
                  <a:srgbClr val="D4A800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Mrz</c:v>
                </c:pt>
                <c:pt idx="3">
                  <c:v>Apr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Okt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22685</c:v>
                </c:pt>
                <c:pt idx="1">
                  <c:v>23219</c:v>
                </c:pt>
                <c:pt idx="2">
                  <c:v>23769</c:v>
                </c:pt>
                <c:pt idx="3">
                  <c:v>24327</c:v>
                </c:pt>
                <c:pt idx="4">
                  <c:v>24897</c:v>
                </c:pt>
                <c:pt idx="5">
                  <c:v>25483</c:v>
                </c:pt>
                <c:pt idx="6">
                  <c:v>26079</c:v>
                </c:pt>
                <c:pt idx="7">
                  <c:v>26692</c:v>
                </c:pt>
                <c:pt idx="8">
                  <c:v>27319</c:v>
                </c:pt>
                <c:pt idx="9">
                  <c:v>27958</c:v>
                </c:pt>
                <c:pt idx="10">
                  <c:v>28614</c:v>
                </c:pt>
                <c:pt idx="11">
                  <c:v>29289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D61-304E-9B65-2CF6D3E891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9078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FDB18-9F3A-15FE-7C58-48351BDF1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F163BB-18CA-57A1-A41E-5F1B53282C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14AED9-5655-0D7C-D260-9166B70E50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FA0A43-2D89-3F78-AEBB-F6CCAE81C7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1162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00"/>
          </a:solidFill>
          <a:ln w="12700">
            <a:solidFill>
              <a:srgbClr val="D4A8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Aufgabe 1 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20040" y="1188720"/>
            <a:ext cx="850392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graphicFrame>
        <p:nvGraphicFramePr>
          <p:cNvPr id="21" name="Table 0">
            <a:extLst>
              <a:ext uri="{FF2B5EF4-FFF2-40B4-BE49-F238E27FC236}">
                <a16:creationId xmlns:a16="http://schemas.microsoft.com/office/drawing/2014/main" id="{15B74DDD-316A-6638-CCDC-4B4A807FC4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585511"/>
              </p:ext>
            </p:extLst>
          </p:nvPr>
        </p:nvGraphicFramePr>
        <p:xfrm>
          <a:off x="320040" y="1017917"/>
          <a:ext cx="4114800" cy="2219059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5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74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Zeitraum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Ende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Wachstum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Jan 21 → Jan 22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50 Mio. €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100 Mio. €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+100 %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Jan 22 → Jan 23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100 Mio. €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148 Mio. €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+48 %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Jan 23 → Jan 24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148 Mio. €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200 Mio. €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+35 %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</a:rPr>
                        <a:t>CAGR 21–24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</a:rPr>
                        <a:t>50 Mio. €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</a:rPr>
                        <a:t>200 Mio. €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</a:rPr>
                        <a:t>58,7 % p.a.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666666"/>
                          </a:solidFill>
                        </a:rPr>
                        <a:t>CAGR 22–24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666666"/>
                          </a:solidFill>
                        </a:rPr>
                        <a:t>100 Mio. €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666666"/>
                          </a:solidFill>
                        </a:rPr>
                        <a:t>200 Mio. €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666666"/>
                          </a:solidFill>
                        </a:rPr>
                        <a:t>41,4 % p.a.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Text 4">
            <a:extLst>
              <a:ext uri="{FF2B5EF4-FFF2-40B4-BE49-F238E27FC236}">
                <a16:creationId xmlns:a16="http://schemas.microsoft.com/office/drawing/2014/main" id="{CBEB19BA-6CA2-1DA5-709C-38B676360EAB}"/>
              </a:ext>
            </a:extLst>
          </p:cNvPr>
          <p:cNvSpPr/>
          <p:nvPr/>
        </p:nvSpPr>
        <p:spPr>
          <a:xfrm>
            <a:off x="4663440" y="9326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AuM-Entwicklung (in Mio. €)</a:t>
            </a:r>
            <a:endParaRPr lang="en-US" sz="1000" dirty="0"/>
          </a:p>
        </p:txBody>
      </p:sp>
      <p:graphicFrame>
        <p:nvGraphicFramePr>
          <p:cNvPr id="23" name="Chart 0">
            <a:extLst>
              <a:ext uri="{FF2B5EF4-FFF2-40B4-BE49-F238E27FC236}">
                <a16:creationId xmlns:a16="http://schemas.microsoft.com/office/drawing/2014/main" id="{951C803A-7EAA-8AF1-6A8A-CB6B37998EF7}"/>
              </a:ext>
            </a:extLst>
          </p:cNvPr>
          <p:cNvGraphicFramePr/>
          <p:nvPr/>
        </p:nvGraphicFramePr>
        <p:xfrm>
          <a:off x="4663440" y="1188720"/>
          <a:ext cx="420624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hape 13">
            <a:extLst>
              <a:ext uri="{FF2B5EF4-FFF2-40B4-BE49-F238E27FC236}">
                <a16:creationId xmlns:a16="http://schemas.microsoft.com/office/drawing/2014/main" id="{E2027593-BE4E-03F2-FFB3-C875F68515E0}"/>
              </a:ext>
            </a:extLst>
          </p:cNvPr>
          <p:cNvSpPr/>
          <p:nvPr/>
        </p:nvSpPr>
        <p:spPr>
          <a:xfrm>
            <a:off x="320040" y="4507992"/>
            <a:ext cx="8503920" cy="512064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D5C259A7-89B3-D052-0911-95ADC868F324}"/>
              </a:ext>
            </a:extLst>
          </p:cNvPr>
          <p:cNvSpPr/>
          <p:nvPr/>
        </p:nvSpPr>
        <p:spPr>
          <a:xfrm>
            <a:off x="411480" y="452628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 err="1">
                <a:solidFill>
                  <a:srgbClr val="1A1A1A"/>
                </a:solidFill>
              </a:rPr>
              <a:t>Kommentar</a:t>
            </a:r>
            <a:r>
              <a:rPr lang="en-US" sz="850" b="1" dirty="0">
                <a:solidFill>
                  <a:srgbClr val="1A1A1A"/>
                </a:solidFill>
              </a:rPr>
              <a:t>: </a:t>
            </a:r>
            <a:r>
              <a:rPr lang="en-US" sz="850" dirty="0">
                <a:solidFill>
                  <a:srgbClr val="1A1A1A"/>
                </a:solidFill>
              </a:rPr>
              <a:t>CAGR 58,7% durch +100%-Startjahr verzerrt. Realistischeres Bild: CAGR 2022–2024 = 41,4%. Abnehmende Jahresraten (+100% → +48% → +35%) zeigen klare Verlangsamung — reifendes FinTech. CAGR sensitiv gegenüber gewähltem Endpunkt (Dez 23: 9 Mio. €).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4E0FFC-0AF9-7609-561E-205FDA33D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30766CB-3903-9010-7E18-716FC5DE9A47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00"/>
          </a:solidFill>
          <a:ln w="12700">
            <a:solidFill>
              <a:srgbClr val="D4A8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528B4C0-6893-92F6-F05C-7E3B6702D93B}"/>
              </a:ext>
            </a:extLst>
          </p:cNvPr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E1B8AB6-F361-C7D8-7CE4-780960060BE8}"/>
              </a:ext>
            </a:extLst>
          </p:cNvPr>
          <p:cNvSpPr/>
          <p:nvPr/>
        </p:nvSpPr>
        <p:spPr>
          <a:xfrm>
            <a:off x="320040" y="45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Aufgabe 2 </a:t>
            </a:r>
            <a:endParaRPr lang="en-US" sz="20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9909F7-D757-5089-CF91-84E386D59DE1}"/>
              </a:ext>
            </a:extLst>
          </p:cNvPr>
          <p:cNvSpPr/>
          <p:nvPr/>
        </p:nvSpPr>
        <p:spPr>
          <a:xfrm>
            <a:off x="320040" y="84124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Vergütungswachstum verlangsamt sich von +46% (2023→2024) auf +36% (2024→2025) — trotz steigender AuM</a:t>
            </a:r>
            <a:endParaRPr lang="en-US" sz="11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2CD5DC89-A71C-487B-B382-6294C8C8F9E8}"/>
              </a:ext>
            </a:extLst>
          </p:cNvPr>
          <p:cNvSpPr/>
          <p:nvPr/>
        </p:nvSpPr>
        <p:spPr>
          <a:xfrm>
            <a:off x="320040" y="1188720"/>
            <a:ext cx="850392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50D4AEC-B1F4-2E04-F545-848B66A852BF}"/>
              </a:ext>
            </a:extLst>
          </p:cNvPr>
          <p:cNvSpPr/>
          <p:nvPr/>
        </p:nvSpPr>
        <p:spPr>
          <a:xfrm>
            <a:off x="320040" y="1261872"/>
            <a:ext cx="4069080" cy="749808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3D08AE9-2035-2828-BEBC-0990959CB865}"/>
              </a:ext>
            </a:extLst>
          </p:cNvPr>
          <p:cNvSpPr/>
          <p:nvPr/>
        </p:nvSpPr>
        <p:spPr>
          <a:xfrm>
            <a:off x="320040" y="1280160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800"/>
                </a:solidFill>
              </a:rPr>
              <a:t>227.750 €</a:t>
            </a:r>
            <a:endParaRPr lang="en-US" sz="22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BD4C83C-4824-B59B-A0F5-6ED5AF231690}"/>
              </a:ext>
            </a:extLst>
          </p:cNvPr>
          <p:cNvSpPr/>
          <p:nvPr/>
        </p:nvSpPr>
        <p:spPr>
          <a:xfrm>
            <a:off x="320040" y="166420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Gesamtvergütung 2024</a:t>
            </a:r>
            <a:endParaRPr lang="en-US" sz="9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5F73D1AF-1692-A733-5275-CB0DC3DB052E}"/>
              </a:ext>
            </a:extLst>
          </p:cNvPr>
          <p:cNvSpPr/>
          <p:nvPr/>
        </p:nvSpPr>
        <p:spPr>
          <a:xfrm>
            <a:off x="4663440" y="1261872"/>
            <a:ext cx="4069080" cy="749808"/>
          </a:xfrm>
          <a:prstGeom prst="rect">
            <a:avLst/>
          </a:prstGeom>
          <a:solidFill>
            <a:srgbClr val="D4A800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A2975D51-6D2A-5263-B664-BC070A8B88CB}"/>
              </a:ext>
            </a:extLst>
          </p:cNvPr>
          <p:cNvSpPr/>
          <p:nvPr/>
        </p:nvSpPr>
        <p:spPr>
          <a:xfrm>
            <a:off x="4663440" y="1280160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</a:rPr>
              <a:t>310.331 €</a:t>
            </a:r>
            <a:endParaRPr lang="en-US" sz="22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1D37B151-ADBD-3130-7DAE-4D5697F74CF8}"/>
              </a:ext>
            </a:extLst>
          </p:cNvPr>
          <p:cNvSpPr/>
          <p:nvPr/>
        </p:nvSpPr>
        <p:spPr>
          <a:xfrm>
            <a:off x="4663440" y="166420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Gesamtvergütung 2025E</a:t>
            </a:r>
            <a:endParaRPr lang="en-US" sz="9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C2C06B01-3C59-B3E6-42F4-B5E9079722E2}"/>
              </a:ext>
            </a:extLst>
          </p:cNvPr>
          <p:cNvSpPr/>
          <p:nvPr/>
        </p:nvSpPr>
        <p:spPr>
          <a:xfrm>
            <a:off x="320040" y="213969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Monatliche Vergütung 2024 &amp; 2025E (in €)</a:t>
            </a:r>
            <a:endParaRPr lang="en-US" sz="1000" dirty="0"/>
          </a:p>
        </p:txBody>
      </p:sp>
      <p:graphicFrame>
        <p:nvGraphicFramePr>
          <p:cNvPr id="15" name="Chart 0">
            <a:extLst>
              <a:ext uri="{FF2B5EF4-FFF2-40B4-BE49-F238E27FC236}">
                <a16:creationId xmlns:a16="http://schemas.microsoft.com/office/drawing/2014/main" id="{00E2B875-7201-D194-DBCF-53421E257742}"/>
              </a:ext>
            </a:extLst>
          </p:cNvPr>
          <p:cNvGraphicFramePr/>
          <p:nvPr/>
        </p:nvGraphicFramePr>
        <p:xfrm>
          <a:off x="320040" y="2359152"/>
          <a:ext cx="438912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 12">
            <a:extLst>
              <a:ext uri="{FF2B5EF4-FFF2-40B4-BE49-F238E27FC236}">
                <a16:creationId xmlns:a16="http://schemas.microsoft.com/office/drawing/2014/main" id="{7E7D12B8-EE19-84B1-06C5-9A6600FC1E77}"/>
              </a:ext>
            </a:extLst>
          </p:cNvPr>
          <p:cNvSpPr/>
          <p:nvPr/>
        </p:nvSpPr>
        <p:spPr>
          <a:xfrm>
            <a:off x="4937760" y="213969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AuM-Wertentwicklung 2025E (in Mio. €)</a:t>
            </a:r>
            <a:endParaRPr lang="en-US" sz="100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DBB871A8-56B5-EA9C-2A85-381AD3C59D1A}"/>
              </a:ext>
            </a:extLst>
          </p:cNvPr>
          <p:cNvGraphicFramePr>
            <a:graphicFrameLocks noGrp="1"/>
          </p:cNvGraphicFramePr>
          <p:nvPr/>
        </p:nvGraphicFramePr>
        <p:xfrm>
          <a:off x="4937760" y="2359152"/>
          <a:ext cx="3886200" cy="1888236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Monat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AuM (Mio. €)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Monat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AuM (Mio. €)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Jan 25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272,2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Jul 25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312,9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Feb 25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278,6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Aug 25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320,3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Mrz 25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285,2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Sep 25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327,8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Apr 25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291,9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Okt 25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335,5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Mai 25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298,8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Nov 25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343,4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Jun 25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305,8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0" dirty="0">
                          <a:solidFill>
                            <a:srgbClr val="1A1A1A"/>
                          </a:solidFill>
                        </a:rPr>
                        <a:t>Dez 25</a:t>
                      </a:r>
                      <a:endParaRPr lang="en-US" sz="850" b="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0" dirty="0">
                          <a:solidFill>
                            <a:srgbClr val="1A1A1A"/>
                          </a:solidFill>
                        </a:rPr>
                        <a:t>351,5</a:t>
                      </a:r>
                      <a:endParaRPr lang="en-US" sz="850" b="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Shape 13">
            <a:extLst>
              <a:ext uri="{FF2B5EF4-FFF2-40B4-BE49-F238E27FC236}">
                <a16:creationId xmlns:a16="http://schemas.microsoft.com/office/drawing/2014/main" id="{E5F7BAF7-D2C2-492A-AE04-FBB14DBD807E}"/>
              </a:ext>
            </a:extLst>
          </p:cNvPr>
          <p:cNvSpPr/>
          <p:nvPr/>
        </p:nvSpPr>
        <p:spPr>
          <a:xfrm>
            <a:off x="320040" y="4507992"/>
            <a:ext cx="8503920" cy="512064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0A614D6D-E0C4-ACFD-82FD-71656593CCDB}"/>
              </a:ext>
            </a:extLst>
          </p:cNvPr>
          <p:cNvSpPr/>
          <p:nvPr/>
        </p:nvSpPr>
        <p:spPr>
          <a:xfrm>
            <a:off x="411480" y="452628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</a:rPr>
              <a:t>Kommentar: </a:t>
            </a:r>
            <a:r>
              <a:rPr lang="en-US" sz="850" dirty="0">
                <a:solidFill>
                  <a:srgbClr val="1A1A1A"/>
                </a:solidFill>
              </a:rPr>
              <a:t>2023 extrem volatil (Apr: 328 Mio. €, Dez: 9 Mio. €). 2024 stabiles Wachstum (200→266 Mio. €) — Reifung des </a:t>
            </a:r>
            <a:r>
              <a:rPr lang="en-US" sz="850" dirty="0" err="1">
                <a:solidFill>
                  <a:srgbClr val="1A1A1A"/>
                </a:solidFill>
              </a:rPr>
              <a:t>Geschäftsmodells</a:t>
            </a:r>
            <a:r>
              <a:rPr lang="en-US" sz="850" dirty="0">
                <a:solidFill>
                  <a:srgbClr val="1A1A1A"/>
                </a:solidFill>
              </a:rPr>
              <a:t>. 2025E: +32% auf ~351 Mio. €, </a:t>
            </a:r>
            <a:r>
              <a:rPr lang="en-US" sz="850" dirty="0" err="1">
                <a:solidFill>
                  <a:srgbClr val="1A1A1A"/>
                </a:solidFill>
              </a:rPr>
              <a:t>abnehmende</a:t>
            </a:r>
            <a:r>
              <a:rPr lang="en-US" sz="850" dirty="0">
                <a:solidFill>
                  <a:srgbClr val="1A1A1A"/>
                </a:solidFill>
              </a:rPr>
              <a:t> Wachstumsrate, ~2,35% p.m.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290835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00"/>
          </a:solidFill>
          <a:ln w="12700">
            <a:solidFill>
              <a:srgbClr val="D4A8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Aufgabe 3 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20040" y="84124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Online-Events (CR 10 %) und Website (CPO 0 €) sind die </a:t>
            </a:r>
            <a:r>
              <a:rPr lang="en-US" sz="1100" b="1" dirty="0" err="1">
                <a:solidFill>
                  <a:srgbClr val="1A1A1A"/>
                </a:solidFill>
              </a:rPr>
              <a:t>sinnvollsten</a:t>
            </a:r>
            <a:r>
              <a:rPr lang="en-US" sz="1100" b="1" dirty="0">
                <a:solidFill>
                  <a:srgbClr val="1A1A1A"/>
                </a:solidFill>
              </a:rPr>
              <a:t> </a:t>
            </a:r>
            <a:r>
              <a:rPr lang="en-US" sz="1100" b="1" dirty="0" err="1">
                <a:solidFill>
                  <a:srgbClr val="1A1A1A"/>
                </a:solidFill>
              </a:rPr>
              <a:t>Kanäle</a:t>
            </a:r>
            <a:r>
              <a:rPr lang="en-US" sz="1100" b="1" dirty="0">
                <a:solidFill>
                  <a:srgbClr val="1A1A1A"/>
                </a:solidFill>
              </a:rPr>
              <a:t> 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0040" y="1188720"/>
            <a:ext cx="850392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/>
          <p:nvPr/>
        </p:nvSpPr>
        <p:spPr>
          <a:xfrm>
            <a:off x="320040" y="1261872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Kanalanalyse &amp; Budgetverteilung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508760"/>
          <a:ext cx="6583680" cy="164592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Kanal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Leads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CR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CPO (€)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NK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Anteil NK-Gew.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Budget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Budget-Anteil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</a:rPr>
                        <a:t>Website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3.000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1,50%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45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</a:rPr>
                        <a:t>45%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</a:rPr>
                        <a:t>175.000 €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</a:rPr>
                        <a:t>35%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</a:rPr>
                        <a:t>Online-Events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200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10,00%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200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20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30%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</a:rPr>
                        <a:t>225.000 €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</a:rPr>
                        <a:t>45%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Empfehlungsm.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2.000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0,20%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50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5%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75.000 €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15%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666666"/>
                          </a:solidFill>
                        </a:rPr>
                        <a:t>Social Media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66666"/>
                          </a:solidFill>
                        </a:rPr>
                        <a:t>2.500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66666"/>
                          </a:solidFill>
                        </a:rPr>
                        <a:t>0,90%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66666"/>
                          </a:solidFill>
                        </a:rPr>
                        <a:t>300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66666"/>
                          </a:solidFill>
                        </a:rPr>
                        <a:t>23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66666"/>
                          </a:solidFill>
                        </a:rPr>
                        <a:t>20%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666666"/>
                          </a:solidFill>
                        </a:rPr>
                        <a:t>25.000 €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666666"/>
                          </a:solidFill>
                        </a:rPr>
                        <a:t>5%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Gesamt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92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100%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500.000 €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100%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547872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Zentrale Hypothesen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20040" y="3803904"/>
            <a:ext cx="4160520" cy="338328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8"/>
          <p:cNvSpPr/>
          <p:nvPr/>
        </p:nvSpPr>
        <p:spPr>
          <a:xfrm>
            <a:off x="320040" y="3803904"/>
            <a:ext cx="54864" cy="338328"/>
          </a:xfrm>
          <a:prstGeom prst="rect">
            <a:avLst/>
          </a:prstGeom>
          <a:solidFill>
            <a:srgbClr val="D4A800"/>
          </a:solidFill>
          <a:ln w="12700">
            <a:solidFill>
              <a:srgbClr val="D4A8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9"/>
          <p:cNvSpPr/>
          <p:nvPr/>
        </p:nvSpPr>
        <p:spPr>
          <a:xfrm>
            <a:off x="411480" y="3803904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</a:rPr>
              <a:t>Website: </a:t>
            </a:r>
            <a:r>
              <a:rPr lang="en-US" sz="850" dirty="0">
                <a:solidFill>
                  <a:srgbClr val="1A1A1A"/>
                </a:solidFill>
              </a:rPr>
              <a:t>CPO bleibt 0 — Investition </a:t>
            </a:r>
            <a:r>
              <a:rPr lang="en-US" sz="850" dirty="0" err="1">
                <a:solidFill>
                  <a:srgbClr val="1A1A1A"/>
                </a:solidFill>
              </a:rPr>
              <a:t>ist</a:t>
            </a:r>
            <a:r>
              <a:rPr lang="en-US" sz="850" dirty="0">
                <a:solidFill>
                  <a:srgbClr val="1A1A1A"/>
                </a:solidFill>
              </a:rPr>
              <a:t> </a:t>
            </a:r>
            <a:r>
              <a:rPr lang="en-US" sz="850" dirty="0" err="1">
                <a:solidFill>
                  <a:srgbClr val="1A1A1A"/>
                </a:solidFill>
              </a:rPr>
              <a:t>einmalig</a:t>
            </a:r>
            <a:r>
              <a:rPr lang="en-US" sz="850" dirty="0">
                <a:solidFill>
                  <a:srgbClr val="1A1A1A"/>
                </a:solidFill>
              </a:rPr>
              <a:t>, </a:t>
            </a:r>
            <a:r>
              <a:rPr lang="en-US" sz="850" dirty="0" err="1">
                <a:solidFill>
                  <a:srgbClr val="1A1A1A"/>
                </a:solidFill>
              </a:rPr>
              <a:t>Investition</a:t>
            </a:r>
            <a:r>
              <a:rPr lang="en-US" sz="850" dirty="0">
                <a:solidFill>
                  <a:srgbClr val="1A1A1A"/>
                </a:solidFill>
              </a:rPr>
              <a:t> </a:t>
            </a:r>
            <a:r>
              <a:rPr lang="en-US" sz="850" dirty="0" err="1">
                <a:solidFill>
                  <a:srgbClr val="1A1A1A"/>
                </a:solidFill>
              </a:rPr>
              <a:t>steigert</a:t>
            </a:r>
            <a:r>
              <a:rPr lang="en-US" sz="850" dirty="0">
                <a:solidFill>
                  <a:srgbClr val="1A1A1A"/>
                </a:solidFill>
              </a:rPr>
              <a:t> CR und </a:t>
            </a:r>
            <a:r>
              <a:rPr lang="en-US" sz="850" dirty="0" err="1">
                <a:solidFill>
                  <a:srgbClr val="1A1A1A"/>
                </a:solidFill>
              </a:rPr>
              <a:t>Anzahl</a:t>
            </a:r>
            <a:r>
              <a:rPr lang="en-US" sz="850" dirty="0">
                <a:solidFill>
                  <a:srgbClr val="1A1A1A"/>
                </a:solidFill>
              </a:rPr>
              <a:t> Leads 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663440" y="3803904"/>
            <a:ext cx="4160520" cy="338328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1"/>
          <p:cNvSpPr/>
          <p:nvPr/>
        </p:nvSpPr>
        <p:spPr>
          <a:xfrm>
            <a:off x="4663440" y="3803904"/>
            <a:ext cx="54864" cy="338328"/>
          </a:xfrm>
          <a:prstGeom prst="rect">
            <a:avLst/>
          </a:prstGeom>
          <a:solidFill>
            <a:srgbClr val="D4A800"/>
          </a:solidFill>
          <a:ln w="12700">
            <a:solidFill>
              <a:srgbClr val="D4A8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2"/>
          <p:cNvSpPr/>
          <p:nvPr/>
        </p:nvSpPr>
        <p:spPr>
          <a:xfrm>
            <a:off x="4754880" y="3803904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</a:rPr>
              <a:t>Online-Events: </a:t>
            </a:r>
            <a:r>
              <a:rPr lang="en-US" sz="850" dirty="0">
                <a:solidFill>
                  <a:srgbClr val="1A1A1A"/>
                </a:solidFill>
              </a:rPr>
              <a:t>CR 10% bleibt bei Skalierung stabil — Format qualifiziert Teilnehmer vorab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320040" y="4197096"/>
            <a:ext cx="4160520" cy="338328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4"/>
          <p:cNvSpPr/>
          <p:nvPr/>
        </p:nvSpPr>
        <p:spPr>
          <a:xfrm>
            <a:off x="320040" y="4197096"/>
            <a:ext cx="54864" cy="338328"/>
          </a:xfrm>
          <a:prstGeom prst="rect">
            <a:avLst/>
          </a:prstGeom>
          <a:solidFill>
            <a:srgbClr val="D4A800"/>
          </a:solidFill>
          <a:ln w="12700">
            <a:solidFill>
              <a:srgbClr val="D4A8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5"/>
          <p:cNvSpPr/>
          <p:nvPr/>
        </p:nvSpPr>
        <p:spPr>
          <a:xfrm>
            <a:off x="411480" y="4197096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</a:rPr>
              <a:t>Empfehlung: </a:t>
            </a:r>
            <a:r>
              <a:rPr lang="en-US" sz="850" dirty="0">
                <a:solidFill>
                  <a:srgbClr val="1A1A1A"/>
                </a:solidFill>
              </a:rPr>
              <a:t>Prämienprogramm steigert CR und </a:t>
            </a:r>
            <a:r>
              <a:rPr lang="en-US" sz="850" dirty="0" err="1">
                <a:solidFill>
                  <a:srgbClr val="1A1A1A"/>
                </a:solidFill>
              </a:rPr>
              <a:t>Anzahl</a:t>
            </a:r>
            <a:r>
              <a:rPr lang="en-US" sz="850" dirty="0">
                <a:solidFill>
                  <a:srgbClr val="1A1A1A"/>
                </a:solidFill>
              </a:rPr>
              <a:t> Leads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4663440" y="4197096"/>
            <a:ext cx="4160520" cy="338328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7"/>
          <p:cNvSpPr/>
          <p:nvPr/>
        </p:nvSpPr>
        <p:spPr>
          <a:xfrm>
            <a:off x="4663440" y="4197096"/>
            <a:ext cx="54864" cy="338328"/>
          </a:xfrm>
          <a:prstGeom prst="rect">
            <a:avLst/>
          </a:prstGeom>
          <a:solidFill>
            <a:srgbClr val="D4A800"/>
          </a:solidFill>
          <a:ln w="12700">
            <a:solidFill>
              <a:srgbClr val="D4A8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18"/>
          <p:cNvSpPr/>
          <p:nvPr/>
        </p:nvSpPr>
        <p:spPr>
          <a:xfrm>
            <a:off x="4754880" y="4197096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</a:rPr>
              <a:t>Social Media: </a:t>
            </a:r>
            <a:r>
              <a:rPr lang="en-US" sz="850" dirty="0">
                <a:solidFill>
                  <a:srgbClr val="1A1A1A"/>
                </a:solidFill>
              </a:rPr>
              <a:t>Kaum Potenzial bei CPO 300 € 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00"/>
          </a:solidFill>
          <a:ln w="12700">
            <a:solidFill>
              <a:srgbClr val="D4A8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Aufgabe 4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20040" y="84124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Regelbasierte Schritte werden automatisiert — finale Budgetentscheidung bleibt bewusst beim Menschen (H)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0040" y="1188720"/>
            <a:ext cx="850392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5"/>
          <p:cNvSpPr/>
          <p:nvPr/>
        </p:nvSpPr>
        <p:spPr>
          <a:xfrm>
            <a:off x="6309360" y="1261872"/>
            <a:ext cx="146304" cy="146304"/>
          </a:xfrm>
          <a:prstGeom prst="rect">
            <a:avLst/>
          </a:prstGeom>
          <a:solidFill>
            <a:srgbClr val="D4A800"/>
          </a:solidFill>
          <a:ln w="12700">
            <a:solidFill>
              <a:srgbClr val="D4A8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6492240" y="124358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Automatisch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635240" y="1261872"/>
            <a:ext cx="146304" cy="146304"/>
          </a:xfrm>
          <a:prstGeom prst="rect">
            <a:avLst/>
          </a:prstGeom>
          <a:solidFill>
            <a:srgbClr val="CC4400"/>
          </a:solidFill>
          <a:ln w="12700">
            <a:solidFill>
              <a:srgbClr val="CC4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7818120" y="12435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Manuell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93192" y="1444752"/>
            <a:ext cx="1993392" cy="274320"/>
          </a:xfrm>
          <a:prstGeom prst="rect">
            <a:avLst/>
          </a:prstGeom>
          <a:solidFill>
            <a:srgbClr val="D4A800"/>
          </a:solidFill>
          <a:ln w="12700">
            <a:solidFill>
              <a:srgbClr val="D4A8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0"/>
          <p:cNvSpPr/>
          <p:nvPr/>
        </p:nvSpPr>
        <p:spPr>
          <a:xfrm>
            <a:off x="393192" y="144475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93192" y="1719072"/>
            <a:ext cx="1993392" cy="29260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2"/>
          <p:cNvSpPr/>
          <p:nvPr/>
        </p:nvSpPr>
        <p:spPr>
          <a:xfrm>
            <a:off x="393192" y="1764792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</a:rPr>
              <a:t>Datenabruf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84632" y="2075688"/>
            <a:ext cx="181051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4"/>
          <p:cNvSpPr/>
          <p:nvPr/>
        </p:nvSpPr>
        <p:spPr>
          <a:xfrm>
            <a:off x="466344" y="2139696"/>
            <a:ext cx="1847088" cy="2377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395728" y="2039112"/>
            <a:ext cx="118872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6"/>
          <p:cNvSpPr/>
          <p:nvPr/>
        </p:nvSpPr>
        <p:spPr>
          <a:xfrm>
            <a:off x="2514600" y="1444752"/>
            <a:ext cx="1993392" cy="274320"/>
          </a:xfrm>
          <a:prstGeom prst="rect">
            <a:avLst/>
          </a:prstGeom>
          <a:solidFill>
            <a:srgbClr val="D4A800"/>
          </a:solidFill>
          <a:ln w="12700">
            <a:solidFill>
              <a:srgbClr val="D4A8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7"/>
          <p:cNvSpPr/>
          <p:nvPr/>
        </p:nvSpPr>
        <p:spPr>
          <a:xfrm>
            <a:off x="2514600" y="144475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</a:rPr>
              <a:t>2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514600" y="1719072"/>
            <a:ext cx="1993392" cy="29260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Text 19"/>
          <p:cNvSpPr/>
          <p:nvPr/>
        </p:nvSpPr>
        <p:spPr>
          <a:xfrm>
            <a:off x="2514600" y="1764792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</a:rPr>
              <a:t>Berechnung Kennzahlen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606040" y="2075688"/>
            <a:ext cx="181051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1"/>
          <p:cNvSpPr/>
          <p:nvPr/>
        </p:nvSpPr>
        <p:spPr>
          <a:xfrm>
            <a:off x="2587752" y="2139696"/>
            <a:ext cx="1847088" cy="2377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NK = Leads × CR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CPO je Kanal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Anteil Neukundengewinnung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CR je Kanal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Plausibilitätsprüfung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17136" y="2039112"/>
            <a:ext cx="118872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26" name="Shape 23"/>
          <p:cNvSpPr/>
          <p:nvPr/>
        </p:nvSpPr>
        <p:spPr>
          <a:xfrm>
            <a:off x="4636008" y="1444752"/>
            <a:ext cx="1993392" cy="274320"/>
          </a:xfrm>
          <a:prstGeom prst="rect">
            <a:avLst/>
          </a:prstGeom>
          <a:solidFill>
            <a:srgbClr val="CC4400"/>
          </a:solidFill>
          <a:ln w="12700">
            <a:solidFill>
              <a:srgbClr val="CC4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4"/>
          <p:cNvSpPr/>
          <p:nvPr/>
        </p:nvSpPr>
        <p:spPr>
          <a:xfrm>
            <a:off x="4636008" y="144475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636008" y="1719072"/>
            <a:ext cx="1993392" cy="2926080"/>
          </a:xfrm>
          <a:prstGeom prst="rect">
            <a:avLst/>
          </a:prstGeom>
          <a:solidFill>
            <a:srgbClr val="FFF0EB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9" name="Text 26"/>
          <p:cNvSpPr/>
          <p:nvPr/>
        </p:nvSpPr>
        <p:spPr>
          <a:xfrm>
            <a:off x="4636008" y="1764792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</a:rPr>
              <a:t>Human in the Loop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727448" y="2075688"/>
            <a:ext cx="181051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8"/>
          <p:cNvSpPr/>
          <p:nvPr/>
        </p:nvSpPr>
        <p:spPr>
          <a:xfrm>
            <a:off x="4709160" y="2139696"/>
            <a:ext cx="1847088" cy="2377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Budgetentscheidung durch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Finance Manager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Hypothesen nicht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automatisierbar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638544" y="2039112"/>
            <a:ext cx="118872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33" name="Shape 30"/>
          <p:cNvSpPr/>
          <p:nvPr/>
        </p:nvSpPr>
        <p:spPr>
          <a:xfrm>
            <a:off x="6757416" y="1444752"/>
            <a:ext cx="1993392" cy="274320"/>
          </a:xfrm>
          <a:prstGeom prst="rect">
            <a:avLst/>
          </a:prstGeom>
          <a:solidFill>
            <a:srgbClr val="D4A800"/>
          </a:solidFill>
          <a:ln w="12700">
            <a:solidFill>
              <a:srgbClr val="D4A8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1"/>
          <p:cNvSpPr/>
          <p:nvPr/>
        </p:nvSpPr>
        <p:spPr>
          <a:xfrm>
            <a:off x="6757416" y="144475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</a:rPr>
              <a:t>3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757416" y="1719072"/>
            <a:ext cx="1993392" cy="29260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6" name="Text 33"/>
          <p:cNvSpPr/>
          <p:nvPr/>
        </p:nvSpPr>
        <p:spPr>
          <a:xfrm>
            <a:off x="6757416" y="1764792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</a:rPr>
              <a:t>Quality Check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848856" y="2075688"/>
            <a:ext cx="181051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35"/>
          <p:cNvSpPr/>
          <p:nvPr/>
        </p:nvSpPr>
        <p:spPr>
          <a:xfrm>
            <a:off x="6830568" y="2139696"/>
            <a:ext cx="1847088" cy="2377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Budgetsumme = 500.000 €?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Warnung </a:t>
            </a:r>
            <a:r>
              <a:rPr lang="en-US" sz="900" dirty="0" err="1">
                <a:solidFill>
                  <a:srgbClr val="666666"/>
                </a:solidFill>
              </a:rPr>
              <a:t>bei</a:t>
            </a:r>
            <a:r>
              <a:rPr lang="en-US" sz="900" dirty="0">
                <a:solidFill>
                  <a:srgbClr val="666666"/>
                </a:solidFill>
              </a:rPr>
              <a:t> </a:t>
            </a:r>
            <a:r>
              <a:rPr lang="en-US" sz="900" dirty="0" err="1">
                <a:solidFill>
                  <a:srgbClr val="666666"/>
                </a:solidFill>
              </a:rPr>
              <a:t>Abweichung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7262e59-1b56-4f5a-a412-6f07181f48ee}" enabled="0" method="" siteId="{a7262e59-1b56-4f5a-a412-6f07181f48e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512</Words>
  <Application>Microsoft Macintosh PowerPoint</Application>
  <PresentationFormat>Bildschirmpräsentation (16:9)</PresentationFormat>
  <Paragraphs>144</Paragraphs>
  <Slides>4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Ghasemili, Aron</cp:lastModifiedBy>
  <cp:revision>1</cp:revision>
  <dcterms:created xsi:type="dcterms:W3CDTF">2026-05-26T19:09:55Z</dcterms:created>
  <dcterms:modified xsi:type="dcterms:W3CDTF">2026-05-26T22:55:18Z</dcterms:modified>
</cp:coreProperties>
</file>
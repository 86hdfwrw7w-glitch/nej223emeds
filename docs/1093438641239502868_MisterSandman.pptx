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CCC726-F342-B161-99E3-64D350AC9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AC0C32D-00D8-59C1-04C1-D1C1B6465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353638-32DF-97FF-860D-472B199E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346A10-68FA-B26B-64D9-5ECA33800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E987AC-1CC7-A126-7717-4F300267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89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AFF71-98AE-AC54-32F4-1454DB6A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33F1E6-96AF-BE3F-83E7-45ADAACB7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063A82-CEDB-8E44-64EE-71A47026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75A591-4FC5-C653-A830-6CE1BD87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7C5598-37C0-CE39-1FC7-ED0A3081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118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7AA937-5117-82BB-3835-F2CA842E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922A8-DB73-71B8-4EF7-DB45EC192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A802B2-D115-0C32-346D-EF2DEF3E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3D1D94-3914-D816-D8B6-49DF1DAEC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6D881B-0405-2BA1-3372-3345642C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5868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03AA2-440C-669C-0039-3D9894D6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692F22-84FF-69F1-FE13-A2B7425B9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100F293-73CD-EAC8-31B9-1B0EFAF8B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C296D4-2256-04CF-6D2A-EA9C58FC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FF9D70-22FE-B4FD-AE9A-B055BC17C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C31D10-81F4-805D-43A6-25DC5F7D0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71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A65E5-1FF3-DF8B-2C0E-09958C76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402F1B-85F6-A49F-96C6-368B71D67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BD51A-C11F-EF1F-A1C7-A40F41856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75B3220-6FFF-56ED-90B4-D5A32505C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ACDEDE-FAC1-5F42-4B78-E476757CD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A6CD57-52A0-1CC7-771A-331B31924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C66609-3EF2-41C6-D607-BC3C8F64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05A2F55-EDFB-555F-CE61-5FC2D9DD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269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2C90E-651B-F6C4-6588-587DD702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6712B5-306D-7623-0D05-7189B176D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65390A-0C18-1E66-15C6-84797914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5A8881-DC20-6B05-CB88-97F30D400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39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11AC4CE-1899-D252-2D05-B98ECBC8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C589C0-F820-0B42-BADF-9476E0C05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074D05-64E0-0E92-2054-6A43BFFFB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41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4AB81-EF16-AD3A-48F3-9841D8B13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4AF66B-BBBB-B1BE-A2DA-23AACC304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613D87-D9AF-C800-CC98-9D729C04E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367083-67C7-5266-3624-4D1E63C2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032710-0B88-BC16-750B-140E7285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0FD028-2D26-EB46-C454-439956AF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417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ADB42E-3945-C5F4-1B24-A4E0360C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19A543F-0104-B069-0BC7-9ACBAE5E2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666C6C-2EAB-1E98-A012-DF6D37FFB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6593E6-ED25-EDEF-9E08-B09A4158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1801B1-5C50-9ED5-B463-7D9B5D4F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1C4C83-9CE8-42D7-3A66-5BCCC9E6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9578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EC8CE-0BDF-D3AF-CCE8-7776B707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CA715-BC0C-5C8C-A130-DEEC8659B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F337CD-852F-AFA9-8243-EB8B3000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B6481E-9167-8F14-4AD4-A19FFDD2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3550A6-4192-8A5E-53E9-B1832369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34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7D32829-0F8A-ABA1-72DC-85D5BBDABF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97CEFB-D9A1-F2ED-6AD0-BAA705B77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10E696-849A-F1CB-1601-BF193800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142D89-6F54-4580-C288-EB96A420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1FA709-F519-707B-4852-EC636ED5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16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AE6988-2FB9-3B4B-655E-A5480AEEC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4948F5-E8FE-FF16-6506-A76ECD5E9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0145C8-6AAD-9615-1A85-FBF506DE6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68AD8-1FB1-4240-86B8-845AD6C06748}" type="datetimeFigureOut">
              <a:rPr lang="de-DE" smtClean="0"/>
              <a:t>05.04.2023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92749C-C47D-A75B-9421-72949A80A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3D21E-4E7D-6E4A-0270-090F81311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9C42-22B0-4747-B494-51DF20245B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76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E141B-9614-44E6-794C-A66046462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7357"/>
            <a:ext cx="9144000" cy="896644"/>
          </a:xfrm>
        </p:spPr>
        <p:txBody>
          <a:bodyPr>
            <a:normAutofit fontScale="90000"/>
          </a:bodyPr>
          <a:lstStyle/>
          <a:p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SWOT ANALYSIS</a:t>
            </a: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1748CED1-56D5-A4FC-DD25-634FD7B8E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3" y="709541"/>
            <a:ext cx="3645084" cy="1368275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F72E66F9-75B6-1565-BDAC-48E2E5477725}"/>
              </a:ext>
            </a:extLst>
          </p:cNvPr>
          <p:cNvSpPr/>
          <p:nvPr/>
        </p:nvSpPr>
        <p:spPr>
          <a:xfrm>
            <a:off x="2849736" y="3013737"/>
            <a:ext cx="790112" cy="44388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ahmen 8">
            <a:extLst>
              <a:ext uri="{FF2B5EF4-FFF2-40B4-BE49-F238E27FC236}">
                <a16:creationId xmlns:a16="http://schemas.microsoft.com/office/drawing/2014/main" id="{89396DAF-C3CB-C144-1873-9E140C2A2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50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E141B-9614-44E6-794C-A66046462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6439" y="1851435"/>
            <a:ext cx="9144000" cy="896644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Strengths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1748CED1-56D5-A4FC-DD25-634FD7B8E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3" y="709541"/>
            <a:ext cx="3645084" cy="1368275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F72E66F9-75B6-1565-BDAC-48E2E5477725}"/>
              </a:ext>
            </a:extLst>
          </p:cNvPr>
          <p:cNvSpPr/>
          <p:nvPr/>
        </p:nvSpPr>
        <p:spPr>
          <a:xfrm>
            <a:off x="1447064" y="2077816"/>
            <a:ext cx="790112" cy="44388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ahmen 8">
            <a:extLst>
              <a:ext uri="{FF2B5EF4-FFF2-40B4-BE49-F238E27FC236}">
                <a16:creationId xmlns:a16="http://schemas.microsoft.com/office/drawing/2014/main" id="{89396DAF-C3CB-C144-1873-9E140C2A2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423793-B63B-AA13-6EBB-01474C3BC556}"/>
              </a:ext>
            </a:extLst>
          </p:cNvPr>
          <p:cNvSpPr txBox="1"/>
          <p:nvPr/>
        </p:nvSpPr>
        <p:spPr>
          <a:xfrm>
            <a:off x="2237176" y="2676603"/>
            <a:ext cx="6365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-USP </a:t>
            </a:r>
            <a:r>
              <a:rPr lang="de-DE" dirty="0">
                <a:sym typeface="Wingdings" panose="05000000000000000000" pitchFamily="2" charset="2"/>
              </a:rPr>
              <a:t> Low </a:t>
            </a:r>
            <a:r>
              <a:rPr lang="de-DE" dirty="0" err="1">
                <a:sym typeface="Wingdings" panose="05000000000000000000" pitchFamily="2" charset="2"/>
              </a:rPr>
              <a:t>cost</a:t>
            </a:r>
            <a:r>
              <a:rPr lang="de-DE" dirty="0">
                <a:sym typeface="Wingdings" panose="05000000000000000000" pitchFamily="2" charset="2"/>
              </a:rPr>
              <a:t> / high </a:t>
            </a:r>
            <a:r>
              <a:rPr lang="de-DE" dirty="0" err="1">
                <a:sym typeface="Wingdings" panose="05000000000000000000" pitchFamily="2" charset="2"/>
              </a:rPr>
              <a:t>quality</a:t>
            </a:r>
            <a:r>
              <a:rPr lang="de-DE" dirty="0">
                <a:sym typeface="Wingdings" panose="05000000000000000000" pitchFamily="2" charset="2"/>
              </a:rPr>
              <a:t> </a:t>
            </a:r>
          </a:p>
          <a:p>
            <a:r>
              <a:rPr lang="de-DE" dirty="0">
                <a:sym typeface="Wingdings" panose="05000000000000000000" pitchFamily="2" charset="2"/>
              </a:rPr>
              <a:t>-International </a:t>
            </a:r>
            <a:r>
              <a:rPr lang="de-DE" dirty="0" err="1">
                <a:sym typeface="Wingdings" panose="05000000000000000000" pitchFamily="2" charset="2"/>
              </a:rPr>
              <a:t>team</a:t>
            </a:r>
            <a:r>
              <a:rPr lang="de-DE" dirty="0">
                <a:sym typeface="Wingdings" panose="05000000000000000000" pitchFamily="2" charset="2"/>
              </a:rPr>
              <a:t> Insider </a:t>
            </a:r>
            <a:r>
              <a:rPr lang="de-DE" dirty="0" err="1">
                <a:sym typeface="Wingdings" panose="05000000000000000000" pitchFamily="2" charset="2"/>
              </a:rPr>
              <a:t>information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market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penetration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-Medical </a:t>
            </a:r>
            <a:r>
              <a:rPr lang="de-DE" dirty="0" err="1">
                <a:sym typeface="Wingdings" panose="05000000000000000000" pitchFamily="2" charset="2"/>
              </a:rPr>
              <a:t>advantage</a:t>
            </a:r>
            <a:r>
              <a:rPr lang="de-DE" dirty="0">
                <a:sym typeface="Wingdings" panose="05000000000000000000" pitchFamily="2" charset="2"/>
              </a:rPr>
              <a:t>  Back </a:t>
            </a:r>
            <a:r>
              <a:rPr lang="de-DE" dirty="0" err="1">
                <a:sym typeface="Wingdings" panose="05000000000000000000" pitchFamily="2" charset="2"/>
              </a:rPr>
              <a:t>problems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Allergies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893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E141B-9614-44E6-794C-A66046462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02454" y="1851435"/>
            <a:ext cx="9144000" cy="896644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Weaknesses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1748CED1-56D5-A4FC-DD25-634FD7B8E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3" y="709541"/>
            <a:ext cx="3645084" cy="1368275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F72E66F9-75B6-1565-BDAC-48E2E5477725}"/>
              </a:ext>
            </a:extLst>
          </p:cNvPr>
          <p:cNvSpPr/>
          <p:nvPr/>
        </p:nvSpPr>
        <p:spPr>
          <a:xfrm>
            <a:off x="1447064" y="2077816"/>
            <a:ext cx="790112" cy="44388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ahmen 8">
            <a:extLst>
              <a:ext uri="{FF2B5EF4-FFF2-40B4-BE49-F238E27FC236}">
                <a16:creationId xmlns:a16="http://schemas.microsoft.com/office/drawing/2014/main" id="{89396DAF-C3CB-C144-1873-9E140C2A2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423793-B63B-AA13-6EBB-01474C3BC556}"/>
              </a:ext>
            </a:extLst>
          </p:cNvPr>
          <p:cNvSpPr txBox="1"/>
          <p:nvPr/>
        </p:nvSpPr>
        <p:spPr>
          <a:xfrm>
            <a:off x="2237176" y="2676603"/>
            <a:ext cx="6365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>
                <a:effectLst/>
              </a:rPr>
              <a:t>products</a:t>
            </a:r>
            <a:r>
              <a:rPr lang="de-DE" dirty="0">
                <a:effectLst/>
              </a:rPr>
              <a:t> on </a:t>
            </a:r>
            <a:r>
              <a:rPr lang="de-DE" dirty="0" err="1">
                <a:effectLst/>
              </a:rPr>
              <a:t>the</a:t>
            </a:r>
            <a:r>
              <a:rPr lang="de-DE" dirty="0">
                <a:effectLst/>
              </a:rPr>
              <a:t> </a:t>
            </a:r>
            <a:r>
              <a:rPr lang="de-DE" dirty="0" err="1">
                <a:effectLst/>
              </a:rPr>
              <a:t>bed</a:t>
            </a:r>
            <a:r>
              <a:rPr lang="de-DE" dirty="0">
                <a:effectLst/>
              </a:rPr>
              <a:t> (</a:t>
            </a:r>
            <a:r>
              <a:rPr lang="de-DE" dirty="0" err="1">
                <a:effectLst/>
              </a:rPr>
              <a:t>Mattresses</a:t>
            </a:r>
            <a:r>
              <a:rPr lang="de-DE" dirty="0">
                <a:effectLst/>
              </a:rPr>
              <a:t>/Pillows/Blankets)</a:t>
            </a:r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covers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>
                <a:effectLst/>
              </a:rPr>
              <a:t> (</a:t>
            </a:r>
            <a:r>
              <a:rPr lang="de-DE" dirty="0" err="1">
                <a:effectLst/>
              </a:rPr>
              <a:t>Mattresses</a:t>
            </a:r>
            <a:r>
              <a:rPr lang="de-DE" dirty="0">
                <a:effectLst/>
              </a:rPr>
              <a:t>/Pillows/Blankets) </a:t>
            </a:r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>
                <a:sym typeface="Wingdings" panose="05000000000000000000" pitchFamily="2" charset="2"/>
              </a:rPr>
              <a:t>combine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health&amp;fashion</a:t>
            </a:r>
            <a:r>
              <a:rPr lang="de-DE" dirty="0">
                <a:sym typeface="Wingdings" panose="05000000000000000000" pitchFamily="2" charset="2"/>
              </a:rPr>
              <a:t>?</a:t>
            </a:r>
            <a:endParaRPr lang="de-DE" dirty="0">
              <a:effectLst/>
            </a:endParaRPr>
          </a:p>
          <a:p>
            <a:endParaRPr lang="de-DE" dirty="0">
              <a:effectLst/>
            </a:endParaRPr>
          </a:p>
          <a:p>
            <a:endParaRPr lang="de-DE" dirty="0">
              <a:effectLst/>
            </a:endParaRPr>
          </a:p>
          <a:p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61650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E141B-9614-44E6-794C-A66046462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98268" y="1851435"/>
            <a:ext cx="9144000" cy="896644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Opportunities</a:t>
            </a:r>
            <a:r>
              <a:rPr lang="de-D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1748CED1-56D5-A4FC-DD25-634FD7B8E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3" y="709541"/>
            <a:ext cx="3645084" cy="1368275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F72E66F9-75B6-1565-BDAC-48E2E5477725}"/>
              </a:ext>
            </a:extLst>
          </p:cNvPr>
          <p:cNvSpPr/>
          <p:nvPr/>
        </p:nvSpPr>
        <p:spPr>
          <a:xfrm>
            <a:off x="1447064" y="2077816"/>
            <a:ext cx="790112" cy="44388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ahmen 8">
            <a:extLst>
              <a:ext uri="{FF2B5EF4-FFF2-40B4-BE49-F238E27FC236}">
                <a16:creationId xmlns:a16="http://schemas.microsoft.com/office/drawing/2014/main" id="{89396DAF-C3CB-C144-1873-9E140C2A2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423793-B63B-AA13-6EBB-01474C3BC556}"/>
              </a:ext>
            </a:extLst>
          </p:cNvPr>
          <p:cNvSpPr txBox="1"/>
          <p:nvPr/>
        </p:nvSpPr>
        <p:spPr>
          <a:xfrm>
            <a:off x="2237175" y="2676603"/>
            <a:ext cx="8549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</a:t>
            </a:r>
            <a:r>
              <a:rPr lang="de-DE" dirty="0" err="1"/>
              <a:t>Expand</a:t>
            </a:r>
            <a:r>
              <a:rPr lang="de-DE" dirty="0"/>
              <a:t> </a:t>
            </a: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section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>
                <a:sym typeface="Wingdings" panose="05000000000000000000" pitchFamily="2" charset="2"/>
              </a:rPr>
              <a:t>Red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night</a:t>
            </a:r>
            <a:r>
              <a:rPr lang="de-DE" dirty="0">
                <a:sym typeface="Wingdings" panose="05000000000000000000" pitchFamily="2" charset="2"/>
              </a:rPr>
              <a:t>-)</a:t>
            </a:r>
            <a:r>
              <a:rPr lang="de-DE" dirty="0" err="1">
                <a:sym typeface="Wingdings" panose="05000000000000000000" pitchFamily="2" charset="2"/>
              </a:rPr>
              <a:t>lights</a:t>
            </a:r>
            <a:r>
              <a:rPr lang="de-DE" dirty="0">
                <a:sym typeface="Wingdings" panose="05000000000000000000" pitchFamily="2" charset="2"/>
              </a:rPr>
              <a:t>  (Melatonin </a:t>
            </a:r>
            <a:r>
              <a:rPr lang="de-DE" dirty="0" err="1">
                <a:sym typeface="Wingdings" panose="05000000000000000000" pitchFamily="2" charset="2"/>
              </a:rPr>
              <a:t>increase</a:t>
            </a:r>
            <a:r>
              <a:rPr lang="de-DE" dirty="0">
                <a:sym typeface="Wingdings" panose="05000000000000000000" pitchFamily="2" charset="2"/>
              </a:rPr>
              <a:t>) - Maybe </a:t>
            </a:r>
            <a:r>
              <a:rPr lang="de-DE" dirty="0" err="1">
                <a:sym typeface="Wingdings" panose="05000000000000000000" pitchFamily="2" charset="2"/>
              </a:rPr>
              <a:t>during</a:t>
            </a:r>
            <a:r>
              <a:rPr lang="de-DE" dirty="0">
                <a:sym typeface="Wingdings" panose="05000000000000000000" pitchFamily="2" charset="2"/>
              </a:rPr>
              <a:t> an </a:t>
            </a:r>
            <a:r>
              <a:rPr lang="de-DE" dirty="0" err="1">
                <a:sym typeface="Wingdings" panose="05000000000000000000" pitchFamily="2" charset="2"/>
              </a:rPr>
              <a:t>event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Purchase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&gt;100€)</a:t>
            </a:r>
          </a:p>
          <a:p>
            <a:r>
              <a:rPr lang="de-DE" dirty="0">
                <a:sym typeface="Wingdings" panose="05000000000000000000" pitchFamily="2" charset="2"/>
              </a:rPr>
              <a:t>Covers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effectLst/>
              </a:rPr>
              <a:t> (</a:t>
            </a:r>
            <a:r>
              <a:rPr lang="de-DE" dirty="0" err="1">
                <a:effectLst/>
              </a:rPr>
              <a:t>Mattresses</a:t>
            </a:r>
            <a:r>
              <a:rPr lang="de-DE" dirty="0">
                <a:effectLst/>
              </a:rPr>
              <a:t>/Pillows/Blankets) -  Combine </a:t>
            </a:r>
            <a:r>
              <a:rPr lang="de-DE" dirty="0" err="1">
                <a:effectLst/>
              </a:rPr>
              <a:t>fashion&amp;health</a:t>
            </a:r>
            <a:endParaRPr lang="de-DE" dirty="0">
              <a:effectLst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714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E141B-9614-44E6-794C-A66046462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66439" y="1851435"/>
            <a:ext cx="9144000" cy="896644"/>
          </a:xfrm>
        </p:spPr>
        <p:txBody>
          <a:bodyPr>
            <a:normAutofit fontScale="90000"/>
          </a:bodyPr>
          <a:lstStyle/>
          <a:p>
            <a:r>
              <a:rPr lang="de-D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Threats</a:t>
            </a:r>
            <a:endParaRPr lang="de-D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1748CED1-56D5-A4FC-DD25-634FD7B8E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3" y="709541"/>
            <a:ext cx="3645084" cy="1368275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F72E66F9-75B6-1565-BDAC-48E2E5477725}"/>
              </a:ext>
            </a:extLst>
          </p:cNvPr>
          <p:cNvSpPr/>
          <p:nvPr/>
        </p:nvSpPr>
        <p:spPr>
          <a:xfrm>
            <a:off x="1447064" y="2077816"/>
            <a:ext cx="790112" cy="443883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ahmen 8">
            <a:extLst>
              <a:ext uri="{FF2B5EF4-FFF2-40B4-BE49-F238E27FC236}">
                <a16:creationId xmlns:a16="http://schemas.microsoft.com/office/drawing/2014/main" id="{89396DAF-C3CB-C144-1873-9E140C2A29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A9E41A0-4423-D999-4B0F-5D8B29D504A5}"/>
              </a:ext>
            </a:extLst>
          </p:cNvPr>
          <p:cNvSpPr txBox="1"/>
          <p:nvPr/>
        </p:nvSpPr>
        <p:spPr>
          <a:xfrm>
            <a:off x="2574524" y="2663301"/>
            <a:ext cx="704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</a:t>
            </a:r>
            <a:r>
              <a:rPr lang="de-DE" dirty="0" err="1"/>
              <a:t>Competitors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same </a:t>
            </a:r>
            <a:r>
              <a:rPr lang="de-DE" dirty="0" err="1"/>
              <a:t>price&amp;quality</a:t>
            </a:r>
            <a:r>
              <a:rPr lang="de-DE" dirty="0"/>
              <a:t> but large </a:t>
            </a:r>
            <a:r>
              <a:rPr lang="de-DE" dirty="0" err="1"/>
              <a:t>product</a:t>
            </a:r>
            <a:r>
              <a:rPr lang="de-DE" dirty="0"/>
              <a:t> </a:t>
            </a:r>
            <a:r>
              <a:rPr lang="de-DE" dirty="0" err="1"/>
              <a:t>range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6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Breitbild</PresentationFormat>
  <Paragraphs>16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SWOT ANALYSIS</vt:lpstr>
      <vt:lpstr>Strengths:</vt:lpstr>
      <vt:lpstr>Weaknesses:</vt:lpstr>
      <vt:lpstr>Opportunities:</vt:lpstr>
      <vt:lpstr>Threats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ANALYSIS</dc:title>
  <dc:creator>Vincent Pscherer</dc:creator>
  <cp:lastModifiedBy>Vincent Pscherer</cp:lastModifiedBy>
  <cp:revision>2</cp:revision>
  <dcterms:created xsi:type="dcterms:W3CDTF">2023-04-05T20:31:23Z</dcterms:created>
  <dcterms:modified xsi:type="dcterms:W3CDTF">2023-04-05T22:33:11Z</dcterms:modified>
</cp:coreProperties>
</file>